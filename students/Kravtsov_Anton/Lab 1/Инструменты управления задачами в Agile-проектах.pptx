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rimson Pro Semi Bold" panose="020B0604020202020204" charset="0"/>
      <p:regular r:id="rId18"/>
    </p:embeddedFont>
    <p:embeddedFont>
      <p:font typeface="Heebo" pitchFamily="2" charset="-79"/>
      <p:regular r:id="rId19"/>
      <p:bold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24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75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12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5296" y="27131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Инструменты управления задачами в Agile-проектах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12876" y="47800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400" dirty="0">
                <a:solidFill>
                  <a:srgbClr val="4C4C4D"/>
                </a:solidFill>
                <a:cs typeface="Heebo" pitchFamily="34" charset="-120"/>
              </a:rPr>
              <a:t>Выполнил: Кравцов Антон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12876" y="51429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Группа: </a:t>
            </a:r>
            <a:r>
              <a:rPr lang="ru-RU" sz="2400" dirty="0">
                <a:solidFill>
                  <a:srgbClr val="4C4C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ИС-23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BA7000-9F64-481D-95F5-55EEB6ADD0DE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CB37E8-1145-4C04-B247-BF6F9135F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1" y="1"/>
            <a:ext cx="763792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Что такое Agile?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Agile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– это набор принципов и практик разработки, ориентированных на гибкость, итеративность и сотрудничество. Он позволяет командам быстро адаптироваться к изменениям и поставлять ценность клиентам непрерывно.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40037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Ключевые принципы включают: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1638" y="451915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Приоритет удовлетворению клиента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1638" y="492123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Постоянная поставка ценного ПО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1638" y="532330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Сотрудничество с заказчиком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1638" y="572538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Самоорганизующиеся команды</a:t>
            </a:r>
            <a:endParaRPr lang="en-US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D9E169-8BF5-4CEE-BF9C-1A873744BEC3}"/>
              </a:ext>
            </a:extLst>
          </p:cNvPr>
          <p:cNvSpPr/>
          <p:nvPr/>
        </p:nvSpPr>
        <p:spPr>
          <a:xfrm>
            <a:off x="12930692" y="7745506"/>
            <a:ext cx="1624404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114" y="636151"/>
            <a:ext cx="79344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Основные инструменты Agile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6212" y="15188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Для эффективного управления Agile-проектами используются специализированные инструменты, которые поддерживают основные методологии, такие как Scrum и Kanban.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33644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Jira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420" y="423386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Мощный инструмент для комплексного управления проектами.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56884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Trello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220208" y="423386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Визуальное управление задачами с помощью Kanban-досок.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93790" y="6377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Asana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0904" y="6867644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Универсальная платформа для командной работы и отслеживания задач.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403094" y="6377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ClickUp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392336" y="686764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Единое рабочее пространство для планирования и выполнения.</a:t>
            </a:r>
            <a:endParaRPr lang="en-US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127A5E5-6707-46D6-9245-4DE03A1AE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3" y="2714029"/>
            <a:ext cx="1095375" cy="10382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ACF091D-8CD2-4702-8B8B-22698E235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22" y="5335667"/>
            <a:ext cx="1095375" cy="10953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3E1A985-9EDB-4673-BF6B-A34759E0C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417" y="2648069"/>
            <a:ext cx="1095375" cy="109537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88748F6-EE3D-460A-99BF-EF29BECC0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416" y="5281851"/>
            <a:ext cx="1095375" cy="1095375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A13C945-B262-4278-ACDE-274B8C002B6B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516" y="680383"/>
            <a:ext cx="5108496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Jira: 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Для сложных проектов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906232" y="1821779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Jira от Atlassian – это ведущий инструмент для управления проектами, особенно популярный в IT-сфере.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906232" y="2812777"/>
            <a:ext cx="5562803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Гибкость: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Поддерживает Scrum, Kanban</a:t>
            </a:r>
          </a:p>
          <a:p>
            <a:pPr algn="l">
              <a:lnSpc>
                <a:spcPts val="1950"/>
              </a:lnSpc>
              <a:buSzPct val="100000"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 другие методологии.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906232" y="3475314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Отслеживание: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Детальное отслеживание задач, ошибок и запросов.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06232" y="4153599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Интеграции: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Широкие возможности интеграции с другими инструментами разработки.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06232" y="5079310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Отчетность: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Мощные инструменты для аналитики и отчетности.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0F1D02-83B7-43F0-AEAD-BC3F9B574D0C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3A17D6-A661-433E-A72E-38FE7641A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36" y="1630471"/>
            <a:ext cx="8992468" cy="51791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72" y="638262"/>
            <a:ext cx="5801916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Trello: 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Визуальное управление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87549" y="2079956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Trello – это простой и интуитивно понятный инструмент, основанный на принципах Kanban-досок.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7549" y="3077145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Доски и карточки: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Задачи представлены в виде карточек на досках, что обеспечивает высокую наглядность.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7549" y="4082926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Простота: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Идеально подходит для небольших команд и личного использования.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7549" y="5075885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Автоматизация: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Встроенные функции автоматизации (Butler) для повторяющихся действий.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7549" y="6135324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Расширения: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Множество Power-Ups для добавления функционала.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45F5BE-E9F6-4693-A0D0-EC6DC7BB612A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9619" y="2401901"/>
            <a:ext cx="8760782" cy="3902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819" y="658867"/>
            <a:ext cx="5608915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Asana: 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Для командной работы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906232" y="2026160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Asana – это универсальная платформа, разработанная для управления задачами и проектами в командах любого размера.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906232" y="2941850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Разнообразие видов: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Просмотр задач в виде списков, досок, временных шкал (диаграмм Ганта) и календарей.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906232" y="3803013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Совместная работа: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Удобные функции для комментирования, вложений и отслеживания прогресса.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06232" y="4621149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Цели и портфолио: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Возможность устанавливать цели и управлять портфелями проектов.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06232" y="5428534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Интеграции: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Поддерживает интеграции с популярными сервисами.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F1174A-44AC-49C8-82BE-CEDC2367445F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1BC597-AA53-49A7-A1BC-B7223480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1" y="1964533"/>
            <a:ext cx="8331749" cy="4686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545" y="616750"/>
            <a:ext cx="3944183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ClickUp: 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Все в одном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93904" y="1811013"/>
            <a:ext cx="517957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ClickUp – это многофункциональное рабочее пространство, которое объединяет планирование, организацию и совместную работу.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662" y="3258812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Универсальность: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Более 100 настраиваемых функций, включая доски, списки, календари и заметки.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662" y="4238315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Гибкие представления: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Адаптация под любые рабочие процессы.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4662" y="4959628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Цели и автоматизация: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Мониторинг целей и автоматизация рутинных задач.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4662" y="5659431"/>
            <a:ext cx="517957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2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Интеграции:</a:t>
            </a:r>
            <a:r>
              <a:rPr lang="en-US" sz="2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Широкие возможности для интеграции с другими сервисами.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7E936C-6398-4329-828D-8E49C52F7E75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130B99-C88B-4DEC-86B4-0B313EC2D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887" y="1509796"/>
            <a:ext cx="8698204" cy="5131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3660EFA-51D6-4D23-B396-E1297778453E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396835" y="451319"/>
            <a:ext cx="47776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Scrum: 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Возможности инструментов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Инструменты управления задачами предоставляют ключевые функции для поддержки методологии Scrum.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58279" y="1228190"/>
            <a:ext cx="5512061" cy="3319947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039" y="1228190"/>
            <a:ext cx="57313" cy="332204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432586" y="1356777"/>
            <a:ext cx="1138737" cy="111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Бэклог продукта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2586" y="1601928"/>
            <a:ext cx="5268743" cy="113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Формирование и приоритизация пользовательских историй и задач.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939" y="1840988"/>
            <a:ext cx="3818030" cy="26123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62108" y="1230292"/>
            <a:ext cx="5512060" cy="331994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6867" y="1230292"/>
            <a:ext cx="55243" cy="3319948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7736414" y="1358878"/>
            <a:ext cx="1328991" cy="111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Планирование спринтов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36414" y="1604029"/>
            <a:ext cx="5078397" cy="113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Распределение задач по спринтам и создание бэклога спринта.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741" y="1863645"/>
            <a:ext cx="4024894" cy="261048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58279" y="4622216"/>
            <a:ext cx="5512061" cy="3488142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Shape 11"/>
          <p:cNvSpPr/>
          <p:nvPr/>
        </p:nvSpPr>
        <p:spPr>
          <a:xfrm>
            <a:off x="1243039" y="4622216"/>
            <a:ext cx="57313" cy="348814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6" name="Text 12"/>
          <p:cNvSpPr/>
          <p:nvPr/>
        </p:nvSpPr>
        <p:spPr>
          <a:xfrm>
            <a:off x="1432587" y="4750742"/>
            <a:ext cx="1403863" cy="1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Отслеживание прогресса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432586" y="4995426"/>
            <a:ext cx="5268743" cy="1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Диаграммы Burndown/Burnup, отчеты о скорости команды.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345" y="5263029"/>
            <a:ext cx="4014852" cy="274699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564581" y="4622215"/>
            <a:ext cx="5512060" cy="3488144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9340" y="4622215"/>
            <a:ext cx="58503" cy="348814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1" name="Text 16"/>
          <p:cNvSpPr/>
          <p:nvPr/>
        </p:nvSpPr>
        <p:spPr>
          <a:xfrm>
            <a:off x="7738887" y="4742347"/>
            <a:ext cx="1162383" cy="12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Ретроспективы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38888" y="4986950"/>
            <a:ext cx="5378144" cy="122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Обсуждение и документирование уроков, полученных в ходе спринта.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986" y="5201712"/>
            <a:ext cx="4272155" cy="2778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3BA74AB-78E3-4CA3-9A28-E2B3150E645A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17147" y="617848"/>
            <a:ext cx="9244370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Kanban: </a:t>
            </a:r>
            <a:r>
              <a:rPr lang="en-US" sz="3600" dirty="0" err="1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Возможности</a:t>
            </a: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</a:t>
            </a:r>
            <a:r>
              <a:rPr lang="en-US" sz="3600" dirty="0" err="1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инструментов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4855" y="1675924"/>
            <a:ext cx="1314069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Эти инструменты также отлично подходят для реализации методологии Kanban, ориентированной на непрерывный поток задач.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4855" y="2596396"/>
            <a:ext cx="6463903" cy="241780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57620" y="2809161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2150FE"/>
          </a:solidFill>
          <a:ln/>
        </p:spPr>
        <p:txBody>
          <a:bodyPr/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К</a:t>
            </a:r>
          </a:p>
        </p:txBody>
      </p:sp>
      <p:sp>
        <p:nvSpPr>
          <p:cNvPr id="6" name="Text 4"/>
          <p:cNvSpPr/>
          <p:nvPr/>
        </p:nvSpPr>
        <p:spPr>
          <a:xfrm>
            <a:off x="957620" y="366033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Kanban-доски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57620" y="4120396"/>
            <a:ext cx="6038374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Визуализация рабочего процесса с колонками "К выполнению", "В работе", "Готово".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1523" y="2596396"/>
            <a:ext cx="6464022" cy="241780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7634288" y="2809161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2150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9786" y="2984659"/>
            <a:ext cx="287298" cy="287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4288" y="366033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Лимиты WIP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634288" y="4120396"/>
            <a:ext cx="603849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Установка ограничений на количество задач в работе для оптимизации потока.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4855" y="5226963"/>
            <a:ext cx="6463903" cy="241780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957620" y="5439728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2150F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118" y="5615226"/>
            <a:ext cx="287298" cy="287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7620" y="6290905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Метрики потока</a:t>
            </a:r>
            <a:endParaRPr lang="en-US" sz="2050" dirty="0"/>
          </a:p>
        </p:txBody>
      </p:sp>
      <p:sp>
        <p:nvSpPr>
          <p:cNvPr id="17" name="Text 13"/>
          <p:cNvSpPr/>
          <p:nvPr/>
        </p:nvSpPr>
        <p:spPr>
          <a:xfrm>
            <a:off x="957620" y="6750963"/>
            <a:ext cx="6038374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Отслеживание времени цикла и времени выполнения для выявления узких мест.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7421523" y="5226963"/>
            <a:ext cx="6464022" cy="241780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9" name="Shape 15"/>
          <p:cNvSpPr/>
          <p:nvPr/>
        </p:nvSpPr>
        <p:spPr>
          <a:xfrm>
            <a:off x="7634288" y="5439728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2150F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9786" y="5615226"/>
            <a:ext cx="287298" cy="2872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34288" y="6290905"/>
            <a:ext cx="301966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Непрерывная поставка</a:t>
            </a:r>
            <a:endParaRPr lang="en-US" sz="2050" dirty="0"/>
          </a:p>
        </p:txBody>
      </p:sp>
      <p:sp>
        <p:nvSpPr>
          <p:cNvPr id="22" name="Text 17"/>
          <p:cNvSpPr/>
          <p:nvPr/>
        </p:nvSpPr>
        <p:spPr>
          <a:xfrm>
            <a:off x="7634288" y="6750963"/>
            <a:ext cx="603849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Поддержка постоянного выпуска продукта с минимальными задержками.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146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Эффективное управление проектами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4259342"/>
            <a:ext cx="721625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Выбор правильного инструмента – залог успеха вашей Agile-команды.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3919180"/>
            <a:ext cx="30480" cy="1530906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5296" y="27131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Инструменты управления задачами в Agile-проектах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12876" y="47800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400" dirty="0">
                <a:solidFill>
                  <a:srgbClr val="4C4C4D"/>
                </a:solidFill>
                <a:cs typeface="Heebo" pitchFamily="34" charset="-120"/>
              </a:rPr>
              <a:t>Выполнил: Кравцов Антон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12876" y="51429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Группа: </a:t>
            </a:r>
            <a:r>
              <a:rPr lang="ru-RU" sz="2400" dirty="0">
                <a:solidFill>
                  <a:srgbClr val="4C4C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ИС-23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BA7000-9F64-481D-95F5-55EEB6ADD0DE}"/>
              </a:ext>
            </a:extLst>
          </p:cNvPr>
          <p:cNvSpPr/>
          <p:nvPr/>
        </p:nvSpPr>
        <p:spPr>
          <a:xfrm>
            <a:off x="12812358" y="7745506"/>
            <a:ext cx="1742738" cy="484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CB37E8-1145-4C04-B247-BF6F9135F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1" y="1"/>
            <a:ext cx="763792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2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555</Words>
  <Application>Microsoft Office PowerPoint</Application>
  <PresentationFormat>Произвольный</PresentationFormat>
  <Paragraphs>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Heebo</vt:lpstr>
      <vt:lpstr>Arial</vt:lpstr>
      <vt:lpstr>Crimson Pro Semi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Антон Кравцов</cp:lastModifiedBy>
  <cp:revision>12</cp:revision>
  <dcterms:created xsi:type="dcterms:W3CDTF">2025-12-16T12:20:16Z</dcterms:created>
  <dcterms:modified xsi:type="dcterms:W3CDTF">2025-12-17T12:38:47Z</dcterms:modified>
</cp:coreProperties>
</file>