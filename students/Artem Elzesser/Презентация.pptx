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9732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19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9352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59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85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99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83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920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123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70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36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02E93CB-BFF2-481D-A13D-8214F5EE0CF7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842DB7-5CDE-422A-8E04-690A2844CA1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097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CD7EB-B223-4C02-9C07-00B5746D9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0173"/>
            <a:ext cx="9144000" cy="2387600"/>
          </a:xfrm>
        </p:spPr>
        <p:txBody>
          <a:bodyPr>
            <a:normAutofit/>
          </a:bodyPr>
          <a:lstStyle/>
          <a:p>
            <a:r>
              <a:rPr lang="ru-RU" sz="4800" dirty="0"/>
              <a:t>Инструменты управления задачами в </a:t>
            </a:r>
            <a:r>
              <a:rPr lang="ru-RU" sz="4800" dirty="0" err="1"/>
              <a:t>Agile</a:t>
            </a:r>
            <a:r>
              <a:rPr lang="ru-RU" sz="4800" dirty="0"/>
              <a:t>-проектах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F6ADFB-EE99-4D62-97D3-1B49BCC4D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60227"/>
            <a:ext cx="9144000" cy="42132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Сравнительный анализ </a:t>
            </a:r>
            <a:r>
              <a:rPr lang="en-US" dirty="0"/>
              <a:t>Jira, Trello, Asana, </a:t>
            </a:r>
            <a:r>
              <a:rPr lang="en-US" dirty="0" err="1"/>
              <a:t>ClickUp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9E3F5-0448-42B5-8531-7EF04FB46C96}"/>
              </a:ext>
            </a:extLst>
          </p:cNvPr>
          <p:cNvSpPr txBox="1"/>
          <p:nvPr/>
        </p:nvSpPr>
        <p:spPr>
          <a:xfrm>
            <a:off x="4605250" y="5187142"/>
            <a:ext cx="2981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Студент группы ИС-23:</a:t>
            </a:r>
            <a:br>
              <a:rPr lang="ru-RU" dirty="0"/>
            </a:br>
            <a:r>
              <a:rPr lang="ru-RU" dirty="0" err="1"/>
              <a:t>Эльзессер</a:t>
            </a:r>
            <a:r>
              <a:rPr lang="ru-RU" dirty="0"/>
              <a:t> Артём Федорович</a:t>
            </a:r>
          </a:p>
        </p:txBody>
      </p:sp>
    </p:spTree>
    <p:extLst>
      <p:ext uri="{BB962C8B-B14F-4D97-AF65-F5344CB8AC3E}">
        <p14:creationId xmlns:p14="http://schemas.microsoft.com/office/powerpoint/2010/main" val="35595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C87C-DE3E-4174-80F2-5E6B2558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специализированные инструменты?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4884F-88AA-48F7-B4DB-403CD25A4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Визуализация рабочего процесса для всей команды.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Повышение прозрачности и контроля над проектом.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Автоматизация рутинных операций (смена статусов, напоминания).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Улучшение коммуникации и совместной работы.</a:t>
            </a:r>
          </a:p>
        </p:txBody>
      </p:sp>
    </p:spTree>
    <p:extLst>
      <p:ext uri="{BB962C8B-B14F-4D97-AF65-F5344CB8AC3E}">
        <p14:creationId xmlns:p14="http://schemas.microsoft.com/office/powerpoint/2010/main" val="382560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2E5D4-1734-47F7-89DB-D0D4BC26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игроки на рынке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7FD573-E571-4614-A926-8C72A0354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Jira</a:t>
            </a:r>
            <a:r>
              <a:rPr lang="ru-RU" b="1" dirty="0"/>
              <a:t>:</a:t>
            </a:r>
            <a:r>
              <a:rPr lang="ru-RU" dirty="0"/>
              <a:t> Мощный и гибкий инструмент для крупных IT-команд.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Trello</a:t>
            </a:r>
            <a:r>
              <a:rPr lang="ru-RU" b="1" dirty="0"/>
              <a:t>:</a:t>
            </a:r>
            <a:r>
              <a:rPr lang="ru-RU" dirty="0"/>
              <a:t> Простота и визуальная наглядность для небольших проектов.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Asana</a:t>
            </a:r>
            <a:r>
              <a:rPr lang="ru-RU" b="1" dirty="0"/>
              <a:t>:</a:t>
            </a:r>
            <a:r>
              <a:rPr lang="ru-RU" dirty="0"/>
              <a:t> Универсальный баланс между функциональностью и удобством.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ClickUp</a:t>
            </a:r>
            <a:r>
              <a:rPr lang="ru-RU" b="1" dirty="0"/>
              <a:t>:</a:t>
            </a:r>
            <a:r>
              <a:rPr lang="ru-RU" dirty="0"/>
              <a:t> «Всё в одном» — максимум возможностей в одной платформе.</a:t>
            </a:r>
          </a:p>
        </p:txBody>
      </p:sp>
    </p:spTree>
    <p:extLst>
      <p:ext uri="{BB962C8B-B14F-4D97-AF65-F5344CB8AC3E}">
        <p14:creationId xmlns:p14="http://schemas.microsoft.com/office/powerpoint/2010/main" val="287251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6BC15-D13E-4DC4-B081-A4BAD5D6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эти инструменты работают со </a:t>
            </a:r>
            <a:r>
              <a:rPr lang="ru-RU" dirty="0" err="1"/>
              <a:t>Scrum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B8071E-8AE5-4627-8D24-879B404D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Jira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b="1" dirty="0"/>
              <a:t>Лучшая поддержка «из коробки»</a:t>
            </a:r>
            <a:r>
              <a:rPr lang="ru-RU" dirty="0"/>
              <a:t> (</a:t>
            </a:r>
            <a:r>
              <a:rPr lang="ru-RU" dirty="0" err="1"/>
              <a:t>бэклог</a:t>
            </a:r>
            <a:r>
              <a:rPr lang="ru-RU" dirty="0"/>
              <a:t>, спринты, диаграммы).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Trello</a:t>
            </a:r>
            <a:r>
              <a:rPr lang="ru-RU" b="1" dirty="0"/>
              <a:t>:</a:t>
            </a:r>
            <a:r>
              <a:rPr lang="ru-RU" dirty="0"/>
              <a:t> Требует </a:t>
            </a:r>
            <a:r>
              <a:rPr lang="ru-RU" b="1" dirty="0"/>
              <a:t>дополнительной настройки</a:t>
            </a:r>
            <a:r>
              <a:rPr lang="ru-RU" dirty="0"/>
              <a:t> через шаблоны и расширения.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Asana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b="1" dirty="0"/>
              <a:t>Интуитивная</a:t>
            </a:r>
            <a:r>
              <a:rPr lang="ru-RU" dirty="0"/>
              <a:t> настройка, хороша для нетехнических команд.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ClickUp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b="1" dirty="0"/>
              <a:t>Полноценный аналог </a:t>
            </a:r>
            <a:r>
              <a:rPr lang="ru-RU" b="1" dirty="0" err="1"/>
              <a:t>Jira</a:t>
            </a:r>
            <a:r>
              <a:rPr lang="ru-RU" dirty="0"/>
              <a:t> с широким набором функций.</a:t>
            </a:r>
          </a:p>
        </p:txBody>
      </p:sp>
    </p:spTree>
    <p:extLst>
      <p:ext uri="{BB962C8B-B14F-4D97-AF65-F5344CB8AC3E}">
        <p14:creationId xmlns:p14="http://schemas.microsoft.com/office/powerpoint/2010/main" val="220987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B38282-6604-4966-86F6-3BA99DE0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эти инструменты работают с </a:t>
            </a:r>
            <a:r>
              <a:rPr lang="ru-RU" dirty="0" err="1"/>
              <a:t>Kanban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55B822-D17C-4819-AAE5-F62ABA11B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Trello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b="1" dirty="0"/>
              <a:t>Идеал простоты</a:t>
            </a:r>
            <a:r>
              <a:rPr lang="ru-RU" dirty="0"/>
              <a:t> — интуитивные доски и перетаскивание.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Jira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b="1" dirty="0"/>
              <a:t>Мощная аналитика</a:t>
            </a:r>
            <a:r>
              <a:rPr lang="ru-RU" dirty="0"/>
              <a:t> для глубокого анализа </a:t>
            </a:r>
            <a:r>
              <a:rPr lang="ru-RU" dirty="0" err="1"/>
              <a:t>workflow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Asana</a:t>
            </a:r>
            <a:r>
              <a:rPr lang="ru-RU" b="1" dirty="0"/>
              <a:t> &amp; </a:t>
            </a:r>
            <a:r>
              <a:rPr lang="ru-RU" b="1" dirty="0" err="1"/>
              <a:t>ClickUp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b="1" dirty="0"/>
              <a:t>Гибкие доски</a:t>
            </a:r>
            <a:r>
              <a:rPr lang="ru-RU" dirty="0"/>
              <a:t> с хорошими возможностями автоматизации.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1002180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5B7A1-ABAA-4382-948E-2567C5AE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Практический пример: Настройка спринта в </a:t>
            </a:r>
            <a:r>
              <a:rPr lang="ru-RU" dirty="0" err="1"/>
              <a:t>Jira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514CEF-9B9D-4CD4-8461-A452C2990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dirty="0"/>
              <a:t>Формирование </a:t>
            </a:r>
            <a:r>
              <a:rPr lang="ru-RU" dirty="0" err="1"/>
              <a:t>бэклога</a:t>
            </a:r>
            <a:r>
              <a:rPr lang="ru-RU" dirty="0"/>
              <a:t> продукта.</a:t>
            </a:r>
          </a:p>
          <a:p>
            <a:pPr>
              <a:buFont typeface="+mj-lt"/>
              <a:buAutoNum type="arabicPeriod"/>
            </a:pPr>
            <a:r>
              <a:rPr lang="ru-RU" dirty="0"/>
              <a:t>Планирование спринта: выбор задач и постановка цели.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Настройка доски (например, добавление статусов "</a:t>
            </a:r>
            <a:r>
              <a:rPr lang="ru-RU" dirty="0" err="1"/>
              <a:t>Ревью</a:t>
            </a:r>
            <a:r>
              <a:rPr lang="ru-RU" dirty="0"/>
              <a:t> кода", "Тестирование").</a:t>
            </a:r>
          </a:p>
          <a:p>
            <a:pPr>
              <a:buFont typeface="+mj-lt"/>
              <a:buAutoNum type="arabicPeriod"/>
            </a:pPr>
            <a:r>
              <a:rPr lang="ru-RU" dirty="0"/>
              <a:t>Отслеживание прогресса через автоматические диаграммы.</a:t>
            </a:r>
          </a:p>
        </p:txBody>
      </p:sp>
    </p:spTree>
    <p:extLst>
      <p:ext uri="{BB962C8B-B14F-4D97-AF65-F5344CB8AC3E}">
        <p14:creationId xmlns:p14="http://schemas.microsoft.com/office/powerpoint/2010/main" val="290962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FDB38-33EC-4C0A-9B1B-2E0BE51B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Практический пример: </a:t>
            </a:r>
            <a:r>
              <a:rPr lang="ru-RU" dirty="0" err="1"/>
              <a:t>Канбан</a:t>
            </a:r>
            <a:r>
              <a:rPr lang="ru-RU" dirty="0"/>
              <a:t>-доска в </a:t>
            </a:r>
            <a:r>
              <a:rPr lang="ru-RU" dirty="0" err="1"/>
              <a:t>Trello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D47ED3-5EBF-495F-9E6D-09BDD997A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dirty="0"/>
              <a:t>Создание досок с колонками (</a:t>
            </a:r>
            <a:r>
              <a:rPr lang="ru-RU" dirty="0" err="1"/>
              <a:t>Бэклог</a:t>
            </a:r>
            <a:r>
              <a:rPr lang="ru-RU" dirty="0"/>
              <a:t>, В работе, </a:t>
            </a:r>
            <a:r>
              <a:rPr lang="ru-RU" dirty="0" err="1"/>
              <a:t>Ревью</a:t>
            </a:r>
            <a:r>
              <a:rPr lang="ru-RU" dirty="0"/>
              <a:t>, Готово).</a:t>
            </a:r>
          </a:p>
          <a:p>
            <a:pPr>
              <a:buFont typeface="+mj-lt"/>
              <a:buAutoNum type="arabicPeriod"/>
            </a:pPr>
            <a:r>
              <a:rPr lang="ru-RU" dirty="0"/>
              <a:t>Установка лимита одновременных задач (WIP).</a:t>
            </a:r>
          </a:p>
          <a:p>
            <a:pPr>
              <a:buFont typeface="+mj-lt"/>
              <a:buAutoNum type="arabicPeriod"/>
            </a:pPr>
            <a:r>
              <a:rPr lang="ru-RU" dirty="0"/>
              <a:t>Детализация карточек: чек-листы, метки, сроки, ответственные.</a:t>
            </a:r>
          </a:p>
          <a:p>
            <a:pPr>
              <a:buFont typeface="+mj-lt"/>
              <a:buAutoNum type="arabicPeriod"/>
            </a:pPr>
            <a:r>
              <a:rPr lang="ru-RU" dirty="0"/>
              <a:t>Визуальное управление потоком задач.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988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308CD-1B3C-442E-BF5D-ADC3A6B4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Какой инструмент выбрать?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6ACA08-D89F-48ED-9316-1D919431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Jira</a:t>
            </a:r>
            <a:r>
              <a:rPr lang="ru-RU" b="1" dirty="0"/>
              <a:t>:</a:t>
            </a:r>
            <a:r>
              <a:rPr lang="ru-RU" dirty="0"/>
              <a:t> Для сложных IT-проектов, где нужна глубокая настройка и аналитика.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Trello</a:t>
            </a:r>
            <a:r>
              <a:rPr lang="ru-RU" b="1" dirty="0"/>
              <a:t>:</a:t>
            </a:r>
            <a:r>
              <a:rPr lang="ru-RU" dirty="0"/>
              <a:t> Для простых проектов, небольших команд или личного использования.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Asana</a:t>
            </a:r>
            <a:r>
              <a:rPr lang="ru-RU" b="1" dirty="0"/>
              <a:t>:</a:t>
            </a:r>
            <a:r>
              <a:rPr lang="ru-RU" dirty="0"/>
              <a:t> Для междисциплинарных команд, где важна простота и универсальность.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ClickUp</a:t>
            </a:r>
            <a:r>
              <a:rPr lang="ru-RU" b="1" dirty="0"/>
              <a:t>:</a:t>
            </a:r>
            <a:r>
              <a:rPr lang="ru-RU" dirty="0"/>
              <a:t> Для команд, которые хотят объединить все рабочие процессы в одной системе.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26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5B688-92D5-4E45-98CE-6D0F5E0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165" y="3100330"/>
            <a:ext cx="5679670" cy="657340"/>
          </a:xfrm>
        </p:spPr>
        <p:txBody>
          <a:bodyPr>
            <a:normAutofit fontScale="90000"/>
          </a:bodyPr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595908352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30</TotalTime>
  <Words>335</Words>
  <Application>Microsoft Office PowerPoint</Application>
  <PresentationFormat>Широкоэкранный</PresentationFormat>
  <Paragraphs>38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Franklin Gothic Book</vt:lpstr>
      <vt:lpstr>Уголки</vt:lpstr>
      <vt:lpstr>Инструменты управления задачами в Agile-проектах</vt:lpstr>
      <vt:lpstr>Зачем нужны специализированные инструменты?</vt:lpstr>
      <vt:lpstr>Ключевые игроки на рынке</vt:lpstr>
      <vt:lpstr>Как эти инструменты работают со Scrum?</vt:lpstr>
      <vt:lpstr>Как эти инструменты работают с Kanban?</vt:lpstr>
      <vt:lpstr>Практический пример: Настройка спринта в Jira</vt:lpstr>
      <vt:lpstr>Практический пример: Канбан-доска в Trello</vt:lpstr>
      <vt:lpstr>Какой инструмент выбрать?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Инструменты управления задачами в Agile-проектах</dc:title>
  <dc:creator>Вальтер</dc:creator>
  <cp:lastModifiedBy>Вальтер</cp:lastModifiedBy>
  <cp:revision>2</cp:revision>
  <dcterms:created xsi:type="dcterms:W3CDTF">2025-11-06T17:44:56Z</dcterms:created>
  <dcterms:modified xsi:type="dcterms:W3CDTF">2025-11-06T18:15:04Z</dcterms:modified>
</cp:coreProperties>
</file>