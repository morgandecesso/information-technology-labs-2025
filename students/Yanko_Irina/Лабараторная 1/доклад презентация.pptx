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8"/>
  </p:notesMasterIdLst>
  <p:sldIdLst>
    <p:sldId id="256" r:id="rId2"/>
    <p:sldId id="296" r:id="rId3"/>
    <p:sldId id="297" r:id="rId4"/>
    <p:sldId id="260" r:id="rId5"/>
    <p:sldId id="298" r:id="rId6"/>
    <p:sldId id="299" r:id="rId7"/>
    <p:sldId id="268" r:id="rId8"/>
    <p:sldId id="294" r:id="rId9"/>
    <p:sldId id="286" r:id="rId10"/>
    <p:sldId id="269" r:id="rId11"/>
    <p:sldId id="295" r:id="rId12"/>
    <p:sldId id="300" r:id="rId13"/>
    <p:sldId id="301" r:id="rId14"/>
    <p:sldId id="302" r:id="rId15"/>
    <p:sldId id="303" r:id="rId16"/>
    <p:sldId id="304" r:id="rId17"/>
  </p:sldIdLst>
  <p:sldSz cx="9144000" cy="5143500" type="screen16x9"/>
  <p:notesSz cx="6858000" cy="9144000"/>
  <p:embeddedFontLst>
    <p:embeddedFont>
      <p:font typeface="Days One" panose="020B0604020202020204" charset="0"/>
      <p:regular r:id="rId19"/>
    </p:embeddedFont>
    <p:embeddedFont>
      <p:font typeface="PT Sans" panose="020B0604020202020204" charset="-52"/>
      <p:regular r:id="rId20"/>
      <p:bold r:id="rId21"/>
      <p:italic r:id="rId22"/>
      <p:boldItalic r:id="rId23"/>
    </p:embeddedFont>
    <p:embeddedFont>
      <p:font typeface="Jost" panose="020B0604020202020204" charset="-52"/>
      <p:regular r:id="rId24"/>
      <p:bold r:id="rId25"/>
      <p:italic r:id="rId26"/>
      <p:boldItalic r:id="rId27"/>
    </p:embeddedFont>
    <p:embeddedFont>
      <p:font typeface="Bebas Neue" panose="020B0604020202020204" charset="0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849D"/>
    <a:srgbClr val="36728D"/>
    <a:srgbClr val="DFDFDF"/>
    <a:srgbClr val="29A2B7"/>
    <a:srgbClr val="308B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1D611E-514D-4074-BACC-ACD6654F8B91}">
  <a:tblStyle styleId="{691D611E-514D-4074-BACC-ACD6654F8B9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2345059-3739-4C7F-BEA5-5823D3C2532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4" y="10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50460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1" name="Google Shape;165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492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4" name="Google Shape;255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5" name="Google Shape;255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6327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" name="Google Shape;4085;gcf9bbfb6cd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6" name="Google Shape;4086;gcf9bbfb6cd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5060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gcf9bbfb6c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5" name="Google Shape;2115;gcf9bbfb6c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4417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6" name="Google Shape;4516;gcf9bbfb6cd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7" name="Google Shape;4517;gcf9bbfb6cd_0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4700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4" name="Google Shape;4624;gcf9bbfb6cd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5" name="Google Shape;4625;gcf9bbfb6cd_0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1594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3" name="Google Shape;3313;g54dda1946d_6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4" name="Google Shape;3314;g54dda1946d_6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31913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3" name="Google Shape;3313;g54dda1946d_6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4" name="Google Shape;3314;g54dda1946d_6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3354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4" name="Google Shape;4914;gcf9bbfb6cd_0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5" name="Google Shape;4915;gcf9bbfb6cd_0_3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29223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2" name="Google Shape;3322;gcf9bbfb6cd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3" name="Google Shape;3323;gcf9bbfb6cd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15218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3" name="Google Shape;3313;g54dda1946d_6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4" name="Google Shape;3314;g54dda1946d_6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46712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4" name="Google Shape;4364;gcf9bbfb6cd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5" name="Google Shape;4365;gcf9bbfb6cd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1008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" name="Google Shape;2641;gcf9bbfb6cd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2" name="Google Shape;2642;gcf9bbfb6cd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9655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5" name="Google Shape;3355;gcf9bbfb6cd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6" name="Google Shape;3356;gcf9bbfb6cd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66111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" name="Google Shape;3952;gcf9bbfb6cd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3" name="Google Shape;3953;gcf9bbfb6cd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7208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10800000" flipH="1">
            <a:off x="-11700" y="-65"/>
            <a:ext cx="1984431" cy="889639"/>
          </a:xfrm>
          <a:custGeom>
            <a:avLst/>
            <a:gdLst/>
            <a:ahLst/>
            <a:cxnLst/>
            <a:rect l="l" t="t" r="r" b="b"/>
            <a:pathLst>
              <a:path w="70545" h="31626" extrusionOk="0">
                <a:moveTo>
                  <a:pt x="10365" y="1"/>
                </a:moveTo>
                <a:lnTo>
                  <a:pt x="9853" y="20"/>
                </a:lnTo>
                <a:lnTo>
                  <a:pt x="9360" y="39"/>
                </a:lnTo>
                <a:lnTo>
                  <a:pt x="8868" y="76"/>
                </a:lnTo>
                <a:lnTo>
                  <a:pt x="8375" y="152"/>
                </a:lnTo>
                <a:lnTo>
                  <a:pt x="7882" y="209"/>
                </a:lnTo>
                <a:lnTo>
                  <a:pt x="7390" y="304"/>
                </a:lnTo>
                <a:lnTo>
                  <a:pt x="6916" y="399"/>
                </a:lnTo>
                <a:lnTo>
                  <a:pt x="6423" y="512"/>
                </a:lnTo>
                <a:lnTo>
                  <a:pt x="5950" y="645"/>
                </a:lnTo>
                <a:lnTo>
                  <a:pt x="5457" y="778"/>
                </a:lnTo>
                <a:lnTo>
                  <a:pt x="4983" y="929"/>
                </a:lnTo>
                <a:lnTo>
                  <a:pt x="4510" y="1100"/>
                </a:lnTo>
                <a:lnTo>
                  <a:pt x="4055" y="1270"/>
                </a:lnTo>
                <a:lnTo>
                  <a:pt x="3581" y="1441"/>
                </a:lnTo>
                <a:lnTo>
                  <a:pt x="2653" y="1858"/>
                </a:lnTo>
                <a:lnTo>
                  <a:pt x="1762" y="2293"/>
                </a:lnTo>
                <a:lnTo>
                  <a:pt x="872" y="2767"/>
                </a:lnTo>
                <a:lnTo>
                  <a:pt x="0" y="3279"/>
                </a:lnTo>
                <a:lnTo>
                  <a:pt x="0" y="31625"/>
                </a:lnTo>
                <a:lnTo>
                  <a:pt x="70545" y="31625"/>
                </a:lnTo>
                <a:lnTo>
                  <a:pt x="70488" y="31247"/>
                </a:lnTo>
                <a:lnTo>
                  <a:pt x="70412" y="30849"/>
                </a:lnTo>
                <a:lnTo>
                  <a:pt x="70317" y="30470"/>
                </a:lnTo>
                <a:lnTo>
                  <a:pt x="70222" y="30091"/>
                </a:lnTo>
                <a:lnTo>
                  <a:pt x="70090" y="29712"/>
                </a:lnTo>
                <a:lnTo>
                  <a:pt x="69976" y="29333"/>
                </a:lnTo>
                <a:lnTo>
                  <a:pt x="69825" y="28973"/>
                </a:lnTo>
                <a:lnTo>
                  <a:pt x="69673" y="28613"/>
                </a:lnTo>
                <a:lnTo>
                  <a:pt x="69483" y="28196"/>
                </a:lnTo>
                <a:lnTo>
                  <a:pt x="69275" y="27798"/>
                </a:lnTo>
                <a:lnTo>
                  <a:pt x="69048" y="27381"/>
                </a:lnTo>
                <a:lnTo>
                  <a:pt x="68801" y="27002"/>
                </a:lnTo>
                <a:lnTo>
                  <a:pt x="68536" y="26604"/>
                </a:lnTo>
                <a:lnTo>
                  <a:pt x="68252" y="26225"/>
                </a:lnTo>
                <a:lnTo>
                  <a:pt x="67968" y="25865"/>
                </a:lnTo>
                <a:lnTo>
                  <a:pt x="67664" y="25505"/>
                </a:lnTo>
                <a:lnTo>
                  <a:pt x="67323" y="25164"/>
                </a:lnTo>
                <a:lnTo>
                  <a:pt x="67001" y="24823"/>
                </a:lnTo>
                <a:lnTo>
                  <a:pt x="66641" y="24501"/>
                </a:lnTo>
                <a:lnTo>
                  <a:pt x="66281" y="24217"/>
                </a:lnTo>
                <a:lnTo>
                  <a:pt x="65902" y="23932"/>
                </a:lnTo>
                <a:lnTo>
                  <a:pt x="65523" y="23667"/>
                </a:lnTo>
                <a:lnTo>
                  <a:pt x="65125" y="23421"/>
                </a:lnTo>
                <a:lnTo>
                  <a:pt x="64727" y="23193"/>
                </a:lnTo>
                <a:lnTo>
                  <a:pt x="64311" y="22985"/>
                </a:lnTo>
                <a:lnTo>
                  <a:pt x="63894" y="22796"/>
                </a:lnTo>
                <a:lnTo>
                  <a:pt x="63458" y="22644"/>
                </a:lnTo>
                <a:lnTo>
                  <a:pt x="63022" y="22511"/>
                </a:lnTo>
                <a:lnTo>
                  <a:pt x="62586" y="22417"/>
                </a:lnTo>
                <a:lnTo>
                  <a:pt x="62131" y="22341"/>
                </a:lnTo>
                <a:lnTo>
                  <a:pt x="61677" y="22284"/>
                </a:lnTo>
                <a:lnTo>
                  <a:pt x="61222" y="22265"/>
                </a:lnTo>
                <a:lnTo>
                  <a:pt x="60767" y="22284"/>
                </a:lnTo>
                <a:lnTo>
                  <a:pt x="60312" y="22322"/>
                </a:lnTo>
                <a:lnTo>
                  <a:pt x="59839" y="22398"/>
                </a:lnTo>
                <a:lnTo>
                  <a:pt x="59384" y="22511"/>
                </a:lnTo>
                <a:lnTo>
                  <a:pt x="58910" y="22663"/>
                </a:lnTo>
                <a:lnTo>
                  <a:pt x="58456" y="22833"/>
                </a:lnTo>
                <a:lnTo>
                  <a:pt x="57982" y="23061"/>
                </a:lnTo>
                <a:lnTo>
                  <a:pt x="57527" y="23326"/>
                </a:lnTo>
                <a:lnTo>
                  <a:pt x="57432" y="22663"/>
                </a:lnTo>
                <a:lnTo>
                  <a:pt x="57319" y="22038"/>
                </a:lnTo>
                <a:lnTo>
                  <a:pt x="57186" y="21412"/>
                </a:lnTo>
                <a:lnTo>
                  <a:pt x="57015" y="20806"/>
                </a:lnTo>
                <a:lnTo>
                  <a:pt x="56826" y="20219"/>
                </a:lnTo>
                <a:lnTo>
                  <a:pt x="56599" y="19669"/>
                </a:lnTo>
                <a:lnTo>
                  <a:pt x="56352" y="19120"/>
                </a:lnTo>
                <a:lnTo>
                  <a:pt x="56068" y="18589"/>
                </a:lnTo>
                <a:lnTo>
                  <a:pt x="55746" y="18077"/>
                </a:lnTo>
                <a:lnTo>
                  <a:pt x="55405" y="17585"/>
                </a:lnTo>
                <a:lnTo>
                  <a:pt x="55045" y="17111"/>
                </a:lnTo>
                <a:lnTo>
                  <a:pt x="54647" y="16656"/>
                </a:lnTo>
                <a:lnTo>
                  <a:pt x="54211" y="16220"/>
                </a:lnTo>
                <a:lnTo>
                  <a:pt x="53756" y="15804"/>
                </a:lnTo>
                <a:lnTo>
                  <a:pt x="53264" y="15406"/>
                </a:lnTo>
                <a:lnTo>
                  <a:pt x="52752" y="15046"/>
                </a:lnTo>
                <a:lnTo>
                  <a:pt x="52089" y="14553"/>
                </a:lnTo>
                <a:lnTo>
                  <a:pt x="51407" y="14098"/>
                </a:lnTo>
                <a:lnTo>
                  <a:pt x="50706" y="13662"/>
                </a:lnTo>
                <a:lnTo>
                  <a:pt x="50005" y="13265"/>
                </a:lnTo>
                <a:lnTo>
                  <a:pt x="49285" y="12905"/>
                </a:lnTo>
                <a:lnTo>
                  <a:pt x="48546" y="12544"/>
                </a:lnTo>
                <a:lnTo>
                  <a:pt x="47807" y="12222"/>
                </a:lnTo>
                <a:lnTo>
                  <a:pt x="47049" y="11938"/>
                </a:lnTo>
                <a:lnTo>
                  <a:pt x="46291" y="11673"/>
                </a:lnTo>
                <a:lnTo>
                  <a:pt x="45533" y="11445"/>
                </a:lnTo>
                <a:lnTo>
                  <a:pt x="44756" y="11237"/>
                </a:lnTo>
                <a:lnTo>
                  <a:pt x="43979" y="11067"/>
                </a:lnTo>
                <a:lnTo>
                  <a:pt x="43202" y="10915"/>
                </a:lnTo>
                <a:lnTo>
                  <a:pt x="42406" y="10782"/>
                </a:lnTo>
                <a:lnTo>
                  <a:pt x="41629" y="10688"/>
                </a:lnTo>
                <a:lnTo>
                  <a:pt x="40834" y="10631"/>
                </a:lnTo>
                <a:lnTo>
                  <a:pt x="40057" y="10593"/>
                </a:lnTo>
                <a:lnTo>
                  <a:pt x="39261" y="10593"/>
                </a:lnTo>
                <a:lnTo>
                  <a:pt x="38465" y="10612"/>
                </a:lnTo>
                <a:lnTo>
                  <a:pt x="37688" y="10669"/>
                </a:lnTo>
                <a:lnTo>
                  <a:pt x="36911" y="10744"/>
                </a:lnTo>
                <a:lnTo>
                  <a:pt x="36134" y="10858"/>
                </a:lnTo>
                <a:lnTo>
                  <a:pt x="35358" y="10991"/>
                </a:lnTo>
                <a:lnTo>
                  <a:pt x="34581" y="11161"/>
                </a:lnTo>
                <a:lnTo>
                  <a:pt x="33823" y="11370"/>
                </a:lnTo>
                <a:lnTo>
                  <a:pt x="33084" y="11597"/>
                </a:lnTo>
                <a:lnTo>
                  <a:pt x="32345" y="11862"/>
                </a:lnTo>
                <a:lnTo>
                  <a:pt x="31606" y="12147"/>
                </a:lnTo>
                <a:lnTo>
                  <a:pt x="30886" y="12469"/>
                </a:lnTo>
                <a:lnTo>
                  <a:pt x="30166" y="12829"/>
                </a:lnTo>
                <a:lnTo>
                  <a:pt x="29465" y="13208"/>
                </a:lnTo>
                <a:lnTo>
                  <a:pt x="28782" y="13625"/>
                </a:lnTo>
                <a:lnTo>
                  <a:pt x="28574" y="13037"/>
                </a:lnTo>
                <a:lnTo>
                  <a:pt x="28366" y="12450"/>
                </a:lnTo>
                <a:lnTo>
                  <a:pt x="28119" y="11881"/>
                </a:lnTo>
                <a:lnTo>
                  <a:pt x="27873" y="11332"/>
                </a:lnTo>
                <a:lnTo>
                  <a:pt x="27589" y="10782"/>
                </a:lnTo>
                <a:lnTo>
                  <a:pt x="27305" y="10252"/>
                </a:lnTo>
                <a:lnTo>
                  <a:pt x="27001" y="9721"/>
                </a:lnTo>
                <a:lnTo>
                  <a:pt x="26698" y="9210"/>
                </a:lnTo>
                <a:lnTo>
                  <a:pt x="26357" y="8717"/>
                </a:lnTo>
                <a:lnTo>
                  <a:pt x="26016" y="8224"/>
                </a:lnTo>
                <a:lnTo>
                  <a:pt x="25656" y="7751"/>
                </a:lnTo>
                <a:lnTo>
                  <a:pt x="25296" y="7277"/>
                </a:lnTo>
                <a:lnTo>
                  <a:pt x="24898" y="6822"/>
                </a:lnTo>
                <a:lnTo>
                  <a:pt x="24500" y="6386"/>
                </a:lnTo>
                <a:lnTo>
                  <a:pt x="24102" y="5950"/>
                </a:lnTo>
                <a:lnTo>
                  <a:pt x="23666" y="5534"/>
                </a:lnTo>
                <a:lnTo>
                  <a:pt x="23231" y="5136"/>
                </a:lnTo>
                <a:lnTo>
                  <a:pt x="22795" y="4757"/>
                </a:lnTo>
                <a:lnTo>
                  <a:pt x="22340" y="4378"/>
                </a:lnTo>
                <a:lnTo>
                  <a:pt x="21866" y="4018"/>
                </a:lnTo>
                <a:lnTo>
                  <a:pt x="21374" y="3658"/>
                </a:lnTo>
                <a:lnTo>
                  <a:pt x="20881" y="3317"/>
                </a:lnTo>
                <a:lnTo>
                  <a:pt x="20369" y="2995"/>
                </a:lnTo>
                <a:lnTo>
                  <a:pt x="19858" y="2691"/>
                </a:lnTo>
                <a:lnTo>
                  <a:pt x="19346" y="2407"/>
                </a:lnTo>
                <a:lnTo>
                  <a:pt x="18797" y="2123"/>
                </a:lnTo>
                <a:lnTo>
                  <a:pt x="18247" y="1858"/>
                </a:lnTo>
                <a:lnTo>
                  <a:pt x="17698" y="1611"/>
                </a:lnTo>
                <a:lnTo>
                  <a:pt x="17129" y="1365"/>
                </a:lnTo>
                <a:lnTo>
                  <a:pt x="16561" y="1157"/>
                </a:lnTo>
                <a:lnTo>
                  <a:pt x="15973" y="948"/>
                </a:lnTo>
                <a:lnTo>
                  <a:pt x="15386" y="759"/>
                </a:lnTo>
                <a:lnTo>
                  <a:pt x="14893" y="607"/>
                </a:lnTo>
                <a:lnTo>
                  <a:pt x="14382" y="474"/>
                </a:lnTo>
                <a:lnTo>
                  <a:pt x="13870" y="342"/>
                </a:lnTo>
                <a:lnTo>
                  <a:pt x="13378" y="247"/>
                </a:lnTo>
                <a:lnTo>
                  <a:pt x="12866" y="171"/>
                </a:lnTo>
                <a:lnTo>
                  <a:pt x="12354" y="95"/>
                </a:lnTo>
                <a:lnTo>
                  <a:pt x="11862" y="58"/>
                </a:lnTo>
                <a:lnTo>
                  <a:pt x="11350" y="20"/>
                </a:lnTo>
                <a:lnTo>
                  <a:pt x="10857" y="1"/>
                </a:lnTo>
                <a:close/>
              </a:path>
            </a:pathLst>
          </a:custGeom>
          <a:solidFill>
            <a:srgbClr val="FFFFFF">
              <a:alpha val="3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 flipH="1">
            <a:off x="5690311" y="2572489"/>
            <a:ext cx="3487039" cy="1563273"/>
          </a:xfrm>
          <a:custGeom>
            <a:avLst/>
            <a:gdLst/>
            <a:ahLst/>
            <a:cxnLst/>
            <a:rect l="l" t="t" r="r" b="b"/>
            <a:pathLst>
              <a:path w="70545" h="31626" extrusionOk="0">
                <a:moveTo>
                  <a:pt x="10365" y="1"/>
                </a:moveTo>
                <a:lnTo>
                  <a:pt x="9853" y="20"/>
                </a:lnTo>
                <a:lnTo>
                  <a:pt x="9360" y="39"/>
                </a:lnTo>
                <a:lnTo>
                  <a:pt x="8868" y="76"/>
                </a:lnTo>
                <a:lnTo>
                  <a:pt x="8375" y="152"/>
                </a:lnTo>
                <a:lnTo>
                  <a:pt x="7882" y="209"/>
                </a:lnTo>
                <a:lnTo>
                  <a:pt x="7390" y="304"/>
                </a:lnTo>
                <a:lnTo>
                  <a:pt x="6916" y="399"/>
                </a:lnTo>
                <a:lnTo>
                  <a:pt x="6423" y="512"/>
                </a:lnTo>
                <a:lnTo>
                  <a:pt x="5950" y="645"/>
                </a:lnTo>
                <a:lnTo>
                  <a:pt x="5457" y="778"/>
                </a:lnTo>
                <a:lnTo>
                  <a:pt x="4983" y="929"/>
                </a:lnTo>
                <a:lnTo>
                  <a:pt x="4510" y="1100"/>
                </a:lnTo>
                <a:lnTo>
                  <a:pt x="4055" y="1270"/>
                </a:lnTo>
                <a:lnTo>
                  <a:pt x="3581" y="1441"/>
                </a:lnTo>
                <a:lnTo>
                  <a:pt x="2653" y="1858"/>
                </a:lnTo>
                <a:lnTo>
                  <a:pt x="1762" y="2293"/>
                </a:lnTo>
                <a:lnTo>
                  <a:pt x="872" y="2767"/>
                </a:lnTo>
                <a:lnTo>
                  <a:pt x="0" y="3279"/>
                </a:lnTo>
                <a:lnTo>
                  <a:pt x="0" y="31625"/>
                </a:lnTo>
                <a:lnTo>
                  <a:pt x="70545" y="31625"/>
                </a:lnTo>
                <a:lnTo>
                  <a:pt x="70488" y="31247"/>
                </a:lnTo>
                <a:lnTo>
                  <a:pt x="70412" y="30849"/>
                </a:lnTo>
                <a:lnTo>
                  <a:pt x="70317" y="30470"/>
                </a:lnTo>
                <a:lnTo>
                  <a:pt x="70222" y="30091"/>
                </a:lnTo>
                <a:lnTo>
                  <a:pt x="70090" y="29712"/>
                </a:lnTo>
                <a:lnTo>
                  <a:pt x="69976" y="29333"/>
                </a:lnTo>
                <a:lnTo>
                  <a:pt x="69825" y="28973"/>
                </a:lnTo>
                <a:lnTo>
                  <a:pt x="69673" y="28613"/>
                </a:lnTo>
                <a:lnTo>
                  <a:pt x="69483" y="28196"/>
                </a:lnTo>
                <a:lnTo>
                  <a:pt x="69275" y="27798"/>
                </a:lnTo>
                <a:lnTo>
                  <a:pt x="69048" y="27381"/>
                </a:lnTo>
                <a:lnTo>
                  <a:pt x="68801" y="27002"/>
                </a:lnTo>
                <a:lnTo>
                  <a:pt x="68536" y="26604"/>
                </a:lnTo>
                <a:lnTo>
                  <a:pt x="68252" y="26225"/>
                </a:lnTo>
                <a:lnTo>
                  <a:pt x="67968" y="25865"/>
                </a:lnTo>
                <a:lnTo>
                  <a:pt x="67664" y="25505"/>
                </a:lnTo>
                <a:lnTo>
                  <a:pt x="67323" y="25164"/>
                </a:lnTo>
                <a:lnTo>
                  <a:pt x="67001" y="24823"/>
                </a:lnTo>
                <a:lnTo>
                  <a:pt x="66641" y="24501"/>
                </a:lnTo>
                <a:lnTo>
                  <a:pt x="66281" y="24217"/>
                </a:lnTo>
                <a:lnTo>
                  <a:pt x="65902" y="23932"/>
                </a:lnTo>
                <a:lnTo>
                  <a:pt x="65523" y="23667"/>
                </a:lnTo>
                <a:lnTo>
                  <a:pt x="65125" y="23421"/>
                </a:lnTo>
                <a:lnTo>
                  <a:pt x="64727" y="23193"/>
                </a:lnTo>
                <a:lnTo>
                  <a:pt x="64311" y="22985"/>
                </a:lnTo>
                <a:lnTo>
                  <a:pt x="63894" y="22796"/>
                </a:lnTo>
                <a:lnTo>
                  <a:pt x="63458" y="22644"/>
                </a:lnTo>
                <a:lnTo>
                  <a:pt x="63022" y="22511"/>
                </a:lnTo>
                <a:lnTo>
                  <a:pt x="62586" y="22417"/>
                </a:lnTo>
                <a:lnTo>
                  <a:pt x="62131" y="22341"/>
                </a:lnTo>
                <a:lnTo>
                  <a:pt x="61677" y="22284"/>
                </a:lnTo>
                <a:lnTo>
                  <a:pt x="61222" y="22265"/>
                </a:lnTo>
                <a:lnTo>
                  <a:pt x="60767" y="22284"/>
                </a:lnTo>
                <a:lnTo>
                  <a:pt x="60312" y="22322"/>
                </a:lnTo>
                <a:lnTo>
                  <a:pt x="59839" y="22398"/>
                </a:lnTo>
                <a:lnTo>
                  <a:pt x="59384" y="22511"/>
                </a:lnTo>
                <a:lnTo>
                  <a:pt x="58910" y="22663"/>
                </a:lnTo>
                <a:lnTo>
                  <a:pt x="58456" y="22833"/>
                </a:lnTo>
                <a:lnTo>
                  <a:pt x="57982" y="23061"/>
                </a:lnTo>
                <a:lnTo>
                  <a:pt x="57527" y="23326"/>
                </a:lnTo>
                <a:lnTo>
                  <a:pt x="57432" y="22663"/>
                </a:lnTo>
                <a:lnTo>
                  <a:pt x="57319" y="22038"/>
                </a:lnTo>
                <a:lnTo>
                  <a:pt x="57186" y="21412"/>
                </a:lnTo>
                <a:lnTo>
                  <a:pt x="57015" y="20806"/>
                </a:lnTo>
                <a:lnTo>
                  <a:pt x="56826" y="20219"/>
                </a:lnTo>
                <a:lnTo>
                  <a:pt x="56599" y="19669"/>
                </a:lnTo>
                <a:lnTo>
                  <a:pt x="56352" y="19120"/>
                </a:lnTo>
                <a:lnTo>
                  <a:pt x="56068" y="18589"/>
                </a:lnTo>
                <a:lnTo>
                  <a:pt x="55746" y="18077"/>
                </a:lnTo>
                <a:lnTo>
                  <a:pt x="55405" y="17585"/>
                </a:lnTo>
                <a:lnTo>
                  <a:pt x="55045" y="17111"/>
                </a:lnTo>
                <a:lnTo>
                  <a:pt x="54647" y="16656"/>
                </a:lnTo>
                <a:lnTo>
                  <a:pt x="54211" y="16220"/>
                </a:lnTo>
                <a:lnTo>
                  <a:pt x="53756" y="15804"/>
                </a:lnTo>
                <a:lnTo>
                  <a:pt x="53264" y="15406"/>
                </a:lnTo>
                <a:lnTo>
                  <a:pt x="52752" y="15046"/>
                </a:lnTo>
                <a:lnTo>
                  <a:pt x="52089" y="14553"/>
                </a:lnTo>
                <a:lnTo>
                  <a:pt x="51407" y="14098"/>
                </a:lnTo>
                <a:lnTo>
                  <a:pt x="50706" y="13662"/>
                </a:lnTo>
                <a:lnTo>
                  <a:pt x="50005" y="13265"/>
                </a:lnTo>
                <a:lnTo>
                  <a:pt x="49285" y="12905"/>
                </a:lnTo>
                <a:lnTo>
                  <a:pt x="48546" y="12544"/>
                </a:lnTo>
                <a:lnTo>
                  <a:pt x="47807" y="12222"/>
                </a:lnTo>
                <a:lnTo>
                  <a:pt x="47049" y="11938"/>
                </a:lnTo>
                <a:lnTo>
                  <a:pt x="46291" y="11673"/>
                </a:lnTo>
                <a:lnTo>
                  <a:pt x="45533" y="11445"/>
                </a:lnTo>
                <a:lnTo>
                  <a:pt x="44756" y="11237"/>
                </a:lnTo>
                <a:lnTo>
                  <a:pt x="43979" y="11067"/>
                </a:lnTo>
                <a:lnTo>
                  <a:pt x="43202" y="10915"/>
                </a:lnTo>
                <a:lnTo>
                  <a:pt x="42406" y="10782"/>
                </a:lnTo>
                <a:lnTo>
                  <a:pt x="41629" y="10688"/>
                </a:lnTo>
                <a:lnTo>
                  <a:pt x="40834" y="10631"/>
                </a:lnTo>
                <a:lnTo>
                  <a:pt x="40057" y="10593"/>
                </a:lnTo>
                <a:lnTo>
                  <a:pt x="39261" y="10593"/>
                </a:lnTo>
                <a:lnTo>
                  <a:pt x="38465" y="10612"/>
                </a:lnTo>
                <a:lnTo>
                  <a:pt x="37688" y="10669"/>
                </a:lnTo>
                <a:lnTo>
                  <a:pt x="36911" y="10744"/>
                </a:lnTo>
                <a:lnTo>
                  <a:pt x="36134" y="10858"/>
                </a:lnTo>
                <a:lnTo>
                  <a:pt x="35358" y="10991"/>
                </a:lnTo>
                <a:lnTo>
                  <a:pt x="34581" y="11161"/>
                </a:lnTo>
                <a:lnTo>
                  <a:pt x="33823" y="11370"/>
                </a:lnTo>
                <a:lnTo>
                  <a:pt x="33084" y="11597"/>
                </a:lnTo>
                <a:lnTo>
                  <a:pt x="32345" y="11862"/>
                </a:lnTo>
                <a:lnTo>
                  <a:pt x="31606" y="12147"/>
                </a:lnTo>
                <a:lnTo>
                  <a:pt x="30886" y="12469"/>
                </a:lnTo>
                <a:lnTo>
                  <a:pt x="30166" y="12829"/>
                </a:lnTo>
                <a:lnTo>
                  <a:pt x="29465" y="13208"/>
                </a:lnTo>
                <a:lnTo>
                  <a:pt x="28782" y="13625"/>
                </a:lnTo>
                <a:lnTo>
                  <a:pt x="28574" y="13037"/>
                </a:lnTo>
                <a:lnTo>
                  <a:pt x="28366" y="12450"/>
                </a:lnTo>
                <a:lnTo>
                  <a:pt x="28119" y="11881"/>
                </a:lnTo>
                <a:lnTo>
                  <a:pt x="27873" y="11332"/>
                </a:lnTo>
                <a:lnTo>
                  <a:pt x="27589" y="10782"/>
                </a:lnTo>
                <a:lnTo>
                  <a:pt x="27305" y="10252"/>
                </a:lnTo>
                <a:lnTo>
                  <a:pt x="27001" y="9721"/>
                </a:lnTo>
                <a:lnTo>
                  <a:pt x="26698" y="9210"/>
                </a:lnTo>
                <a:lnTo>
                  <a:pt x="26357" y="8717"/>
                </a:lnTo>
                <a:lnTo>
                  <a:pt x="26016" y="8224"/>
                </a:lnTo>
                <a:lnTo>
                  <a:pt x="25656" y="7751"/>
                </a:lnTo>
                <a:lnTo>
                  <a:pt x="25296" y="7277"/>
                </a:lnTo>
                <a:lnTo>
                  <a:pt x="24898" y="6822"/>
                </a:lnTo>
                <a:lnTo>
                  <a:pt x="24500" y="6386"/>
                </a:lnTo>
                <a:lnTo>
                  <a:pt x="24102" y="5950"/>
                </a:lnTo>
                <a:lnTo>
                  <a:pt x="23666" y="5534"/>
                </a:lnTo>
                <a:lnTo>
                  <a:pt x="23231" y="5136"/>
                </a:lnTo>
                <a:lnTo>
                  <a:pt x="22795" y="4757"/>
                </a:lnTo>
                <a:lnTo>
                  <a:pt x="22340" y="4378"/>
                </a:lnTo>
                <a:lnTo>
                  <a:pt x="21866" y="4018"/>
                </a:lnTo>
                <a:lnTo>
                  <a:pt x="21374" y="3658"/>
                </a:lnTo>
                <a:lnTo>
                  <a:pt x="20881" y="3317"/>
                </a:lnTo>
                <a:lnTo>
                  <a:pt x="20369" y="2995"/>
                </a:lnTo>
                <a:lnTo>
                  <a:pt x="19858" y="2691"/>
                </a:lnTo>
                <a:lnTo>
                  <a:pt x="19346" y="2407"/>
                </a:lnTo>
                <a:lnTo>
                  <a:pt x="18797" y="2123"/>
                </a:lnTo>
                <a:lnTo>
                  <a:pt x="18247" y="1858"/>
                </a:lnTo>
                <a:lnTo>
                  <a:pt x="17698" y="1611"/>
                </a:lnTo>
                <a:lnTo>
                  <a:pt x="17129" y="1365"/>
                </a:lnTo>
                <a:lnTo>
                  <a:pt x="16561" y="1157"/>
                </a:lnTo>
                <a:lnTo>
                  <a:pt x="15973" y="948"/>
                </a:lnTo>
                <a:lnTo>
                  <a:pt x="15386" y="759"/>
                </a:lnTo>
                <a:lnTo>
                  <a:pt x="14893" y="607"/>
                </a:lnTo>
                <a:lnTo>
                  <a:pt x="14382" y="474"/>
                </a:lnTo>
                <a:lnTo>
                  <a:pt x="13870" y="342"/>
                </a:lnTo>
                <a:lnTo>
                  <a:pt x="13378" y="247"/>
                </a:lnTo>
                <a:lnTo>
                  <a:pt x="12866" y="171"/>
                </a:lnTo>
                <a:lnTo>
                  <a:pt x="12354" y="95"/>
                </a:lnTo>
                <a:lnTo>
                  <a:pt x="11862" y="58"/>
                </a:lnTo>
                <a:lnTo>
                  <a:pt x="11350" y="20"/>
                </a:lnTo>
                <a:lnTo>
                  <a:pt x="10857" y="1"/>
                </a:lnTo>
                <a:close/>
              </a:path>
            </a:pathLst>
          </a:custGeom>
          <a:solidFill>
            <a:srgbClr val="FFFFFF">
              <a:alpha val="3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3326050"/>
            <a:ext cx="3722131" cy="1668667"/>
          </a:xfrm>
          <a:custGeom>
            <a:avLst/>
            <a:gdLst/>
            <a:ahLst/>
            <a:cxnLst/>
            <a:rect l="l" t="t" r="r" b="b"/>
            <a:pathLst>
              <a:path w="70545" h="31626" extrusionOk="0">
                <a:moveTo>
                  <a:pt x="10365" y="1"/>
                </a:moveTo>
                <a:lnTo>
                  <a:pt x="9853" y="20"/>
                </a:lnTo>
                <a:lnTo>
                  <a:pt x="9360" y="39"/>
                </a:lnTo>
                <a:lnTo>
                  <a:pt x="8868" y="76"/>
                </a:lnTo>
                <a:lnTo>
                  <a:pt x="8375" y="152"/>
                </a:lnTo>
                <a:lnTo>
                  <a:pt x="7882" y="209"/>
                </a:lnTo>
                <a:lnTo>
                  <a:pt x="7390" y="304"/>
                </a:lnTo>
                <a:lnTo>
                  <a:pt x="6916" y="399"/>
                </a:lnTo>
                <a:lnTo>
                  <a:pt x="6423" y="512"/>
                </a:lnTo>
                <a:lnTo>
                  <a:pt x="5950" y="645"/>
                </a:lnTo>
                <a:lnTo>
                  <a:pt x="5457" y="778"/>
                </a:lnTo>
                <a:lnTo>
                  <a:pt x="4983" y="929"/>
                </a:lnTo>
                <a:lnTo>
                  <a:pt x="4510" y="1100"/>
                </a:lnTo>
                <a:lnTo>
                  <a:pt x="4055" y="1270"/>
                </a:lnTo>
                <a:lnTo>
                  <a:pt x="3581" y="1441"/>
                </a:lnTo>
                <a:lnTo>
                  <a:pt x="2653" y="1858"/>
                </a:lnTo>
                <a:lnTo>
                  <a:pt x="1762" y="2293"/>
                </a:lnTo>
                <a:lnTo>
                  <a:pt x="872" y="2767"/>
                </a:lnTo>
                <a:lnTo>
                  <a:pt x="0" y="3279"/>
                </a:lnTo>
                <a:lnTo>
                  <a:pt x="0" y="31625"/>
                </a:lnTo>
                <a:lnTo>
                  <a:pt x="70545" y="31625"/>
                </a:lnTo>
                <a:lnTo>
                  <a:pt x="70488" y="31247"/>
                </a:lnTo>
                <a:lnTo>
                  <a:pt x="70412" y="30849"/>
                </a:lnTo>
                <a:lnTo>
                  <a:pt x="70317" y="30470"/>
                </a:lnTo>
                <a:lnTo>
                  <a:pt x="70222" y="30091"/>
                </a:lnTo>
                <a:lnTo>
                  <a:pt x="70090" y="29712"/>
                </a:lnTo>
                <a:lnTo>
                  <a:pt x="69976" y="29333"/>
                </a:lnTo>
                <a:lnTo>
                  <a:pt x="69825" y="28973"/>
                </a:lnTo>
                <a:lnTo>
                  <a:pt x="69673" y="28613"/>
                </a:lnTo>
                <a:lnTo>
                  <a:pt x="69483" y="28196"/>
                </a:lnTo>
                <a:lnTo>
                  <a:pt x="69275" y="27798"/>
                </a:lnTo>
                <a:lnTo>
                  <a:pt x="69048" y="27381"/>
                </a:lnTo>
                <a:lnTo>
                  <a:pt x="68801" y="27002"/>
                </a:lnTo>
                <a:lnTo>
                  <a:pt x="68536" y="26604"/>
                </a:lnTo>
                <a:lnTo>
                  <a:pt x="68252" y="26225"/>
                </a:lnTo>
                <a:lnTo>
                  <a:pt x="67968" y="25865"/>
                </a:lnTo>
                <a:lnTo>
                  <a:pt x="67664" y="25505"/>
                </a:lnTo>
                <a:lnTo>
                  <a:pt x="67323" y="25164"/>
                </a:lnTo>
                <a:lnTo>
                  <a:pt x="67001" y="24823"/>
                </a:lnTo>
                <a:lnTo>
                  <a:pt x="66641" y="24501"/>
                </a:lnTo>
                <a:lnTo>
                  <a:pt x="66281" y="24217"/>
                </a:lnTo>
                <a:lnTo>
                  <a:pt x="65902" y="23932"/>
                </a:lnTo>
                <a:lnTo>
                  <a:pt x="65523" y="23667"/>
                </a:lnTo>
                <a:lnTo>
                  <a:pt x="65125" y="23421"/>
                </a:lnTo>
                <a:lnTo>
                  <a:pt x="64727" y="23193"/>
                </a:lnTo>
                <a:lnTo>
                  <a:pt x="64311" y="22985"/>
                </a:lnTo>
                <a:lnTo>
                  <a:pt x="63894" y="22796"/>
                </a:lnTo>
                <a:lnTo>
                  <a:pt x="63458" y="22644"/>
                </a:lnTo>
                <a:lnTo>
                  <a:pt x="63022" y="22511"/>
                </a:lnTo>
                <a:lnTo>
                  <a:pt x="62586" y="22417"/>
                </a:lnTo>
                <a:lnTo>
                  <a:pt x="62131" y="22341"/>
                </a:lnTo>
                <a:lnTo>
                  <a:pt x="61677" y="22284"/>
                </a:lnTo>
                <a:lnTo>
                  <a:pt x="61222" y="22265"/>
                </a:lnTo>
                <a:lnTo>
                  <a:pt x="60767" y="22284"/>
                </a:lnTo>
                <a:lnTo>
                  <a:pt x="60312" y="22322"/>
                </a:lnTo>
                <a:lnTo>
                  <a:pt x="59839" y="22398"/>
                </a:lnTo>
                <a:lnTo>
                  <a:pt x="59384" y="22511"/>
                </a:lnTo>
                <a:lnTo>
                  <a:pt x="58910" y="22663"/>
                </a:lnTo>
                <a:lnTo>
                  <a:pt x="58456" y="22833"/>
                </a:lnTo>
                <a:lnTo>
                  <a:pt x="57982" y="23061"/>
                </a:lnTo>
                <a:lnTo>
                  <a:pt x="57527" y="23326"/>
                </a:lnTo>
                <a:lnTo>
                  <a:pt x="57432" y="22663"/>
                </a:lnTo>
                <a:lnTo>
                  <a:pt x="57319" y="22038"/>
                </a:lnTo>
                <a:lnTo>
                  <a:pt x="57186" y="21412"/>
                </a:lnTo>
                <a:lnTo>
                  <a:pt x="57015" y="20806"/>
                </a:lnTo>
                <a:lnTo>
                  <a:pt x="56826" y="20219"/>
                </a:lnTo>
                <a:lnTo>
                  <a:pt x="56599" y="19669"/>
                </a:lnTo>
                <a:lnTo>
                  <a:pt x="56352" y="19120"/>
                </a:lnTo>
                <a:lnTo>
                  <a:pt x="56068" y="18589"/>
                </a:lnTo>
                <a:lnTo>
                  <a:pt x="55746" y="18077"/>
                </a:lnTo>
                <a:lnTo>
                  <a:pt x="55405" y="17585"/>
                </a:lnTo>
                <a:lnTo>
                  <a:pt x="55045" y="17111"/>
                </a:lnTo>
                <a:lnTo>
                  <a:pt x="54647" y="16656"/>
                </a:lnTo>
                <a:lnTo>
                  <a:pt x="54211" y="16220"/>
                </a:lnTo>
                <a:lnTo>
                  <a:pt x="53756" y="15804"/>
                </a:lnTo>
                <a:lnTo>
                  <a:pt x="53264" y="15406"/>
                </a:lnTo>
                <a:lnTo>
                  <a:pt x="52752" y="15046"/>
                </a:lnTo>
                <a:lnTo>
                  <a:pt x="52089" y="14553"/>
                </a:lnTo>
                <a:lnTo>
                  <a:pt x="51407" y="14098"/>
                </a:lnTo>
                <a:lnTo>
                  <a:pt x="50706" y="13662"/>
                </a:lnTo>
                <a:lnTo>
                  <a:pt x="50005" y="13265"/>
                </a:lnTo>
                <a:lnTo>
                  <a:pt x="49285" y="12905"/>
                </a:lnTo>
                <a:lnTo>
                  <a:pt x="48546" y="12544"/>
                </a:lnTo>
                <a:lnTo>
                  <a:pt x="47807" y="12222"/>
                </a:lnTo>
                <a:lnTo>
                  <a:pt x="47049" y="11938"/>
                </a:lnTo>
                <a:lnTo>
                  <a:pt x="46291" y="11673"/>
                </a:lnTo>
                <a:lnTo>
                  <a:pt x="45533" y="11445"/>
                </a:lnTo>
                <a:lnTo>
                  <a:pt x="44756" y="11237"/>
                </a:lnTo>
                <a:lnTo>
                  <a:pt x="43979" y="11067"/>
                </a:lnTo>
                <a:lnTo>
                  <a:pt x="43202" y="10915"/>
                </a:lnTo>
                <a:lnTo>
                  <a:pt x="42406" y="10782"/>
                </a:lnTo>
                <a:lnTo>
                  <a:pt x="41629" y="10688"/>
                </a:lnTo>
                <a:lnTo>
                  <a:pt x="40834" y="10631"/>
                </a:lnTo>
                <a:lnTo>
                  <a:pt x="40057" y="10593"/>
                </a:lnTo>
                <a:lnTo>
                  <a:pt x="39261" y="10593"/>
                </a:lnTo>
                <a:lnTo>
                  <a:pt x="38465" y="10612"/>
                </a:lnTo>
                <a:lnTo>
                  <a:pt x="37688" y="10669"/>
                </a:lnTo>
                <a:lnTo>
                  <a:pt x="36911" y="10744"/>
                </a:lnTo>
                <a:lnTo>
                  <a:pt x="36134" y="10858"/>
                </a:lnTo>
                <a:lnTo>
                  <a:pt x="35358" y="10991"/>
                </a:lnTo>
                <a:lnTo>
                  <a:pt x="34581" y="11161"/>
                </a:lnTo>
                <a:lnTo>
                  <a:pt x="33823" y="11370"/>
                </a:lnTo>
                <a:lnTo>
                  <a:pt x="33084" y="11597"/>
                </a:lnTo>
                <a:lnTo>
                  <a:pt x="32345" y="11862"/>
                </a:lnTo>
                <a:lnTo>
                  <a:pt x="31606" y="12147"/>
                </a:lnTo>
                <a:lnTo>
                  <a:pt x="30886" y="12469"/>
                </a:lnTo>
                <a:lnTo>
                  <a:pt x="30166" y="12829"/>
                </a:lnTo>
                <a:lnTo>
                  <a:pt x="29465" y="13208"/>
                </a:lnTo>
                <a:lnTo>
                  <a:pt x="28782" y="13625"/>
                </a:lnTo>
                <a:lnTo>
                  <a:pt x="28574" y="13037"/>
                </a:lnTo>
                <a:lnTo>
                  <a:pt x="28366" y="12450"/>
                </a:lnTo>
                <a:lnTo>
                  <a:pt x="28119" y="11881"/>
                </a:lnTo>
                <a:lnTo>
                  <a:pt x="27873" y="11332"/>
                </a:lnTo>
                <a:lnTo>
                  <a:pt x="27589" y="10782"/>
                </a:lnTo>
                <a:lnTo>
                  <a:pt x="27305" y="10252"/>
                </a:lnTo>
                <a:lnTo>
                  <a:pt x="27001" y="9721"/>
                </a:lnTo>
                <a:lnTo>
                  <a:pt x="26698" y="9210"/>
                </a:lnTo>
                <a:lnTo>
                  <a:pt x="26357" y="8717"/>
                </a:lnTo>
                <a:lnTo>
                  <a:pt x="26016" y="8224"/>
                </a:lnTo>
                <a:lnTo>
                  <a:pt x="25656" y="7751"/>
                </a:lnTo>
                <a:lnTo>
                  <a:pt x="25296" y="7277"/>
                </a:lnTo>
                <a:lnTo>
                  <a:pt x="24898" y="6822"/>
                </a:lnTo>
                <a:lnTo>
                  <a:pt x="24500" y="6386"/>
                </a:lnTo>
                <a:lnTo>
                  <a:pt x="24102" y="5950"/>
                </a:lnTo>
                <a:lnTo>
                  <a:pt x="23666" y="5534"/>
                </a:lnTo>
                <a:lnTo>
                  <a:pt x="23231" y="5136"/>
                </a:lnTo>
                <a:lnTo>
                  <a:pt x="22795" y="4757"/>
                </a:lnTo>
                <a:lnTo>
                  <a:pt x="22340" y="4378"/>
                </a:lnTo>
                <a:lnTo>
                  <a:pt x="21866" y="4018"/>
                </a:lnTo>
                <a:lnTo>
                  <a:pt x="21374" y="3658"/>
                </a:lnTo>
                <a:lnTo>
                  <a:pt x="20881" y="3317"/>
                </a:lnTo>
                <a:lnTo>
                  <a:pt x="20369" y="2995"/>
                </a:lnTo>
                <a:lnTo>
                  <a:pt x="19858" y="2691"/>
                </a:lnTo>
                <a:lnTo>
                  <a:pt x="19346" y="2407"/>
                </a:lnTo>
                <a:lnTo>
                  <a:pt x="18797" y="2123"/>
                </a:lnTo>
                <a:lnTo>
                  <a:pt x="18247" y="1858"/>
                </a:lnTo>
                <a:lnTo>
                  <a:pt x="17698" y="1611"/>
                </a:lnTo>
                <a:lnTo>
                  <a:pt x="17129" y="1365"/>
                </a:lnTo>
                <a:lnTo>
                  <a:pt x="16561" y="1157"/>
                </a:lnTo>
                <a:lnTo>
                  <a:pt x="15973" y="948"/>
                </a:lnTo>
                <a:lnTo>
                  <a:pt x="15386" y="759"/>
                </a:lnTo>
                <a:lnTo>
                  <a:pt x="14893" y="607"/>
                </a:lnTo>
                <a:lnTo>
                  <a:pt x="14382" y="474"/>
                </a:lnTo>
                <a:lnTo>
                  <a:pt x="13870" y="342"/>
                </a:lnTo>
                <a:lnTo>
                  <a:pt x="13378" y="247"/>
                </a:lnTo>
                <a:lnTo>
                  <a:pt x="12866" y="171"/>
                </a:lnTo>
                <a:lnTo>
                  <a:pt x="12354" y="95"/>
                </a:lnTo>
                <a:lnTo>
                  <a:pt x="11862" y="58"/>
                </a:lnTo>
                <a:lnTo>
                  <a:pt x="11350" y="20"/>
                </a:lnTo>
                <a:lnTo>
                  <a:pt x="10857" y="1"/>
                </a:lnTo>
                <a:close/>
              </a:path>
            </a:pathLst>
          </a:custGeom>
          <a:solidFill>
            <a:srgbClr val="FFFFFF">
              <a:alpha val="50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flipH="1">
            <a:off x="-33" y="3503277"/>
            <a:ext cx="2648207" cy="1187998"/>
          </a:xfrm>
          <a:custGeom>
            <a:avLst/>
            <a:gdLst/>
            <a:ahLst/>
            <a:cxnLst/>
            <a:rect l="l" t="t" r="r" b="b"/>
            <a:pathLst>
              <a:path w="51067" h="22910" extrusionOk="0">
                <a:moveTo>
                  <a:pt x="43203" y="1"/>
                </a:moveTo>
                <a:lnTo>
                  <a:pt x="42843" y="20"/>
                </a:lnTo>
                <a:lnTo>
                  <a:pt x="42483" y="39"/>
                </a:lnTo>
                <a:lnTo>
                  <a:pt x="42123" y="77"/>
                </a:lnTo>
                <a:lnTo>
                  <a:pt x="41763" y="133"/>
                </a:lnTo>
                <a:lnTo>
                  <a:pt x="41384" y="190"/>
                </a:lnTo>
                <a:lnTo>
                  <a:pt x="41024" y="266"/>
                </a:lnTo>
                <a:lnTo>
                  <a:pt x="40664" y="342"/>
                </a:lnTo>
                <a:lnTo>
                  <a:pt x="40285" y="437"/>
                </a:lnTo>
                <a:lnTo>
                  <a:pt x="39925" y="550"/>
                </a:lnTo>
                <a:lnTo>
                  <a:pt x="39508" y="702"/>
                </a:lnTo>
                <a:lnTo>
                  <a:pt x="39072" y="835"/>
                </a:lnTo>
                <a:lnTo>
                  <a:pt x="38655" y="1005"/>
                </a:lnTo>
                <a:lnTo>
                  <a:pt x="38257" y="1176"/>
                </a:lnTo>
                <a:lnTo>
                  <a:pt x="37859" y="1346"/>
                </a:lnTo>
                <a:lnTo>
                  <a:pt x="37461" y="1536"/>
                </a:lnTo>
                <a:lnTo>
                  <a:pt x="37063" y="1744"/>
                </a:lnTo>
                <a:lnTo>
                  <a:pt x="36684" y="1952"/>
                </a:lnTo>
                <a:lnTo>
                  <a:pt x="36324" y="2180"/>
                </a:lnTo>
                <a:lnTo>
                  <a:pt x="35946" y="2407"/>
                </a:lnTo>
                <a:lnTo>
                  <a:pt x="35585" y="2654"/>
                </a:lnTo>
                <a:lnTo>
                  <a:pt x="35244" y="2919"/>
                </a:lnTo>
                <a:lnTo>
                  <a:pt x="34903" y="3165"/>
                </a:lnTo>
                <a:lnTo>
                  <a:pt x="34562" y="3449"/>
                </a:lnTo>
                <a:lnTo>
                  <a:pt x="34240" y="3734"/>
                </a:lnTo>
                <a:lnTo>
                  <a:pt x="33937" y="4018"/>
                </a:lnTo>
                <a:lnTo>
                  <a:pt x="33615" y="4321"/>
                </a:lnTo>
                <a:lnTo>
                  <a:pt x="33331" y="4624"/>
                </a:lnTo>
                <a:lnTo>
                  <a:pt x="33046" y="4946"/>
                </a:lnTo>
                <a:lnTo>
                  <a:pt x="32762" y="5268"/>
                </a:lnTo>
                <a:lnTo>
                  <a:pt x="32497" y="5610"/>
                </a:lnTo>
                <a:lnTo>
                  <a:pt x="32232" y="5951"/>
                </a:lnTo>
                <a:lnTo>
                  <a:pt x="31985" y="6311"/>
                </a:lnTo>
                <a:lnTo>
                  <a:pt x="31739" y="6671"/>
                </a:lnTo>
                <a:lnTo>
                  <a:pt x="31512" y="7050"/>
                </a:lnTo>
                <a:lnTo>
                  <a:pt x="31303" y="7429"/>
                </a:lnTo>
                <a:lnTo>
                  <a:pt x="31095" y="7808"/>
                </a:lnTo>
                <a:lnTo>
                  <a:pt x="30905" y="8205"/>
                </a:lnTo>
                <a:lnTo>
                  <a:pt x="30716" y="8622"/>
                </a:lnTo>
                <a:lnTo>
                  <a:pt x="30545" y="9020"/>
                </a:lnTo>
                <a:lnTo>
                  <a:pt x="30375" y="9437"/>
                </a:lnTo>
                <a:lnTo>
                  <a:pt x="30223" y="9873"/>
                </a:lnTo>
                <a:lnTo>
                  <a:pt x="29730" y="9570"/>
                </a:lnTo>
                <a:lnTo>
                  <a:pt x="29238" y="9285"/>
                </a:lnTo>
                <a:lnTo>
                  <a:pt x="28707" y="9039"/>
                </a:lnTo>
                <a:lnTo>
                  <a:pt x="28196" y="8812"/>
                </a:lnTo>
                <a:lnTo>
                  <a:pt x="27665" y="8603"/>
                </a:lnTo>
                <a:lnTo>
                  <a:pt x="27116" y="8414"/>
                </a:lnTo>
                <a:lnTo>
                  <a:pt x="26585" y="8243"/>
                </a:lnTo>
                <a:lnTo>
                  <a:pt x="26036" y="8092"/>
                </a:lnTo>
                <a:lnTo>
                  <a:pt x="25467" y="7978"/>
                </a:lnTo>
                <a:lnTo>
                  <a:pt x="24918" y="7864"/>
                </a:lnTo>
                <a:lnTo>
                  <a:pt x="24349" y="7789"/>
                </a:lnTo>
                <a:lnTo>
                  <a:pt x="23781" y="7732"/>
                </a:lnTo>
                <a:lnTo>
                  <a:pt x="23212" y="7694"/>
                </a:lnTo>
                <a:lnTo>
                  <a:pt x="22644" y="7675"/>
                </a:lnTo>
                <a:lnTo>
                  <a:pt x="22075" y="7675"/>
                </a:lnTo>
                <a:lnTo>
                  <a:pt x="21507" y="7694"/>
                </a:lnTo>
                <a:lnTo>
                  <a:pt x="20938" y="7751"/>
                </a:lnTo>
                <a:lnTo>
                  <a:pt x="20370" y="7808"/>
                </a:lnTo>
                <a:lnTo>
                  <a:pt x="19802" y="7902"/>
                </a:lnTo>
                <a:lnTo>
                  <a:pt x="19233" y="8016"/>
                </a:lnTo>
                <a:lnTo>
                  <a:pt x="18665" y="8149"/>
                </a:lnTo>
                <a:lnTo>
                  <a:pt x="18115" y="8300"/>
                </a:lnTo>
                <a:lnTo>
                  <a:pt x="17547" y="8452"/>
                </a:lnTo>
                <a:lnTo>
                  <a:pt x="16997" y="8660"/>
                </a:lnTo>
                <a:lnTo>
                  <a:pt x="16467" y="8869"/>
                </a:lnTo>
                <a:lnTo>
                  <a:pt x="15917" y="9096"/>
                </a:lnTo>
                <a:lnTo>
                  <a:pt x="15387" y="9342"/>
                </a:lnTo>
                <a:lnTo>
                  <a:pt x="14875" y="9608"/>
                </a:lnTo>
                <a:lnTo>
                  <a:pt x="14363" y="9911"/>
                </a:lnTo>
                <a:lnTo>
                  <a:pt x="13852" y="10214"/>
                </a:lnTo>
                <a:lnTo>
                  <a:pt x="13359" y="10536"/>
                </a:lnTo>
                <a:lnTo>
                  <a:pt x="12885" y="10896"/>
                </a:lnTo>
                <a:lnTo>
                  <a:pt x="12506" y="11161"/>
                </a:lnTo>
                <a:lnTo>
                  <a:pt x="12146" y="11446"/>
                </a:lnTo>
                <a:lnTo>
                  <a:pt x="11824" y="11749"/>
                </a:lnTo>
                <a:lnTo>
                  <a:pt x="11521" y="12071"/>
                </a:lnTo>
                <a:lnTo>
                  <a:pt x="11218" y="12393"/>
                </a:lnTo>
                <a:lnTo>
                  <a:pt x="10953" y="12734"/>
                </a:lnTo>
                <a:lnTo>
                  <a:pt x="10706" y="13094"/>
                </a:lnTo>
                <a:lnTo>
                  <a:pt x="10479" y="13454"/>
                </a:lnTo>
                <a:lnTo>
                  <a:pt x="10271" y="13852"/>
                </a:lnTo>
                <a:lnTo>
                  <a:pt x="10100" y="14250"/>
                </a:lnTo>
                <a:lnTo>
                  <a:pt x="9929" y="14648"/>
                </a:lnTo>
                <a:lnTo>
                  <a:pt x="9797" y="15065"/>
                </a:lnTo>
                <a:lnTo>
                  <a:pt x="9664" y="15501"/>
                </a:lnTo>
                <a:lnTo>
                  <a:pt x="9569" y="15955"/>
                </a:lnTo>
                <a:lnTo>
                  <a:pt x="9494" y="16410"/>
                </a:lnTo>
                <a:lnTo>
                  <a:pt x="9437" y="16884"/>
                </a:lnTo>
                <a:lnTo>
                  <a:pt x="9096" y="16694"/>
                </a:lnTo>
                <a:lnTo>
                  <a:pt x="8755" y="16543"/>
                </a:lnTo>
                <a:lnTo>
                  <a:pt x="8414" y="16410"/>
                </a:lnTo>
                <a:lnTo>
                  <a:pt x="8091" y="16296"/>
                </a:lnTo>
                <a:lnTo>
                  <a:pt x="7750" y="16221"/>
                </a:lnTo>
                <a:lnTo>
                  <a:pt x="7409" y="16164"/>
                </a:lnTo>
                <a:lnTo>
                  <a:pt x="7068" y="16126"/>
                </a:lnTo>
                <a:lnTo>
                  <a:pt x="6746" y="16126"/>
                </a:lnTo>
                <a:lnTo>
                  <a:pt x="6424" y="16145"/>
                </a:lnTo>
                <a:lnTo>
                  <a:pt x="6083" y="16183"/>
                </a:lnTo>
                <a:lnTo>
                  <a:pt x="5761" y="16240"/>
                </a:lnTo>
                <a:lnTo>
                  <a:pt x="5439" y="16315"/>
                </a:lnTo>
                <a:lnTo>
                  <a:pt x="5136" y="16410"/>
                </a:lnTo>
                <a:lnTo>
                  <a:pt x="4813" y="16524"/>
                </a:lnTo>
                <a:lnTo>
                  <a:pt x="4510" y="16637"/>
                </a:lnTo>
                <a:lnTo>
                  <a:pt x="4207" y="16789"/>
                </a:lnTo>
                <a:lnTo>
                  <a:pt x="3923" y="16960"/>
                </a:lnTo>
                <a:lnTo>
                  <a:pt x="3639" y="17130"/>
                </a:lnTo>
                <a:lnTo>
                  <a:pt x="3354" y="17320"/>
                </a:lnTo>
                <a:lnTo>
                  <a:pt x="3089" y="17528"/>
                </a:lnTo>
                <a:lnTo>
                  <a:pt x="2824" y="17755"/>
                </a:lnTo>
                <a:lnTo>
                  <a:pt x="2578" y="17983"/>
                </a:lnTo>
                <a:lnTo>
                  <a:pt x="2331" y="18210"/>
                </a:lnTo>
                <a:lnTo>
                  <a:pt x="2085" y="18475"/>
                </a:lnTo>
                <a:lnTo>
                  <a:pt x="1876" y="18722"/>
                </a:lnTo>
                <a:lnTo>
                  <a:pt x="1649" y="18987"/>
                </a:lnTo>
                <a:lnTo>
                  <a:pt x="1460" y="19271"/>
                </a:lnTo>
                <a:lnTo>
                  <a:pt x="1270" y="19556"/>
                </a:lnTo>
                <a:lnTo>
                  <a:pt x="1081" y="19840"/>
                </a:lnTo>
                <a:lnTo>
                  <a:pt x="910" y="20124"/>
                </a:lnTo>
                <a:lnTo>
                  <a:pt x="758" y="20427"/>
                </a:lnTo>
                <a:lnTo>
                  <a:pt x="626" y="20711"/>
                </a:lnTo>
                <a:lnTo>
                  <a:pt x="417" y="21242"/>
                </a:lnTo>
                <a:lnTo>
                  <a:pt x="247" y="21791"/>
                </a:lnTo>
                <a:lnTo>
                  <a:pt x="95" y="22341"/>
                </a:lnTo>
                <a:lnTo>
                  <a:pt x="1" y="22909"/>
                </a:lnTo>
                <a:lnTo>
                  <a:pt x="51066" y="22909"/>
                </a:lnTo>
                <a:lnTo>
                  <a:pt x="51066" y="2388"/>
                </a:lnTo>
                <a:lnTo>
                  <a:pt x="50441" y="2009"/>
                </a:lnTo>
                <a:lnTo>
                  <a:pt x="49797" y="1668"/>
                </a:lnTo>
                <a:lnTo>
                  <a:pt x="49134" y="1346"/>
                </a:lnTo>
                <a:lnTo>
                  <a:pt x="48470" y="1062"/>
                </a:lnTo>
                <a:lnTo>
                  <a:pt x="47807" y="797"/>
                </a:lnTo>
                <a:lnTo>
                  <a:pt x="47106" y="569"/>
                </a:lnTo>
                <a:lnTo>
                  <a:pt x="46424" y="380"/>
                </a:lnTo>
                <a:lnTo>
                  <a:pt x="45723" y="228"/>
                </a:lnTo>
                <a:lnTo>
                  <a:pt x="45003" y="114"/>
                </a:lnTo>
                <a:lnTo>
                  <a:pt x="44283" y="39"/>
                </a:lnTo>
                <a:lnTo>
                  <a:pt x="43563" y="1"/>
                </a:lnTo>
                <a:close/>
              </a:path>
            </a:pathLst>
          </a:custGeom>
          <a:solidFill>
            <a:srgbClr val="FFFFFF">
              <a:alpha val="3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98659" y="3938768"/>
            <a:ext cx="6222425" cy="1095050"/>
          </a:xfrm>
          <a:custGeom>
            <a:avLst/>
            <a:gdLst/>
            <a:ahLst/>
            <a:cxnLst/>
            <a:rect l="l" t="t" r="r" b="b"/>
            <a:pathLst>
              <a:path w="248897" h="43802" extrusionOk="0">
                <a:moveTo>
                  <a:pt x="11245" y="21506"/>
                </a:moveTo>
                <a:cubicBezTo>
                  <a:pt x="21782" y="15106"/>
                  <a:pt x="51208" y="4334"/>
                  <a:pt x="70253" y="1368"/>
                </a:cubicBezTo>
                <a:cubicBezTo>
                  <a:pt x="89298" y="-1598"/>
                  <a:pt x="108578" y="1134"/>
                  <a:pt x="125516" y="3710"/>
                </a:cubicBezTo>
                <a:cubicBezTo>
                  <a:pt x="142454" y="6286"/>
                  <a:pt x="155644" y="13389"/>
                  <a:pt x="171879" y="16823"/>
                </a:cubicBezTo>
                <a:cubicBezTo>
                  <a:pt x="188114" y="20257"/>
                  <a:pt x="211531" y="20023"/>
                  <a:pt x="222927" y="24316"/>
                </a:cubicBezTo>
                <a:cubicBezTo>
                  <a:pt x="234323" y="28609"/>
                  <a:pt x="262969" y="39692"/>
                  <a:pt x="240255" y="42580"/>
                </a:cubicBezTo>
                <a:cubicBezTo>
                  <a:pt x="217541" y="45468"/>
                  <a:pt x="125516" y="42112"/>
                  <a:pt x="86645" y="41644"/>
                </a:cubicBezTo>
                <a:cubicBezTo>
                  <a:pt x="47774" y="41176"/>
                  <a:pt x="19597" y="43126"/>
                  <a:pt x="7030" y="39770"/>
                </a:cubicBezTo>
                <a:cubicBezTo>
                  <a:pt x="-5537" y="36414"/>
                  <a:pt x="708" y="27906"/>
                  <a:pt x="11245" y="2150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8000">
                <a:srgbClr val="72B576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</p: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93000" y="702801"/>
            <a:ext cx="5313300" cy="208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910966" y="2927375"/>
            <a:ext cx="3669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-657500" y="3835900"/>
            <a:ext cx="10136775" cy="1424756"/>
          </a:xfrm>
          <a:custGeom>
            <a:avLst/>
            <a:gdLst/>
            <a:ahLst/>
            <a:cxnLst/>
            <a:rect l="l" t="t" r="r" b="b"/>
            <a:pathLst>
              <a:path w="405471" h="50676" extrusionOk="0">
                <a:moveTo>
                  <a:pt x="25722" y="39417"/>
                </a:moveTo>
                <a:cubicBezTo>
                  <a:pt x="34542" y="32392"/>
                  <a:pt x="53353" y="11473"/>
                  <a:pt x="76301" y="8039"/>
                </a:cubicBezTo>
                <a:cubicBezTo>
                  <a:pt x="99249" y="4605"/>
                  <a:pt x="136637" y="17094"/>
                  <a:pt x="163409" y="18811"/>
                </a:cubicBezTo>
                <a:cubicBezTo>
                  <a:pt x="190181" y="20528"/>
                  <a:pt x="218749" y="20918"/>
                  <a:pt x="236935" y="18342"/>
                </a:cubicBezTo>
                <a:cubicBezTo>
                  <a:pt x="255122" y="15766"/>
                  <a:pt x="254732" y="6400"/>
                  <a:pt x="272528" y="3356"/>
                </a:cubicBezTo>
                <a:cubicBezTo>
                  <a:pt x="290324" y="312"/>
                  <a:pt x="323263" y="-78"/>
                  <a:pt x="343713" y="78"/>
                </a:cubicBezTo>
                <a:cubicBezTo>
                  <a:pt x="364163" y="234"/>
                  <a:pt x="386642" y="390"/>
                  <a:pt x="395228" y="4293"/>
                </a:cubicBezTo>
                <a:cubicBezTo>
                  <a:pt x="403814" y="8196"/>
                  <a:pt x="394291" y="16625"/>
                  <a:pt x="395228" y="23494"/>
                </a:cubicBezTo>
                <a:cubicBezTo>
                  <a:pt x="396165" y="30363"/>
                  <a:pt x="413415" y="41368"/>
                  <a:pt x="400848" y="45505"/>
                </a:cubicBezTo>
                <a:cubicBezTo>
                  <a:pt x="388282" y="49642"/>
                  <a:pt x="382740" y="47535"/>
                  <a:pt x="319829" y="48315"/>
                </a:cubicBezTo>
                <a:cubicBezTo>
                  <a:pt x="256918" y="49096"/>
                  <a:pt x="72398" y="51671"/>
                  <a:pt x="23380" y="50188"/>
                </a:cubicBezTo>
                <a:cubicBezTo>
                  <a:pt x="-25638" y="48705"/>
                  <a:pt x="16902" y="46442"/>
                  <a:pt x="25722" y="3941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</p:sp>
      <p:sp>
        <p:nvSpPr>
          <p:cNvPr id="17" name="Google Shape;17;p2"/>
          <p:cNvSpPr/>
          <p:nvPr/>
        </p:nvSpPr>
        <p:spPr>
          <a:xfrm rot="10800000">
            <a:off x="6994511" y="-11"/>
            <a:ext cx="2182839" cy="978588"/>
          </a:xfrm>
          <a:custGeom>
            <a:avLst/>
            <a:gdLst/>
            <a:ahLst/>
            <a:cxnLst/>
            <a:rect l="l" t="t" r="r" b="b"/>
            <a:pathLst>
              <a:path w="70545" h="31626" extrusionOk="0">
                <a:moveTo>
                  <a:pt x="10365" y="1"/>
                </a:moveTo>
                <a:lnTo>
                  <a:pt x="9853" y="20"/>
                </a:lnTo>
                <a:lnTo>
                  <a:pt x="9360" y="39"/>
                </a:lnTo>
                <a:lnTo>
                  <a:pt x="8868" y="76"/>
                </a:lnTo>
                <a:lnTo>
                  <a:pt x="8375" y="152"/>
                </a:lnTo>
                <a:lnTo>
                  <a:pt x="7882" y="209"/>
                </a:lnTo>
                <a:lnTo>
                  <a:pt x="7390" y="304"/>
                </a:lnTo>
                <a:lnTo>
                  <a:pt x="6916" y="399"/>
                </a:lnTo>
                <a:lnTo>
                  <a:pt x="6423" y="512"/>
                </a:lnTo>
                <a:lnTo>
                  <a:pt x="5950" y="645"/>
                </a:lnTo>
                <a:lnTo>
                  <a:pt x="5457" y="778"/>
                </a:lnTo>
                <a:lnTo>
                  <a:pt x="4983" y="929"/>
                </a:lnTo>
                <a:lnTo>
                  <a:pt x="4510" y="1100"/>
                </a:lnTo>
                <a:lnTo>
                  <a:pt x="4055" y="1270"/>
                </a:lnTo>
                <a:lnTo>
                  <a:pt x="3581" y="1441"/>
                </a:lnTo>
                <a:lnTo>
                  <a:pt x="2653" y="1858"/>
                </a:lnTo>
                <a:lnTo>
                  <a:pt x="1762" y="2293"/>
                </a:lnTo>
                <a:lnTo>
                  <a:pt x="872" y="2767"/>
                </a:lnTo>
                <a:lnTo>
                  <a:pt x="0" y="3279"/>
                </a:lnTo>
                <a:lnTo>
                  <a:pt x="0" y="31625"/>
                </a:lnTo>
                <a:lnTo>
                  <a:pt x="70545" y="31625"/>
                </a:lnTo>
                <a:lnTo>
                  <a:pt x="70488" y="31247"/>
                </a:lnTo>
                <a:lnTo>
                  <a:pt x="70412" y="30849"/>
                </a:lnTo>
                <a:lnTo>
                  <a:pt x="70317" y="30470"/>
                </a:lnTo>
                <a:lnTo>
                  <a:pt x="70222" y="30091"/>
                </a:lnTo>
                <a:lnTo>
                  <a:pt x="70090" y="29712"/>
                </a:lnTo>
                <a:lnTo>
                  <a:pt x="69976" y="29333"/>
                </a:lnTo>
                <a:lnTo>
                  <a:pt x="69825" y="28973"/>
                </a:lnTo>
                <a:lnTo>
                  <a:pt x="69673" y="28613"/>
                </a:lnTo>
                <a:lnTo>
                  <a:pt x="69483" y="28196"/>
                </a:lnTo>
                <a:lnTo>
                  <a:pt x="69275" y="27798"/>
                </a:lnTo>
                <a:lnTo>
                  <a:pt x="69048" y="27381"/>
                </a:lnTo>
                <a:lnTo>
                  <a:pt x="68801" y="27002"/>
                </a:lnTo>
                <a:lnTo>
                  <a:pt x="68536" y="26604"/>
                </a:lnTo>
                <a:lnTo>
                  <a:pt x="68252" y="26225"/>
                </a:lnTo>
                <a:lnTo>
                  <a:pt x="67968" y="25865"/>
                </a:lnTo>
                <a:lnTo>
                  <a:pt x="67664" y="25505"/>
                </a:lnTo>
                <a:lnTo>
                  <a:pt x="67323" y="25164"/>
                </a:lnTo>
                <a:lnTo>
                  <a:pt x="67001" y="24823"/>
                </a:lnTo>
                <a:lnTo>
                  <a:pt x="66641" y="24501"/>
                </a:lnTo>
                <a:lnTo>
                  <a:pt x="66281" y="24217"/>
                </a:lnTo>
                <a:lnTo>
                  <a:pt x="65902" y="23932"/>
                </a:lnTo>
                <a:lnTo>
                  <a:pt x="65523" y="23667"/>
                </a:lnTo>
                <a:lnTo>
                  <a:pt x="65125" y="23421"/>
                </a:lnTo>
                <a:lnTo>
                  <a:pt x="64727" y="23193"/>
                </a:lnTo>
                <a:lnTo>
                  <a:pt x="64311" y="22985"/>
                </a:lnTo>
                <a:lnTo>
                  <a:pt x="63894" y="22796"/>
                </a:lnTo>
                <a:lnTo>
                  <a:pt x="63458" y="22644"/>
                </a:lnTo>
                <a:lnTo>
                  <a:pt x="63022" y="22511"/>
                </a:lnTo>
                <a:lnTo>
                  <a:pt x="62586" y="22417"/>
                </a:lnTo>
                <a:lnTo>
                  <a:pt x="62131" y="22341"/>
                </a:lnTo>
                <a:lnTo>
                  <a:pt x="61677" y="22284"/>
                </a:lnTo>
                <a:lnTo>
                  <a:pt x="61222" y="22265"/>
                </a:lnTo>
                <a:lnTo>
                  <a:pt x="60767" y="22284"/>
                </a:lnTo>
                <a:lnTo>
                  <a:pt x="60312" y="22322"/>
                </a:lnTo>
                <a:lnTo>
                  <a:pt x="59839" y="22398"/>
                </a:lnTo>
                <a:lnTo>
                  <a:pt x="59384" y="22511"/>
                </a:lnTo>
                <a:lnTo>
                  <a:pt x="58910" y="22663"/>
                </a:lnTo>
                <a:lnTo>
                  <a:pt x="58456" y="22833"/>
                </a:lnTo>
                <a:lnTo>
                  <a:pt x="57982" y="23061"/>
                </a:lnTo>
                <a:lnTo>
                  <a:pt x="57527" y="23326"/>
                </a:lnTo>
                <a:lnTo>
                  <a:pt x="57432" y="22663"/>
                </a:lnTo>
                <a:lnTo>
                  <a:pt x="57319" y="22038"/>
                </a:lnTo>
                <a:lnTo>
                  <a:pt x="57186" y="21412"/>
                </a:lnTo>
                <a:lnTo>
                  <a:pt x="57015" y="20806"/>
                </a:lnTo>
                <a:lnTo>
                  <a:pt x="56826" y="20219"/>
                </a:lnTo>
                <a:lnTo>
                  <a:pt x="56599" y="19669"/>
                </a:lnTo>
                <a:lnTo>
                  <a:pt x="56352" y="19120"/>
                </a:lnTo>
                <a:lnTo>
                  <a:pt x="56068" y="18589"/>
                </a:lnTo>
                <a:lnTo>
                  <a:pt x="55746" y="18077"/>
                </a:lnTo>
                <a:lnTo>
                  <a:pt x="55405" y="17585"/>
                </a:lnTo>
                <a:lnTo>
                  <a:pt x="55045" y="17111"/>
                </a:lnTo>
                <a:lnTo>
                  <a:pt x="54647" y="16656"/>
                </a:lnTo>
                <a:lnTo>
                  <a:pt x="54211" y="16220"/>
                </a:lnTo>
                <a:lnTo>
                  <a:pt x="53756" y="15804"/>
                </a:lnTo>
                <a:lnTo>
                  <a:pt x="53264" y="15406"/>
                </a:lnTo>
                <a:lnTo>
                  <a:pt x="52752" y="15046"/>
                </a:lnTo>
                <a:lnTo>
                  <a:pt x="52089" y="14553"/>
                </a:lnTo>
                <a:lnTo>
                  <a:pt x="51407" y="14098"/>
                </a:lnTo>
                <a:lnTo>
                  <a:pt x="50706" y="13662"/>
                </a:lnTo>
                <a:lnTo>
                  <a:pt x="50005" y="13265"/>
                </a:lnTo>
                <a:lnTo>
                  <a:pt x="49285" y="12905"/>
                </a:lnTo>
                <a:lnTo>
                  <a:pt x="48546" y="12544"/>
                </a:lnTo>
                <a:lnTo>
                  <a:pt x="47807" y="12222"/>
                </a:lnTo>
                <a:lnTo>
                  <a:pt x="47049" y="11938"/>
                </a:lnTo>
                <a:lnTo>
                  <a:pt x="46291" y="11673"/>
                </a:lnTo>
                <a:lnTo>
                  <a:pt x="45533" y="11445"/>
                </a:lnTo>
                <a:lnTo>
                  <a:pt x="44756" y="11237"/>
                </a:lnTo>
                <a:lnTo>
                  <a:pt x="43979" y="11067"/>
                </a:lnTo>
                <a:lnTo>
                  <a:pt x="43202" y="10915"/>
                </a:lnTo>
                <a:lnTo>
                  <a:pt x="42406" y="10782"/>
                </a:lnTo>
                <a:lnTo>
                  <a:pt x="41629" y="10688"/>
                </a:lnTo>
                <a:lnTo>
                  <a:pt x="40834" y="10631"/>
                </a:lnTo>
                <a:lnTo>
                  <a:pt x="40057" y="10593"/>
                </a:lnTo>
                <a:lnTo>
                  <a:pt x="39261" y="10593"/>
                </a:lnTo>
                <a:lnTo>
                  <a:pt x="38465" y="10612"/>
                </a:lnTo>
                <a:lnTo>
                  <a:pt x="37688" y="10669"/>
                </a:lnTo>
                <a:lnTo>
                  <a:pt x="36911" y="10744"/>
                </a:lnTo>
                <a:lnTo>
                  <a:pt x="36134" y="10858"/>
                </a:lnTo>
                <a:lnTo>
                  <a:pt x="35358" y="10991"/>
                </a:lnTo>
                <a:lnTo>
                  <a:pt x="34581" y="11161"/>
                </a:lnTo>
                <a:lnTo>
                  <a:pt x="33823" y="11370"/>
                </a:lnTo>
                <a:lnTo>
                  <a:pt x="33084" y="11597"/>
                </a:lnTo>
                <a:lnTo>
                  <a:pt x="32345" y="11862"/>
                </a:lnTo>
                <a:lnTo>
                  <a:pt x="31606" y="12147"/>
                </a:lnTo>
                <a:lnTo>
                  <a:pt x="30886" y="12469"/>
                </a:lnTo>
                <a:lnTo>
                  <a:pt x="30166" y="12829"/>
                </a:lnTo>
                <a:lnTo>
                  <a:pt x="29465" y="13208"/>
                </a:lnTo>
                <a:lnTo>
                  <a:pt x="28782" y="13625"/>
                </a:lnTo>
                <a:lnTo>
                  <a:pt x="28574" y="13037"/>
                </a:lnTo>
                <a:lnTo>
                  <a:pt x="28366" y="12450"/>
                </a:lnTo>
                <a:lnTo>
                  <a:pt x="28119" y="11881"/>
                </a:lnTo>
                <a:lnTo>
                  <a:pt x="27873" y="11332"/>
                </a:lnTo>
                <a:lnTo>
                  <a:pt x="27589" y="10782"/>
                </a:lnTo>
                <a:lnTo>
                  <a:pt x="27305" y="10252"/>
                </a:lnTo>
                <a:lnTo>
                  <a:pt x="27001" y="9721"/>
                </a:lnTo>
                <a:lnTo>
                  <a:pt x="26698" y="9210"/>
                </a:lnTo>
                <a:lnTo>
                  <a:pt x="26357" y="8717"/>
                </a:lnTo>
                <a:lnTo>
                  <a:pt x="26016" y="8224"/>
                </a:lnTo>
                <a:lnTo>
                  <a:pt x="25656" y="7751"/>
                </a:lnTo>
                <a:lnTo>
                  <a:pt x="25296" y="7277"/>
                </a:lnTo>
                <a:lnTo>
                  <a:pt x="24898" y="6822"/>
                </a:lnTo>
                <a:lnTo>
                  <a:pt x="24500" y="6386"/>
                </a:lnTo>
                <a:lnTo>
                  <a:pt x="24102" y="5950"/>
                </a:lnTo>
                <a:lnTo>
                  <a:pt x="23666" y="5534"/>
                </a:lnTo>
                <a:lnTo>
                  <a:pt x="23231" y="5136"/>
                </a:lnTo>
                <a:lnTo>
                  <a:pt x="22795" y="4757"/>
                </a:lnTo>
                <a:lnTo>
                  <a:pt x="22340" y="4378"/>
                </a:lnTo>
                <a:lnTo>
                  <a:pt x="21866" y="4018"/>
                </a:lnTo>
                <a:lnTo>
                  <a:pt x="21374" y="3658"/>
                </a:lnTo>
                <a:lnTo>
                  <a:pt x="20881" y="3317"/>
                </a:lnTo>
                <a:lnTo>
                  <a:pt x="20369" y="2995"/>
                </a:lnTo>
                <a:lnTo>
                  <a:pt x="19858" y="2691"/>
                </a:lnTo>
                <a:lnTo>
                  <a:pt x="19346" y="2407"/>
                </a:lnTo>
                <a:lnTo>
                  <a:pt x="18797" y="2123"/>
                </a:lnTo>
                <a:lnTo>
                  <a:pt x="18247" y="1858"/>
                </a:lnTo>
                <a:lnTo>
                  <a:pt x="17698" y="1611"/>
                </a:lnTo>
                <a:lnTo>
                  <a:pt x="17129" y="1365"/>
                </a:lnTo>
                <a:lnTo>
                  <a:pt x="16561" y="1157"/>
                </a:lnTo>
                <a:lnTo>
                  <a:pt x="15973" y="948"/>
                </a:lnTo>
                <a:lnTo>
                  <a:pt x="15386" y="759"/>
                </a:lnTo>
                <a:lnTo>
                  <a:pt x="14893" y="607"/>
                </a:lnTo>
                <a:lnTo>
                  <a:pt x="14382" y="474"/>
                </a:lnTo>
                <a:lnTo>
                  <a:pt x="13870" y="342"/>
                </a:lnTo>
                <a:lnTo>
                  <a:pt x="13378" y="247"/>
                </a:lnTo>
                <a:lnTo>
                  <a:pt x="12866" y="171"/>
                </a:lnTo>
                <a:lnTo>
                  <a:pt x="12354" y="95"/>
                </a:lnTo>
                <a:lnTo>
                  <a:pt x="11862" y="58"/>
                </a:lnTo>
                <a:lnTo>
                  <a:pt x="11350" y="20"/>
                </a:lnTo>
                <a:lnTo>
                  <a:pt x="10857" y="1"/>
                </a:lnTo>
                <a:close/>
              </a:path>
            </a:pathLst>
          </a:custGeom>
          <a:solidFill>
            <a:srgbClr val="FFFFFF">
              <a:alpha val="3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778525" y="214838"/>
            <a:ext cx="857900" cy="391775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5001400" y="306975"/>
            <a:ext cx="453825" cy="207500"/>
          </a:xfrm>
          <a:custGeom>
            <a:avLst/>
            <a:gdLst/>
            <a:ahLst/>
            <a:cxnLst/>
            <a:rect l="l" t="t" r="r" b="b"/>
            <a:pathLst>
              <a:path w="18153" h="8300" extrusionOk="0">
                <a:moveTo>
                  <a:pt x="10100" y="0"/>
                </a:moveTo>
                <a:lnTo>
                  <a:pt x="9626" y="19"/>
                </a:lnTo>
                <a:lnTo>
                  <a:pt x="9152" y="95"/>
                </a:lnTo>
                <a:lnTo>
                  <a:pt x="8697" y="171"/>
                </a:lnTo>
                <a:lnTo>
                  <a:pt x="8262" y="303"/>
                </a:lnTo>
                <a:lnTo>
                  <a:pt x="7845" y="474"/>
                </a:lnTo>
                <a:lnTo>
                  <a:pt x="7428" y="663"/>
                </a:lnTo>
                <a:lnTo>
                  <a:pt x="7049" y="891"/>
                </a:lnTo>
                <a:lnTo>
                  <a:pt x="6670" y="1137"/>
                </a:lnTo>
                <a:lnTo>
                  <a:pt x="6329" y="1421"/>
                </a:lnTo>
                <a:lnTo>
                  <a:pt x="6007" y="1725"/>
                </a:lnTo>
                <a:lnTo>
                  <a:pt x="5704" y="2047"/>
                </a:lnTo>
                <a:lnTo>
                  <a:pt x="5419" y="2388"/>
                </a:lnTo>
                <a:lnTo>
                  <a:pt x="5173" y="2767"/>
                </a:lnTo>
                <a:lnTo>
                  <a:pt x="4946" y="3165"/>
                </a:lnTo>
                <a:lnTo>
                  <a:pt x="4756" y="3563"/>
                </a:lnTo>
                <a:lnTo>
                  <a:pt x="4605" y="3998"/>
                </a:lnTo>
                <a:lnTo>
                  <a:pt x="4377" y="3942"/>
                </a:lnTo>
                <a:lnTo>
                  <a:pt x="4131" y="3904"/>
                </a:lnTo>
                <a:lnTo>
                  <a:pt x="3885" y="3866"/>
                </a:lnTo>
                <a:lnTo>
                  <a:pt x="3619" y="3866"/>
                </a:lnTo>
                <a:lnTo>
                  <a:pt x="3259" y="3885"/>
                </a:lnTo>
                <a:lnTo>
                  <a:pt x="2899" y="3942"/>
                </a:lnTo>
                <a:lnTo>
                  <a:pt x="2539" y="4017"/>
                </a:lnTo>
                <a:lnTo>
                  <a:pt x="2217" y="4150"/>
                </a:lnTo>
                <a:lnTo>
                  <a:pt x="1895" y="4302"/>
                </a:lnTo>
                <a:lnTo>
                  <a:pt x="1592" y="4472"/>
                </a:lnTo>
                <a:lnTo>
                  <a:pt x="1308" y="4681"/>
                </a:lnTo>
                <a:lnTo>
                  <a:pt x="1061" y="4927"/>
                </a:lnTo>
                <a:lnTo>
                  <a:pt x="815" y="5173"/>
                </a:lnTo>
                <a:lnTo>
                  <a:pt x="607" y="5457"/>
                </a:lnTo>
                <a:lnTo>
                  <a:pt x="436" y="5761"/>
                </a:lnTo>
                <a:lnTo>
                  <a:pt x="284" y="6083"/>
                </a:lnTo>
                <a:lnTo>
                  <a:pt x="152" y="6405"/>
                </a:lnTo>
                <a:lnTo>
                  <a:pt x="57" y="6765"/>
                </a:lnTo>
                <a:lnTo>
                  <a:pt x="19" y="7125"/>
                </a:lnTo>
                <a:lnTo>
                  <a:pt x="0" y="7485"/>
                </a:lnTo>
                <a:lnTo>
                  <a:pt x="0" y="7693"/>
                </a:lnTo>
                <a:lnTo>
                  <a:pt x="19" y="7902"/>
                </a:lnTo>
                <a:lnTo>
                  <a:pt x="76" y="8300"/>
                </a:lnTo>
                <a:lnTo>
                  <a:pt x="18039" y="8300"/>
                </a:lnTo>
                <a:lnTo>
                  <a:pt x="18096" y="8110"/>
                </a:lnTo>
                <a:lnTo>
                  <a:pt x="18134" y="7902"/>
                </a:lnTo>
                <a:lnTo>
                  <a:pt x="18153" y="7712"/>
                </a:lnTo>
                <a:lnTo>
                  <a:pt x="18153" y="7485"/>
                </a:lnTo>
                <a:lnTo>
                  <a:pt x="18153" y="7239"/>
                </a:lnTo>
                <a:lnTo>
                  <a:pt x="18115" y="6992"/>
                </a:lnTo>
                <a:lnTo>
                  <a:pt x="18058" y="6746"/>
                </a:lnTo>
                <a:lnTo>
                  <a:pt x="17982" y="6500"/>
                </a:lnTo>
                <a:lnTo>
                  <a:pt x="17868" y="6272"/>
                </a:lnTo>
                <a:lnTo>
                  <a:pt x="17755" y="6064"/>
                </a:lnTo>
                <a:lnTo>
                  <a:pt x="17622" y="5855"/>
                </a:lnTo>
                <a:lnTo>
                  <a:pt x="17471" y="5666"/>
                </a:lnTo>
                <a:lnTo>
                  <a:pt x="17300" y="5495"/>
                </a:lnTo>
                <a:lnTo>
                  <a:pt x="17129" y="5344"/>
                </a:lnTo>
                <a:lnTo>
                  <a:pt x="16921" y="5192"/>
                </a:lnTo>
                <a:lnTo>
                  <a:pt x="16713" y="5078"/>
                </a:lnTo>
                <a:lnTo>
                  <a:pt x="16504" y="4965"/>
                </a:lnTo>
                <a:lnTo>
                  <a:pt x="16277" y="4870"/>
                </a:lnTo>
                <a:lnTo>
                  <a:pt x="16030" y="4813"/>
                </a:lnTo>
                <a:lnTo>
                  <a:pt x="15784" y="4756"/>
                </a:lnTo>
                <a:lnTo>
                  <a:pt x="15727" y="4510"/>
                </a:lnTo>
                <a:lnTo>
                  <a:pt x="15670" y="4264"/>
                </a:lnTo>
                <a:lnTo>
                  <a:pt x="15519" y="3790"/>
                </a:lnTo>
                <a:lnTo>
                  <a:pt x="15329" y="3316"/>
                </a:lnTo>
                <a:lnTo>
                  <a:pt x="15083" y="2880"/>
                </a:lnTo>
                <a:lnTo>
                  <a:pt x="14818" y="2464"/>
                </a:lnTo>
                <a:lnTo>
                  <a:pt x="14515" y="2066"/>
                </a:lnTo>
                <a:lnTo>
                  <a:pt x="14192" y="1706"/>
                </a:lnTo>
                <a:lnTo>
                  <a:pt x="13832" y="1365"/>
                </a:lnTo>
                <a:lnTo>
                  <a:pt x="13435" y="1061"/>
                </a:lnTo>
                <a:lnTo>
                  <a:pt x="13018" y="796"/>
                </a:lnTo>
                <a:lnTo>
                  <a:pt x="12582" y="569"/>
                </a:lnTo>
                <a:lnTo>
                  <a:pt x="12108" y="379"/>
                </a:lnTo>
                <a:lnTo>
                  <a:pt x="11634" y="209"/>
                </a:lnTo>
                <a:lnTo>
                  <a:pt x="11388" y="152"/>
                </a:lnTo>
                <a:lnTo>
                  <a:pt x="11142" y="95"/>
                </a:lnTo>
                <a:lnTo>
                  <a:pt x="10877" y="57"/>
                </a:lnTo>
                <a:lnTo>
                  <a:pt x="10630" y="38"/>
                </a:lnTo>
                <a:lnTo>
                  <a:pt x="10365" y="19"/>
                </a:lnTo>
                <a:lnTo>
                  <a:pt x="1010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8326475" y="735388"/>
            <a:ext cx="453825" cy="207500"/>
          </a:xfrm>
          <a:custGeom>
            <a:avLst/>
            <a:gdLst/>
            <a:ahLst/>
            <a:cxnLst/>
            <a:rect l="l" t="t" r="r" b="b"/>
            <a:pathLst>
              <a:path w="18153" h="8300" extrusionOk="0">
                <a:moveTo>
                  <a:pt x="10100" y="0"/>
                </a:moveTo>
                <a:lnTo>
                  <a:pt x="9626" y="19"/>
                </a:lnTo>
                <a:lnTo>
                  <a:pt x="9152" y="95"/>
                </a:lnTo>
                <a:lnTo>
                  <a:pt x="8697" y="171"/>
                </a:lnTo>
                <a:lnTo>
                  <a:pt x="8262" y="303"/>
                </a:lnTo>
                <a:lnTo>
                  <a:pt x="7845" y="474"/>
                </a:lnTo>
                <a:lnTo>
                  <a:pt x="7428" y="663"/>
                </a:lnTo>
                <a:lnTo>
                  <a:pt x="7049" y="891"/>
                </a:lnTo>
                <a:lnTo>
                  <a:pt x="6670" y="1137"/>
                </a:lnTo>
                <a:lnTo>
                  <a:pt x="6329" y="1421"/>
                </a:lnTo>
                <a:lnTo>
                  <a:pt x="6007" y="1725"/>
                </a:lnTo>
                <a:lnTo>
                  <a:pt x="5704" y="2047"/>
                </a:lnTo>
                <a:lnTo>
                  <a:pt x="5419" y="2388"/>
                </a:lnTo>
                <a:lnTo>
                  <a:pt x="5173" y="2767"/>
                </a:lnTo>
                <a:lnTo>
                  <a:pt x="4946" y="3165"/>
                </a:lnTo>
                <a:lnTo>
                  <a:pt x="4756" y="3563"/>
                </a:lnTo>
                <a:lnTo>
                  <a:pt x="4605" y="3998"/>
                </a:lnTo>
                <a:lnTo>
                  <a:pt x="4377" y="3942"/>
                </a:lnTo>
                <a:lnTo>
                  <a:pt x="4131" y="3904"/>
                </a:lnTo>
                <a:lnTo>
                  <a:pt x="3885" y="3866"/>
                </a:lnTo>
                <a:lnTo>
                  <a:pt x="3619" y="3866"/>
                </a:lnTo>
                <a:lnTo>
                  <a:pt x="3259" y="3885"/>
                </a:lnTo>
                <a:lnTo>
                  <a:pt x="2899" y="3942"/>
                </a:lnTo>
                <a:lnTo>
                  <a:pt x="2539" y="4017"/>
                </a:lnTo>
                <a:lnTo>
                  <a:pt x="2217" y="4150"/>
                </a:lnTo>
                <a:lnTo>
                  <a:pt x="1895" y="4302"/>
                </a:lnTo>
                <a:lnTo>
                  <a:pt x="1592" y="4472"/>
                </a:lnTo>
                <a:lnTo>
                  <a:pt x="1308" y="4681"/>
                </a:lnTo>
                <a:lnTo>
                  <a:pt x="1061" y="4927"/>
                </a:lnTo>
                <a:lnTo>
                  <a:pt x="815" y="5173"/>
                </a:lnTo>
                <a:lnTo>
                  <a:pt x="607" y="5457"/>
                </a:lnTo>
                <a:lnTo>
                  <a:pt x="436" y="5761"/>
                </a:lnTo>
                <a:lnTo>
                  <a:pt x="284" y="6083"/>
                </a:lnTo>
                <a:lnTo>
                  <a:pt x="152" y="6405"/>
                </a:lnTo>
                <a:lnTo>
                  <a:pt x="57" y="6765"/>
                </a:lnTo>
                <a:lnTo>
                  <a:pt x="19" y="7125"/>
                </a:lnTo>
                <a:lnTo>
                  <a:pt x="0" y="7485"/>
                </a:lnTo>
                <a:lnTo>
                  <a:pt x="0" y="7693"/>
                </a:lnTo>
                <a:lnTo>
                  <a:pt x="19" y="7902"/>
                </a:lnTo>
                <a:lnTo>
                  <a:pt x="76" y="8300"/>
                </a:lnTo>
                <a:lnTo>
                  <a:pt x="18039" y="8300"/>
                </a:lnTo>
                <a:lnTo>
                  <a:pt x="18096" y="8110"/>
                </a:lnTo>
                <a:lnTo>
                  <a:pt x="18134" y="7902"/>
                </a:lnTo>
                <a:lnTo>
                  <a:pt x="18153" y="7712"/>
                </a:lnTo>
                <a:lnTo>
                  <a:pt x="18153" y="7485"/>
                </a:lnTo>
                <a:lnTo>
                  <a:pt x="18153" y="7239"/>
                </a:lnTo>
                <a:lnTo>
                  <a:pt x="18115" y="6992"/>
                </a:lnTo>
                <a:lnTo>
                  <a:pt x="18058" y="6746"/>
                </a:lnTo>
                <a:lnTo>
                  <a:pt x="17982" y="6500"/>
                </a:lnTo>
                <a:lnTo>
                  <a:pt x="17868" y="6272"/>
                </a:lnTo>
                <a:lnTo>
                  <a:pt x="17755" y="6064"/>
                </a:lnTo>
                <a:lnTo>
                  <a:pt x="17622" y="5855"/>
                </a:lnTo>
                <a:lnTo>
                  <a:pt x="17471" y="5666"/>
                </a:lnTo>
                <a:lnTo>
                  <a:pt x="17300" y="5495"/>
                </a:lnTo>
                <a:lnTo>
                  <a:pt x="17129" y="5344"/>
                </a:lnTo>
                <a:lnTo>
                  <a:pt x="16921" y="5192"/>
                </a:lnTo>
                <a:lnTo>
                  <a:pt x="16713" y="5078"/>
                </a:lnTo>
                <a:lnTo>
                  <a:pt x="16504" y="4965"/>
                </a:lnTo>
                <a:lnTo>
                  <a:pt x="16277" y="4870"/>
                </a:lnTo>
                <a:lnTo>
                  <a:pt x="16030" y="4813"/>
                </a:lnTo>
                <a:lnTo>
                  <a:pt x="15784" y="4756"/>
                </a:lnTo>
                <a:lnTo>
                  <a:pt x="15727" y="4510"/>
                </a:lnTo>
                <a:lnTo>
                  <a:pt x="15670" y="4264"/>
                </a:lnTo>
                <a:lnTo>
                  <a:pt x="15519" y="3790"/>
                </a:lnTo>
                <a:lnTo>
                  <a:pt x="15329" y="3316"/>
                </a:lnTo>
                <a:lnTo>
                  <a:pt x="15083" y="2880"/>
                </a:lnTo>
                <a:lnTo>
                  <a:pt x="14818" y="2464"/>
                </a:lnTo>
                <a:lnTo>
                  <a:pt x="14515" y="2066"/>
                </a:lnTo>
                <a:lnTo>
                  <a:pt x="14192" y="1706"/>
                </a:lnTo>
                <a:lnTo>
                  <a:pt x="13832" y="1365"/>
                </a:lnTo>
                <a:lnTo>
                  <a:pt x="13435" y="1061"/>
                </a:lnTo>
                <a:lnTo>
                  <a:pt x="13018" y="796"/>
                </a:lnTo>
                <a:lnTo>
                  <a:pt x="12582" y="569"/>
                </a:lnTo>
                <a:lnTo>
                  <a:pt x="12108" y="379"/>
                </a:lnTo>
                <a:lnTo>
                  <a:pt x="11634" y="209"/>
                </a:lnTo>
                <a:lnTo>
                  <a:pt x="11388" y="152"/>
                </a:lnTo>
                <a:lnTo>
                  <a:pt x="11142" y="95"/>
                </a:lnTo>
                <a:lnTo>
                  <a:pt x="10877" y="57"/>
                </a:lnTo>
                <a:lnTo>
                  <a:pt x="10630" y="38"/>
                </a:lnTo>
                <a:lnTo>
                  <a:pt x="10365" y="19"/>
                </a:lnTo>
                <a:lnTo>
                  <a:pt x="1010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3052400" y="121231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6551483" y="214850"/>
            <a:ext cx="234273" cy="234304"/>
          </a:xfrm>
          <a:custGeom>
            <a:avLst/>
            <a:gdLst/>
            <a:ahLst/>
            <a:cxnLst/>
            <a:rect l="l" t="t" r="r" b="b"/>
            <a:pathLst>
              <a:path w="12648" h="12648" extrusionOk="0">
                <a:moveTo>
                  <a:pt x="6315" y="0"/>
                </a:moveTo>
                <a:lnTo>
                  <a:pt x="4834" y="4834"/>
                </a:lnTo>
                <a:lnTo>
                  <a:pt x="0" y="6333"/>
                </a:lnTo>
                <a:lnTo>
                  <a:pt x="4834" y="7813"/>
                </a:lnTo>
                <a:lnTo>
                  <a:pt x="6315" y="12647"/>
                </a:lnTo>
                <a:lnTo>
                  <a:pt x="7814" y="7813"/>
                </a:lnTo>
                <a:lnTo>
                  <a:pt x="12648" y="6333"/>
                </a:lnTo>
                <a:lnTo>
                  <a:pt x="7814" y="4834"/>
                </a:lnTo>
                <a:lnTo>
                  <a:pt x="631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218750" y="2080881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8681200" y="121231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198725" y="205898"/>
            <a:ext cx="234297" cy="234292"/>
          </a:xfrm>
          <a:custGeom>
            <a:avLst/>
            <a:gdLst/>
            <a:ahLst/>
            <a:cxnLst/>
            <a:rect l="l" t="t" r="r" b="b"/>
            <a:pathLst>
              <a:path w="44207" h="44206" extrusionOk="0">
                <a:moveTo>
                  <a:pt x="22179" y="11477"/>
                </a:moveTo>
                <a:lnTo>
                  <a:pt x="22690" y="11496"/>
                </a:lnTo>
                <a:lnTo>
                  <a:pt x="23200" y="11534"/>
                </a:lnTo>
                <a:lnTo>
                  <a:pt x="23711" y="11590"/>
                </a:lnTo>
                <a:lnTo>
                  <a:pt x="24221" y="11685"/>
                </a:lnTo>
                <a:lnTo>
                  <a:pt x="24713" y="11798"/>
                </a:lnTo>
                <a:lnTo>
                  <a:pt x="25204" y="11950"/>
                </a:lnTo>
                <a:lnTo>
                  <a:pt x="25696" y="12101"/>
                </a:lnTo>
                <a:lnTo>
                  <a:pt x="26169" y="12290"/>
                </a:lnTo>
                <a:lnTo>
                  <a:pt x="26641" y="12498"/>
                </a:lnTo>
                <a:lnTo>
                  <a:pt x="27095" y="12725"/>
                </a:lnTo>
                <a:lnTo>
                  <a:pt x="27530" y="12971"/>
                </a:lnTo>
                <a:lnTo>
                  <a:pt x="27965" y="13235"/>
                </a:lnTo>
                <a:lnTo>
                  <a:pt x="28381" y="13538"/>
                </a:lnTo>
                <a:lnTo>
                  <a:pt x="28797" y="13840"/>
                </a:lnTo>
                <a:lnTo>
                  <a:pt x="29194" y="14181"/>
                </a:lnTo>
                <a:lnTo>
                  <a:pt x="29572" y="14540"/>
                </a:lnTo>
                <a:lnTo>
                  <a:pt x="29931" y="14899"/>
                </a:lnTo>
                <a:lnTo>
                  <a:pt x="30272" y="15296"/>
                </a:lnTo>
                <a:lnTo>
                  <a:pt x="30593" y="15712"/>
                </a:lnTo>
                <a:lnTo>
                  <a:pt x="30895" y="16147"/>
                </a:lnTo>
                <a:lnTo>
                  <a:pt x="31179" y="16582"/>
                </a:lnTo>
                <a:lnTo>
                  <a:pt x="31463" y="17055"/>
                </a:lnTo>
                <a:lnTo>
                  <a:pt x="31690" y="17546"/>
                </a:lnTo>
                <a:lnTo>
                  <a:pt x="31916" y="18038"/>
                </a:lnTo>
                <a:lnTo>
                  <a:pt x="32124" y="18548"/>
                </a:lnTo>
                <a:lnTo>
                  <a:pt x="32295" y="19059"/>
                </a:lnTo>
                <a:lnTo>
                  <a:pt x="32427" y="19588"/>
                </a:lnTo>
                <a:lnTo>
                  <a:pt x="32540" y="20099"/>
                </a:lnTo>
                <a:lnTo>
                  <a:pt x="32635" y="20628"/>
                </a:lnTo>
                <a:lnTo>
                  <a:pt x="32692" y="21139"/>
                </a:lnTo>
                <a:lnTo>
                  <a:pt x="32729" y="21668"/>
                </a:lnTo>
                <a:lnTo>
                  <a:pt x="32729" y="22179"/>
                </a:lnTo>
                <a:lnTo>
                  <a:pt x="32711" y="22689"/>
                </a:lnTo>
                <a:lnTo>
                  <a:pt x="32673" y="23218"/>
                </a:lnTo>
                <a:lnTo>
                  <a:pt x="32616" y="23729"/>
                </a:lnTo>
                <a:lnTo>
                  <a:pt x="32522" y="24221"/>
                </a:lnTo>
                <a:lnTo>
                  <a:pt x="32408" y="24731"/>
                </a:lnTo>
                <a:lnTo>
                  <a:pt x="32276" y="25223"/>
                </a:lnTo>
                <a:lnTo>
                  <a:pt x="32106" y="25695"/>
                </a:lnTo>
                <a:lnTo>
                  <a:pt x="31916" y="26168"/>
                </a:lnTo>
                <a:lnTo>
                  <a:pt x="31708" y="26641"/>
                </a:lnTo>
                <a:lnTo>
                  <a:pt x="31482" y="27094"/>
                </a:lnTo>
                <a:lnTo>
                  <a:pt x="31236" y="27548"/>
                </a:lnTo>
                <a:lnTo>
                  <a:pt x="30971" y="27983"/>
                </a:lnTo>
                <a:lnTo>
                  <a:pt x="30669" y="28399"/>
                </a:lnTo>
                <a:lnTo>
                  <a:pt x="30366" y="28796"/>
                </a:lnTo>
                <a:lnTo>
                  <a:pt x="30026" y="29193"/>
                </a:lnTo>
                <a:lnTo>
                  <a:pt x="29666" y="29571"/>
                </a:lnTo>
                <a:lnTo>
                  <a:pt x="29307" y="29931"/>
                </a:lnTo>
                <a:lnTo>
                  <a:pt x="28910" y="30271"/>
                </a:lnTo>
                <a:lnTo>
                  <a:pt x="28494" y="30611"/>
                </a:lnTo>
                <a:lnTo>
                  <a:pt x="28059" y="30914"/>
                </a:lnTo>
                <a:lnTo>
                  <a:pt x="27625" y="31197"/>
                </a:lnTo>
                <a:lnTo>
                  <a:pt x="27152" y="31462"/>
                </a:lnTo>
                <a:lnTo>
                  <a:pt x="26679" y="31708"/>
                </a:lnTo>
                <a:lnTo>
                  <a:pt x="26169" y="31935"/>
                </a:lnTo>
                <a:lnTo>
                  <a:pt x="25658" y="32124"/>
                </a:lnTo>
                <a:lnTo>
                  <a:pt x="25148" y="32294"/>
                </a:lnTo>
                <a:lnTo>
                  <a:pt x="24637" y="32445"/>
                </a:lnTo>
                <a:lnTo>
                  <a:pt x="24108" y="32559"/>
                </a:lnTo>
                <a:lnTo>
                  <a:pt x="23597" y="32634"/>
                </a:lnTo>
                <a:lnTo>
                  <a:pt x="23068" y="32691"/>
                </a:lnTo>
                <a:lnTo>
                  <a:pt x="22538" y="32729"/>
                </a:lnTo>
                <a:lnTo>
                  <a:pt x="22028" y="32748"/>
                </a:lnTo>
                <a:lnTo>
                  <a:pt x="21517" y="32729"/>
                </a:lnTo>
                <a:lnTo>
                  <a:pt x="21007" y="32691"/>
                </a:lnTo>
                <a:lnTo>
                  <a:pt x="20496" y="32615"/>
                </a:lnTo>
                <a:lnTo>
                  <a:pt x="19986" y="32521"/>
                </a:lnTo>
                <a:lnTo>
                  <a:pt x="19494" y="32407"/>
                </a:lnTo>
                <a:lnTo>
                  <a:pt x="19003" y="32275"/>
                </a:lnTo>
                <a:lnTo>
                  <a:pt x="18511" y="32124"/>
                </a:lnTo>
                <a:lnTo>
                  <a:pt x="18038" y="31935"/>
                </a:lnTo>
                <a:lnTo>
                  <a:pt x="17566" y="31727"/>
                </a:lnTo>
                <a:lnTo>
                  <a:pt x="17112" y="31500"/>
                </a:lnTo>
                <a:lnTo>
                  <a:pt x="16658" y="31254"/>
                </a:lnTo>
                <a:lnTo>
                  <a:pt x="16223" y="30970"/>
                </a:lnTo>
                <a:lnTo>
                  <a:pt x="15807" y="30687"/>
                </a:lnTo>
                <a:lnTo>
                  <a:pt x="15410" y="30365"/>
                </a:lnTo>
                <a:lnTo>
                  <a:pt x="15013" y="30044"/>
                </a:lnTo>
                <a:lnTo>
                  <a:pt x="14635" y="29685"/>
                </a:lnTo>
                <a:lnTo>
                  <a:pt x="14276" y="29307"/>
                </a:lnTo>
                <a:lnTo>
                  <a:pt x="13936" y="28910"/>
                </a:lnTo>
                <a:lnTo>
                  <a:pt x="13614" y="28513"/>
                </a:lnTo>
                <a:lnTo>
                  <a:pt x="13293" y="28078"/>
                </a:lnTo>
                <a:lnTo>
                  <a:pt x="13009" y="27624"/>
                </a:lnTo>
                <a:lnTo>
                  <a:pt x="12744" y="27170"/>
                </a:lnTo>
                <a:lnTo>
                  <a:pt x="12499" y="26678"/>
                </a:lnTo>
                <a:lnTo>
                  <a:pt x="12272" y="26187"/>
                </a:lnTo>
                <a:lnTo>
                  <a:pt x="12083" y="25676"/>
                </a:lnTo>
                <a:lnTo>
                  <a:pt x="11913" y="25147"/>
                </a:lnTo>
                <a:lnTo>
                  <a:pt x="11780" y="24636"/>
                </a:lnTo>
                <a:lnTo>
                  <a:pt x="11667" y="24126"/>
                </a:lnTo>
                <a:lnTo>
                  <a:pt x="11572" y="23597"/>
                </a:lnTo>
                <a:lnTo>
                  <a:pt x="11515" y="23067"/>
                </a:lnTo>
                <a:lnTo>
                  <a:pt x="11478" y="22557"/>
                </a:lnTo>
                <a:lnTo>
                  <a:pt x="11459" y="22027"/>
                </a:lnTo>
                <a:lnTo>
                  <a:pt x="11478" y="21517"/>
                </a:lnTo>
                <a:lnTo>
                  <a:pt x="11515" y="21006"/>
                </a:lnTo>
                <a:lnTo>
                  <a:pt x="11591" y="20496"/>
                </a:lnTo>
                <a:lnTo>
                  <a:pt x="11686" y="19985"/>
                </a:lnTo>
                <a:lnTo>
                  <a:pt x="11799" y="19494"/>
                </a:lnTo>
                <a:lnTo>
                  <a:pt x="11931" y="19002"/>
                </a:lnTo>
                <a:lnTo>
                  <a:pt x="12102" y="18511"/>
                </a:lnTo>
                <a:lnTo>
                  <a:pt x="12272" y="18038"/>
                </a:lnTo>
                <a:lnTo>
                  <a:pt x="12480" y="17584"/>
                </a:lnTo>
                <a:lnTo>
                  <a:pt x="12707" y="17111"/>
                </a:lnTo>
                <a:lnTo>
                  <a:pt x="12971" y="16677"/>
                </a:lnTo>
                <a:lnTo>
                  <a:pt x="13236" y="16242"/>
                </a:lnTo>
                <a:lnTo>
                  <a:pt x="13520" y="15826"/>
                </a:lnTo>
                <a:lnTo>
                  <a:pt x="13841" y="15410"/>
                </a:lnTo>
                <a:lnTo>
                  <a:pt x="14181" y="15013"/>
                </a:lnTo>
                <a:lnTo>
                  <a:pt x="14522" y="14635"/>
                </a:lnTo>
                <a:lnTo>
                  <a:pt x="14900" y="14275"/>
                </a:lnTo>
                <a:lnTo>
                  <a:pt x="15297" y="13935"/>
                </a:lnTo>
                <a:lnTo>
                  <a:pt x="15713" y="13614"/>
                </a:lnTo>
                <a:lnTo>
                  <a:pt x="16129" y="13311"/>
                </a:lnTo>
                <a:lnTo>
                  <a:pt x="16583" y="13027"/>
                </a:lnTo>
                <a:lnTo>
                  <a:pt x="17055" y="12763"/>
                </a:lnTo>
                <a:lnTo>
                  <a:pt x="17528" y="12517"/>
                </a:lnTo>
                <a:lnTo>
                  <a:pt x="18038" y="12290"/>
                </a:lnTo>
                <a:lnTo>
                  <a:pt x="18549" y="12082"/>
                </a:lnTo>
                <a:lnTo>
                  <a:pt x="19059" y="11931"/>
                </a:lnTo>
                <a:lnTo>
                  <a:pt x="19570" y="11780"/>
                </a:lnTo>
                <a:lnTo>
                  <a:pt x="20099" y="11666"/>
                </a:lnTo>
                <a:lnTo>
                  <a:pt x="20610" y="11572"/>
                </a:lnTo>
                <a:lnTo>
                  <a:pt x="21139" y="11515"/>
                </a:lnTo>
                <a:lnTo>
                  <a:pt x="21650" y="11477"/>
                </a:lnTo>
                <a:close/>
                <a:moveTo>
                  <a:pt x="16186" y="0"/>
                </a:moveTo>
                <a:lnTo>
                  <a:pt x="15467" y="208"/>
                </a:lnTo>
                <a:lnTo>
                  <a:pt x="14749" y="435"/>
                </a:lnTo>
                <a:lnTo>
                  <a:pt x="14049" y="700"/>
                </a:lnTo>
                <a:lnTo>
                  <a:pt x="13331" y="965"/>
                </a:lnTo>
                <a:lnTo>
                  <a:pt x="12650" y="1267"/>
                </a:lnTo>
                <a:lnTo>
                  <a:pt x="11969" y="1588"/>
                </a:lnTo>
                <a:lnTo>
                  <a:pt x="11289" y="1948"/>
                </a:lnTo>
                <a:lnTo>
                  <a:pt x="10646" y="2307"/>
                </a:lnTo>
                <a:lnTo>
                  <a:pt x="10967" y="8452"/>
                </a:lnTo>
                <a:lnTo>
                  <a:pt x="10608" y="8735"/>
                </a:lnTo>
                <a:lnTo>
                  <a:pt x="10268" y="9038"/>
                </a:lnTo>
                <a:lnTo>
                  <a:pt x="9946" y="9340"/>
                </a:lnTo>
                <a:lnTo>
                  <a:pt x="9625" y="9643"/>
                </a:lnTo>
                <a:lnTo>
                  <a:pt x="9322" y="9964"/>
                </a:lnTo>
                <a:lnTo>
                  <a:pt x="9020" y="10305"/>
                </a:lnTo>
                <a:lnTo>
                  <a:pt x="8717" y="10626"/>
                </a:lnTo>
                <a:lnTo>
                  <a:pt x="8434" y="10966"/>
                </a:lnTo>
                <a:lnTo>
                  <a:pt x="2289" y="10664"/>
                </a:lnTo>
                <a:lnTo>
                  <a:pt x="1929" y="11326"/>
                </a:lnTo>
                <a:lnTo>
                  <a:pt x="1589" y="11987"/>
                </a:lnTo>
                <a:lnTo>
                  <a:pt x="1268" y="12668"/>
                </a:lnTo>
                <a:lnTo>
                  <a:pt x="965" y="13349"/>
                </a:lnTo>
                <a:lnTo>
                  <a:pt x="682" y="14048"/>
                </a:lnTo>
                <a:lnTo>
                  <a:pt x="436" y="14767"/>
                </a:lnTo>
                <a:lnTo>
                  <a:pt x="209" y="15485"/>
                </a:lnTo>
                <a:lnTo>
                  <a:pt x="1" y="16204"/>
                </a:lnTo>
                <a:lnTo>
                  <a:pt x="4558" y="20326"/>
                </a:lnTo>
                <a:lnTo>
                  <a:pt x="4520" y="20760"/>
                </a:lnTo>
                <a:lnTo>
                  <a:pt x="4501" y="21214"/>
                </a:lnTo>
                <a:lnTo>
                  <a:pt x="4482" y="21649"/>
                </a:lnTo>
                <a:lnTo>
                  <a:pt x="4463" y="22103"/>
                </a:lnTo>
                <a:lnTo>
                  <a:pt x="4482" y="22557"/>
                </a:lnTo>
                <a:lnTo>
                  <a:pt x="4501" y="22992"/>
                </a:lnTo>
                <a:lnTo>
                  <a:pt x="4520" y="23445"/>
                </a:lnTo>
                <a:lnTo>
                  <a:pt x="4558" y="23899"/>
                </a:lnTo>
                <a:lnTo>
                  <a:pt x="1" y="28021"/>
                </a:lnTo>
                <a:lnTo>
                  <a:pt x="209" y="28739"/>
                </a:lnTo>
                <a:lnTo>
                  <a:pt x="436" y="29458"/>
                </a:lnTo>
                <a:lnTo>
                  <a:pt x="682" y="30157"/>
                </a:lnTo>
                <a:lnTo>
                  <a:pt x="965" y="30876"/>
                </a:lnTo>
                <a:lnTo>
                  <a:pt x="1268" y="31575"/>
                </a:lnTo>
                <a:lnTo>
                  <a:pt x="1589" y="32256"/>
                </a:lnTo>
                <a:lnTo>
                  <a:pt x="1929" y="32918"/>
                </a:lnTo>
                <a:lnTo>
                  <a:pt x="2289" y="33561"/>
                </a:lnTo>
                <a:lnTo>
                  <a:pt x="8434" y="33258"/>
                </a:lnTo>
                <a:lnTo>
                  <a:pt x="8736" y="33599"/>
                </a:lnTo>
                <a:lnTo>
                  <a:pt x="9020" y="33939"/>
                </a:lnTo>
                <a:lnTo>
                  <a:pt x="9322" y="34260"/>
                </a:lnTo>
                <a:lnTo>
                  <a:pt x="9644" y="34582"/>
                </a:lnTo>
                <a:lnTo>
                  <a:pt x="9965" y="34903"/>
                </a:lnTo>
                <a:lnTo>
                  <a:pt x="10286" y="35206"/>
                </a:lnTo>
                <a:lnTo>
                  <a:pt x="10967" y="35773"/>
                </a:lnTo>
                <a:lnTo>
                  <a:pt x="10646" y="41918"/>
                </a:lnTo>
                <a:lnTo>
                  <a:pt x="11307" y="42277"/>
                </a:lnTo>
                <a:lnTo>
                  <a:pt x="11988" y="42617"/>
                </a:lnTo>
                <a:lnTo>
                  <a:pt x="12669" y="42939"/>
                </a:lnTo>
                <a:lnTo>
                  <a:pt x="13349" y="43241"/>
                </a:lnTo>
                <a:lnTo>
                  <a:pt x="14049" y="43525"/>
                </a:lnTo>
                <a:lnTo>
                  <a:pt x="14749" y="43771"/>
                </a:lnTo>
                <a:lnTo>
                  <a:pt x="15467" y="43998"/>
                </a:lnTo>
                <a:lnTo>
                  <a:pt x="16204" y="44206"/>
                </a:lnTo>
                <a:lnTo>
                  <a:pt x="20326" y="39649"/>
                </a:lnTo>
                <a:lnTo>
                  <a:pt x="20761" y="39687"/>
                </a:lnTo>
                <a:lnTo>
                  <a:pt x="21196" y="39725"/>
                </a:lnTo>
                <a:lnTo>
                  <a:pt x="21650" y="39725"/>
                </a:lnTo>
                <a:lnTo>
                  <a:pt x="22104" y="39743"/>
                </a:lnTo>
                <a:lnTo>
                  <a:pt x="22538" y="39725"/>
                </a:lnTo>
                <a:lnTo>
                  <a:pt x="22992" y="39706"/>
                </a:lnTo>
                <a:lnTo>
                  <a:pt x="23446" y="39687"/>
                </a:lnTo>
                <a:lnTo>
                  <a:pt x="23881" y="39649"/>
                </a:lnTo>
                <a:lnTo>
                  <a:pt x="28003" y="44206"/>
                </a:lnTo>
                <a:lnTo>
                  <a:pt x="28721" y="43998"/>
                </a:lnTo>
                <a:lnTo>
                  <a:pt x="29440" y="43771"/>
                </a:lnTo>
                <a:lnTo>
                  <a:pt x="30158" y="43525"/>
                </a:lnTo>
                <a:lnTo>
                  <a:pt x="30858" y="43241"/>
                </a:lnTo>
                <a:lnTo>
                  <a:pt x="31557" y="42939"/>
                </a:lnTo>
                <a:lnTo>
                  <a:pt x="32238" y="42617"/>
                </a:lnTo>
                <a:lnTo>
                  <a:pt x="32900" y="42277"/>
                </a:lnTo>
                <a:lnTo>
                  <a:pt x="33561" y="41918"/>
                </a:lnTo>
                <a:lnTo>
                  <a:pt x="33240" y="35773"/>
                </a:lnTo>
                <a:lnTo>
                  <a:pt x="33580" y="35470"/>
                </a:lnTo>
                <a:lnTo>
                  <a:pt x="33921" y="35187"/>
                </a:lnTo>
                <a:lnTo>
                  <a:pt x="34261" y="34884"/>
                </a:lnTo>
                <a:lnTo>
                  <a:pt x="34582" y="34563"/>
                </a:lnTo>
                <a:lnTo>
                  <a:pt x="34885" y="34241"/>
                </a:lnTo>
                <a:lnTo>
                  <a:pt x="35187" y="33920"/>
                </a:lnTo>
                <a:lnTo>
                  <a:pt x="35490" y="33580"/>
                </a:lnTo>
                <a:lnTo>
                  <a:pt x="35774" y="33239"/>
                </a:lnTo>
                <a:lnTo>
                  <a:pt x="41918" y="33561"/>
                </a:lnTo>
                <a:lnTo>
                  <a:pt x="42278" y="32899"/>
                </a:lnTo>
                <a:lnTo>
                  <a:pt x="42618" y="32237"/>
                </a:lnTo>
                <a:lnTo>
                  <a:pt x="42939" y="31557"/>
                </a:lnTo>
                <a:lnTo>
                  <a:pt x="43242" y="30857"/>
                </a:lnTo>
                <a:lnTo>
                  <a:pt x="43507" y="30157"/>
                </a:lnTo>
                <a:lnTo>
                  <a:pt x="43771" y="29458"/>
                </a:lnTo>
                <a:lnTo>
                  <a:pt x="43998" y="28739"/>
                </a:lnTo>
                <a:lnTo>
                  <a:pt x="44206" y="28002"/>
                </a:lnTo>
                <a:lnTo>
                  <a:pt x="39631" y="23899"/>
                </a:lnTo>
                <a:lnTo>
                  <a:pt x="39687" y="23445"/>
                </a:lnTo>
                <a:lnTo>
                  <a:pt x="39706" y="23010"/>
                </a:lnTo>
                <a:lnTo>
                  <a:pt x="39725" y="22122"/>
                </a:lnTo>
                <a:lnTo>
                  <a:pt x="39725" y="21668"/>
                </a:lnTo>
                <a:lnTo>
                  <a:pt x="39706" y="21214"/>
                </a:lnTo>
                <a:lnTo>
                  <a:pt x="39668" y="20760"/>
                </a:lnTo>
                <a:lnTo>
                  <a:pt x="39631" y="20326"/>
                </a:lnTo>
                <a:lnTo>
                  <a:pt x="44206" y="16204"/>
                </a:lnTo>
                <a:lnTo>
                  <a:pt x="43998" y="15485"/>
                </a:lnTo>
                <a:lnTo>
                  <a:pt x="43771" y="14767"/>
                </a:lnTo>
                <a:lnTo>
                  <a:pt x="43526" y="14048"/>
                </a:lnTo>
                <a:lnTo>
                  <a:pt x="43242" y="13349"/>
                </a:lnTo>
                <a:lnTo>
                  <a:pt x="42939" y="12649"/>
                </a:lnTo>
                <a:lnTo>
                  <a:pt x="42618" y="11969"/>
                </a:lnTo>
                <a:lnTo>
                  <a:pt x="42259" y="11307"/>
                </a:lnTo>
                <a:lnTo>
                  <a:pt x="41900" y="10645"/>
                </a:lnTo>
                <a:lnTo>
                  <a:pt x="35755" y="10966"/>
                </a:lnTo>
                <a:lnTo>
                  <a:pt x="35471" y="10626"/>
                </a:lnTo>
                <a:lnTo>
                  <a:pt x="35169" y="10286"/>
                </a:lnTo>
                <a:lnTo>
                  <a:pt x="34866" y="9945"/>
                </a:lnTo>
                <a:lnTo>
                  <a:pt x="34563" y="9643"/>
                </a:lnTo>
                <a:lnTo>
                  <a:pt x="34242" y="9322"/>
                </a:lnTo>
                <a:lnTo>
                  <a:pt x="33921" y="9019"/>
                </a:lnTo>
                <a:lnTo>
                  <a:pt x="33580" y="8735"/>
                </a:lnTo>
                <a:lnTo>
                  <a:pt x="33240" y="8433"/>
                </a:lnTo>
                <a:lnTo>
                  <a:pt x="33542" y="2307"/>
                </a:lnTo>
                <a:lnTo>
                  <a:pt x="32900" y="1929"/>
                </a:lnTo>
                <a:lnTo>
                  <a:pt x="32219" y="1588"/>
                </a:lnTo>
                <a:lnTo>
                  <a:pt x="31538" y="1267"/>
                </a:lnTo>
                <a:lnTo>
                  <a:pt x="30858" y="965"/>
                </a:lnTo>
                <a:lnTo>
                  <a:pt x="30158" y="700"/>
                </a:lnTo>
                <a:lnTo>
                  <a:pt x="29440" y="435"/>
                </a:lnTo>
                <a:lnTo>
                  <a:pt x="28721" y="208"/>
                </a:lnTo>
                <a:lnTo>
                  <a:pt x="28003" y="0"/>
                </a:lnTo>
                <a:lnTo>
                  <a:pt x="23881" y="4576"/>
                </a:lnTo>
                <a:lnTo>
                  <a:pt x="23446" y="4538"/>
                </a:lnTo>
                <a:lnTo>
                  <a:pt x="22992" y="4500"/>
                </a:lnTo>
                <a:lnTo>
                  <a:pt x="22557" y="4481"/>
                </a:lnTo>
                <a:lnTo>
                  <a:pt x="21650" y="4481"/>
                </a:lnTo>
                <a:lnTo>
                  <a:pt x="21215" y="4500"/>
                </a:lnTo>
                <a:lnTo>
                  <a:pt x="20761" y="4538"/>
                </a:lnTo>
                <a:lnTo>
                  <a:pt x="20307" y="4576"/>
                </a:lnTo>
                <a:lnTo>
                  <a:pt x="1618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" name="Google Shape;26;p2"/>
          <p:cNvGrpSpPr/>
          <p:nvPr/>
        </p:nvGrpSpPr>
        <p:grpSpPr>
          <a:xfrm>
            <a:off x="101580" y="2644565"/>
            <a:ext cx="611648" cy="365223"/>
            <a:chOff x="4504125" y="1762525"/>
            <a:chExt cx="985575" cy="588500"/>
          </a:xfrm>
        </p:grpSpPr>
        <p:sp>
          <p:nvSpPr>
            <p:cNvPr id="27" name="Google Shape;27;p2"/>
            <p:cNvSpPr/>
            <p:nvPr/>
          </p:nvSpPr>
          <p:spPr>
            <a:xfrm>
              <a:off x="4691775" y="2150600"/>
              <a:ext cx="87950" cy="105425"/>
            </a:xfrm>
            <a:custGeom>
              <a:avLst/>
              <a:gdLst/>
              <a:ahLst/>
              <a:cxnLst/>
              <a:rect l="l" t="t" r="r" b="b"/>
              <a:pathLst>
                <a:path w="3518" h="4217" extrusionOk="0">
                  <a:moveTo>
                    <a:pt x="1910" y="0"/>
                  </a:moveTo>
                  <a:lnTo>
                    <a:pt x="1" y="4216"/>
                  </a:lnTo>
                  <a:lnTo>
                    <a:pt x="3517" y="1607"/>
                  </a:lnTo>
                  <a:lnTo>
                    <a:pt x="3498" y="1569"/>
                  </a:lnTo>
                  <a:lnTo>
                    <a:pt x="191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504125" y="1762525"/>
              <a:ext cx="985575" cy="310100"/>
            </a:xfrm>
            <a:custGeom>
              <a:avLst/>
              <a:gdLst/>
              <a:ahLst/>
              <a:cxnLst/>
              <a:rect l="l" t="t" r="r" b="b"/>
              <a:pathLst>
                <a:path w="39423" h="12404" extrusionOk="0">
                  <a:moveTo>
                    <a:pt x="39422" y="0"/>
                  </a:moveTo>
                  <a:lnTo>
                    <a:pt x="0" y="4859"/>
                  </a:lnTo>
                  <a:lnTo>
                    <a:pt x="6372" y="12403"/>
                  </a:lnTo>
                  <a:lnTo>
                    <a:pt x="39422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EFEFE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663425" y="1762525"/>
              <a:ext cx="826275" cy="588500"/>
            </a:xfrm>
            <a:custGeom>
              <a:avLst/>
              <a:gdLst/>
              <a:ahLst/>
              <a:cxnLst/>
              <a:rect l="l" t="t" r="r" b="b"/>
              <a:pathLst>
                <a:path w="33051" h="235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4632" y="17092"/>
                  </a:lnTo>
                  <a:lnTo>
                    <a:pt x="10513" y="23540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663425" y="1762525"/>
              <a:ext cx="826275" cy="493500"/>
            </a:xfrm>
            <a:custGeom>
              <a:avLst/>
              <a:gdLst/>
              <a:ahLst/>
              <a:cxnLst/>
              <a:rect l="l" t="t" r="r" b="b"/>
              <a:pathLst>
                <a:path w="33051" h="197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31;p2"/>
          <p:cNvGrpSpPr/>
          <p:nvPr/>
        </p:nvGrpSpPr>
        <p:grpSpPr>
          <a:xfrm>
            <a:off x="768761" y="4227974"/>
            <a:ext cx="745923" cy="742920"/>
            <a:chOff x="778525" y="3588975"/>
            <a:chExt cx="1073425" cy="1068950"/>
          </a:xfrm>
        </p:grpSpPr>
        <p:sp>
          <p:nvSpPr>
            <p:cNvPr id="32" name="Google Shape;32;p2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" name="Google Shape;33;p2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34" name="Google Shape;34;p2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6" name="Google Shape;46;p2"/>
          <p:cNvGrpSpPr/>
          <p:nvPr/>
        </p:nvGrpSpPr>
        <p:grpSpPr>
          <a:xfrm flipH="1">
            <a:off x="7638642" y="4319869"/>
            <a:ext cx="611638" cy="609195"/>
            <a:chOff x="778525" y="3588975"/>
            <a:chExt cx="1073425" cy="1068950"/>
          </a:xfrm>
        </p:grpSpPr>
        <p:sp>
          <p:nvSpPr>
            <p:cNvPr id="47" name="Google Shape;47;p2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" name="Google Shape;48;p2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49" name="Google Shape;49;p2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 txBox="1">
            <a:spLocks noGrp="1"/>
          </p:cNvSpPr>
          <p:nvPr>
            <p:ph type="title"/>
          </p:nvPr>
        </p:nvSpPr>
        <p:spPr>
          <a:xfrm>
            <a:off x="742800" y="2425136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3" name="Google Shape;63;p3"/>
          <p:cNvSpPr txBox="1">
            <a:spLocks noGrp="1"/>
          </p:cNvSpPr>
          <p:nvPr>
            <p:ph type="title" idx="2" hasCustomPrompt="1"/>
          </p:nvPr>
        </p:nvSpPr>
        <p:spPr>
          <a:xfrm>
            <a:off x="2819400" y="1682089"/>
            <a:ext cx="914400" cy="410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4" name="Google Shape;64;p3"/>
          <p:cNvSpPr txBox="1">
            <a:spLocks noGrp="1"/>
          </p:cNvSpPr>
          <p:nvPr>
            <p:ph type="subTitle" idx="1"/>
          </p:nvPr>
        </p:nvSpPr>
        <p:spPr>
          <a:xfrm>
            <a:off x="1246800" y="3395546"/>
            <a:ext cx="40596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-959021" y="3704256"/>
            <a:ext cx="10829375" cy="2061125"/>
          </a:xfrm>
          <a:custGeom>
            <a:avLst/>
            <a:gdLst/>
            <a:ahLst/>
            <a:cxnLst/>
            <a:rect l="l" t="t" r="r" b="b"/>
            <a:pathLst>
              <a:path w="433175" h="82445" extrusionOk="0">
                <a:moveTo>
                  <a:pt x="414163" y="9817"/>
                </a:moveTo>
                <a:cubicBezTo>
                  <a:pt x="404475" y="-2205"/>
                  <a:pt x="386159" y="1826"/>
                  <a:pt x="373005" y="482"/>
                </a:cubicBezTo>
                <a:cubicBezTo>
                  <a:pt x="359851" y="-862"/>
                  <a:pt x="349313" y="977"/>
                  <a:pt x="335240" y="1755"/>
                </a:cubicBezTo>
                <a:cubicBezTo>
                  <a:pt x="321167" y="2533"/>
                  <a:pt x="303134" y="2320"/>
                  <a:pt x="288566" y="5149"/>
                </a:cubicBezTo>
                <a:cubicBezTo>
                  <a:pt x="273998" y="7978"/>
                  <a:pt x="260348" y="15828"/>
                  <a:pt x="247831" y="18727"/>
                </a:cubicBezTo>
                <a:cubicBezTo>
                  <a:pt x="235314" y="21627"/>
                  <a:pt x="225767" y="22192"/>
                  <a:pt x="213462" y="22546"/>
                </a:cubicBezTo>
                <a:cubicBezTo>
                  <a:pt x="201157" y="22900"/>
                  <a:pt x="187721" y="21486"/>
                  <a:pt x="174001" y="20849"/>
                </a:cubicBezTo>
                <a:cubicBezTo>
                  <a:pt x="160282" y="20213"/>
                  <a:pt x="148259" y="18656"/>
                  <a:pt x="131145" y="18727"/>
                </a:cubicBezTo>
                <a:cubicBezTo>
                  <a:pt x="114031" y="18798"/>
                  <a:pt x="88289" y="20778"/>
                  <a:pt x="71316" y="21273"/>
                </a:cubicBezTo>
                <a:cubicBezTo>
                  <a:pt x="54343" y="21768"/>
                  <a:pt x="36805" y="16818"/>
                  <a:pt x="29309" y="21698"/>
                </a:cubicBezTo>
                <a:cubicBezTo>
                  <a:pt x="21813" y="26578"/>
                  <a:pt x="26976" y="42489"/>
                  <a:pt x="26339" y="50551"/>
                </a:cubicBezTo>
                <a:cubicBezTo>
                  <a:pt x="25703" y="58613"/>
                  <a:pt x="-31863" y="64837"/>
                  <a:pt x="25490" y="70070"/>
                </a:cubicBezTo>
                <a:cubicBezTo>
                  <a:pt x="82843" y="75303"/>
                  <a:pt x="302851" y="81526"/>
                  <a:pt x="370459" y="81950"/>
                </a:cubicBezTo>
                <a:cubicBezTo>
                  <a:pt x="438067" y="82374"/>
                  <a:pt x="423852" y="84638"/>
                  <a:pt x="431136" y="72616"/>
                </a:cubicBezTo>
                <a:cubicBezTo>
                  <a:pt x="438420" y="60594"/>
                  <a:pt x="423852" y="21839"/>
                  <a:pt x="414163" y="981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</p:sp>
      <p:sp>
        <p:nvSpPr>
          <p:cNvPr id="66" name="Google Shape;66;p3"/>
          <p:cNvSpPr/>
          <p:nvPr/>
        </p:nvSpPr>
        <p:spPr>
          <a:xfrm rot="5400000">
            <a:off x="-961914" y="961889"/>
            <a:ext cx="3487039" cy="1563273"/>
          </a:xfrm>
          <a:custGeom>
            <a:avLst/>
            <a:gdLst/>
            <a:ahLst/>
            <a:cxnLst/>
            <a:rect l="l" t="t" r="r" b="b"/>
            <a:pathLst>
              <a:path w="70545" h="31626" extrusionOk="0">
                <a:moveTo>
                  <a:pt x="10365" y="1"/>
                </a:moveTo>
                <a:lnTo>
                  <a:pt x="9853" y="20"/>
                </a:lnTo>
                <a:lnTo>
                  <a:pt x="9360" y="39"/>
                </a:lnTo>
                <a:lnTo>
                  <a:pt x="8868" y="76"/>
                </a:lnTo>
                <a:lnTo>
                  <a:pt x="8375" y="152"/>
                </a:lnTo>
                <a:lnTo>
                  <a:pt x="7882" y="209"/>
                </a:lnTo>
                <a:lnTo>
                  <a:pt x="7390" y="304"/>
                </a:lnTo>
                <a:lnTo>
                  <a:pt x="6916" y="399"/>
                </a:lnTo>
                <a:lnTo>
                  <a:pt x="6423" y="512"/>
                </a:lnTo>
                <a:lnTo>
                  <a:pt x="5950" y="645"/>
                </a:lnTo>
                <a:lnTo>
                  <a:pt x="5457" y="778"/>
                </a:lnTo>
                <a:lnTo>
                  <a:pt x="4983" y="929"/>
                </a:lnTo>
                <a:lnTo>
                  <a:pt x="4510" y="1100"/>
                </a:lnTo>
                <a:lnTo>
                  <a:pt x="4055" y="1270"/>
                </a:lnTo>
                <a:lnTo>
                  <a:pt x="3581" y="1441"/>
                </a:lnTo>
                <a:lnTo>
                  <a:pt x="2653" y="1858"/>
                </a:lnTo>
                <a:lnTo>
                  <a:pt x="1762" y="2293"/>
                </a:lnTo>
                <a:lnTo>
                  <a:pt x="872" y="2767"/>
                </a:lnTo>
                <a:lnTo>
                  <a:pt x="0" y="3279"/>
                </a:lnTo>
                <a:lnTo>
                  <a:pt x="0" y="31625"/>
                </a:lnTo>
                <a:lnTo>
                  <a:pt x="70545" y="31625"/>
                </a:lnTo>
                <a:lnTo>
                  <a:pt x="70488" y="31247"/>
                </a:lnTo>
                <a:lnTo>
                  <a:pt x="70412" y="30849"/>
                </a:lnTo>
                <a:lnTo>
                  <a:pt x="70317" y="30470"/>
                </a:lnTo>
                <a:lnTo>
                  <a:pt x="70222" y="30091"/>
                </a:lnTo>
                <a:lnTo>
                  <a:pt x="70090" y="29712"/>
                </a:lnTo>
                <a:lnTo>
                  <a:pt x="69976" y="29333"/>
                </a:lnTo>
                <a:lnTo>
                  <a:pt x="69825" y="28973"/>
                </a:lnTo>
                <a:lnTo>
                  <a:pt x="69673" y="28613"/>
                </a:lnTo>
                <a:lnTo>
                  <a:pt x="69483" y="28196"/>
                </a:lnTo>
                <a:lnTo>
                  <a:pt x="69275" y="27798"/>
                </a:lnTo>
                <a:lnTo>
                  <a:pt x="69048" y="27381"/>
                </a:lnTo>
                <a:lnTo>
                  <a:pt x="68801" y="27002"/>
                </a:lnTo>
                <a:lnTo>
                  <a:pt x="68536" y="26604"/>
                </a:lnTo>
                <a:lnTo>
                  <a:pt x="68252" y="26225"/>
                </a:lnTo>
                <a:lnTo>
                  <a:pt x="67968" y="25865"/>
                </a:lnTo>
                <a:lnTo>
                  <a:pt x="67664" y="25505"/>
                </a:lnTo>
                <a:lnTo>
                  <a:pt x="67323" y="25164"/>
                </a:lnTo>
                <a:lnTo>
                  <a:pt x="67001" y="24823"/>
                </a:lnTo>
                <a:lnTo>
                  <a:pt x="66641" y="24501"/>
                </a:lnTo>
                <a:lnTo>
                  <a:pt x="66281" y="24217"/>
                </a:lnTo>
                <a:lnTo>
                  <a:pt x="65902" y="23932"/>
                </a:lnTo>
                <a:lnTo>
                  <a:pt x="65523" y="23667"/>
                </a:lnTo>
                <a:lnTo>
                  <a:pt x="65125" y="23421"/>
                </a:lnTo>
                <a:lnTo>
                  <a:pt x="64727" y="23193"/>
                </a:lnTo>
                <a:lnTo>
                  <a:pt x="64311" y="22985"/>
                </a:lnTo>
                <a:lnTo>
                  <a:pt x="63894" y="22796"/>
                </a:lnTo>
                <a:lnTo>
                  <a:pt x="63458" y="22644"/>
                </a:lnTo>
                <a:lnTo>
                  <a:pt x="63022" y="22511"/>
                </a:lnTo>
                <a:lnTo>
                  <a:pt x="62586" y="22417"/>
                </a:lnTo>
                <a:lnTo>
                  <a:pt x="62131" y="22341"/>
                </a:lnTo>
                <a:lnTo>
                  <a:pt x="61677" y="22284"/>
                </a:lnTo>
                <a:lnTo>
                  <a:pt x="61222" y="22265"/>
                </a:lnTo>
                <a:lnTo>
                  <a:pt x="60767" y="22284"/>
                </a:lnTo>
                <a:lnTo>
                  <a:pt x="60312" y="22322"/>
                </a:lnTo>
                <a:lnTo>
                  <a:pt x="59839" y="22398"/>
                </a:lnTo>
                <a:lnTo>
                  <a:pt x="59384" y="22511"/>
                </a:lnTo>
                <a:lnTo>
                  <a:pt x="58910" y="22663"/>
                </a:lnTo>
                <a:lnTo>
                  <a:pt x="58456" y="22833"/>
                </a:lnTo>
                <a:lnTo>
                  <a:pt x="57982" y="23061"/>
                </a:lnTo>
                <a:lnTo>
                  <a:pt x="57527" y="23326"/>
                </a:lnTo>
                <a:lnTo>
                  <a:pt x="57432" y="22663"/>
                </a:lnTo>
                <a:lnTo>
                  <a:pt x="57319" y="22038"/>
                </a:lnTo>
                <a:lnTo>
                  <a:pt x="57186" y="21412"/>
                </a:lnTo>
                <a:lnTo>
                  <a:pt x="57015" y="20806"/>
                </a:lnTo>
                <a:lnTo>
                  <a:pt x="56826" y="20219"/>
                </a:lnTo>
                <a:lnTo>
                  <a:pt x="56599" y="19669"/>
                </a:lnTo>
                <a:lnTo>
                  <a:pt x="56352" y="19120"/>
                </a:lnTo>
                <a:lnTo>
                  <a:pt x="56068" y="18589"/>
                </a:lnTo>
                <a:lnTo>
                  <a:pt x="55746" y="18077"/>
                </a:lnTo>
                <a:lnTo>
                  <a:pt x="55405" y="17585"/>
                </a:lnTo>
                <a:lnTo>
                  <a:pt x="55045" y="17111"/>
                </a:lnTo>
                <a:lnTo>
                  <a:pt x="54647" y="16656"/>
                </a:lnTo>
                <a:lnTo>
                  <a:pt x="54211" y="16220"/>
                </a:lnTo>
                <a:lnTo>
                  <a:pt x="53756" y="15804"/>
                </a:lnTo>
                <a:lnTo>
                  <a:pt x="53264" y="15406"/>
                </a:lnTo>
                <a:lnTo>
                  <a:pt x="52752" y="15046"/>
                </a:lnTo>
                <a:lnTo>
                  <a:pt x="52089" y="14553"/>
                </a:lnTo>
                <a:lnTo>
                  <a:pt x="51407" y="14098"/>
                </a:lnTo>
                <a:lnTo>
                  <a:pt x="50706" y="13662"/>
                </a:lnTo>
                <a:lnTo>
                  <a:pt x="50005" y="13265"/>
                </a:lnTo>
                <a:lnTo>
                  <a:pt x="49285" y="12905"/>
                </a:lnTo>
                <a:lnTo>
                  <a:pt x="48546" y="12544"/>
                </a:lnTo>
                <a:lnTo>
                  <a:pt x="47807" y="12222"/>
                </a:lnTo>
                <a:lnTo>
                  <a:pt x="47049" y="11938"/>
                </a:lnTo>
                <a:lnTo>
                  <a:pt x="46291" y="11673"/>
                </a:lnTo>
                <a:lnTo>
                  <a:pt x="45533" y="11445"/>
                </a:lnTo>
                <a:lnTo>
                  <a:pt x="44756" y="11237"/>
                </a:lnTo>
                <a:lnTo>
                  <a:pt x="43979" y="11067"/>
                </a:lnTo>
                <a:lnTo>
                  <a:pt x="43202" y="10915"/>
                </a:lnTo>
                <a:lnTo>
                  <a:pt x="42406" y="10782"/>
                </a:lnTo>
                <a:lnTo>
                  <a:pt x="41629" y="10688"/>
                </a:lnTo>
                <a:lnTo>
                  <a:pt x="40834" y="10631"/>
                </a:lnTo>
                <a:lnTo>
                  <a:pt x="40057" y="10593"/>
                </a:lnTo>
                <a:lnTo>
                  <a:pt x="39261" y="10593"/>
                </a:lnTo>
                <a:lnTo>
                  <a:pt x="38465" y="10612"/>
                </a:lnTo>
                <a:lnTo>
                  <a:pt x="37688" y="10669"/>
                </a:lnTo>
                <a:lnTo>
                  <a:pt x="36911" y="10744"/>
                </a:lnTo>
                <a:lnTo>
                  <a:pt x="36134" y="10858"/>
                </a:lnTo>
                <a:lnTo>
                  <a:pt x="35358" y="10991"/>
                </a:lnTo>
                <a:lnTo>
                  <a:pt x="34581" y="11161"/>
                </a:lnTo>
                <a:lnTo>
                  <a:pt x="33823" y="11370"/>
                </a:lnTo>
                <a:lnTo>
                  <a:pt x="33084" y="11597"/>
                </a:lnTo>
                <a:lnTo>
                  <a:pt x="32345" y="11862"/>
                </a:lnTo>
                <a:lnTo>
                  <a:pt x="31606" y="12147"/>
                </a:lnTo>
                <a:lnTo>
                  <a:pt x="30886" y="12469"/>
                </a:lnTo>
                <a:lnTo>
                  <a:pt x="30166" y="12829"/>
                </a:lnTo>
                <a:lnTo>
                  <a:pt x="29465" y="13208"/>
                </a:lnTo>
                <a:lnTo>
                  <a:pt x="28782" y="13625"/>
                </a:lnTo>
                <a:lnTo>
                  <a:pt x="28574" y="13037"/>
                </a:lnTo>
                <a:lnTo>
                  <a:pt x="28366" y="12450"/>
                </a:lnTo>
                <a:lnTo>
                  <a:pt x="28119" y="11881"/>
                </a:lnTo>
                <a:lnTo>
                  <a:pt x="27873" y="11332"/>
                </a:lnTo>
                <a:lnTo>
                  <a:pt x="27589" y="10782"/>
                </a:lnTo>
                <a:lnTo>
                  <a:pt x="27305" y="10252"/>
                </a:lnTo>
                <a:lnTo>
                  <a:pt x="27001" y="9721"/>
                </a:lnTo>
                <a:lnTo>
                  <a:pt x="26698" y="9210"/>
                </a:lnTo>
                <a:lnTo>
                  <a:pt x="26357" y="8717"/>
                </a:lnTo>
                <a:lnTo>
                  <a:pt x="26016" y="8224"/>
                </a:lnTo>
                <a:lnTo>
                  <a:pt x="25656" y="7751"/>
                </a:lnTo>
                <a:lnTo>
                  <a:pt x="25296" y="7277"/>
                </a:lnTo>
                <a:lnTo>
                  <a:pt x="24898" y="6822"/>
                </a:lnTo>
                <a:lnTo>
                  <a:pt x="24500" y="6386"/>
                </a:lnTo>
                <a:lnTo>
                  <a:pt x="24102" y="5950"/>
                </a:lnTo>
                <a:lnTo>
                  <a:pt x="23666" y="5534"/>
                </a:lnTo>
                <a:lnTo>
                  <a:pt x="23231" y="5136"/>
                </a:lnTo>
                <a:lnTo>
                  <a:pt x="22795" y="4757"/>
                </a:lnTo>
                <a:lnTo>
                  <a:pt x="22340" y="4378"/>
                </a:lnTo>
                <a:lnTo>
                  <a:pt x="21866" y="4018"/>
                </a:lnTo>
                <a:lnTo>
                  <a:pt x="21374" y="3658"/>
                </a:lnTo>
                <a:lnTo>
                  <a:pt x="20881" y="3317"/>
                </a:lnTo>
                <a:lnTo>
                  <a:pt x="20369" y="2995"/>
                </a:lnTo>
                <a:lnTo>
                  <a:pt x="19858" y="2691"/>
                </a:lnTo>
                <a:lnTo>
                  <a:pt x="19346" y="2407"/>
                </a:lnTo>
                <a:lnTo>
                  <a:pt x="18797" y="2123"/>
                </a:lnTo>
                <a:lnTo>
                  <a:pt x="18247" y="1858"/>
                </a:lnTo>
                <a:lnTo>
                  <a:pt x="17698" y="1611"/>
                </a:lnTo>
                <a:lnTo>
                  <a:pt x="17129" y="1365"/>
                </a:lnTo>
                <a:lnTo>
                  <a:pt x="16561" y="1157"/>
                </a:lnTo>
                <a:lnTo>
                  <a:pt x="15973" y="948"/>
                </a:lnTo>
                <a:lnTo>
                  <a:pt x="15386" y="759"/>
                </a:lnTo>
                <a:lnTo>
                  <a:pt x="14893" y="607"/>
                </a:lnTo>
                <a:lnTo>
                  <a:pt x="14382" y="474"/>
                </a:lnTo>
                <a:lnTo>
                  <a:pt x="13870" y="342"/>
                </a:lnTo>
                <a:lnTo>
                  <a:pt x="13378" y="247"/>
                </a:lnTo>
                <a:lnTo>
                  <a:pt x="12866" y="171"/>
                </a:lnTo>
                <a:lnTo>
                  <a:pt x="12354" y="95"/>
                </a:lnTo>
                <a:lnTo>
                  <a:pt x="11862" y="58"/>
                </a:lnTo>
                <a:lnTo>
                  <a:pt x="11350" y="20"/>
                </a:lnTo>
                <a:lnTo>
                  <a:pt x="10857" y="1"/>
                </a:lnTo>
                <a:close/>
              </a:path>
            </a:pathLst>
          </a:custGeom>
          <a:solidFill>
            <a:srgbClr val="FFFFFF">
              <a:alpha val="3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"/>
          <p:cNvSpPr/>
          <p:nvPr/>
        </p:nvSpPr>
        <p:spPr>
          <a:xfrm rot="-5400000" flipH="1">
            <a:off x="7718000" y="547385"/>
            <a:ext cx="1984431" cy="889639"/>
          </a:xfrm>
          <a:custGeom>
            <a:avLst/>
            <a:gdLst/>
            <a:ahLst/>
            <a:cxnLst/>
            <a:rect l="l" t="t" r="r" b="b"/>
            <a:pathLst>
              <a:path w="70545" h="31626" extrusionOk="0">
                <a:moveTo>
                  <a:pt x="10365" y="1"/>
                </a:moveTo>
                <a:lnTo>
                  <a:pt x="9853" y="20"/>
                </a:lnTo>
                <a:lnTo>
                  <a:pt x="9360" y="39"/>
                </a:lnTo>
                <a:lnTo>
                  <a:pt x="8868" y="76"/>
                </a:lnTo>
                <a:lnTo>
                  <a:pt x="8375" y="152"/>
                </a:lnTo>
                <a:lnTo>
                  <a:pt x="7882" y="209"/>
                </a:lnTo>
                <a:lnTo>
                  <a:pt x="7390" y="304"/>
                </a:lnTo>
                <a:lnTo>
                  <a:pt x="6916" y="399"/>
                </a:lnTo>
                <a:lnTo>
                  <a:pt x="6423" y="512"/>
                </a:lnTo>
                <a:lnTo>
                  <a:pt x="5950" y="645"/>
                </a:lnTo>
                <a:lnTo>
                  <a:pt x="5457" y="778"/>
                </a:lnTo>
                <a:lnTo>
                  <a:pt x="4983" y="929"/>
                </a:lnTo>
                <a:lnTo>
                  <a:pt x="4510" y="1100"/>
                </a:lnTo>
                <a:lnTo>
                  <a:pt x="4055" y="1270"/>
                </a:lnTo>
                <a:lnTo>
                  <a:pt x="3581" y="1441"/>
                </a:lnTo>
                <a:lnTo>
                  <a:pt x="2653" y="1858"/>
                </a:lnTo>
                <a:lnTo>
                  <a:pt x="1762" y="2293"/>
                </a:lnTo>
                <a:lnTo>
                  <a:pt x="872" y="2767"/>
                </a:lnTo>
                <a:lnTo>
                  <a:pt x="0" y="3279"/>
                </a:lnTo>
                <a:lnTo>
                  <a:pt x="0" y="31625"/>
                </a:lnTo>
                <a:lnTo>
                  <a:pt x="70545" y="31625"/>
                </a:lnTo>
                <a:lnTo>
                  <a:pt x="70488" y="31247"/>
                </a:lnTo>
                <a:lnTo>
                  <a:pt x="70412" y="30849"/>
                </a:lnTo>
                <a:lnTo>
                  <a:pt x="70317" y="30470"/>
                </a:lnTo>
                <a:lnTo>
                  <a:pt x="70222" y="30091"/>
                </a:lnTo>
                <a:lnTo>
                  <a:pt x="70090" y="29712"/>
                </a:lnTo>
                <a:lnTo>
                  <a:pt x="69976" y="29333"/>
                </a:lnTo>
                <a:lnTo>
                  <a:pt x="69825" y="28973"/>
                </a:lnTo>
                <a:lnTo>
                  <a:pt x="69673" y="28613"/>
                </a:lnTo>
                <a:lnTo>
                  <a:pt x="69483" y="28196"/>
                </a:lnTo>
                <a:lnTo>
                  <a:pt x="69275" y="27798"/>
                </a:lnTo>
                <a:lnTo>
                  <a:pt x="69048" y="27381"/>
                </a:lnTo>
                <a:lnTo>
                  <a:pt x="68801" y="27002"/>
                </a:lnTo>
                <a:lnTo>
                  <a:pt x="68536" y="26604"/>
                </a:lnTo>
                <a:lnTo>
                  <a:pt x="68252" y="26225"/>
                </a:lnTo>
                <a:lnTo>
                  <a:pt x="67968" y="25865"/>
                </a:lnTo>
                <a:lnTo>
                  <a:pt x="67664" y="25505"/>
                </a:lnTo>
                <a:lnTo>
                  <a:pt x="67323" y="25164"/>
                </a:lnTo>
                <a:lnTo>
                  <a:pt x="67001" y="24823"/>
                </a:lnTo>
                <a:lnTo>
                  <a:pt x="66641" y="24501"/>
                </a:lnTo>
                <a:lnTo>
                  <a:pt x="66281" y="24217"/>
                </a:lnTo>
                <a:lnTo>
                  <a:pt x="65902" y="23932"/>
                </a:lnTo>
                <a:lnTo>
                  <a:pt x="65523" y="23667"/>
                </a:lnTo>
                <a:lnTo>
                  <a:pt x="65125" y="23421"/>
                </a:lnTo>
                <a:lnTo>
                  <a:pt x="64727" y="23193"/>
                </a:lnTo>
                <a:lnTo>
                  <a:pt x="64311" y="22985"/>
                </a:lnTo>
                <a:lnTo>
                  <a:pt x="63894" y="22796"/>
                </a:lnTo>
                <a:lnTo>
                  <a:pt x="63458" y="22644"/>
                </a:lnTo>
                <a:lnTo>
                  <a:pt x="63022" y="22511"/>
                </a:lnTo>
                <a:lnTo>
                  <a:pt x="62586" y="22417"/>
                </a:lnTo>
                <a:lnTo>
                  <a:pt x="62131" y="22341"/>
                </a:lnTo>
                <a:lnTo>
                  <a:pt x="61677" y="22284"/>
                </a:lnTo>
                <a:lnTo>
                  <a:pt x="61222" y="22265"/>
                </a:lnTo>
                <a:lnTo>
                  <a:pt x="60767" y="22284"/>
                </a:lnTo>
                <a:lnTo>
                  <a:pt x="60312" y="22322"/>
                </a:lnTo>
                <a:lnTo>
                  <a:pt x="59839" y="22398"/>
                </a:lnTo>
                <a:lnTo>
                  <a:pt x="59384" y="22511"/>
                </a:lnTo>
                <a:lnTo>
                  <a:pt x="58910" y="22663"/>
                </a:lnTo>
                <a:lnTo>
                  <a:pt x="58456" y="22833"/>
                </a:lnTo>
                <a:lnTo>
                  <a:pt x="57982" y="23061"/>
                </a:lnTo>
                <a:lnTo>
                  <a:pt x="57527" y="23326"/>
                </a:lnTo>
                <a:lnTo>
                  <a:pt x="57432" y="22663"/>
                </a:lnTo>
                <a:lnTo>
                  <a:pt x="57319" y="22038"/>
                </a:lnTo>
                <a:lnTo>
                  <a:pt x="57186" y="21412"/>
                </a:lnTo>
                <a:lnTo>
                  <a:pt x="57015" y="20806"/>
                </a:lnTo>
                <a:lnTo>
                  <a:pt x="56826" y="20219"/>
                </a:lnTo>
                <a:lnTo>
                  <a:pt x="56599" y="19669"/>
                </a:lnTo>
                <a:lnTo>
                  <a:pt x="56352" y="19120"/>
                </a:lnTo>
                <a:lnTo>
                  <a:pt x="56068" y="18589"/>
                </a:lnTo>
                <a:lnTo>
                  <a:pt x="55746" y="18077"/>
                </a:lnTo>
                <a:lnTo>
                  <a:pt x="55405" y="17585"/>
                </a:lnTo>
                <a:lnTo>
                  <a:pt x="55045" y="17111"/>
                </a:lnTo>
                <a:lnTo>
                  <a:pt x="54647" y="16656"/>
                </a:lnTo>
                <a:lnTo>
                  <a:pt x="54211" y="16220"/>
                </a:lnTo>
                <a:lnTo>
                  <a:pt x="53756" y="15804"/>
                </a:lnTo>
                <a:lnTo>
                  <a:pt x="53264" y="15406"/>
                </a:lnTo>
                <a:lnTo>
                  <a:pt x="52752" y="15046"/>
                </a:lnTo>
                <a:lnTo>
                  <a:pt x="52089" y="14553"/>
                </a:lnTo>
                <a:lnTo>
                  <a:pt x="51407" y="14098"/>
                </a:lnTo>
                <a:lnTo>
                  <a:pt x="50706" y="13662"/>
                </a:lnTo>
                <a:lnTo>
                  <a:pt x="50005" y="13265"/>
                </a:lnTo>
                <a:lnTo>
                  <a:pt x="49285" y="12905"/>
                </a:lnTo>
                <a:lnTo>
                  <a:pt x="48546" y="12544"/>
                </a:lnTo>
                <a:lnTo>
                  <a:pt x="47807" y="12222"/>
                </a:lnTo>
                <a:lnTo>
                  <a:pt x="47049" y="11938"/>
                </a:lnTo>
                <a:lnTo>
                  <a:pt x="46291" y="11673"/>
                </a:lnTo>
                <a:lnTo>
                  <a:pt x="45533" y="11445"/>
                </a:lnTo>
                <a:lnTo>
                  <a:pt x="44756" y="11237"/>
                </a:lnTo>
                <a:lnTo>
                  <a:pt x="43979" y="11067"/>
                </a:lnTo>
                <a:lnTo>
                  <a:pt x="43202" y="10915"/>
                </a:lnTo>
                <a:lnTo>
                  <a:pt x="42406" y="10782"/>
                </a:lnTo>
                <a:lnTo>
                  <a:pt x="41629" y="10688"/>
                </a:lnTo>
                <a:lnTo>
                  <a:pt x="40834" y="10631"/>
                </a:lnTo>
                <a:lnTo>
                  <a:pt x="40057" y="10593"/>
                </a:lnTo>
                <a:lnTo>
                  <a:pt x="39261" y="10593"/>
                </a:lnTo>
                <a:lnTo>
                  <a:pt x="38465" y="10612"/>
                </a:lnTo>
                <a:lnTo>
                  <a:pt x="37688" y="10669"/>
                </a:lnTo>
                <a:lnTo>
                  <a:pt x="36911" y="10744"/>
                </a:lnTo>
                <a:lnTo>
                  <a:pt x="36134" y="10858"/>
                </a:lnTo>
                <a:lnTo>
                  <a:pt x="35358" y="10991"/>
                </a:lnTo>
                <a:lnTo>
                  <a:pt x="34581" y="11161"/>
                </a:lnTo>
                <a:lnTo>
                  <a:pt x="33823" y="11370"/>
                </a:lnTo>
                <a:lnTo>
                  <a:pt x="33084" y="11597"/>
                </a:lnTo>
                <a:lnTo>
                  <a:pt x="32345" y="11862"/>
                </a:lnTo>
                <a:lnTo>
                  <a:pt x="31606" y="12147"/>
                </a:lnTo>
                <a:lnTo>
                  <a:pt x="30886" y="12469"/>
                </a:lnTo>
                <a:lnTo>
                  <a:pt x="30166" y="12829"/>
                </a:lnTo>
                <a:lnTo>
                  <a:pt x="29465" y="13208"/>
                </a:lnTo>
                <a:lnTo>
                  <a:pt x="28782" y="13625"/>
                </a:lnTo>
                <a:lnTo>
                  <a:pt x="28574" y="13037"/>
                </a:lnTo>
                <a:lnTo>
                  <a:pt x="28366" y="12450"/>
                </a:lnTo>
                <a:lnTo>
                  <a:pt x="28119" y="11881"/>
                </a:lnTo>
                <a:lnTo>
                  <a:pt x="27873" y="11332"/>
                </a:lnTo>
                <a:lnTo>
                  <a:pt x="27589" y="10782"/>
                </a:lnTo>
                <a:lnTo>
                  <a:pt x="27305" y="10252"/>
                </a:lnTo>
                <a:lnTo>
                  <a:pt x="27001" y="9721"/>
                </a:lnTo>
                <a:lnTo>
                  <a:pt x="26698" y="9210"/>
                </a:lnTo>
                <a:lnTo>
                  <a:pt x="26357" y="8717"/>
                </a:lnTo>
                <a:lnTo>
                  <a:pt x="26016" y="8224"/>
                </a:lnTo>
                <a:lnTo>
                  <a:pt x="25656" y="7751"/>
                </a:lnTo>
                <a:lnTo>
                  <a:pt x="25296" y="7277"/>
                </a:lnTo>
                <a:lnTo>
                  <a:pt x="24898" y="6822"/>
                </a:lnTo>
                <a:lnTo>
                  <a:pt x="24500" y="6386"/>
                </a:lnTo>
                <a:lnTo>
                  <a:pt x="24102" y="5950"/>
                </a:lnTo>
                <a:lnTo>
                  <a:pt x="23666" y="5534"/>
                </a:lnTo>
                <a:lnTo>
                  <a:pt x="23231" y="5136"/>
                </a:lnTo>
                <a:lnTo>
                  <a:pt x="22795" y="4757"/>
                </a:lnTo>
                <a:lnTo>
                  <a:pt x="22340" y="4378"/>
                </a:lnTo>
                <a:lnTo>
                  <a:pt x="21866" y="4018"/>
                </a:lnTo>
                <a:lnTo>
                  <a:pt x="21374" y="3658"/>
                </a:lnTo>
                <a:lnTo>
                  <a:pt x="20881" y="3317"/>
                </a:lnTo>
                <a:lnTo>
                  <a:pt x="20369" y="2995"/>
                </a:lnTo>
                <a:lnTo>
                  <a:pt x="19858" y="2691"/>
                </a:lnTo>
                <a:lnTo>
                  <a:pt x="19346" y="2407"/>
                </a:lnTo>
                <a:lnTo>
                  <a:pt x="18797" y="2123"/>
                </a:lnTo>
                <a:lnTo>
                  <a:pt x="18247" y="1858"/>
                </a:lnTo>
                <a:lnTo>
                  <a:pt x="17698" y="1611"/>
                </a:lnTo>
                <a:lnTo>
                  <a:pt x="17129" y="1365"/>
                </a:lnTo>
                <a:lnTo>
                  <a:pt x="16561" y="1157"/>
                </a:lnTo>
                <a:lnTo>
                  <a:pt x="15973" y="948"/>
                </a:lnTo>
                <a:lnTo>
                  <a:pt x="15386" y="759"/>
                </a:lnTo>
                <a:lnTo>
                  <a:pt x="14893" y="607"/>
                </a:lnTo>
                <a:lnTo>
                  <a:pt x="14382" y="474"/>
                </a:lnTo>
                <a:lnTo>
                  <a:pt x="13870" y="342"/>
                </a:lnTo>
                <a:lnTo>
                  <a:pt x="13378" y="247"/>
                </a:lnTo>
                <a:lnTo>
                  <a:pt x="12866" y="171"/>
                </a:lnTo>
                <a:lnTo>
                  <a:pt x="12354" y="95"/>
                </a:lnTo>
                <a:lnTo>
                  <a:pt x="11862" y="58"/>
                </a:lnTo>
                <a:lnTo>
                  <a:pt x="11350" y="20"/>
                </a:lnTo>
                <a:lnTo>
                  <a:pt x="10857" y="1"/>
                </a:lnTo>
                <a:close/>
              </a:path>
            </a:pathLst>
          </a:custGeom>
          <a:solidFill>
            <a:srgbClr val="FFFFFF">
              <a:alpha val="3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1801625" y="596287"/>
            <a:ext cx="611597" cy="279296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2819400" y="127381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7169225" y="316975"/>
            <a:ext cx="611597" cy="279296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220450" y="763856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5760813" y="221918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8685550" y="2026206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0"/>
          <p:cNvSpPr txBox="1">
            <a:spLocks noGrp="1"/>
          </p:cNvSpPr>
          <p:nvPr>
            <p:ph type="title"/>
          </p:nvPr>
        </p:nvSpPr>
        <p:spPr>
          <a:xfrm>
            <a:off x="2338800" y="3645725"/>
            <a:ext cx="4466400" cy="95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10"/>
          <p:cNvSpPr/>
          <p:nvPr/>
        </p:nvSpPr>
        <p:spPr>
          <a:xfrm>
            <a:off x="8649483" y="1998825"/>
            <a:ext cx="234273" cy="234304"/>
          </a:xfrm>
          <a:custGeom>
            <a:avLst/>
            <a:gdLst/>
            <a:ahLst/>
            <a:cxnLst/>
            <a:rect l="l" t="t" r="r" b="b"/>
            <a:pathLst>
              <a:path w="12648" h="12648" extrusionOk="0">
                <a:moveTo>
                  <a:pt x="6315" y="0"/>
                </a:moveTo>
                <a:lnTo>
                  <a:pt x="4834" y="4834"/>
                </a:lnTo>
                <a:lnTo>
                  <a:pt x="0" y="6333"/>
                </a:lnTo>
                <a:lnTo>
                  <a:pt x="4834" y="7813"/>
                </a:lnTo>
                <a:lnTo>
                  <a:pt x="6315" y="12647"/>
                </a:lnTo>
                <a:lnTo>
                  <a:pt x="7814" y="7813"/>
                </a:lnTo>
                <a:lnTo>
                  <a:pt x="12648" y="6333"/>
                </a:lnTo>
                <a:lnTo>
                  <a:pt x="7814" y="4834"/>
                </a:lnTo>
                <a:lnTo>
                  <a:pt x="631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5475675" y="149056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0"/>
          <p:cNvSpPr/>
          <p:nvPr/>
        </p:nvSpPr>
        <p:spPr>
          <a:xfrm>
            <a:off x="324425" y="240081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5"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18"/>
          <p:cNvSpPr txBox="1">
            <a:spLocks noGrp="1"/>
          </p:cNvSpPr>
          <p:nvPr>
            <p:ph type="title"/>
          </p:nvPr>
        </p:nvSpPr>
        <p:spPr>
          <a:xfrm>
            <a:off x="722376" y="539496"/>
            <a:ext cx="77085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05" name="Google Shape;905;p18"/>
          <p:cNvSpPr txBox="1">
            <a:spLocks noGrp="1"/>
          </p:cNvSpPr>
          <p:nvPr>
            <p:ph type="subTitle" idx="1"/>
          </p:nvPr>
        </p:nvSpPr>
        <p:spPr>
          <a:xfrm>
            <a:off x="5459850" y="2822613"/>
            <a:ext cx="2948700" cy="10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06" name="Google Shape;906;p18"/>
          <p:cNvSpPr/>
          <p:nvPr/>
        </p:nvSpPr>
        <p:spPr>
          <a:xfrm>
            <a:off x="-584728" y="3688888"/>
            <a:ext cx="10255775" cy="2109650"/>
          </a:xfrm>
          <a:custGeom>
            <a:avLst/>
            <a:gdLst/>
            <a:ahLst/>
            <a:cxnLst/>
            <a:rect l="l" t="t" r="r" b="b"/>
            <a:pathLst>
              <a:path w="410231" h="84386" extrusionOk="0">
                <a:moveTo>
                  <a:pt x="9669" y="13826"/>
                </a:moveTo>
                <a:cubicBezTo>
                  <a:pt x="24662" y="11209"/>
                  <a:pt x="75226" y="1238"/>
                  <a:pt x="103443" y="248"/>
                </a:cubicBezTo>
                <a:cubicBezTo>
                  <a:pt x="131660" y="-742"/>
                  <a:pt x="154219" y="4774"/>
                  <a:pt x="178971" y="7886"/>
                </a:cubicBezTo>
                <a:cubicBezTo>
                  <a:pt x="203723" y="10998"/>
                  <a:pt x="224515" y="16797"/>
                  <a:pt x="251954" y="18918"/>
                </a:cubicBezTo>
                <a:cubicBezTo>
                  <a:pt x="279393" y="21040"/>
                  <a:pt x="317864" y="20403"/>
                  <a:pt x="343606" y="20615"/>
                </a:cubicBezTo>
                <a:cubicBezTo>
                  <a:pt x="369348" y="20827"/>
                  <a:pt x="396645" y="13826"/>
                  <a:pt x="406404" y="20191"/>
                </a:cubicBezTo>
                <a:cubicBezTo>
                  <a:pt x="416163" y="26556"/>
                  <a:pt x="404070" y="50813"/>
                  <a:pt x="402161" y="58804"/>
                </a:cubicBezTo>
                <a:cubicBezTo>
                  <a:pt x="400252" y="66795"/>
                  <a:pt x="410223" y="65381"/>
                  <a:pt x="394948" y="68139"/>
                </a:cubicBezTo>
                <a:cubicBezTo>
                  <a:pt x="379673" y="70897"/>
                  <a:pt x="363266" y="72665"/>
                  <a:pt x="310509" y="75352"/>
                </a:cubicBezTo>
                <a:cubicBezTo>
                  <a:pt x="257753" y="78039"/>
                  <a:pt x="129610" y="84334"/>
                  <a:pt x="78409" y="84263"/>
                </a:cubicBezTo>
                <a:cubicBezTo>
                  <a:pt x="27208" y="84192"/>
                  <a:pt x="14125" y="86314"/>
                  <a:pt x="3305" y="74928"/>
                </a:cubicBezTo>
                <a:cubicBezTo>
                  <a:pt x="-7515" y="63542"/>
                  <a:pt x="12427" y="26132"/>
                  <a:pt x="13488" y="15948"/>
                </a:cubicBezTo>
                <a:cubicBezTo>
                  <a:pt x="14549" y="5764"/>
                  <a:pt x="-5323" y="16443"/>
                  <a:pt x="9669" y="1382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</p:sp>
      <p:sp>
        <p:nvSpPr>
          <p:cNvPr id="907" name="Google Shape;907;p18"/>
          <p:cNvSpPr/>
          <p:nvPr/>
        </p:nvSpPr>
        <p:spPr>
          <a:xfrm rot="5400000">
            <a:off x="-730780" y="720908"/>
            <a:ext cx="2613163" cy="1171348"/>
          </a:xfrm>
          <a:custGeom>
            <a:avLst/>
            <a:gdLst/>
            <a:ahLst/>
            <a:cxnLst/>
            <a:rect l="l" t="t" r="r" b="b"/>
            <a:pathLst>
              <a:path w="70545" h="31626" extrusionOk="0">
                <a:moveTo>
                  <a:pt x="10365" y="1"/>
                </a:moveTo>
                <a:lnTo>
                  <a:pt x="9853" y="20"/>
                </a:lnTo>
                <a:lnTo>
                  <a:pt x="9360" y="39"/>
                </a:lnTo>
                <a:lnTo>
                  <a:pt x="8868" y="76"/>
                </a:lnTo>
                <a:lnTo>
                  <a:pt x="8375" y="152"/>
                </a:lnTo>
                <a:lnTo>
                  <a:pt x="7882" y="209"/>
                </a:lnTo>
                <a:lnTo>
                  <a:pt x="7390" y="304"/>
                </a:lnTo>
                <a:lnTo>
                  <a:pt x="6916" y="399"/>
                </a:lnTo>
                <a:lnTo>
                  <a:pt x="6423" y="512"/>
                </a:lnTo>
                <a:lnTo>
                  <a:pt x="5950" y="645"/>
                </a:lnTo>
                <a:lnTo>
                  <a:pt x="5457" y="778"/>
                </a:lnTo>
                <a:lnTo>
                  <a:pt x="4983" y="929"/>
                </a:lnTo>
                <a:lnTo>
                  <a:pt x="4510" y="1100"/>
                </a:lnTo>
                <a:lnTo>
                  <a:pt x="4055" y="1270"/>
                </a:lnTo>
                <a:lnTo>
                  <a:pt x="3581" y="1441"/>
                </a:lnTo>
                <a:lnTo>
                  <a:pt x="2653" y="1858"/>
                </a:lnTo>
                <a:lnTo>
                  <a:pt x="1762" y="2293"/>
                </a:lnTo>
                <a:lnTo>
                  <a:pt x="872" y="2767"/>
                </a:lnTo>
                <a:lnTo>
                  <a:pt x="0" y="3279"/>
                </a:lnTo>
                <a:lnTo>
                  <a:pt x="0" y="31625"/>
                </a:lnTo>
                <a:lnTo>
                  <a:pt x="70545" y="31625"/>
                </a:lnTo>
                <a:lnTo>
                  <a:pt x="70488" y="31247"/>
                </a:lnTo>
                <a:lnTo>
                  <a:pt x="70412" y="30849"/>
                </a:lnTo>
                <a:lnTo>
                  <a:pt x="70317" y="30470"/>
                </a:lnTo>
                <a:lnTo>
                  <a:pt x="70222" y="30091"/>
                </a:lnTo>
                <a:lnTo>
                  <a:pt x="70090" y="29712"/>
                </a:lnTo>
                <a:lnTo>
                  <a:pt x="69976" y="29333"/>
                </a:lnTo>
                <a:lnTo>
                  <a:pt x="69825" y="28973"/>
                </a:lnTo>
                <a:lnTo>
                  <a:pt x="69673" y="28613"/>
                </a:lnTo>
                <a:lnTo>
                  <a:pt x="69483" y="28196"/>
                </a:lnTo>
                <a:lnTo>
                  <a:pt x="69275" y="27798"/>
                </a:lnTo>
                <a:lnTo>
                  <a:pt x="69048" y="27381"/>
                </a:lnTo>
                <a:lnTo>
                  <a:pt x="68801" y="27002"/>
                </a:lnTo>
                <a:lnTo>
                  <a:pt x="68536" y="26604"/>
                </a:lnTo>
                <a:lnTo>
                  <a:pt x="68252" y="26225"/>
                </a:lnTo>
                <a:lnTo>
                  <a:pt x="67968" y="25865"/>
                </a:lnTo>
                <a:lnTo>
                  <a:pt x="67664" y="25505"/>
                </a:lnTo>
                <a:lnTo>
                  <a:pt x="67323" y="25164"/>
                </a:lnTo>
                <a:lnTo>
                  <a:pt x="67001" y="24823"/>
                </a:lnTo>
                <a:lnTo>
                  <a:pt x="66641" y="24501"/>
                </a:lnTo>
                <a:lnTo>
                  <a:pt x="66281" y="24217"/>
                </a:lnTo>
                <a:lnTo>
                  <a:pt x="65902" y="23932"/>
                </a:lnTo>
                <a:lnTo>
                  <a:pt x="65523" y="23667"/>
                </a:lnTo>
                <a:lnTo>
                  <a:pt x="65125" y="23421"/>
                </a:lnTo>
                <a:lnTo>
                  <a:pt x="64727" y="23193"/>
                </a:lnTo>
                <a:lnTo>
                  <a:pt x="64311" y="22985"/>
                </a:lnTo>
                <a:lnTo>
                  <a:pt x="63894" y="22796"/>
                </a:lnTo>
                <a:lnTo>
                  <a:pt x="63458" y="22644"/>
                </a:lnTo>
                <a:lnTo>
                  <a:pt x="63022" y="22511"/>
                </a:lnTo>
                <a:lnTo>
                  <a:pt x="62586" y="22417"/>
                </a:lnTo>
                <a:lnTo>
                  <a:pt x="62131" y="22341"/>
                </a:lnTo>
                <a:lnTo>
                  <a:pt x="61677" y="22284"/>
                </a:lnTo>
                <a:lnTo>
                  <a:pt x="61222" y="22265"/>
                </a:lnTo>
                <a:lnTo>
                  <a:pt x="60767" y="22284"/>
                </a:lnTo>
                <a:lnTo>
                  <a:pt x="60312" y="22322"/>
                </a:lnTo>
                <a:lnTo>
                  <a:pt x="59839" y="22398"/>
                </a:lnTo>
                <a:lnTo>
                  <a:pt x="59384" y="22511"/>
                </a:lnTo>
                <a:lnTo>
                  <a:pt x="58910" y="22663"/>
                </a:lnTo>
                <a:lnTo>
                  <a:pt x="58456" y="22833"/>
                </a:lnTo>
                <a:lnTo>
                  <a:pt x="57982" y="23061"/>
                </a:lnTo>
                <a:lnTo>
                  <a:pt x="57527" y="23326"/>
                </a:lnTo>
                <a:lnTo>
                  <a:pt x="57432" y="22663"/>
                </a:lnTo>
                <a:lnTo>
                  <a:pt x="57319" y="22038"/>
                </a:lnTo>
                <a:lnTo>
                  <a:pt x="57186" y="21412"/>
                </a:lnTo>
                <a:lnTo>
                  <a:pt x="57015" y="20806"/>
                </a:lnTo>
                <a:lnTo>
                  <a:pt x="56826" y="20219"/>
                </a:lnTo>
                <a:lnTo>
                  <a:pt x="56599" y="19669"/>
                </a:lnTo>
                <a:lnTo>
                  <a:pt x="56352" y="19120"/>
                </a:lnTo>
                <a:lnTo>
                  <a:pt x="56068" y="18589"/>
                </a:lnTo>
                <a:lnTo>
                  <a:pt x="55746" y="18077"/>
                </a:lnTo>
                <a:lnTo>
                  <a:pt x="55405" y="17585"/>
                </a:lnTo>
                <a:lnTo>
                  <a:pt x="55045" y="17111"/>
                </a:lnTo>
                <a:lnTo>
                  <a:pt x="54647" y="16656"/>
                </a:lnTo>
                <a:lnTo>
                  <a:pt x="54211" y="16220"/>
                </a:lnTo>
                <a:lnTo>
                  <a:pt x="53756" y="15804"/>
                </a:lnTo>
                <a:lnTo>
                  <a:pt x="53264" y="15406"/>
                </a:lnTo>
                <a:lnTo>
                  <a:pt x="52752" y="15046"/>
                </a:lnTo>
                <a:lnTo>
                  <a:pt x="52089" y="14553"/>
                </a:lnTo>
                <a:lnTo>
                  <a:pt x="51407" y="14098"/>
                </a:lnTo>
                <a:lnTo>
                  <a:pt x="50706" y="13662"/>
                </a:lnTo>
                <a:lnTo>
                  <a:pt x="50005" y="13265"/>
                </a:lnTo>
                <a:lnTo>
                  <a:pt x="49285" y="12905"/>
                </a:lnTo>
                <a:lnTo>
                  <a:pt x="48546" y="12544"/>
                </a:lnTo>
                <a:lnTo>
                  <a:pt x="47807" y="12222"/>
                </a:lnTo>
                <a:lnTo>
                  <a:pt x="47049" y="11938"/>
                </a:lnTo>
                <a:lnTo>
                  <a:pt x="46291" y="11673"/>
                </a:lnTo>
                <a:lnTo>
                  <a:pt x="45533" y="11445"/>
                </a:lnTo>
                <a:lnTo>
                  <a:pt x="44756" y="11237"/>
                </a:lnTo>
                <a:lnTo>
                  <a:pt x="43979" y="11067"/>
                </a:lnTo>
                <a:lnTo>
                  <a:pt x="43202" y="10915"/>
                </a:lnTo>
                <a:lnTo>
                  <a:pt x="42406" y="10782"/>
                </a:lnTo>
                <a:lnTo>
                  <a:pt x="41629" y="10688"/>
                </a:lnTo>
                <a:lnTo>
                  <a:pt x="40834" y="10631"/>
                </a:lnTo>
                <a:lnTo>
                  <a:pt x="40057" y="10593"/>
                </a:lnTo>
                <a:lnTo>
                  <a:pt x="39261" y="10593"/>
                </a:lnTo>
                <a:lnTo>
                  <a:pt x="38465" y="10612"/>
                </a:lnTo>
                <a:lnTo>
                  <a:pt x="37688" y="10669"/>
                </a:lnTo>
                <a:lnTo>
                  <a:pt x="36911" y="10744"/>
                </a:lnTo>
                <a:lnTo>
                  <a:pt x="36134" y="10858"/>
                </a:lnTo>
                <a:lnTo>
                  <a:pt x="35358" y="10991"/>
                </a:lnTo>
                <a:lnTo>
                  <a:pt x="34581" y="11161"/>
                </a:lnTo>
                <a:lnTo>
                  <a:pt x="33823" y="11370"/>
                </a:lnTo>
                <a:lnTo>
                  <a:pt x="33084" y="11597"/>
                </a:lnTo>
                <a:lnTo>
                  <a:pt x="32345" y="11862"/>
                </a:lnTo>
                <a:lnTo>
                  <a:pt x="31606" y="12147"/>
                </a:lnTo>
                <a:lnTo>
                  <a:pt x="30886" y="12469"/>
                </a:lnTo>
                <a:lnTo>
                  <a:pt x="30166" y="12829"/>
                </a:lnTo>
                <a:lnTo>
                  <a:pt x="29465" y="13208"/>
                </a:lnTo>
                <a:lnTo>
                  <a:pt x="28782" y="13625"/>
                </a:lnTo>
                <a:lnTo>
                  <a:pt x="28574" y="13037"/>
                </a:lnTo>
                <a:lnTo>
                  <a:pt x="28366" y="12450"/>
                </a:lnTo>
                <a:lnTo>
                  <a:pt x="28119" y="11881"/>
                </a:lnTo>
                <a:lnTo>
                  <a:pt x="27873" y="11332"/>
                </a:lnTo>
                <a:lnTo>
                  <a:pt x="27589" y="10782"/>
                </a:lnTo>
                <a:lnTo>
                  <a:pt x="27305" y="10252"/>
                </a:lnTo>
                <a:lnTo>
                  <a:pt x="27001" y="9721"/>
                </a:lnTo>
                <a:lnTo>
                  <a:pt x="26698" y="9210"/>
                </a:lnTo>
                <a:lnTo>
                  <a:pt x="26357" y="8717"/>
                </a:lnTo>
                <a:lnTo>
                  <a:pt x="26016" y="8224"/>
                </a:lnTo>
                <a:lnTo>
                  <a:pt x="25656" y="7751"/>
                </a:lnTo>
                <a:lnTo>
                  <a:pt x="25296" y="7277"/>
                </a:lnTo>
                <a:lnTo>
                  <a:pt x="24898" y="6822"/>
                </a:lnTo>
                <a:lnTo>
                  <a:pt x="24500" y="6386"/>
                </a:lnTo>
                <a:lnTo>
                  <a:pt x="24102" y="5950"/>
                </a:lnTo>
                <a:lnTo>
                  <a:pt x="23666" y="5534"/>
                </a:lnTo>
                <a:lnTo>
                  <a:pt x="23231" y="5136"/>
                </a:lnTo>
                <a:lnTo>
                  <a:pt x="22795" y="4757"/>
                </a:lnTo>
                <a:lnTo>
                  <a:pt x="22340" y="4378"/>
                </a:lnTo>
                <a:lnTo>
                  <a:pt x="21866" y="4018"/>
                </a:lnTo>
                <a:lnTo>
                  <a:pt x="21374" y="3658"/>
                </a:lnTo>
                <a:lnTo>
                  <a:pt x="20881" y="3317"/>
                </a:lnTo>
                <a:lnTo>
                  <a:pt x="20369" y="2995"/>
                </a:lnTo>
                <a:lnTo>
                  <a:pt x="19858" y="2691"/>
                </a:lnTo>
                <a:lnTo>
                  <a:pt x="19346" y="2407"/>
                </a:lnTo>
                <a:lnTo>
                  <a:pt x="18797" y="2123"/>
                </a:lnTo>
                <a:lnTo>
                  <a:pt x="18247" y="1858"/>
                </a:lnTo>
                <a:lnTo>
                  <a:pt x="17698" y="1611"/>
                </a:lnTo>
                <a:lnTo>
                  <a:pt x="17129" y="1365"/>
                </a:lnTo>
                <a:lnTo>
                  <a:pt x="16561" y="1157"/>
                </a:lnTo>
                <a:lnTo>
                  <a:pt x="15973" y="948"/>
                </a:lnTo>
                <a:lnTo>
                  <a:pt x="15386" y="759"/>
                </a:lnTo>
                <a:lnTo>
                  <a:pt x="14893" y="607"/>
                </a:lnTo>
                <a:lnTo>
                  <a:pt x="14382" y="474"/>
                </a:lnTo>
                <a:lnTo>
                  <a:pt x="13870" y="342"/>
                </a:lnTo>
                <a:lnTo>
                  <a:pt x="13378" y="247"/>
                </a:lnTo>
                <a:lnTo>
                  <a:pt x="12866" y="171"/>
                </a:lnTo>
                <a:lnTo>
                  <a:pt x="12354" y="95"/>
                </a:lnTo>
                <a:lnTo>
                  <a:pt x="11862" y="58"/>
                </a:lnTo>
                <a:lnTo>
                  <a:pt x="11350" y="20"/>
                </a:lnTo>
                <a:lnTo>
                  <a:pt x="10857" y="1"/>
                </a:lnTo>
                <a:close/>
              </a:path>
            </a:pathLst>
          </a:custGeom>
          <a:solidFill>
            <a:srgbClr val="FFFFFF">
              <a:alpha val="3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18"/>
          <p:cNvSpPr/>
          <p:nvPr/>
        </p:nvSpPr>
        <p:spPr>
          <a:xfrm rot="10800000">
            <a:off x="7621466" y="-36"/>
            <a:ext cx="1522537" cy="682489"/>
          </a:xfrm>
          <a:custGeom>
            <a:avLst/>
            <a:gdLst/>
            <a:ahLst/>
            <a:cxnLst/>
            <a:rect l="l" t="t" r="r" b="b"/>
            <a:pathLst>
              <a:path w="70545" h="31626" extrusionOk="0">
                <a:moveTo>
                  <a:pt x="10365" y="1"/>
                </a:moveTo>
                <a:lnTo>
                  <a:pt x="9853" y="20"/>
                </a:lnTo>
                <a:lnTo>
                  <a:pt x="9360" y="39"/>
                </a:lnTo>
                <a:lnTo>
                  <a:pt x="8868" y="76"/>
                </a:lnTo>
                <a:lnTo>
                  <a:pt x="8375" y="152"/>
                </a:lnTo>
                <a:lnTo>
                  <a:pt x="7882" y="209"/>
                </a:lnTo>
                <a:lnTo>
                  <a:pt x="7390" y="304"/>
                </a:lnTo>
                <a:lnTo>
                  <a:pt x="6916" y="399"/>
                </a:lnTo>
                <a:lnTo>
                  <a:pt x="6423" y="512"/>
                </a:lnTo>
                <a:lnTo>
                  <a:pt x="5950" y="645"/>
                </a:lnTo>
                <a:lnTo>
                  <a:pt x="5457" y="778"/>
                </a:lnTo>
                <a:lnTo>
                  <a:pt x="4983" y="929"/>
                </a:lnTo>
                <a:lnTo>
                  <a:pt x="4510" y="1100"/>
                </a:lnTo>
                <a:lnTo>
                  <a:pt x="4055" y="1270"/>
                </a:lnTo>
                <a:lnTo>
                  <a:pt x="3581" y="1441"/>
                </a:lnTo>
                <a:lnTo>
                  <a:pt x="2653" y="1858"/>
                </a:lnTo>
                <a:lnTo>
                  <a:pt x="1762" y="2293"/>
                </a:lnTo>
                <a:lnTo>
                  <a:pt x="872" y="2767"/>
                </a:lnTo>
                <a:lnTo>
                  <a:pt x="0" y="3279"/>
                </a:lnTo>
                <a:lnTo>
                  <a:pt x="0" y="31625"/>
                </a:lnTo>
                <a:lnTo>
                  <a:pt x="70545" y="31625"/>
                </a:lnTo>
                <a:lnTo>
                  <a:pt x="70488" y="31247"/>
                </a:lnTo>
                <a:lnTo>
                  <a:pt x="70412" y="30849"/>
                </a:lnTo>
                <a:lnTo>
                  <a:pt x="70317" y="30470"/>
                </a:lnTo>
                <a:lnTo>
                  <a:pt x="70222" y="30091"/>
                </a:lnTo>
                <a:lnTo>
                  <a:pt x="70090" y="29712"/>
                </a:lnTo>
                <a:lnTo>
                  <a:pt x="69976" y="29333"/>
                </a:lnTo>
                <a:lnTo>
                  <a:pt x="69825" y="28973"/>
                </a:lnTo>
                <a:lnTo>
                  <a:pt x="69673" y="28613"/>
                </a:lnTo>
                <a:lnTo>
                  <a:pt x="69483" y="28196"/>
                </a:lnTo>
                <a:lnTo>
                  <a:pt x="69275" y="27798"/>
                </a:lnTo>
                <a:lnTo>
                  <a:pt x="69048" y="27381"/>
                </a:lnTo>
                <a:lnTo>
                  <a:pt x="68801" y="27002"/>
                </a:lnTo>
                <a:lnTo>
                  <a:pt x="68536" y="26604"/>
                </a:lnTo>
                <a:lnTo>
                  <a:pt x="68252" y="26225"/>
                </a:lnTo>
                <a:lnTo>
                  <a:pt x="67968" y="25865"/>
                </a:lnTo>
                <a:lnTo>
                  <a:pt x="67664" y="25505"/>
                </a:lnTo>
                <a:lnTo>
                  <a:pt x="67323" y="25164"/>
                </a:lnTo>
                <a:lnTo>
                  <a:pt x="67001" y="24823"/>
                </a:lnTo>
                <a:lnTo>
                  <a:pt x="66641" y="24501"/>
                </a:lnTo>
                <a:lnTo>
                  <a:pt x="66281" y="24217"/>
                </a:lnTo>
                <a:lnTo>
                  <a:pt x="65902" y="23932"/>
                </a:lnTo>
                <a:lnTo>
                  <a:pt x="65523" y="23667"/>
                </a:lnTo>
                <a:lnTo>
                  <a:pt x="65125" y="23421"/>
                </a:lnTo>
                <a:lnTo>
                  <a:pt x="64727" y="23193"/>
                </a:lnTo>
                <a:lnTo>
                  <a:pt x="64311" y="22985"/>
                </a:lnTo>
                <a:lnTo>
                  <a:pt x="63894" y="22796"/>
                </a:lnTo>
                <a:lnTo>
                  <a:pt x="63458" y="22644"/>
                </a:lnTo>
                <a:lnTo>
                  <a:pt x="63022" y="22511"/>
                </a:lnTo>
                <a:lnTo>
                  <a:pt x="62586" y="22417"/>
                </a:lnTo>
                <a:lnTo>
                  <a:pt x="62131" y="22341"/>
                </a:lnTo>
                <a:lnTo>
                  <a:pt x="61677" y="22284"/>
                </a:lnTo>
                <a:lnTo>
                  <a:pt x="61222" y="22265"/>
                </a:lnTo>
                <a:lnTo>
                  <a:pt x="60767" y="22284"/>
                </a:lnTo>
                <a:lnTo>
                  <a:pt x="60312" y="22322"/>
                </a:lnTo>
                <a:lnTo>
                  <a:pt x="59839" y="22398"/>
                </a:lnTo>
                <a:lnTo>
                  <a:pt x="59384" y="22511"/>
                </a:lnTo>
                <a:lnTo>
                  <a:pt x="58910" y="22663"/>
                </a:lnTo>
                <a:lnTo>
                  <a:pt x="58456" y="22833"/>
                </a:lnTo>
                <a:lnTo>
                  <a:pt x="57982" y="23061"/>
                </a:lnTo>
                <a:lnTo>
                  <a:pt x="57527" y="23326"/>
                </a:lnTo>
                <a:lnTo>
                  <a:pt x="57432" y="22663"/>
                </a:lnTo>
                <a:lnTo>
                  <a:pt x="57319" y="22038"/>
                </a:lnTo>
                <a:lnTo>
                  <a:pt x="57186" y="21412"/>
                </a:lnTo>
                <a:lnTo>
                  <a:pt x="57015" y="20806"/>
                </a:lnTo>
                <a:lnTo>
                  <a:pt x="56826" y="20219"/>
                </a:lnTo>
                <a:lnTo>
                  <a:pt x="56599" y="19669"/>
                </a:lnTo>
                <a:lnTo>
                  <a:pt x="56352" y="19120"/>
                </a:lnTo>
                <a:lnTo>
                  <a:pt x="56068" y="18589"/>
                </a:lnTo>
                <a:lnTo>
                  <a:pt x="55746" y="18077"/>
                </a:lnTo>
                <a:lnTo>
                  <a:pt x="55405" y="17585"/>
                </a:lnTo>
                <a:lnTo>
                  <a:pt x="55045" y="17111"/>
                </a:lnTo>
                <a:lnTo>
                  <a:pt x="54647" y="16656"/>
                </a:lnTo>
                <a:lnTo>
                  <a:pt x="54211" y="16220"/>
                </a:lnTo>
                <a:lnTo>
                  <a:pt x="53756" y="15804"/>
                </a:lnTo>
                <a:lnTo>
                  <a:pt x="53264" y="15406"/>
                </a:lnTo>
                <a:lnTo>
                  <a:pt x="52752" y="15046"/>
                </a:lnTo>
                <a:lnTo>
                  <a:pt x="52089" y="14553"/>
                </a:lnTo>
                <a:lnTo>
                  <a:pt x="51407" y="14098"/>
                </a:lnTo>
                <a:lnTo>
                  <a:pt x="50706" y="13662"/>
                </a:lnTo>
                <a:lnTo>
                  <a:pt x="50005" y="13265"/>
                </a:lnTo>
                <a:lnTo>
                  <a:pt x="49285" y="12905"/>
                </a:lnTo>
                <a:lnTo>
                  <a:pt x="48546" y="12544"/>
                </a:lnTo>
                <a:lnTo>
                  <a:pt x="47807" y="12222"/>
                </a:lnTo>
                <a:lnTo>
                  <a:pt x="47049" y="11938"/>
                </a:lnTo>
                <a:lnTo>
                  <a:pt x="46291" y="11673"/>
                </a:lnTo>
                <a:lnTo>
                  <a:pt x="45533" y="11445"/>
                </a:lnTo>
                <a:lnTo>
                  <a:pt x="44756" y="11237"/>
                </a:lnTo>
                <a:lnTo>
                  <a:pt x="43979" y="11067"/>
                </a:lnTo>
                <a:lnTo>
                  <a:pt x="43202" y="10915"/>
                </a:lnTo>
                <a:lnTo>
                  <a:pt x="42406" y="10782"/>
                </a:lnTo>
                <a:lnTo>
                  <a:pt x="41629" y="10688"/>
                </a:lnTo>
                <a:lnTo>
                  <a:pt x="40834" y="10631"/>
                </a:lnTo>
                <a:lnTo>
                  <a:pt x="40057" y="10593"/>
                </a:lnTo>
                <a:lnTo>
                  <a:pt x="39261" y="10593"/>
                </a:lnTo>
                <a:lnTo>
                  <a:pt x="38465" y="10612"/>
                </a:lnTo>
                <a:lnTo>
                  <a:pt x="37688" y="10669"/>
                </a:lnTo>
                <a:lnTo>
                  <a:pt x="36911" y="10744"/>
                </a:lnTo>
                <a:lnTo>
                  <a:pt x="36134" y="10858"/>
                </a:lnTo>
                <a:lnTo>
                  <a:pt x="35358" y="10991"/>
                </a:lnTo>
                <a:lnTo>
                  <a:pt x="34581" y="11161"/>
                </a:lnTo>
                <a:lnTo>
                  <a:pt x="33823" y="11370"/>
                </a:lnTo>
                <a:lnTo>
                  <a:pt x="33084" y="11597"/>
                </a:lnTo>
                <a:lnTo>
                  <a:pt x="32345" y="11862"/>
                </a:lnTo>
                <a:lnTo>
                  <a:pt x="31606" y="12147"/>
                </a:lnTo>
                <a:lnTo>
                  <a:pt x="30886" y="12469"/>
                </a:lnTo>
                <a:lnTo>
                  <a:pt x="30166" y="12829"/>
                </a:lnTo>
                <a:lnTo>
                  <a:pt x="29465" y="13208"/>
                </a:lnTo>
                <a:lnTo>
                  <a:pt x="28782" y="13625"/>
                </a:lnTo>
                <a:lnTo>
                  <a:pt x="28574" y="13037"/>
                </a:lnTo>
                <a:lnTo>
                  <a:pt x="28366" y="12450"/>
                </a:lnTo>
                <a:lnTo>
                  <a:pt x="28119" y="11881"/>
                </a:lnTo>
                <a:lnTo>
                  <a:pt x="27873" y="11332"/>
                </a:lnTo>
                <a:lnTo>
                  <a:pt x="27589" y="10782"/>
                </a:lnTo>
                <a:lnTo>
                  <a:pt x="27305" y="10252"/>
                </a:lnTo>
                <a:lnTo>
                  <a:pt x="27001" y="9721"/>
                </a:lnTo>
                <a:lnTo>
                  <a:pt x="26698" y="9210"/>
                </a:lnTo>
                <a:lnTo>
                  <a:pt x="26357" y="8717"/>
                </a:lnTo>
                <a:lnTo>
                  <a:pt x="26016" y="8224"/>
                </a:lnTo>
                <a:lnTo>
                  <a:pt x="25656" y="7751"/>
                </a:lnTo>
                <a:lnTo>
                  <a:pt x="25296" y="7277"/>
                </a:lnTo>
                <a:lnTo>
                  <a:pt x="24898" y="6822"/>
                </a:lnTo>
                <a:lnTo>
                  <a:pt x="24500" y="6386"/>
                </a:lnTo>
                <a:lnTo>
                  <a:pt x="24102" y="5950"/>
                </a:lnTo>
                <a:lnTo>
                  <a:pt x="23666" y="5534"/>
                </a:lnTo>
                <a:lnTo>
                  <a:pt x="23231" y="5136"/>
                </a:lnTo>
                <a:lnTo>
                  <a:pt x="22795" y="4757"/>
                </a:lnTo>
                <a:lnTo>
                  <a:pt x="22340" y="4378"/>
                </a:lnTo>
                <a:lnTo>
                  <a:pt x="21866" y="4018"/>
                </a:lnTo>
                <a:lnTo>
                  <a:pt x="21374" y="3658"/>
                </a:lnTo>
                <a:lnTo>
                  <a:pt x="20881" y="3317"/>
                </a:lnTo>
                <a:lnTo>
                  <a:pt x="20369" y="2995"/>
                </a:lnTo>
                <a:lnTo>
                  <a:pt x="19858" y="2691"/>
                </a:lnTo>
                <a:lnTo>
                  <a:pt x="19346" y="2407"/>
                </a:lnTo>
                <a:lnTo>
                  <a:pt x="18797" y="2123"/>
                </a:lnTo>
                <a:lnTo>
                  <a:pt x="18247" y="1858"/>
                </a:lnTo>
                <a:lnTo>
                  <a:pt x="17698" y="1611"/>
                </a:lnTo>
                <a:lnTo>
                  <a:pt x="17129" y="1365"/>
                </a:lnTo>
                <a:lnTo>
                  <a:pt x="16561" y="1157"/>
                </a:lnTo>
                <a:lnTo>
                  <a:pt x="15973" y="948"/>
                </a:lnTo>
                <a:lnTo>
                  <a:pt x="15386" y="759"/>
                </a:lnTo>
                <a:lnTo>
                  <a:pt x="14893" y="607"/>
                </a:lnTo>
                <a:lnTo>
                  <a:pt x="14382" y="474"/>
                </a:lnTo>
                <a:lnTo>
                  <a:pt x="13870" y="342"/>
                </a:lnTo>
                <a:lnTo>
                  <a:pt x="13378" y="247"/>
                </a:lnTo>
                <a:lnTo>
                  <a:pt x="12866" y="171"/>
                </a:lnTo>
                <a:lnTo>
                  <a:pt x="12354" y="95"/>
                </a:lnTo>
                <a:lnTo>
                  <a:pt x="11862" y="58"/>
                </a:lnTo>
                <a:lnTo>
                  <a:pt x="11350" y="20"/>
                </a:lnTo>
                <a:lnTo>
                  <a:pt x="10857" y="1"/>
                </a:lnTo>
                <a:close/>
              </a:path>
            </a:pathLst>
          </a:custGeom>
          <a:solidFill>
            <a:srgbClr val="FFFFFF">
              <a:alpha val="3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18"/>
          <p:cNvSpPr/>
          <p:nvPr/>
        </p:nvSpPr>
        <p:spPr>
          <a:xfrm>
            <a:off x="180325" y="201951"/>
            <a:ext cx="611683" cy="279336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p18"/>
          <p:cNvSpPr/>
          <p:nvPr/>
        </p:nvSpPr>
        <p:spPr>
          <a:xfrm>
            <a:off x="1678125" y="93206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18"/>
          <p:cNvSpPr/>
          <p:nvPr/>
        </p:nvSpPr>
        <p:spPr>
          <a:xfrm>
            <a:off x="8637150" y="1261899"/>
            <a:ext cx="439416" cy="200667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18"/>
          <p:cNvSpPr/>
          <p:nvPr/>
        </p:nvSpPr>
        <p:spPr>
          <a:xfrm>
            <a:off x="7905200" y="742124"/>
            <a:ext cx="439416" cy="200667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18"/>
          <p:cNvSpPr/>
          <p:nvPr/>
        </p:nvSpPr>
        <p:spPr>
          <a:xfrm>
            <a:off x="8702138" y="1835156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18"/>
          <p:cNvSpPr/>
          <p:nvPr/>
        </p:nvSpPr>
        <p:spPr>
          <a:xfrm>
            <a:off x="-233375" y="942801"/>
            <a:ext cx="611683" cy="279336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18"/>
          <p:cNvSpPr/>
          <p:nvPr/>
        </p:nvSpPr>
        <p:spPr>
          <a:xfrm>
            <a:off x="261838" y="1683656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3"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9"/>
          <p:cNvSpPr/>
          <p:nvPr/>
        </p:nvSpPr>
        <p:spPr>
          <a:xfrm flipH="1">
            <a:off x="6767968" y="3817772"/>
            <a:ext cx="2451791" cy="1099162"/>
          </a:xfrm>
          <a:custGeom>
            <a:avLst/>
            <a:gdLst/>
            <a:ahLst/>
            <a:cxnLst/>
            <a:rect l="l" t="t" r="r" b="b"/>
            <a:pathLst>
              <a:path w="70545" h="31626" extrusionOk="0">
                <a:moveTo>
                  <a:pt x="10365" y="1"/>
                </a:moveTo>
                <a:lnTo>
                  <a:pt x="9853" y="20"/>
                </a:lnTo>
                <a:lnTo>
                  <a:pt x="9360" y="39"/>
                </a:lnTo>
                <a:lnTo>
                  <a:pt x="8868" y="76"/>
                </a:lnTo>
                <a:lnTo>
                  <a:pt x="8375" y="152"/>
                </a:lnTo>
                <a:lnTo>
                  <a:pt x="7882" y="209"/>
                </a:lnTo>
                <a:lnTo>
                  <a:pt x="7390" y="304"/>
                </a:lnTo>
                <a:lnTo>
                  <a:pt x="6916" y="399"/>
                </a:lnTo>
                <a:lnTo>
                  <a:pt x="6423" y="512"/>
                </a:lnTo>
                <a:lnTo>
                  <a:pt x="5950" y="645"/>
                </a:lnTo>
                <a:lnTo>
                  <a:pt x="5457" y="778"/>
                </a:lnTo>
                <a:lnTo>
                  <a:pt x="4983" y="929"/>
                </a:lnTo>
                <a:lnTo>
                  <a:pt x="4510" y="1100"/>
                </a:lnTo>
                <a:lnTo>
                  <a:pt x="4055" y="1270"/>
                </a:lnTo>
                <a:lnTo>
                  <a:pt x="3581" y="1441"/>
                </a:lnTo>
                <a:lnTo>
                  <a:pt x="2653" y="1858"/>
                </a:lnTo>
                <a:lnTo>
                  <a:pt x="1762" y="2293"/>
                </a:lnTo>
                <a:lnTo>
                  <a:pt x="872" y="2767"/>
                </a:lnTo>
                <a:lnTo>
                  <a:pt x="0" y="3279"/>
                </a:lnTo>
                <a:lnTo>
                  <a:pt x="0" y="31625"/>
                </a:lnTo>
                <a:lnTo>
                  <a:pt x="70545" y="31625"/>
                </a:lnTo>
                <a:lnTo>
                  <a:pt x="70488" y="31247"/>
                </a:lnTo>
                <a:lnTo>
                  <a:pt x="70412" y="30849"/>
                </a:lnTo>
                <a:lnTo>
                  <a:pt x="70317" y="30470"/>
                </a:lnTo>
                <a:lnTo>
                  <a:pt x="70222" y="30091"/>
                </a:lnTo>
                <a:lnTo>
                  <a:pt x="70090" y="29712"/>
                </a:lnTo>
                <a:lnTo>
                  <a:pt x="69976" y="29333"/>
                </a:lnTo>
                <a:lnTo>
                  <a:pt x="69825" y="28973"/>
                </a:lnTo>
                <a:lnTo>
                  <a:pt x="69673" y="28613"/>
                </a:lnTo>
                <a:lnTo>
                  <a:pt x="69483" y="28196"/>
                </a:lnTo>
                <a:lnTo>
                  <a:pt x="69275" y="27798"/>
                </a:lnTo>
                <a:lnTo>
                  <a:pt x="69048" y="27381"/>
                </a:lnTo>
                <a:lnTo>
                  <a:pt x="68801" y="27002"/>
                </a:lnTo>
                <a:lnTo>
                  <a:pt x="68536" y="26604"/>
                </a:lnTo>
                <a:lnTo>
                  <a:pt x="68252" y="26225"/>
                </a:lnTo>
                <a:lnTo>
                  <a:pt x="67968" y="25865"/>
                </a:lnTo>
                <a:lnTo>
                  <a:pt x="67664" y="25505"/>
                </a:lnTo>
                <a:lnTo>
                  <a:pt x="67323" y="25164"/>
                </a:lnTo>
                <a:lnTo>
                  <a:pt x="67001" y="24823"/>
                </a:lnTo>
                <a:lnTo>
                  <a:pt x="66641" y="24501"/>
                </a:lnTo>
                <a:lnTo>
                  <a:pt x="66281" y="24217"/>
                </a:lnTo>
                <a:lnTo>
                  <a:pt x="65902" y="23932"/>
                </a:lnTo>
                <a:lnTo>
                  <a:pt x="65523" y="23667"/>
                </a:lnTo>
                <a:lnTo>
                  <a:pt x="65125" y="23421"/>
                </a:lnTo>
                <a:lnTo>
                  <a:pt x="64727" y="23193"/>
                </a:lnTo>
                <a:lnTo>
                  <a:pt x="64311" y="22985"/>
                </a:lnTo>
                <a:lnTo>
                  <a:pt x="63894" y="22796"/>
                </a:lnTo>
                <a:lnTo>
                  <a:pt x="63458" y="22644"/>
                </a:lnTo>
                <a:lnTo>
                  <a:pt x="63022" y="22511"/>
                </a:lnTo>
                <a:lnTo>
                  <a:pt x="62586" y="22417"/>
                </a:lnTo>
                <a:lnTo>
                  <a:pt x="62131" y="22341"/>
                </a:lnTo>
                <a:lnTo>
                  <a:pt x="61677" y="22284"/>
                </a:lnTo>
                <a:lnTo>
                  <a:pt x="61222" y="22265"/>
                </a:lnTo>
                <a:lnTo>
                  <a:pt x="60767" y="22284"/>
                </a:lnTo>
                <a:lnTo>
                  <a:pt x="60312" y="22322"/>
                </a:lnTo>
                <a:lnTo>
                  <a:pt x="59839" y="22398"/>
                </a:lnTo>
                <a:lnTo>
                  <a:pt x="59384" y="22511"/>
                </a:lnTo>
                <a:lnTo>
                  <a:pt x="58910" y="22663"/>
                </a:lnTo>
                <a:lnTo>
                  <a:pt x="58456" y="22833"/>
                </a:lnTo>
                <a:lnTo>
                  <a:pt x="57982" y="23061"/>
                </a:lnTo>
                <a:lnTo>
                  <a:pt x="57527" y="23326"/>
                </a:lnTo>
                <a:lnTo>
                  <a:pt x="57432" y="22663"/>
                </a:lnTo>
                <a:lnTo>
                  <a:pt x="57319" y="22038"/>
                </a:lnTo>
                <a:lnTo>
                  <a:pt x="57186" y="21412"/>
                </a:lnTo>
                <a:lnTo>
                  <a:pt x="57015" y="20806"/>
                </a:lnTo>
                <a:lnTo>
                  <a:pt x="56826" y="20219"/>
                </a:lnTo>
                <a:lnTo>
                  <a:pt x="56599" y="19669"/>
                </a:lnTo>
                <a:lnTo>
                  <a:pt x="56352" y="19120"/>
                </a:lnTo>
                <a:lnTo>
                  <a:pt x="56068" y="18589"/>
                </a:lnTo>
                <a:lnTo>
                  <a:pt x="55746" y="18077"/>
                </a:lnTo>
                <a:lnTo>
                  <a:pt x="55405" y="17585"/>
                </a:lnTo>
                <a:lnTo>
                  <a:pt x="55045" y="17111"/>
                </a:lnTo>
                <a:lnTo>
                  <a:pt x="54647" y="16656"/>
                </a:lnTo>
                <a:lnTo>
                  <a:pt x="54211" y="16220"/>
                </a:lnTo>
                <a:lnTo>
                  <a:pt x="53756" y="15804"/>
                </a:lnTo>
                <a:lnTo>
                  <a:pt x="53264" y="15406"/>
                </a:lnTo>
                <a:lnTo>
                  <a:pt x="52752" y="15046"/>
                </a:lnTo>
                <a:lnTo>
                  <a:pt x="52089" y="14553"/>
                </a:lnTo>
                <a:lnTo>
                  <a:pt x="51407" y="14098"/>
                </a:lnTo>
                <a:lnTo>
                  <a:pt x="50706" y="13662"/>
                </a:lnTo>
                <a:lnTo>
                  <a:pt x="50005" y="13265"/>
                </a:lnTo>
                <a:lnTo>
                  <a:pt x="49285" y="12905"/>
                </a:lnTo>
                <a:lnTo>
                  <a:pt x="48546" y="12544"/>
                </a:lnTo>
                <a:lnTo>
                  <a:pt x="47807" y="12222"/>
                </a:lnTo>
                <a:lnTo>
                  <a:pt x="47049" y="11938"/>
                </a:lnTo>
                <a:lnTo>
                  <a:pt x="46291" y="11673"/>
                </a:lnTo>
                <a:lnTo>
                  <a:pt x="45533" y="11445"/>
                </a:lnTo>
                <a:lnTo>
                  <a:pt x="44756" y="11237"/>
                </a:lnTo>
                <a:lnTo>
                  <a:pt x="43979" y="11067"/>
                </a:lnTo>
                <a:lnTo>
                  <a:pt x="43202" y="10915"/>
                </a:lnTo>
                <a:lnTo>
                  <a:pt x="42406" y="10782"/>
                </a:lnTo>
                <a:lnTo>
                  <a:pt x="41629" y="10688"/>
                </a:lnTo>
                <a:lnTo>
                  <a:pt x="40834" y="10631"/>
                </a:lnTo>
                <a:lnTo>
                  <a:pt x="40057" y="10593"/>
                </a:lnTo>
                <a:lnTo>
                  <a:pt x="39261" y="10593"/>
                </a:lnTo>
                <a:lnTo>
                  <a:pt x="38465" y="10612"/>
                </a:lnTo>
                <a:lnTo>
                  <a:pt x="37688" y="10669"/>
                </a:lnTo>
                <a:lnTo>
                  <a:pt x="36911" y="10744"/>
                </a:lnTo>
                <a:lnTo>
                  <a:pt x="36134" y="10858"/>
                </a:lnTo>
                <a:lnTo>
                  <a:pt x="35358" y="10991"/>
                </a:lnTo>
                <a:lnTo>
                  <a:pt x="34581" y="11161"/>
                </a:lnTo>
                <a:lnTo>
                  <a:pt x="33823" y="11370"/>
                </a:lnTo>
                <a:lnTo>
                  <a:pt x="33084" y="11597"/>
                </a:lnTo>
                <a:lnTo>
                  <a:pt x="32345" y="11862"/>
                </a:lnTo>
                <a:lnTo>
                  <a:pt x="31606" y="12147"/>
                </a:lnTo>
                <a:lnTo>
                  <a:pt x="30886" y="12469"/>
                </a:lnTo>
                <a:lnTo>
                  <a:pt x="30166" y="12829"/>
                </a:lnTo>
                <a:lnTo>
                  <a:pt x="29465" y="13208"/>
                </a:lnTo>
                <a:lnTo>
                  <a:pt x="28782" y="13625"/>
                </a:lnTo>
                <a:lnTo>
                  <a:pt x="28574" y="13037"/>
                </a:lnTo>
                <a:lnTo>
                  <a:pt x="28366" y="12450"/>
                </a:lnTo>
                <a:lnTo>
                  <a:pt x="28119" y="11881"/>
                </a:lnTo>
                <a:lnTo>
                  <a:pt x="27873" y="11332"/>
                </a:lnTo>
                <a:lnTo>
                  <a:pt x="27589" y="10782"/>
                </a:lnTo>
                <a:lnTo>
                  <a:pt x="27305" y="10252"/>
                </a:lnTo>
                <a:lnTo>
                  <a:pt x="27001" y="9721"/>
                </a:lnTo>
                <a:lnTo>
                  <a:pt x="26698" y="9210"/>
                </a:lnTo>
                <a:lnTo>
                  <a:pt x="26357" y="8717"/>
                </a:lnTo>
                <a:lnTo>
                  <a:pt x="26016" y="8224"/>
                </a:lnTo>
                <a:lnTo>
                  <a:pt x="25656" y="7751"/>
                </a:lnTo>
                <a:lnTo>
                  <a:pt x="25296" y="7277"/>
                </a:lnTo>
                <a:lnTo>
                  <a:pt x="24898" y="6822"/>
                </a:lnTo>
                <a:lnTo>
                  <a:pt x="24500" y="6386"/>
                </a:lnTo>
                <a:lnTo>
                  <a:pt x="24102" y="5950"/>
                </a:lnTo>
                <a:lnTo>
                  <a:pt x="23666" y="5534"/>
                </a:lnTo>
                <a:lnTo>
                  <a:pt x="23231" y="5136"/>
                </a:lnTo>
                <a:lnTo>
                  <a:pt x="22795" y="4757"/>
                </a:lnTo>
                <a:lnTo>
                  <a:pt x="22340" y="4378"/>
                </a:lnTo>
                <a:lnTo>
                  <a:pt x="21866" y="4018"/>
                </a:lnTo>
                <a:lnTo>
                  <a:pt x="21374" y="3658"/>
                </a:lnTo>
                <a:lnTo>
                  <a:pt x="20881" y="3317"/>
                </a:lnTo>
                <a:lnTo>
                  <a:pt x="20369" y="2995"/>
                </a:lnTo>
                <a:lnTo>
                  <a:pt x="19858" y="2691"/>
                </a:lnTo>
                <a:lnTo>
                  <a:pt x="19346" y="2407"/>
                </a:lnTo>
                <a:lnTo>
                  <a:pt x="18797" y="2123"/>
                </a:lnTo>
                <a:lnTo>
                  <a:pt x="18247" y="1858"/>
                </a:lnTo>
                <a:lnTo>
                  <a:pt x="17698" y="1611"/>
                </a:lnTo>
                <a:lnTo>
                  <a:pt x="17129" y="1365"/>
                </a:lnTo>
                <a:lnTo>
                  <a:pt x="16561" y="1157"/>
                </a:lnTo>
                <a:lnTo>
                  <a:pt x="15973" y="948"/>
                </a:lnTo>
                <a:lnTo>
                  <a:pt x="15386" y="759"/>
                </a:lnTo>
                <a:lnTo>
                  <a:pt x="14893" y="607"/>
                </a:lnTo>
                <a:lnTo>
                  <a:pt x="14382" y="474"/>
                </a:lnTo>
                <a:lnTo>
                  <a:pt x="13870" y="342"/>
                </a:lnTo>
                <a:lnTo>
                  <a:pt x="13378" y="247"/>
                </a:lnTo>
                <a:lnTo>
                  <a:pt x="12866" y="171"/>
                </a:lnTo>
                <a:lnTo>
                  <a:pt x="12354" y="95"/>
                </a:lnTo>
                <a:lnTo>
                  <a:pt x="11862" y="58"/>
                </a:lnTo>
                <a:lnTo>
                  <a:pt x="11350" y="20"/>
                </a:lnTo>
                <a:lnTo>
                  <a:pt x="10857" y="1"/>
                </a:lnTo>
                <a:close/>
              </a:path>
            </a:pathLst>
          </a:custGeom>
          <a:solidFill>
            <a:srgbClr val="FFFFFF">
              <a:alpha val="3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19"/>
          <p:cNvSpPr/>
          <p:nvPr/>
        </p:nvSpPr>
        <p:spPr>
          <a:xfrm rot="5400000">
            <a:off x="-632905" y="3480795"/>
            <a:ext cx="2295589" cy="1029805"/>
          </a:xfrm>
          <a:custGeom>
            <a:avLst/>
            <a:gdLst/>
            <a:ahLst/>
            <a:cxnLst/>
            <a:rect l="l" t="t" r="r" b="b"/>
            <a:pathLst>
              <a:path w="51067" h="22910" extrusionOk="0">
                <a:moveTo>
                  <a:pt x="43203" y="1"/>
                </a:moveTo>
                <a:lnTo>
                  <a:pt x="42843" y="20"/>
                </a:lnTo>
                <a:lnTo>
                  <a:pt x="42483" y="39"/>
                </a:lnTo>
                <a:lnTo>
                  <a:pt x="42123" y="77"/>
                </a:lnTo>
                <a:lnTo>
                  <a:pt x="41763" y="133"/>
                </a:lnTo>
                <a:lnTo>
                  <a:pt x="41384" y="190"/>
                </a:lnTo>
                <a:lnTo>
                  <a:pt x="41024" y="266"/>
                </a:lnTo>
                <a:lnTo>
                  <a:pt x="40664" y="342"/>
                </a:lnTo>
                <a:lnTo>
                  <a:pt x="40285" y="437"/>
                </a:lnTo>
                <a:lnTo>
                  <a:pt x="39925" y="550"/>
                </a:lnTo>
                <a:lnTo>
                  <a:pt x="39508" y="702"/>
                </a:lnTo>
                <a:lnTo>
                  <a:pt x="39072" y="835"/>
                </a:lnTo>
                <a:lnTo>
                  <a:pt x="38655" y="1005"/>
                </a:lnTo>
                <a:lnTo>
                  <a:pt x="38257" y="1176"/>
                </a:lnTo>
                <a:lnTo>
                  <a:pt x="37859" y="1346"/>
                </a:lnTo>
                <a:lnTo>
                  <a:pt x="37461" y="1536"/>
                </a:lnTo>
                <a:lnTo>
                  <a:pt x="37063" y="1744"/>
                </a:lnTo>
                <a:lnTo>
                  <a:pt x="36684" y="1952"/>
                </a:lnTo>
                <a:lnTo>
                  <a:pt x="36324" y="2180"/>
                </a:lnTo>
                <a:lnTo>
                  <a:pt x="35946" y="2407"/>
                </a:lnTo>
                <a:lnTo>
                  <a:pt x="35585" y="2654"/>
                </a:lnTo>
                <a:lnTo>
                  <a:pt x="35244" y="2919"/>
                </a:lnTo>
                <a:lnTo>
                  <a:pt x="34903" y="3165"/>
                </a:lnTo>
                <a:lnTo>
                  <a:pt x="34562" y="3449"/>
                </a:lnTo>
                <a:lnTo>
                  <a:pt x="34240" y="3734"/>
                </a:lnTo>
                <a:lnTo>
                  <a:pt x="33937" y="4018"/>
                </a:lnTo>
                <a:lnTo>
                  <a:pt x="33615" y="4321"/>
                </a:lnTo>
                <a:lnTo>
                  <a:pt x="33331" y="4624"/>
                </a:lnTo>
                <a:lnTo>
                  <a:pt x="33046" y="4946"/>
                </a:lnTo>
                <a:lnTo>
                  <a:pt x="32762" y="5268"/>
                </a:lnTo>
                <a:lnTo>
                  <a:pt x="32497" y="5610"/>
                </a:lnTo>
                <a:lnTo>
                  <a:pt x="32232" y="5951"/>
                </a:lnTo>
                <a:lnTo>
                  <a:pt x="31985" y="6311"/>
                </a:lnTo>
                <a:lnTo>
                  <a:pt x="31739" y="6671"/>
                </a:lnTo>
                <a:lnTo>
                  <a:pt x="31512" y="7050"/>
                </a:lnTo>
                <a:lnTo>
                  <a:pt x="31303" y="7429"/>
                </a:lnTo>
                <a:lnTo>
                  <a:pt x="31095" y="7808"/>
                </a:lnTo>
                <a:lnTo>
                  <a:pt x="30905" y="8205"/>
                </a:lnTo>
                <a:lnTo>
                  <a:pt x="30716" y="8622"/>
                </a:lnTo>
                <a:lnTo>
                  <a:pt x="30545" y="9020"/>
                </a:lnTo>
                <a:lnTo>
                  <a:pt x="30375" y="9437"/>
                </a:lnTo>
                <a:lnTo>
                  <a:pt x="30223" y="9873"/>
                </a:lnTo>
                <a:lnTo>
                  <a:pt x="29730" y="9570"/>
                </a:lnTo>
                <a:lnTo>
                  <a:pt x="29238" y="9285"/>
                </a:lnTo>
                <a:lnTo>
                  <a:pt x="28707" y="9039"/>
                </a:lnTo>
                <a:lnTo>
                  <a:pt x="28196" y="8812"/>
                </a:lnTo>
                <a:lnTo>
                  <a:pt x="27665" y="8603"/>
                </a:lnTo>
                <a:lnTo>
                  <a:pt x="27116" y="8414"/>
                </a:lnTo>
                <a:lnTo>
                  <a:pt x="26585" y="8243"/>
                </a:lnTo>
                <a:lnTo>
                  <a:pt x="26036" y="8092"/>
                </a:lnTo>
                <a:lnTo>
                  <a:pt x="25467" y="7978"/>
                </a:lnTo>
                <a:lnTo>
                  <a:pt x="24918" y="7864"/>
                </a:lnTo>
                <a:lnTo>
                  <a:pt x="24349" y="7789"/>
                </a:lnTo>
                <a:lnTo>
                  <a:pt x="23781" y="7732"/>
                </a:lnTo>
                <a:lnTo>
                  <a:pt x="23212" y="7694"/>
                </a:lnTo>
                <a:lnTo>
                  <a:pt x="22644" y="7675"/>
                </a:lnTo>
                <a:lnTo>
                  <a:pt x="22075" y="7675"/>
                </a:lnTo>
                <a:lnTo>
                  <a:pt x="21507" y="7694"/>
                </a:lnTo>
                <a:lnTo>
                  <a:pt x="20938" y="7751"/>
                </a:lnTo>
                <a:lnTo>
                  <a:pt x="20370" y="7808"/>
                </a:lnTo>
                <a:lnTo>
                  <a:pt x="19802" y="7902"/>
                </a:lnTo>
                <a:lnTo>
                  <a:pt x="19233" y="8016"/>
                </a:lnTo>
                <a:lnTo>
                  <a:pt x="18665" y="8149"/>
                </a:lnTo>
                <a:lnTo>
                  <a:pt x="18115" y="8300"/>
                </a:lnTo>
                <a:lnTo>
                  <a:pt x="17547" y="8452"/>
                </a:lnTo>
                <a:lnTo>
                  <a:pt x="16997" y="8660"/>
                </a:lnTo>
                <a:lnTo>
                  <a:pt x="16467" y="8869"/>
                </a:lnTo>
                <a:lnTo>
                  <a:pt x="15917" y="9096"/>
                </a:lnTo>
                <a:lnTo>
                  <a:pt x="15387" y="9342"/>
                </a:lnTo>
                <a:lnTo>
                  <a:pt x="14875" y="9608"/>
                </a:lnTo>
                <a:lnTo>
                  <a:pt x="14363" y="9911"/>
                </a:lnTo>
                <a:lnTo>
                  <a:pt x="13852" y="10214"/>
                </a:lnTo>
                <a:lnTo>
                  <a:pt x="13359" y="10536"/>
                </a:lnTo>
                <a:lnTo>
                  <a:pt x="12885" y="10896"/>
                </a:lnTo>
                <a:lnTo>
                  <a:pt x="12506" y="11161"/>
                </a:lnTo>
                <a:lnTo>
                  <a:pt x="12146" y="11446"/>
                </a:lnTo>
                <a:lnTo>
                  <a:pt x="11824" y="11749"/>
                </a:lnTo>
                <a:lnTo>
                  <a:pt x="11521" y="12071"/>
                </a:lnTo>
                <a:lnTo>
                  <a:pt x="11218" y="12393"/>
                </a:lnTo>
                <a:lnTo>
                  <a:pt x="10953" y="12734"/>
                </a:lnTo>
                <a:lnTo>
                  <a:pt x="10706" y="13094"/>
                </a:lnTo>
                <a:lnTo>
                  <a:pt x="10479" y="13454"/>
                </a:lnTo>
                <a:lnTo>
                  <a:pt x="10271" y="13852"/>
                </a:lnTo>
                <a:lnTo>
                  <a:pt x="10100" y="14250"/>
                </a:lnTo>
                <a:lnTo>
                  <a:pt x="9929" y="14648"/>
                </a:lnTo>
                <a:lnTo>
                  <a:pt x="9797" y="15065"/>
                </a:lnTo>
                <a:lnTo>
                  <a:pt x="9664" y="15501"/>
                </a:lnTo>
                <a:lnTo>
                  <a:pt x="9569" y="15955"/>
                </a:lnTo>
                <a:lnTo>
                  <a:pt x="9494" y="16410"/>
                </a:lnTo>
                <a:lnTo>
                  <a:pt x="9437" y="16884"/>
                </a:lnTo>
                <a:lnTo>
                  <a:pt x="9096" y="16694"/>
                </a:lnTo>
                <a:lnTo>
                  <a:pt x="8755" y="16543"/>
                </a:lnTo>
                <a:lnTo>
                  <a:pt x="8414" y="16410"/>
                </a:lnTo>
                <a:lnTo>
                  <a:pt x="8091" y="16296"/>
                </a:lnTo>
                <a:lnTo>
                  <a:pt x="7750" y="16221"/>
                </a:lnTo>
                <a:lnTo>
                  <a:pt x="7409" y="16164"/>
                </a:lnTo>
                <a:lnTo>
                  <a:pt x="7068" y="16126"/>
                </a:lnTo>
                <a:lnTo>
                  <a:pt x="6746" y="16126"/>
                </a:lnTo>
                <a:lnTo>
                  <a:pt x="6424" y="16145"/>
                </a:lnTo>
                <a:lnTo>
                  <a:pt x="6083" y="16183"/>
                </a:lnTo>
                <a:lnTo>
                  <a:pt x="5761" y="16240"/>
                </a:lnTo>
                <a:lnTo>
                  <a:pt x="5439" y="16315"/>
                </a:lnTo>
                <a:lnTo>
                  <a:pt x="5136" y="16410"/>
                </a:lnTo>
                <a:lnTo>
                  <a:pt x="4813" y="16524"/>
                </a:lnTo>
                <a:lnTo>
                  <a:pt x="4510" y="16637"/>
                </a:lnTo>
                <a:lnTo>
                  <a:pt x="4207" y="16789"/>
                </a:lnTo>
                <a:lnTo>
                  <a:pt x="3923" y="16960"/>
                </a:lnTo>
                <a:lnTo>
                  <a:pt x="3639" y="17130"/>
                </a:lnTo>
                <a:lnTo>
                  <a:pt x="3354" y="17320"/>
                </a:lnTo>
                <a:lnTo>
                  <a:pt x="3089" y="17528"/>
                </a:lnTo>
                <a:lnTo>
                  <a:pt x="2824" y="17755"/>
                </a:lnTo>
                <a:lnTo>
                  <a:pt x="2578" y="17983"/>
                </a:lnTo>
                <a:lnTo>
                  <a:pt x="2331" y="18210"/>
                </a:lnTo>
                <a:lnTo>
                  <a:pt x="2085" y="18475"/>
                </a:lnTo>
                <a:lnTo>
                  <a:pt x="1876" y="18722"/>
                </a:lnTo>
                <a:lnTo>
                  <a:pt x="1649" y="18987"/>
                </a:lnTo>
                <a:lnTo>
                  <a:pt x="1460" y="19271"/>
                </a:lnTo>
                <a:lnTo>
                  <a:pt x="1270" y="19556"/>
                </a:lnTo>
                <a:lnTo>
                  <a:pt x="1081" y="19840"/>
                </a:lnTo>
                <a:lnTo>
                  <a:pt x="910" y="20124"/>
                </a:lnTo>
                <a:lnTo>
                  <a:pt x="758" y="20427"/>
                </a:lnTo>
                <a:lnTo>
                  <a:pt x="626" y="20711"/>
                </a:lnTo>
                <a:lnTo>
                  <a:pt x="417" y="21242"/>
                </a:lnTo>
                <a:lnTo>
                  <a:pt x="247" y="21791"/>
                </a:lnTo>
                <a:lnTo>
                  <a:pt x="95" y="22341"/>
                </a:lnTo>
                <a:lnTo>
                  <a:pt x="1" y="22909"/>
                </a:lnTo>
                <a:lnTo>
                  <a:pt x="51066" y="22909"/>
                </a:lnTo>
                <a:lnTo>
                  <a:pt x="51066" y="2388"/>
                </a:lnTo>
                <a:lnTo>
                  <a:pt x="50441" y="2009"/>
                </a:lnTo>
                <a:lnTo>
                  <a:pt x="49797" y="1668"/>
                </a:lnTo>
                <a:lnTo>
                  <a:pt x="49134" y="1346"/>
                </a:lnTo>
                <a:lnTo>
                  <a:pt x="48470" y="1062"/>
                </a:lnTo>
                <a:lnTo>
                  <a:pt x="47807" y="797"/>
                </a:lnTo>
                <a:lnTo>
                  <a:pt x="47106" y="569"/>
                </a:lnTo>
                <a:lnTo>
                  <a:pt x="46424" y="380"/>
                </a:lnTo>
                <a:lnTo>
                  <a:pt x="45723" y="228"/>
                </a:lnTo>
                <a:lnTo>
                  <a:pt x="45003" y="114"/>
                </a:lnTo>
                <a:lnTo>
                  <a:pt x="44283" y="39"/>
                </a:lnTo>
                <a:lnTo>
                  <a:pt x="43563" y="1"/>
                </a:lnTo>
                <a:close/>
              </a:path>
            </a:pathLst>
          </a:custGeom>
          <a:solidFill>
            <a:srgbClr val="FFFFFF">
              <a:alpha val="3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9" name="Google Shape;919;p19"/>
          <p:cNvSpPr txBox="1">
            <a:spLocks noGrp="1"/>
          </p:cNvSpPr>
          <p:nvPr>
            <p:ph type="title"/>
          </p:nvPr>
        </p:nvSpPr>
        <p:spPr>
          <a:xfrm>
            <a:off x="2007750" y="2827175"/>
            <a:ext cx="51285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20" name="Google Shape;920;p19"/>
          <p:cNvSpPr txBox="1">
            <a:spLocks noGrp="1"/>
          </p:cNvSpPr>
          <p:nvPr>
            <p:ph type="subTitle" idx="1"/>
          </p:nvPr>
        </p:nvSpPr>
        <p:spPr>
          <a:xfrm>
            <a:off x="1828350" y="3779450"/>
            <a:ext cx="5487300" cy="67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21" name="Google Shape;921;p19"/>
          <p:cNvSpPr/>
          <p:nvPr/>
        </p:nvSpPr>
        <p:spPr>
          <a:xfrm>
            <a:off x="-651195" y="4626807"/>
            <a:ext cx="10434100" cy="1223325"/>
          </a:xfrm>
          <a:custGeom>
            <a:avLst/>
            <a:gdLst/>
            <a:ahLst/>
            <a:cxnLst/>
            <a:rect l="l" t="t" r="r" b="b"/>
            <a:pathLst>
              <a:path w="417364" h="48933" extrusionOk="0">
                <a:moveTo>
                  <a:pt x="18269" y="21711"/>
                </a:moveTo>
                <a:cubicBezTo>
                  <a:pt x="29513" y="14710"/>
                  <a:pt x="51861" y="3395"/>
                  <a:pt x="77249" y="1344"/>
                </a:cubicBezTo>
                <a:cubicBezTo>
                  <a:pt x="102637" y="-707"/>
                  <a:pt x="134461" y="8487"/>
                  <a:pt x="170598" y="9406"/>
                </a:cubicBezTo>
                <a:cubicBezTo>
                  <a:pt x="206736" y="10325"/>
                  <a:pt x="260129" y="8416"/>
                  <a:pt x="294074" y="6860"/>
                </a:cubicBezTo>
                <a:cubicBezTo>
                  <a:pt x="328019" y="5304"/>
                  <a:pt x="354539" y="-212"/>
                  <a:pt x="374270" y="71"/>
                </a:cubicBezTo>
                <a:cubicBezTo>
                  <a:pt x="394001" y="354"/>
                  <a:pt x="406023" y="2546"/>
                  <a:pt x="412458" y="8557"/>
                </a:cubicBezTo>
                <a:cubicBezTo>
                  <a:pt x="418893" y="14568"/>
                  <a:pt x="418893" y="31753"/>
                  <a:pt x="412882" y="36138"/>
                </a:cubicBezTo>
                <a:cubicBezTo>
                  <a:pt x="406871" y="40523"/>
                  <a:pt x="421086" y="32814"/>
                  <a:pt x="376391" y="34865"/>
                </a:cubicBezTo>
                <a:cubicBezTo>
                  <a:pt x="331697" y="36916"/>
                  <a:pt x="205816" y="47029"/>
                  <a:pt x="144715" y="48443"/>
                </a:cubicBezTo>
                <a:cubicBezTo>
                  <a:pt x="83614" y="49857"/>
                  <a:pt x="30857" y="47806"/>
                  <a:pt x="9783" y="43351"/>
                </a:cubicBezTo>
                <a:cubicBezTo>
                  <a:pt x="-11291" y="38896"/>
                  <a:pt x="7025" y="28712"/>
                  <a:pt x="18269" y="2171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</p:sp>
      <p:sp>
        <p:nvSpPr>
          <p:cNvPr id="922" name="Google Shape;922;p19"/>
          <p:cNvSpPr/>
          <p:nvPr/>
        </p:nvSpPr>
        <p:spPr>
          <a:xfrm>
            <a:off x="7455625" y="3511601"/>
            <a:ext cx="611683" cy="279336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3" name="Google Shape;923;p19"/>
          <p:cNvSpPr/>
          <p:nvPr/>
        </p:nvSpPr>
        <p:spPr>
          <a:xfrm>
            <a:off x="8710050" y="1928356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4" name="Google Shape;924;p19"/>
          <p:cNvGrpSpPr/>
          <p:nvPr/>
        </p:nvGrpSpPr>
        <p:grpSpPr>
          <a:xfrm>
            <a:off x="8147111" y="4108674"/>
            <a:ext cx="745923" cy="742920"/>
            <a:chOff x="778525" y="3588975"/>
            <a:chExt cx="1073425" cy="1068950"/>
          </a:xfrm>
        </p:grpSpPr>
        <p:sp>
          <p:nvSpPr>
            <p:cNvPr id="925" name="Google Shape;925;p19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6" name="Google Shape;926;p19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927" name="Google Shape;927;p19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19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19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19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19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19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19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19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19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19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19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19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39" name="Google Shape;939;p19"/>
          <p:cNvGrpSpPr/>
          <p:nvPr/>
        </p:nvGrpSpPr>
        <p:grpSpPr>
          <a:xfrm flipH="1">
            <a:off x="1701829" y="4675631"/>
            <a:ext cx="560435" cy="558099"/>
            <a:chOff x="778525" y="3588975"/>
            <a:chExt cx="1073425" cy="1068950"/>
          </a:xfrm>
        </p:grpSpPr>
        <p:sp>
          <p:nvSpPr>
            <p:cNvPr id="940" name="Google Shape;940;p19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41" name="Google Shape;941;p19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942" name="Google Shape;942;p19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19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19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19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19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19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19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19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19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19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19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19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54" name="Google Shape;954;p19"/>
          <p:cNvGrpSpPr/>
          <p:nvPr/>
        </p:nvGrpSpPr>
        <p:grpSpPr>
          <a:xfrm>
            <a:off x="510735" y="4184886"/>
            <a:ext cx="930353" cy="829089"/>
            <a:chOff x="2236010" y="3967511"/>
            <a:chExt cx="930353" cy="829089"/>
          </a:xfrm>
        </p:grpSpPr>
        <p:sp>
          <p:nvSpPr>
            <p:cNvPr id="955" name="Google Shape;955;p19"/>
            <p:cNvSpPr/>
            <p:nvPr/>
          </p:nvSpPr>
          <p:spPr>
            <a:xfrm>
              <a:off x="2265825" y="4694000"/>
              <a:ext cx="767100" cy="1026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56" name="Google Shape;956;p19"/>
            <p:cNvGrpSpPr/>
            <p:nvPr/>
          </p:nvGrpSpPr>
          <p:grpSpPr>
            <a:xfrm>
              <a:off x="2236010" y="3967511"/>
              <a:ext cx="930353" cy="794959"/>
              <a:chOff x="1627375" y="-1981850"/>
              <a:chExt cx="1305575" cy="1115575"/>
            </a:xfrm>
          </p:grpSpPr>
          <p:sp>
            <p:nvSpPr>
              <p:cNvPr id="957" name="Google Shape;957;p19"/>
              <p:cNvSpPr/>
              <p:nvPr/>
            </p:nvSpPr>
            <p:spPr>
              <a:xfrm>
                <a:off x="1627375" y="-1981850"/>
                <a:ext cx="1115075" cy="1115575"/>
              </a:xfrm>
              <a:custGeom>
                <a:avLst/>
                <a:gdLst/>
                <a:ahLst/>
                <a:cxnLst/>
                <a:rect l="l" t="t" r="r" b="b"/>
                <a:pathLst>
                  <a:path w="44603" h="44623" extrusionOk="0">
                    <a:moveTo>
                      <a:pt x="21725" y="1"/>
                    </a:moveTo>
                    <a:lnTo>
                      <a:pt x="21158" y="39"/>
                    </a:lnTo>
                    <a:lnTo>
                      <a:pt x="20590" y="57"/>
                    </a:lnTo>
                    <a:lnTo>
                      <a:pt x="20023" y="114"/>
                    </a:lnTo>
                    <a:lnTo>
                      <a:pt x="19456" y="190"/>
                    </a:lnTo>
                    <a:lnTo>
                      <a:pt x="18908" y="265"/>
                    </a:lnTo>
                    <a:lnTo>
                      <a:pt x="18359" y="341"/>
                    </a:lnTo>
                    <a:lnTo>
                      <a:pt x="17811" y="455"/>
                    </a:lnTo>
                    <a:lnTo>
                      <a:pt x="17263" y="568"/>
                    </a:lnTo>
                    <a:lnTo>
                      <a:pt x="16733" y="700"/>
                    </a:lnTo>
                    <a:lnTo>
                      <a:pt x="16204" y="852"/>
                    </a:lnTo>
                    <a:lnTo>
                      <a:pt x="15674" y="1003"/>
                    </a:lnTo>
                    <a:lnTo>
                      <a:pt x="15145" y="1173"/>
                    </a:lnTo>
                    <a:lnTo>
                      <a:pt x="14634" y="1362"/>
                    </a:lnTo>
                    <a:lnTo>
                      <a:pt x="14124" y="1551"/>
                    </a:lnTo>
                    <a:lnTo>
                      <a:pt x="13613" y="1759"/>
                    </a:lnTo>
                    <a:lnTo>
                      <a:pt x="13122" y="1967"/>
                    </a:lnTo>
                    <a:lnTo>
                      <a:pt x="12630" y="2194"/>
                    </a:lnTo>
                    <a:lnTo>
                      <a:pt x="12139" y="2440"/>
                    </a:lnTo>
                    <a:lnTo>
                      <a:pt x="11666" y="2686"/>
                    </a:lnTo>
                    <a:lnTo>
                      <a:pt x="11193" y="2950"/>
                    </a:lnTo>
                    <a:lnTo>
                      <a:pt x="10740" y="3234"/>
                    </a:lnTo>
                    <a:lnTo>
                      <a:pt x="10286" y="3517"/>
                    </a:lnTo>
                    <a:lnTo>
                      <a:pt x="9832" y="3820"/>
                    </a:lnTo>
                    <a:lnTo>
                      <a:pt x="9397" y="4123"/>
                    </a:lnTo>
                    <a:lnTo>
                      <a:pt x="8962" y="4425"/>
                    </a:lnTo>
                    <a:lnTo>
                      <a:pt x="8527" y="4765"/>
                    </a:lnTo>
                    <a:lnTo>
                      <a:pt x="8111" y="5087"/>
                    </a:lnTo>
                    <a:lnTo>
                      <a:pt x="7696" y="5446"/>
                    </a:lnTo>
                    <a:lnTo>
                      <a:pt x="7298" y="5805"/>
                    </a:lnTo>
                    <a:lnTo>
                      <a:pt x="6920" y="6165"/>
                    </a:lnTo>
                    <a:lnTo>
                      <a:pt x="6523" y="6543"/>
                    </a:lnTo>
                    <a:lnTo>
                      <a:pt x="6164" y="6921"/>
                    </a:lnTo>
                    <a:lnTo>
                      <a:pt x="5786" y="7318"/>
                    </a:lnTo>
                    <a:lnTo>
                      <a:pt x="5427" y="7715"/>
                    </a:lnTo>
                    <a:lnTo>
                      <a:pt x="5086" y="8112"/>
                    </a:lnTo>
                    <a:lnTo>
                      <a:pt x="4746" y="8528"/>
                    </a:lnTo>
                    <a:lnTo>
                      <a:pt x="4425" y="8963"/>
                    </a:lnTo>
                    <a:lnTo>
                      <a:pt x="4103" y="9398"/>
                    </a:lnTo>
                    <a:lnTo>
                      <a:pt x="3801" y="9833"/>
                    </a:lnTo>
                    <a:lnTo>
                      <a:pt x="3517" y="10286"/>
                    </a:lnTo>
                    <a:lnTo>
                      <a:pt x="3233" y="10740"/>
                    </a:lnTo>
                    <a:lnTo>
                      <a:pt x="2950" y="11213"/>
                    </a:lnTo>
                    <a:lnTo>
                      <a:pt x="2685" y="11685"/>
                    </a:lnTo>
                    <a:lnTo>
                      <a:pt x="2439" y="12158"/>
                    </a:lnTo>
                    <a:lnTo>
                      <a:pt x="2193" y="12631"/>
                    </a:lnTo>
                    <a:lnTo>
                      <a:pt x="1967" y="13122"/>
                    </a:lnTo>
                    <a:lnTo>
                      <a:pt x="1740" y="13633"/>
                    </a:lnTo>
                    <a:lnTo>
                      <a:pt x="1551" y="14125"/>
                    </a:lnTo>
                    <a:lnTo>
                      <a:pt x="1343" y="14635"/>
                    </a:lnTo>
                    <a:lnTo>
                      <a:pt x="1172" y="15164"/>
                    </a:lnTo>
                    <a:lnTo>
                      <a:pt x="1002" y="15675"/>
                    </a:lnTo>
                    <a:lnTo>
                      <a:pt x="832" y="16204"/>
                    </a:lnTo>
                    <a:lnTo>
                      <a:pt x="700" y="16734"/>
                    </a:lnTo>
                    <a:lnTo>
                      <a:pt x="567" y="17263"/>
                    </a:lnTo>
                    <a:lnTo>
                      <a:pt x="454" y="17811"/>
                    </a:lnTo>
                    <a:lnTo>
                      <a:pt x="341" y="18360"/>
                    </a:lnTo>
                    <a:lnTo>
                      <a:pt x="246" y="18908"/>
                    </a:lnTo>
                    <a:lnTo>
                      <a:pt x="170" y="19475"/>
                    </a:lnTo>
                    <a:lnTo>
                      <a:pt x="114" y="20024"/>
                    </a:lnTo>
                    <a:lnTo>
                      <a:pt x="57" y="20591"/>
                    </a:lnTo>
                    <a:lnTo>
                      <a:pt x="19" y="21158"/>
                    </a:lnTo>
                    <a:lnTo>
                      <a:pt x="0" y="21725"/>
                    </a:lnTo>
                    <a:lnTo>
                      <a:pt x="0" y="22311"/>
                    </a:lnTo>
                    <a:lnTo>
                      <a:pt x="0" y="22879"/>
                    </a:lnTo>
                    <a:lnTo>
                      <a:pt x="19" y="23465"/>
                    </a:lnTo>
                    <a:lnTo>
                      <a:pt x="57" y="24032"/>
                    </a:lnTo>
                    <a:lnTo>
                      <a:pt x="114" y="24599"/>
                    </a:lnTo>
                    <a:lnTo>
                      <a:pt x="170" y="25147"/>
                    </a:lnTo>
                    <a:lnTo>
                      <a:pt x="246" y="25715"/>
                    </a:lnTo>
                    <a:lnTo>
                      <a:pt x="341" y="26263"/>
                    </a:lnTo>
                    <a:lnTo>
                      <a:pt x="454" y="26811"/>
                    </a:lnTo>
                    <a:lnTo>
                      <a:pt x="567" y="27341"/>
                    </a:lnTo>
                    <a:lnTo>
                      <a:pt x="700" y="27889"/>
                    </a:lnTo>
                    <a:lnTo>
                      <a:pt x="832" y="28418"/>
                    </a:lnTo>
                    <a:lnTo>
                      <a:pt x="1002" y="28948"/>
                    </a:lnTo>
                    <a:lnTo>
                      <a:pt x="1172" y="29458"/>
                    </a:lnTo>
                    <a:lnTo>
                      <a:pt x="1343" y="29988"/>
                    </a:lnTo>
                    <a:lnTo>
                      <a:pt x="1551" y="30498"/>
                    </a:lnTo>
                    <a:lnTo>
                      <a:pt x="1740" y="30990"/>
                    </a:lnTo>
                    <a:lnTo>
                      <a:pt x="1967" y="31481"/>
                    </a:lnTo>
                    <a:lnTo>
                      <a:pt x="2193" y="31973"/>
                    </a:lnTo>
                    <a:lnTo>
                      <a:pt x="2439" y="32465"/>
                    </a:lnTo>
                    <a:lnTo>
                      <a:pt x="2685" y="32937"/>
                    </a:lnTo>
                    <a:lnTo>
                      <a:pt x="2950" y="33410"/>
                    </a:lnTo>
                    <a:lnTo>
                      <a:pt x="3233" y="33883"/>
                    </a:lnTo>
                    <a:lnTo>
                      <a:pt x="3517" y="34336"/>
                    </a:lnTo>
                    <a:lnTo>
                      <a:pt x="3801" y="34790"/>
                    </a:lnTo>
                    <a:lnTo>
                      <a:pt x="4103" y="35225"/>
                    </a:lnTo>
                    <a:lnTo>
                      <a:pt x="4425" y="35660"/>
                    </a:lnTo>
                    <a:lnTo>
                      <a:pt x="4746" y="36076"/>
                    </a:lnTo>
                    <a:lnTo>
                      <a:pt x="5086" y="36492"/>
                    </a:lnTo>
                    <a:lnTo>
                      <a:pt x="5427" y="36908"/>
                    </a:lnTo>
                    <a:lnTo>
                      <a:pt x="5786" y="37305"/>
                    </a:lnTo>
                    <a:lnTo>
                      <a:pt x="6164" y="37702"/>
                    </a:lnTo>
                    <a:lnTo>
                      <a:pt x="6523" y="38080"/>
                    </a:lnTo>
                    <a:lnTo>
                      <a:pt x="6920" y="38458"/>
                    </a:lnTo>
                    <a:lnTo>
                      <a:pt x="7298" y="38817"/>
                    </a:lnTo>
                    <a:lnTo>
                      <a:pt x="7696" y="39177"/>
                    </a:lnTo>
                    <a:lnTo>
                      <a:pt x="8111" y="39517"/>
                    </a:lnTo>
                    <a:lnTo>
                      <a:pt x="8527" y="39857"/>
                    </a:lnTo>
                    <a:lnTo>
                      <a:pt x="8962" y="40179"/>
                    </a:lnTo>
                    <a:lnTo>
                      <a:pt x="9397" y="40500"/>
                    </a:lnTo>
                    <a:lnTo>
                      <a:pt x="9832" y="40803"/>
                    </a:lnTo>
                    <a:lnTo>
                      <a:pt x="10286" y="41105"/>
                    </a:lnTo>
                    <a:lnTo>
                      <a:pt x="10740" y="41389"/>
                    </a:lnTo>
                    <a:lnTo>
                      <a:pt x="11193" y="41654"/>
                    </a:lnTo>
                    <a:lnTo>
                      <a:pt x="11666" y="41918"/>
                    </a:lnTo>
                    <a:lnTo>
                      <a:pt x="12139" y="42183"/>
                    </a:lnTo>
                    <a:lnTo>
                      <a:pt x="12630" y="42410"/>
                    </a:lnTo>
                    <a:lnTo>
                      <a:pt x="13122" y="42656"/>
                    </a:lnTo>
                    <a:lnTo>
                      <a:pt x="13613" y="42864"/>
                    </a:lnTo>
                    <a:lnTo>
                      <a:pt x="14124" y="43072"/>
                    </a:lnTo>
                    <a:lnTo>
                      <a:pt x="14634" y="43261"/>
                    </a:lnTo>
                    <a:lnTo>
                      <a:pt x="15145" y="43450"/>
                    </a:lnTo>
                    <a:lnTo>
                      <a:pt x="15674" y="43620"/>
                    </a:lnTo>
                    <a:lnTo>
                      <a:pt x="16204" y="43771"/>
                    </a:lnTo>
                    <a:lnTo>
                      <a:pt x="16733" y="43922"/>
                    </a:lnTo>
                    <a:lnTo>
                      <a:pt x="17263" y="44055"/>
                    </a:lnTo>
                    <a:lnTo>
                      <a:pt x="17811" y="44168"/>
                    </a:lnTo>
                    <a:lnTo>
                      <a:pt x="18359" y="44263"/>
                    </a:lnTo>
                    <a:lnTo>
                      <a:pt x="18908" y="44357"/>
                    </a:lnTo>
                    <a:lnTo>
                      <a:pt x="19456" y="44433"/>
                    </a:lnTo>
                    <a:lnTo>
                      <a:pt x="20023" y="44509"/>
                    </a:lnTo>
                    <a:lnTo>
                      <a:pt x="20590" y="44546"/>
                    </a:lnTo>
                    <a:lnTo>
                      <a:pt x="21158" y="44584"/>
                    </a:lnTo>
                    <a:lnTo>
                      <a:pt x="21725" y="44603"/>
                    </a:lnTo>
                    <a:lnTo>
                      <a:pt x="22311" y="44622"/>
                    </a:lnTo>
                    <a:lnTo>
                      <a:pt x="22878" y="44603"/>
                    </a:lnTo>
                    <a:lnTo>
                      <a:pt x="23445" y="44584"/>
                    </a:lnTo>
                    <a:lnTo>
                      <a:pt x="24013" y="44546"/>
                    </a:lnTo>
                    <a:lnTo>
                      <a:pt x="24580" y="44509"/>
                    </a:lnTo>
                    <a:lnTo>
                      <a:pt x="25147" y="44433"/>
                    </a:lnTo>
                    <a:lnTo>
                      <a:pt x="25695" y="44357"/>
                    </a:lnTo>
                    <a:lnTo>
                      <a:pt x="26244" y="44263"/>
                    </a:lnTo>
                    <a:lnTo>
                      <a:pt x="26792" y="44168"/>
                    </a:lnTo>
                    <a:lnTo>
                      <a:pt x="27340" y="44055"/>
                    </a:lnTo>
                    <a:lnTo>
                      <a:pt x="27870" y="43922"/>
                    </a:lnTo>
                    <a:lnTo>
                      <a:pt x="28418" y="43771"/>
                    </a:lnTo>
                    <a:lnTo>
                      <a:pt x="28928" y="43620"/>
                    </a:lnTo>
                    <a:lnTo>
                      <a:pt x="29458" y="43450"/>
                    </a:lnTo>
                    <a:lnTo>
                      <a:pt x="29968" y="43261"/>
                    </a:lnTo>
                    <a:lnTo>
                      <a:pt x="30479" y="43072"/>
                    </a:lnTo>
                    <a:lnTo>
                      <a:pt x="30989" y="42864"/>
                    </a:lnTo>
                    <a:lnTo>
                      <a:pt x="31481" y="42656"/>
                    </a:lnTo>
                    <a:lnTo>
                      <a:pt x="31972" y="42410"/>
                    </a:lnTo>
                    <a:lnTo>
                      <a:pt x="32464" y="42183"/>
                    </a:lnTo>
                    <a:lnTo>
                      <a:pt x="32937" y="41918"/>
                    </a:lnTo>
                    <a:lnTo>
                      <a:pt x="33409" y="41654"/>
                    </a:lnTo>
                    <a:lnTo>
                      <a:pt x="33863" y="41389"/>
                    </a:lnTo>
                    <a:lnTo>
                      <a:pt x="34336" y="41105"/>
                    </a:lnTo>
                    <a:lnTo>
                      <a:pt x="34771" y="40803"/>
                    </a:lnTo>
                    <a:lnTo>
                      <a:pt x="35225" y="40500"/>
                    </a:lnTo>
                    <a:lnTo>
                      <a:pt x="35659" y="40179"/>
                    </a:lnTo>
                    <a:lnTo>
                      <a:pt x="36075" y="39857"/>
                    </a:lnTo>
                    <a:lnTo>
                      <a:pt x="36491" y="39517"/>
                    </a:lnTo>
                    <a:lnTo>
                      <a:pt x="36907" y="39177"/>
                    </a:lnTo>
                    <a:lnTo>
                      <a:pt x="37304" y="38817"/>
                    </a:lnTo>
                    <a:lnTo>
                      <a:pt x="37701" y="38458"/>
                    </a:lnTo>
                    <a:lnTo>
                      <a:pt x="38080" y="38080"/>
                    </a:lnTo>
                    <a:lnTo>
                      <a:pt x="38458" y="37702"/>
                    </a:lnTo>
                    <a:lnTo>
                      <a:pt x="38817" y="37305"/>
                    </a:lnTo>
                    <a:lnTo>
                      <a:pt x="39176" y="36908"/>
                    </a:lnTo>
                    <a:lnTo>
                      <a:pt x="39517" y="36492"/>
                    </a:lnTo>
                    <a:lnTo>
                      <a:pt x="39857" y="36076"/>
                    </a:lnTo>
                    <a:lnTo>
                      <a:pt x="40178" y="35660"/>
                    </a:lnTo>
                    <a:lnTo>
                      <a:pt x="40500" y="35225"/>
                    </a:lnTo>
                    <a:lnTo>
                      <a:pt x="40802" y="34790"/>
                    </a:lnTo>
                    <a:lnTo>
                      <a:pt x="41105" y="34336"/>
                    </a:lnTo>
                    <a:lnTo>
                      <a:pt x="41388" y="33883"/>
                    </a:lnTo>
                    <a:lnTo>
                      <a:pt x="41653" y="33410"/>
                    </a:lnTo>
                    <a:lnTo>
                      <a:pt x="41918" y="32937"/>
                    </a:lnTo>
                    <a:lnTo>
                      <a:pt x="42164" y="32465"/>
                    </a:lnTo>
                    <a:lnTo>
                      <a:pt x="42409" y="31973"/>
                    </a:lnTo>
                    <a:lnTo>
                      <a:pt x="42636" y="31481"/>
                    </a:lnTo>
                    <a:lnTo>
                      <a:pt x="42863" y="30990"/>
                    </a:lnTo>
                    <a:lnTo>
                      <a:pt x="43071" y="30498"/>
                    </a:lnTo>
                    <a:lnTo>
                      <a:pt x="43260" y="29988"/>
                    </a:lnTo>
                    <a:lnTo>
                      <a:pt x="43430" y="29458"/>
                    </a:lnTo>
                    <a:lnTo>
                      <a:pt x="43600" y="28948"/>
                    </a:lnTo>
                    <a:lnTo>
                      <a:pt x="43771" y="28418"/>
                    </a:lnTo>
                    <a:lnTo>
                      <a:pt x="43903" y="27889"/>
                    </a:lnTo>
                    <a:lnTo>
                      <a:pt x="44035" y="27341"/>
                    </a:lnTo>
                    <a:lnTo>
                      <a:pt x="44149" y="26811"/>
                    </a:lnTo>
                    <a:lnTo>
                      <a:pt x="44262" y="26263"/>
                    </a:lnTo>
                    <a:lnTo>
                      <a:pt x="44357" y="25715"/>
                    </a:lnTo>
                    <a:lnTo>
                      <a:pt x="44432" y="25147"/>
                    </a:lnTo>
                    <a:lnTo>
                      <a:pt x="44489" y="24599"/>
                    </a:lnTo>
                    <a:lnTo>
                      <a:pt x="44546" y="24032"/>
                    </a:lnTo>
                    <a:lnTo>
                      <a:pt x="44584" y="23465"/>
                    </a:lnTo>
                    <a:lnTo>
                      <a:pt x="44603" y="22879"/>
                    </a:lnTo>
                    <a:lnTo>
                      <a:pt x="44603" y="22311"/>
                    </a:lnTo>
                    <a:lnTo>
                      <a:pt x="44603" y="21725"/>
                    </a:lnTo>
                    <a:lnTo>
                      <a:pt x="44584" y="21158"/>
                    </a:lnTo>
                    <a:lnTo>
                      <a:pt x="44546" y="20591"/>
                    </a:lnTo>
                    <a:lnTo>
                      <a:pt x="44489" y="20024"/>
                    </a:lnTo>
                    <a:lnTo>
                      <a:pt x="44432" y="19475"/>
                    </a:lnTo>
                    <a:lnTo>
                      <a:pt x="44357" y="18908"/>
                    </a:lnTo>
                    <a:lnTo>
                      <a:pt x="44262" y="18360"/>
                    </a:lnTo>
                    <a:lnTo>
                      <a:pt x="44149" y="17811"/>
                    </a:lnTo>
                    <a:lnTo>
                      <a:pt x="44035" y="17263"/>
                    </a:lnTo>
                    <a:lnTo>
                      <a:pt x="43903" y="16734"/>
                    </a:lnTo>
                    <a:lnTo>
                      <a:pt x="43771" y="16204"/>
                    </a:lnTo>
                    <a:lnTo>
                      <a:pt x="43600" y="15675"/>
                    </a:lnTo>
                    <a:lnTo>
                      <a:pt x="43430" y="15164"/>
                    </a:lnTo>
                    <a:lnTo>
                      <a:pt x="43260" y="14635"/>
                    </a:lnTo>
                    <a:lnTo>
                      <a:pt x="43071" y="14125"/>
                    </a:lnTo>
                    <a:lnTo>
                      <a:pt x="42863" y="13633"/>
                    </a:lnTo>
                    <a:lnTo>
                      <a:pt x="42636" y="13122"/>
                    </a:lnTo>
                    <a:lnTo>
                      <a:pt x="42409" y="12631"/>
                    </a:lnTo>
                    <a:lnTo>
                      <a:pt x="42164" y="12158"/>
                    </a:lnTo>
                    <a:lnTo>
                      <a:pt x="41918" y="11685"/>
                    </a:lnTo>
                    <a:lnTo>
                      <a:pt x="41653" y="11213"/>
                    </a:lnTo>
                    <a:lnTo>
                      <a:pt x="41388" y="10740"/>
                    </a:lnTo>
                    <a:lnTo>
                      <a:pt x="41105" y="10286"/>
                    </a:lnTo>
                    <a:lnTo>
                      <a:pt x="40802" y="9833"/>
                    </a:lnTo>
                    <a:lnTo>
                      <a:pt x="40500" y="9398"/>
                    </a:lnTo>
                    <a:lnTo>
                      <a:pt x="40178" y="8963"/>
                    </a:lnTo>
                    <a:lnTo>
                      <a:pt x="39857" y="8528"/>
                    </a:lnTo>
                    <a:lnTo>
                      <a:pt x="39517" y="8112"/>
                    </a:lnTo>
                    <a:lnTo>
                      <a:pt x="39176" y="7715"/>
                    </a:lnTo>
                    <a:lnTo>
                      <a:pt x="38817" y="7318"/>
                    </a:lnTo>
                    <a:lnTo>
                      <a:pt x="38458" y="6921"/>
                    </a:lnTo>
                    <a:lnTo>
                      <a:pt x="38080" y="6543"/>
                    </a:lnTo>
                    <a:lnTo>
                      <a:pt x="37701" y="6165"/>
                    </a:lnTo>
                    <a:lnTo>
                      <a:pt x="37304" y="5805"/>
                    </a:lnTo>
                    <a:lnTo>
                      <a:pt x="36907" y="5446"/>
                    </a:lnTo>
                    <a:lnTo>
                      <a:pt x="36491" y="5087"/>
                    </a:lnTo>
                    <a:lnTo>
                      <a:pt x="36075" y="4765"/>
                    </a:lnTo>
                    <a:lnTo>
                      <a:pt x="35659" y="4425"/>
                    </a:lnTo>
                    <a:lnTo>
                      <a:pt x="35225" y="4123"/>
                    </a:lnTo>
                    <a:lnTo>
                      <a:pt x="34771" y="3820"/>
                    </a:lnTo>
                    <a:lnTo>
                      <a:pt x="34336" y="3517"/>
                    </a:lnTo>
                    <a:lnTo>
                      <a:pt x="33863" y="3234"/>
                    </a:lnTo>
                    <a:lnTo>
                      <a:pt x="33409" y="2950"/>
                    </a:lnTo>
                    <a:lnTo>
                      <a:pt x="32937" y="2686"/>
                    </a:lnTo>
                    <a:lnTo>
                      <a:pt x="32464" y="2440"/>
                    </a:lnTo>
                    <a:lnTo>
                      <a:pt x="31972" y="2194"/>
                    </a:lnTo>
                    <a:lnTo>
                      <a:pt x="31481" y="1967"/>
                    </a:lnTo>
                    <a:lnTo>
                      <a:pt x="30989" y="1759"/>
                    </a:lnTo>
                    <a:lnTo>
                      <a:pt x="30479" y="1551"/>
                    </a:lnTo>
                    <a:lnTo>
                      <a:pt x="29968" y="1362"/>
                    </a:lnTo>
                    <a:lnTo>
                      <a:pt x="29458" y="1173"/>
                    </a:lnTo>
                    <a:lnTo>
                      <a:pt x="28928" y="1003"/>
                    </a:lnTo>
                    <a:lnTo>
                      <a:pt x="28418" y="852"/>
                    </a:lnTo>
                    <a:lnTo>
                      <a:pt x="27870" y="700"/>
                    </a:lnTo>
                    <a:lnTo>
                      <a:pt x="27340" y="568"/>
                    </a:lnTo>
                    <a:lnTo>
                      <a:pt x="26792" y="455"/>
                    </a:lnTo>
                    <a:lnTo>
                      <a:pt x="26244" y="341"/>
                    </a:lnTo>
                    <a:lnTo>
                      <a:pt x="25695" y="265"/>
                    </a:lnTo>
                    <a:lnTo>
                      <a:pt x="25147" y="190"/>
                    </a:lnTo>
                    <a:lnTo>
                      <a:pt x="24580" y="114"/>
                    </a:lnTo>
                    <a:lnTo>
                      <a:pt x="24013" y="57"/>
                    </a:lnTo>
                    <a:lnTo>
                      <a:pt x="23445" y="39"/>
                    </a:lnTo>
                    <a:lnTo>
                      <a:pt x="22878" y="1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19"/>
              <p:cNvSpPr/>
              <p:nvPr/>
            </p:nvSpPr>
            <p:spPr>
              <a:xfrm>
                <a:off x="1764450" y="-1858000"/>
                <a:ext cx="854150" cy="854625"/>
              </a:xfrm>
              <a:custGeom>
                <a:avLst/>
                <a:gdLst/>
                <a:ahLst/>
                <a:cxnLst/>
                <a:rect l="l" t="t" r="r" b="b"/>
                <a:pathLst>
                  <a:path w="34166" h="34185" extrusionOk="0">
                    <a:moveTo>
                      <a:pt x="17093" y="0"/>
                    </a:moveTo>
                    <a:lnTo>
                      <a:pt x="16204" y="19"/>
                    </a:lnTo>
                    <a:lnTo>
                      <a:pt x="15334" y="95"/>
                    </a:lnTo>
                    <a:lnTo>
                      <a:pt x="14483" y="208"/>
                    </a:lnTo>
                    <a:lnTo>
                      <a:pt x="13651" y="360"/>
                    </a:lnTo>
                    <a:lnTo>
                      <a:pt x="12820" y="549"/>
                    </a:lnTo>
                    <a:lnTo>
                      <a:pt x="12006" y="776"/>
                    </a:lnTo>
                    <a:lnTo>
                      <a:pt x="11212" y="1040"/>
                    </a:lnTo>
                    <a:lnTo>
                      <a:pt x="10437" y="1343"/>
                    </a:lnTo>
                    <a:lnTo>
                      <a:pt x="9681" y="1683"/>
                    </a:lnTo>
                    <a:lnTo>
                      <a:pt x="8944" y="2061"/>
                    </a:lnTo>
                    <a:lnTo>
                      <a:pt x="8225" y="2477"/>
                    </a:lnTo>
                    <a:lnTo>
                      <a:pt x="7525" y="2931"/>
                    </a:lnTo>
                    <a:lnTo>
                      <a:pt x="6864" y="3404"/>
                    </a:lnTo>
                    <a:lnTo>
                      <a:pt x="6221" y="3914"/>
                    </a:lnTo>
                    <a:lnTo>
                      <a:pt x="5597" y="4444"/>
                    </a:lnTo>
                    <a:lnTo>
                      <a:pt x="5011" y="5011"/>
                    </a:lnTo>
                    <a:lnTo>
                      <a:pt x="4444" y="5597"/>
                    </a:lnTo>
                    <a:lnTo>
                      <a:pt x="3895" y="6221"/>
                    </a:lnTo>
                    <a:lnTo>
                      <a:pt x="3404" y="6864"/>
                    </a:lnTo>
                    <a:lnTo>
                      <a:pt x="2912" y="7544"/>
                    </a:lnTo>
                    <a:lnTo>
                      <a:pt x="2477" y="8225"/>
                    </a:lnTo>
                    <a:lnTo>
                      <a:pt x="2061" y="8944"/>
                    </a:lnTo>
                    <a:lnTo>
                      <a:pt x="1683" y="9681"/>
                    </a:lnTo>
                    <a:lnTo>
                      <a:pt x="1343" y="10437"/>
                    </a:lnTo>
                    <a:lnTo>
                      <a:pt x="1040" y="11213"/>
                    </a:lnTo>
                    <a:lnTo>
                      <a:pt x="776" y="12007"/>
                    </a:lnTo>
                    <a:lnTo>
                      <a:pt x="530" y="12820"/>
                    </a:lnTo>
                    <a:lnTo>
                      <a:pt x="341" y="13652"/>
                    </a:lnTo>
                    <a:lnTo>
                      <a:pt x="189" y="14483"/>
                    </a:lnTo>
                    <a:lnTo>
                      <a:pt x="95" y="15334"/>
                    </a:lnTo>
                    <a:lnTo>
                      <a:pt x="19" y="16204"/>
                    </a:lnTo>
                    <a:lnTo>
                      <a:pt x="0" y="17093"/>
                    </a:lnTo>
                    <a:lnTo>
                      <a:pt x="19" y="17962"/>
                    </a:lnTo>
                    <a:lnTo>
                      <a:pt x="95" y="18832"/>
                    </a:lnTo>
                    <a:lnTo>
                      <a:pt x="189" y="19683"/>
                    </a:lnTo>
                    <a:lnTo>
                      <a:pt x="341" y="20534"/>
                    </a:lnTo>
                    <a:lnTo>
                      <a:pt x="530" y="21366"/>
                    </a:lnTo>
                    <a:lnTo>
                      <a:pt x="776" y="22179"/>
                    </a:lnTo>
                    <a:lnTo>
                      <a:pt x="1040" y="22973"/>
                    </a:lnTo>
                    <a:lnTo>
                      <a:pt x="1343" y="23748"/>
                    </a:lnTo>
                    <a:lnTo>
                      <a:pt x="1683" y="24504"/>
                    </a:lnTo>
                    <a:lnTo>
                      <a:pt x="2061" y="25242"/>
                    </a:lnTo>
                    <a:lnTo>
                      <a:pt x="2477" y="25941"/>
                    </a:lnTo>
                    <a:lnTo>
                      <a:pt x="2912" y="26641"/>
                    </a:lnTo>
                    <a:lnTo>
                      <a:pt x="3404" y="27322"/>
                    </a:lnTo>
                    <a:lnTo>
                      <a:pt x="3895" y="27964"/>
                    </a:lnTo>
                    <a:lnTo>
                      <a:pt x="4444" y="28569"/>
                    </a:lnTo>
                    <a:lnTo>
                      <a:pt x="5011" y="29174"/>
                    </a:lnTo>
                    <a:lnTo>
                      <a:pt x="5597" y="29742"/>
                    </a:lnTo>
                    <a:lnTo>
                      <a:pt x="6221" y="30271"/>
                    </a:lnTo>
                    <a:lnTo>
                      <a:pt x="6864" y="30782"/>
                    </a:lnTo>
                    <a:lnTo>
                      <a:pt x="7525" y="31254"/>
                    </a:lnTo>
                    <a:lnTo>
                      <a:pt x="8225" y="31708"/>
                    </a:lnTo>
                    <a:lnTo>
                      <a:pt x="8944" y="32105"/>
                    </a:lnTo>
                    <a:lnTo>
                      <a:pt x="9681" y="32483"/>
                    </a:lnTo>
                    <a:lnTo>
                      <a:pt x="10437" y="32824"/>
                    </a:lnTo>
                    <a:lnTo>
                      <a:pt x="11212" y="33145"/>
                    </a:lnTo>
                    <a:lnTo>
                      <a:pt x="12006" y="33410"/>
                    </a:lnTo>
                    <a:lnTo>
                      <a:pt x="12820" y="33637"/>
                    </a:lnTo>
                    <a:lnTo>
                      <a:pt x="13651" y="33826"/>
                    </a:lnTo>
                    <a:lnTo>
                      <a:pt x="14483" y="33977"/>
                    </a:lnTo>
                    <a:lnTo>
                      <a:pt x="15334" y="34090"/>
                    </a:lnTo>
                    <a:lnTo>
                      <a:pt x="16204" y="34147"/>
                    </a:lnTo>
                    <a:lnTo>
                      <a:pt x="17093" y="34185"/>
                    </a:lnTo>
                    <a:lnTo>
                      <a:pt x="17962" y="34147"/>
                    </a:lnTo>
                    <a:lnTo>
                      <a:pt x="18832" y="34090"/>
                    </a:lnTo>
                    <a:lnTo>
                      <a:pt x="19683" y="33977"/>
                    </a:lnTo>
                    <a:lnTo>
                      <a:pt x="20534" y="33826"/>
                    </a:lnTo>
                    <a:lnTo>
                      <a:pt x="21347" y="33637"/>
                    </a:lnTo>
                    <a:lnTo>
                      <a:pt x="22160" y="33410"/>
                    </a:lnTo>
                    <a:lnTo>
                      <a:pt x="22954" y="33145"/>
                    </a:lnTo>
                    <a:lnTo>
                      <a:pt x="23729" y="32824"/>
                    </a:lnTo>
                    <a:lnTo>
                      <a:pt x="24485" y="32483"/>
                    </a:lnTo>
                    <a:lnTo>
                      <a:pt x="25223" y="32105"/>
                    </a:lnTo>
                    <a:lnTo>
                      <a:pt x="25941" y="31708"/>
                    </a:lnTo>
                    <a:lnTo>
                      <a:pt x="26641" y="31254"/>
                    </a:lnTo>
                    <a:lnTo>
                      <a:pt x="27303" y="30782"/>
                    </a:lnTo>
                    <a:lnTo>
                      <a:pt x="27945" y="30271"/>
                    </a:lnTo>
                    <a:lnTo>
                      <a:pt x="28569" y="29742"/>
                    </a:lnTo>
                    <a:lnTo>
                      <a:pt x="29174" y="29174"/>
                    </a:lnTo>
                    <a:lnTo>
                      <a:pt x="29723" y="28569"/>
                    </a:lnTo>
                    <a:lnTo>
                      <a:pt x="30271" y="27964"/>
                    </a:lnTo>
                    <a:lnTo>
                      <a:pt x="30781" y="27322"/>
                    </a:lnTo>
                    <a:lnTo>
                      <a:pt x="31254" y="26641"/>
                    </a:lnTo>
                    <a:lnTo>
                      <a:pt x="31689" y="25941"/>
                    </a:lnTo>
                    <a:lnTo>
                      <a:pt x="32105" y="25242"/>
                    </a:lnTo>
                    <a:lnTo>
                      <a:pt x="32483" y="24504"/>
                    </a:lnTo>
                    <a:lnTo>
                      <a:pt x="32823" y="23748"/>
                    </a:lnTo>
                    <a:lnTo>
                      <a:pt x="33126" y="22973"/>
                    </a:lnTo>
                    <a:lnTo>
                      <a:pt x="33410" y="22179"/>
                    </a:lnTo>
                    <a:lnTo>
                      <a:pt x="33636" y="21366"/>
                    </a:lnTo>
                    <a:lnTo>
                      <a:pt x="33826" y="20534"/>
                    </a:lnTo>
                    <a:lnTo>
                      <a:pt x="33977" y="19683"/>
                    </a:lnTo>
                    <a:lnTo>
                      <a:pt x="34090" y="18832"/>
                    </a:lnTo>
                    <a:lnTo>
                      <a:pt x="34147" y="17962"/>
                    </a:lnTo>
                    <a:lnTo>
                      <a:pt x="34166" y="17093"/>
                    </a:lnTo>
                    <a:lnTo>
                      <a:pt x="34147" y="16204"/>
                    </a:lnTo>
                    <a:lnTo>
                      <a:pt x="34090" y="15334"/>
                    </a:lnTo>
                    <a:lnTo>
                      <a:pt x="33977" y="14483"/>
                    </a:lnTo>
                    <a:lnTo>
                      <a:pt x="33826" y="13652"/>
                    </a:lnTo>
                    <a:lnTo>
                      <a:pt x="33636" y="12820"/>
                    </a:lnTo>
                    <a:lnTo>
                      <a:pt x="33410" y="12007"/>
                    </a:lnTo>
                    <a:lnTo>
                      <a:pt x="33126" y="11213"/>
                    </a:lnTo>
                    <a:lnTo>
                      <a:pt x="32823" y="10437"/>
                    </a:lnTo>
                    <a:lnTo>
                      <a:pt x="32483" y="9681"/>
                    </a:lnTo>
                    <a:lnTo>
                      <a:pt x="32105" y="8944"/>
                    </a:lnTo>
                    <a:lnTo>
                      <a:pt x="31689" y="8225"/>
                    </a:lnTo>
                    <a:lnTo>
                      <a:pt x="31254" y="7544"/>
                    </a:lnTo>
                    <a:lnTo>
                      <a:pt x="30781" y="6864"/>
                    </a:lnTo>
                    <a:lnTo>
                      <a:pt x="30271" y="6221"/>
                    </a:lnTo>
                    <a:lnTo>
                      <a:pt x="29723" y="5597"/>
                    </a:lnTo>
                    <a:lnTo>
                      <a:pt x="29174" y="5011"/>
                    </a:lnTo>
                    <a:lnTo>
                      <a:pt x="28569" y="4444"/>
                    </a:lnTo>
                    <a:lnTo>
                      <a:pt x="27945" y="3914"/>
                    </a:lnTo>
                    <a:lnTo>
                      <a:pt x="27303" y="3404"/>
                    </a:lnTo>
                    <a:lnTo>
                      <a:pt x="26641" y="2931"/>
                    </a:lnTo>
                    <a:lnTo>
                      <a:pt x="25941" y="2477"/>
                    </a:lnTo>
                    <a:lnTo>
                      <a:pt x="25223" y="2061"/>
                    </a:lnTo>
                    <a:lnTo>
                      <a:pt x="24485" y="1683"/>
                    </a:lnTo>
                    <a:lnTo>
                      <a:pt x="23729" y="1343"/>
                    </a:lnTo>
                    <a:lnTo>
                      <a:pt x="22954" y="1040"/>
                    </a:lnTo>
                    <a:lnTo>
                      <a:pt x="22160" y="776"/>
                    </a:lnTo>
                    <a:lnTo>
                      <a:pt x="21347" y="549"/>
                    </a:lnTo>
                    <a:lnTo>
                      <a:pt x="20534" y="360"/>
                    </a:lnTo>
                    <a:lnTo>
                      <a:pt x="19683" y="208"/>
                    </a:lnTo>
                    <a:lnTo>
                      <a:pt x="18832" y="95"/>
                    </a:lnTo>
                    <a:lnTo>
                      <a:pt x="17962" y="19"/>
                    </a:lnTo>
                    <a:lnTo>
                      <a:pt x="170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19"/>
              <p:cNvSpPr/>
              <p:nvPr/>
            </p:nvSpPr>
            <p:spPr>
              <a:xfrm>
                <a:off x="1875050" y="-1734150"/>
                <a:ext cx="619725" cy="619700"/>
              </a:xfrm>
              <a:custGeom>
                <a:avLst/>
                <a:gdLst/>
                <a:ahLst/>
                <a:cxnLst/>
                <a:rect l="l" t="t" r="r" b="b"/>
                <a:pathLst>
                  <a:path w="24789" h="24788" extrusionOk="0">
                    <a:moveTo>
                      <a:pt x="12404" y="0"/>
                    </a:moveTo>
                    <a:lnTo>
                      <a:pt x="11761" y="19"/>
                    </a:lnTo>
                    <a:lnTo>
                      <a:pt x="11137" y="76"/>
                    </a:lnTo>
                    <a:lnTo>
                      <a:pt x="10513" y="151"/>
                    </a:lnTo>
                    <a:lnTo>
                      <a:pt x="9889" y="265"/>
                    </a:lnTo>
                    <a:lnTo>
                      <a:pt x="9303" y="397"/>
                    </a:lnTo>
                    <a:lnTo>
                      <a:pt x="8717" y="567"/>
                    </a:lnTo>
                    <a:lnTo>
                      <a:pt x="8131" y="756"/>
                    </a:lnTo>
                    <a:lnTo>
                      <a:pt x="7564" y="983"/>
                    </a:lnTo>
                    <a:lnTo>
                      <a:pt x="7015" y="1229"/>
                    </a:lnTo>
                    <a:lnTo>
                      <a:pt x="6486" y="1513"/>
                    </a:lnTo>
                    <a:lnTo>
                      <a:pt x="5975" y="1796"/>
                    </a:lnTo>
                    <a:lnTo>
                      <a:pt x="5465" y="2118"/>
                    </a:lnTo>
                    <a:lnTo>
                      <a:pt x="4973" y="2477"/>
                    </a:lnTo>
                    <a:lnTo>
                      <a:pt x="4520" y="2836"/>
                    </a:lnTo>
                    <a:lnTo>
                      <a:pt x="4066" y="3233"/>
                    </a:lnTo>
                    <a:lnTo>
                      <a:pt x="3631" y="3630"/>
                    </a:lnTo>
                    <a:lnTo>
                      <a:pt x="3215" y="4065"/>
                    </a:lnTo>
                    <a:lnTo>
                      <a:pt x="2837" y="4519"/>
                    </a:lnTo>
                    <a:lnTo>
                      <a:pt x="2459" y="4992"/>
                    </a:lnTo>
                    <a:lnTo>
                      <a:pt x="2118" y="5464"/>
                    </a:lnTo>
                    <a:lnTo>
                      <a:pt x="1797" y="5975"/>
                    </a:lnTo>
                    <a:lnTo>
                      <a:pt x="1494" y="6485"/>
                    </a:lnTo>
                    <a:lnTo>
                      <a:pt x="1230" y="7034"/>
                    </a:lnTo>
                    <a:lnTo>
                      <a:pt x="984" y="7582"/>
                    </a:lnTo>
                    <a:lnTo>
                      <a:pt x="757" y="8149"/>
                    </a:lnTo>
                    <a:lnTo>
                      <a:pt x="568" y="8716"/>
                    </a:lnTo>
                    <a:lnTo>
                      <a:pt x="398" y="9303"/>
                    </a:lnTo>
                    <a:lnTo>
                      <a:pt x="246" y="9908"/>
                    </a:lnTo>
                    <a:lnTo>
                      <a:pt x="152" y="10513"/>
                    </a:lnTo>
                    <a:lnTo>
                      <a:pt x="57" y="11137"/>
                    </a:lnTo>
                    <a:lnTo>
                      <a:pt x="20" y="11761"/>
                    </a:lnTo>
                    <a:lnTo>
                      <a:pt x="1" y="12403"/>
                    </a:lnTo>
                    <a:lnTo>
                      <a:pt x="20" y="13046"/>
                    </a:lnTo>
                    <a:lnTo>
                      <a:pt x="57" y="13670"/>
                    </a:lnTo>
                    <a:lnTo>
                      <a:pt x="152" y="14294"/>
                    </a:lnTo>
                    <a:lnTo>
                      <a:pt x="246" y="14899"/>
                    </a:lnTo>
                    <a:lnTo>
                      <a:pt x="398" y="15504"/>
                    </a:lnTo>
                    <a:lnTo>
                      <a:pt x="568" y="16090"/>
                    </a:lnTo>
                    <a:lnTo>
                      <a:pt x="757" y="16658"/>
                    </a:lnTo>
                    <a:lnTo>
                      <a:pt x="984" y="17225"/>
                    </a:lnTo>
                    <a:lnTo>
                      <a:pt x="1230" y="17773"/>
                    </a:lnTo>
                    <a:lnTo>
                      <a:pt x="1494" y="18302"/>
                    </a:lnTo>
                    <a:lnTo>
                      <a:pt x="1797" y="18832"/>
                    </a:lnTo>
                    <a:lnTo>
                      <a:pt x="2118" y="19323"/>
                    </a:lnTo>
                    <a:lnTo>
                      <a:pt x="2459" y="19815"/>
                    </a:lnTo>
                    <a:lnTo>
                      <a:pt x="2837" y="20288"/>
                    </a:lnTo>
                    <a:lnTo>
                      <a:pt x="3215" y="20742"/>
                    </a:lnTo>
                    <a:lnTo>
                      <a:pt x="3631" y="21157"/>
                    </a:lnTo>
                    <a:lnTo>
                      <a:pt x="4066" y="21573"/>
                    </a:lnTo>
                    <a:lnTo>
                      <a:pt x="4520" y="21971"/>
                    </a:lnTo>
                    <a:lnTo>
                      <a:pt x="4973" y="22330"/>
                    </a:lnTo>
                    <a:lnTo>
                      <a:pt x="5465" y="22670"/>
                    </a:lnTo>
                    <a:lnTo>
                      <a:pt x="5975" y="22991"/>
                    </a:lnTo>
                    <a:lnTo>
                      <a:pt x="6486" y="23294"/>
                    </a:lnTo>
                    <a:lnTo>
                      <a:pt x="7015" y="23578"/>
                    </a:lnTo>
                    <a:lnTo>
                      <a:pt x="7564" y="23823"/>
                    </a:lnTo>
                    <a:lnTo>
                      <a:pt x="8131" y="24050"/>
                    </a:lnTo>
                    <a:lnTo>
                      <a:pt x="8717" y="24239"/>
                    </a:lnTo>
                    <a:lnTo>
                      <a:pt x="9303" y="24410"/>
                    </a:lnTo>
                    <a:lnTo>
                      <a:pt x="9889" y="24542"/>
                    </a:lnTo>
                    <a:lnTo>
                      <a:pt x="10513" y="24655"/>
                    </a:lnTo>
                    <a:lnTo>
                      <a:pt x="11137" y="24731"/>
                    </a:lnTo>
                    <a:lnTo>
                      <a:pt x="11761" y="24788"/>
                    </a:lnTo>
                    <a:lnTo>
                      <a:pt x="13028" y="24788"/>
                    </a:lnTo>
                    <a:lnTo>
                      <a:pt x="13671" y="24731"/>
                    </a:lnTo>
                    <a:lnTo>
                      <a:pt x="14276" y="24655"/>
                    </a:lnTo>
                    <a:lnTo>
                      <a:pt x="14900" y="24542"/>
                    </a:lnTo>
                    <a:lnTo>
                      <a:pt x="15486" y="24410"/>
                    </a:lnTo>
                    <a:lnTo>
                      <a:pt x="16072" y="24239"/>
                    </a:lnTo>
                    <a:lnTo>
                      <a:pt x="16658" y="24050"/>
                    </a:lnTo>
                    <a:lnTo>
                      <a:pt x="17225" y="23823"/>
                    </a:lnTo>
                    <a:lnTo>
                      <a:pt x="17774" y="23578"/>
                    </a:lnTo>
                    <a:lnTo>
                      <a:pt x="18303" y="23294"/>
                    </a:lnTo>
                    <a:lnTo>
                      <a:pt x="18813" y="22991"/>
                    </a:lnTo>
                    <a:lnTo>
                      <a:pt x="19324" y="22670"/>
                    </a:lnTo>
                    <a:lnTo>
                      <a:pt x="19816" y="22330"/>
                    </a:lnTo>
                    <a:lnTo>
                      <a:pt x="20288" y="21971"/>
                    </a:lnTo>
                    <a:lnTo>
                      <a:pt x="20723" y="21573"/>
                    </a:lnTo>
                    <a:lnTo>
                      <a:pt x="21158" y="21157"/>
                    </a:lnTo>
                    <a:lnTo>
                      <a:pt x="21574" y="20742"/>
                    </a:lnTo>
                    <a:lnTo>
                      <a:pt x="21952" y="20288"/>
                    </a:lnTo>
                    <a:lnTo>
                      <a:pt x="22330" y="19815"/>
                    </a:lnTo>
                    <a:lnTo>
                      <a:pt x="22671" y="19323"/>
                    </a:lnTo>
                    <a:lnTo>
                      <a:pt x="22992" y="18832"/>
                    </a:lnTo>
                    <a:lnTo>
                      <a:pt x="23294" y="18302"/>
                    </a:lnTo>
                    <a:lnTo>
                      <a:pt x="23559" y="17773"/>
                    </a:lnTo>
                    <a:lnTo>
                      <a:pt x="23824" y="17225"/>
                    </a:lnTo>
                    <a:lnTo>
                      <a:pt x="24032" y="16658"/>
                    </a:lnTo>
                    <a:lnTo>
                      <a:pt x="24240" y="16090"/>
                    </a:lnTo>
                    <a:lnTo>
                      <a:pt x="24391" y="15504"/>
                    </a:lnTo>
                    <a:lnTo>
                      <a:pt x="24542" y="14899"/>
                    </a:lnTo>
                    <a:lnTo>
                      <a:pt x="24656" y="14294"/>
                    </a:lnTo>
                    <a:lnTo>
                      <a:pt x="24731" y="13670"/>
                    </a:lnTo>
                    <a:lnTo>
                      <a:pt x="24769" y="13046"/>
                    </a:lnTo>
                    <a:lnTo>
                      <a:pt x="24788" y="12403"/>
                    </a:lnTo>
                    <a:lnTo>
                      <a:pt x="24769" y="11761"/>
                    </a:lnTo>
                    <a:lnTo>
                      <a:pt x="24731" y="11137"/>
                    </a:lnTo>
                    <a:lnTo>
                      <a:pt x="24656" y="10513"/>
                    </a:lnTo>
                    <a:lnTo>
                      <a:pt x="24542" y="9908"/>
                    </a:lnTo>
                    <a:lnTo>
                      <a:pt x="24391" y="9303"/>
                    </a:lnTo>
                    <a:lnTo>
                      <a:pt x="24240" y="8716"/>
                    </a:lnTo>
                    <a:lnTo>
                      <a:pt x="24032" y="8149"/>
                    </a:lnTo>
                    <a:lnTo>
                      <a:pt x="23824" y="7582"/>
                    </a:lnTo>
                    <a:lnTo>
                      <a:pt x="23559" y="7034"/>
                    </a:lnTo>
                    <a:lnTo>
                      <a:pt x="23294" y="6485"/>
                    </a:lnTo>
                    <a:lnTo>
                      <a:pt x="22992" y="5975"/>
                    </a:lnTo>
                    <a:lnTo>
                      <a:pt x="22671" y="5464"/>
                    </a:lnTo>
                    <a:lnTo>
                      <a:pt x="22330" y="4992"/>
                    </a:lnTo>
                    <a:lnTo>
                      <a:pt x="21952" y="4519"/>
                    </a:lnTo>
                    <a:lnTo>
                      <a:pt x="21574" y="4065"/>
                    </a:lnTo>
                    <a:lnTo>
                      <a:pt x="21158" y="3630"/>
                    </a:lnTo>
                    <a:lnTo>
                      <a:pt x="20723" y="3233"/>
                    </a:lnTo>
                    <a:lnTo>
                      <a:pt x="20288" y="2836"/>
                    </a:lnTo>
                    <a:lnTo>
                      <a:pt x="19816" y="2477"/>
                    </a:lnTo>
                    <a:lnTo>
                      <a:pt x="19324" y="2118"/>
                    </a:lnTo>
                    <a:lnTo>
                      <a:pt x="18813" y="1796"/>
                    </a:lnTo>
                    <a:lnTo>
                      <a:pt x="18303" y="1513"/>
                    </a:lnTo>
                    <a:lnTo>
                      <a:pt x="17774" y="1229"/>
                    </a:lnTo>
                    <a:lnTo>
                      <a:pt x="17225" y="983"/>
                    </a:lnTo>
                    <a:lnTo>
                      <a:pt x="16658" y="756"/>
                    </a:lnTo>
                    <a:lnTo>
                      <a:pt x="16072" y="567"/>
                    </a:lnTo>
                    <a:lnTo>
                      <a:pt x="15486" y="397"/>
                    </a:lnTo>
                    <a:lnTo>
                      <a:pt x="14900" y="265"/>
                    </a:lnTo>
                    <a:lnTo>
                      <a:pt x="14276" y="151"/>
                    </a:lnTo>
                    <a:lnTo>
                      <a:pt x="13671" y="76"/>
                    </a:lnTo>
                    <a:lnTo>
                      <a:pt x="13028" y="19"/>
                    </a:lnTo>
                    <a:lnTo>
                      <a:pt x="1240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19"/>
              <p:cNvSpPr/>
              <p:nvPr/>
            </p:nvSpPr>
            <p:spPr>
              <a:xfrm>
                <a:off x="1974325" y="-1634425"/>
                <a:ext cx="421175" cy="420725"/>
              </a:xfrm>
              <a:custGeom>
                <a:avLst/>
                <a:gdLst/>
                <a:ahLst/>
                <a:cxnLst/>
                <a:rect l="l" t="t" r="r" b="b"/>
                <a:pathLst>
                  <a:path w="16847" h="16829" extrusionOk="0">
                    <a:moveTo>
                      <a:pt x="7998" y="1"/>
                    </a:moveTo>
                    <a:lnTo>
                      <a:pt x="7563" y="38"/>
                    </a:lnTo>
                    <a:lnTo>
                      <a:pt x="7147" y="95"/>
                    </a:lnTo>
                    <a:lnTo>
                      <a:pt x="6731" y="171"/>
                    </a:lnTo>
                    <a:lnTo>
                      <a:pt x="6315" y="265"/>
                    </a:lnTo>
                    <a:lnTo>
                      <a:pt x="5918" y="379"/>
                    </a:lnTo>
                    <a:lnTo>
                      <a:pt x="5521" y="511"/>
                    </a:lnTo>
                    <a:lnTo>
                      <a:pt x="5143" y="662"/>
                    </a:lnTo>
                    <a:lnTo>
                      <a:pt x="4765" y="814"/>
                    </a:lnTo>
                    <a:lnTo>
                      <a:pt x="4406" y="1003"/>
                    </a:lnTo>
                    <a:lnTo>
                      <a:pt x="4065" y="1211"/>
                    </a:lnTo>
                    <a:lnTo>
                      <a:pt x="3725" y="1438"/>
                    </a:lnTo>
                    <a:lnTo>
                      <a:pt x="3385" y="1664"/>
                    </a:lnTo>
                    <a:lnTo>
                      <a:pt x="3063" y="1910"/>
                    </a:lnTo>
                    <a:lnTo>
                      <a:pt x="2761" y="2175"/>
                    </a:lnTo>
                    <a:lnTo>
                      <a:pt x="2477" y="2459"/>
                    </a:lnTo>
                    <a:lnTo>
                      <a:pt x="2193" y="2742"/>
                    </a:lnTo>
                    <a:lnTo>
                      <a:pt x="1929" y="3064"/>
                    </a:lnTo>
                    <a:lnTo>
                      <a:pt x="1683" y="3366"/>
                    </a:lnTo>
                    <a:lnTo>
                      <a:pt x="1437" y="3706"/>
                    </a:lnTo>
                    <a:lnTo>
                      <a:pt x="1229" y="4047"/>
                    </a:lnTo>
                    <a:lnTo>
                      <a:pt x="1021" y="4406"/>
                    </a:lnTo>
                    <a:lnTo>
                      <a:pt x="832" y="4765"/>
                    </a:lnTo>
                    <a:lnTo>
                      <a:pt x="662" y="5143"/>
                    </a:lnTo>
                    <a:lnTo>
                      <a:pt x="511" y="5522"/>
                    </a:lnTo>
                    <a:lnTo>
                      <a:pt x="378" y="5900"/>
                    </a:lnTo>
                    <a:lnTo>
                      <a:pt x="265" y="6316"/>
                    </a:lnTo>
                    <a:lnTo>
                      <a:pt x="170" y="6713"/>
                    </a:lnTo>
                    <a:lnTo>
                      <a:pt x="95" y="7129"/>
                    </a:lnTo>
                    <a:lnTo>
                      <a:pt x="38" y="7545"/>
                    </a:lnTo>
                    <a:lnTo>
                      <a:pt x="19" y="7980"/>
                    </a:lnTo>
                    <a:lnTo>
                      <a:pt x="0" y="8414"/>
                    </a:lnTo>
                    <a:lnTo>
                      <a:pt x="19" y="8849"/>
                    </a:lnTo>
                    <a:lnTo>
                      <a:pt x="38" y="9265"/>
                    </a:lnTo>
                    <a:lnTo>
                      <a:pt x="95" y="9700"/>
                    </a:lnTo>
                    <a:lnTo>
                      <a:pt x="170" y="10116"/>
                    </a:lnTo>
                    <a:lnTo>
                      <a:pt x="265" y="10513"/>
                    </a:lnTo>
                    <a:lnTo>
                      <a:pt x="378" y="10910"/>
                    </a:lnTo>
                    <a:lnTo>
                      <a:pt x="511" y="11307"/>
                    </a:lnTo>
                    <a:lnTo>
                      <a:pt x="662" y="11685"/>
                    </a:lnTo>
                    <a:lnTo>
                      <a:pt x="832" y="12064"/>
                    </a:lnTo>
                    <a:lnTo>
                      <a:pt x="1021" y="12423"/>
                    </a:lnTo>
                    <a:lnTo>
                      <a:pt x="1229" y="12782"/>
                    </a:lnTo>
                    <a:lnTo>
                      <a:pt x="1437" y="13122"/>
                    </a:lnTo>
                    <a:lnTo>
                      <a:pt x="1683" y="13444"/>
                    </a:lnTo>
                    <a:lnTo>
                      <a:pt x="1929" y="13765"/>
                    </a:lnTo>
                    <a:lnTo>
                      <a:pt x="2193" y="14068"/>
                    </a:lnTo>
                    <a:lnTo>
                      <a:pt x="2477" y="14370"/>
                    </a:lnTo>
                    <a:lnTo>
                      <a:pt x="2761" y="14654"/>
                    </a:lnTo>
                    <a:lnTo>
                      <a:pt x="3063" y="14919"/>
                    </a:lnTo>
                    <a:lnTo>
                      <a:pt x="3385" y="15164"/>
                    </a:lnTo>
                    <a:lnTo>
                      <a:pt x="3725" y="15391"/>
                    </a:lnTo>
                    <a:lnTo>
                      <a:pt x="4065" y="15618"/>
                    </a:lnTo>
                    <a:lnTo>
                      <a:pt x="4406" y="15826"/>
                    </a:lnTo>
                    <a:lnTo>
                      <a:pt x="4765" y="15996"/>
                    </a:lnTo>
                    <a:lnTo>
                      <a:pt x="5143" y="16166"/>
                    </a:lnTo>
                    <a:lnTo>
                      <a:pt x="5521" y="16318"/>
                    </a:lnTo>
                    <a:lnTo>
                      <a:pt x="5918" y="16450"/>
                    </a:lnTo>
                    <a:lnTo>
                      <a:pt x="6315" y="16563"/>
                    </a:lnTo>
                    <a:lnTo>
                      <a:pt x="6731" y="16658"/>
                    </a:lnTo>
                    <a:lnTo>
                      <a:pt x="7147" y="16734"/>
                    </a:lnTo>
                    <a:lnTo>
                      <a:pt x="7563" y="16790"/>
                    </a:lnTo>
                    <a:lnTo>
                      <a:pt x="7998" y="16828"/>
                    </a:lnTo>
                    <a:lnTo>
                      <a:pt x="8849" y="16828"/>
                    </a:lnTo>
                    <a:lnTo>
                      <a:pt x="9284" y="16790"/>
                    </a:lnTo>
                    <a:lnTo>
                      <a:pt x="9700" y="16734"/>
                    </a:lnTo>
                    <a:lnTo>
                      <a:pt x="10116" y="16658"/>
                    </a:lnTo>
                    <a:lnTo>
                      <a:pt x="10532" y="16563"/>
                    </a:lnTo>
                    <a:lnTo>
                      <a:pt x="10929" y="16450"/>
                    </a:lnTo>
                    <a:lnTo>
                      <a:pt x="11326" y="16318"/>
                    </a:lnTo>
                    <a:lnTo>
                      <a:pt x="11704" y="16166"/>
                    </a:lnTo>
                    <a:lnTo>
                      <a:pt x="12082" y="15996"/>
                    </a:lnTo>
                    <a:lnTo>
                      <a:pt x="12441" y="15826"/>
                    </a:lnTo>
                    <a:lnTo>
                      <a:pt x="12800" y="15618"/>
                    </a:lnTo>
                    <a:lnTo>
                      <a:pt x="13141" y="15391"/>
                    </a:lnTo>
                    <a:lnTo>
                      <a:pt x="13462" y="15164"/>
                    </a:lnTo>
                    <a:lnTo>
                      <a:pt x="13784" y="14919"/>
                    </a:lnTo>
                    <a:lnTo>
                      <a:pt x="14086" y="14654"/>
                    </a:lnTo>
                    <a:lnTo>
                      <a:pt x="14389" y="14370"/>
                    </a:lnTo>
                    <a:lnTo>
                      <a:pt x="14653" y="14068"/>
                    </a:lnTo>
                    <a:lnTo>
                      <a:pt x="14918" y="13765"/>
                    </a:lnTo>
                    <a:lnTo>
                      <a:pt x="15183" y="13444"/>
                    </a:lnTo>
                    <a:lnTo>
                      <a:pt x="15410" y="13122"/>
                    </a:lnTo>
                    <a:lnTo>
                      <a:pt x="15637" y="12782"/>
                    </a:lnTo>
                    <a:lnTo>
                      <a:pt x="15826" y="12423"/>
                    </a:lnTo>
                    <a:lnTo>
                      <a:pt x="16015" y="12064"/>
                    </a:lnTo>
                    <a:lnTo>
                      <a:pt x="16185" y="11685"/>
                    </a:lnTo>
                    <a:lnTo>
                      <a:pt x="16336" y="11307"/>
                    </a:lnTo>
                    <a:lnTo>
                      <a:pt x="16468" y="10910"/>
                    </a:lnTo>
                    <a:lnTo>
                      <a:pt x="16582" y="10513"/>
                    </a:lnTo>
                    <a:lnTo>
                      <a:pt x="16676" y="10116"/>
                    </a:lnTo>
                    <a:lnTo>
                      <a:pt x="16752" y="9700"/>
                    </a:lnTo>
                    <a:lnTo>
                      <a:pt x="16809" y="9265"/>
                    </a:lnTo>
                    <a:lnTo>
                      <a:pt x="16828" y="8849"/>
                    </a:lnTo>
                    <a:lnTo>
                      <a:pt x="16847" y="8414"/>
                    </a:lnTo>
                    <a:lnTo>
                      <a:pt x="16828" y="7980"/>
                    </a:lnTo>
                    <a:lnTo>
                      <a:pt x="16809" y="7545"/>
                    </a:lnTo>
                    <a:lnTo>
                      <a:pt x="16752" y="7129"/>
                    </a:lnTo>
                    <a:lnTo>
                      <a:pt x="16676" y="6713"/>
                    </a:lnTo>
                    <a:lnTo>
                      <a:pt x="16582" y="6316"/>
                    </a:lnTo>
                    <a:lnTo>
                      <a:pt x="16468" y="5900"/>
                    </a:lnTo>
                    <a:lnTo>
                      <a:pt x="16336" y="5522"/>
                    </a:lnTo>
                    <a:lnTo>
                      <a:pt x="16185" y="5143"/>
                    </a:lnTo>
                    <a:lnTo>
                      <a:pt x="16015" y="4765"/>
                    </a:lnTo>
                    <a:lnTo>
                      <a:pt x="15826" y="4406"/>
                    </a:lnTo>
                    <a:lnTo>
                      <a:pt x="15637" y="4047"/>
                    </a:lnTo>
                    <a:lnTo>
                      <a:pt x="15410" y="3706"/>
                    </a:lnTo>
                    <a:lnTo>
                      <a:pt x="15183" y="3366"/>
                    </a:lnTo>
                    <a:lnTo>
                      <a:pt x="14918" y="3064"/>
                    </a:lnTo>
                    <a:lnTo>
                      <a:pt x="14653" y="2742"/>
                    </a:lnTo>
                    <a:lnTo>
                      <a:pt x="14389" y="2459"/>
                    </a:lnTo>
                    <a:lnTo>
                      <a:pt x="14086" y="2175"/>
                    </a:lnTo>
                    <a:lnTo>
                      <a:pt x="13784" y="1910"/>
                    </a:lnTo>
                    <a:lnTo>
                      <a:pt x="13462" y="1664"/>
                    </a:lnTo>
                    <a:lnTo>
                      <a:pt x="13141" y="1438"/>
                    </a:lnTo>
                    <a:lnTo>
                      <a:pt x="12800" y="1211"/>
                    </a:lnTo>
                    <a:lnTo>
                      <a:pt x="12441" y="1003"/>
                    </a:lnTo>
                    <a:lnTo>
                      <a:pt x="12082" y="814"/>
                    </a:lnTo>
                    <a:lnTo>
                      <a:pt x="11704" y="662"/>
                    </a:lnTo>
                    <a:lnTo>
                      <a:pt x="11326" y="511"/>
                    </a:lnTo>
                    <a:lnTo>
                      <a:pt x="10929" y="379"/>
                    </a:lnTo>
                    <a:lnTo>
                      <a:pt x="10532" y="265"/>
                    </a:lnTo>
                    <a:lnTo>
                      <a:pt x="10116" y="171"/>
                    </a:lnTo>
                    <a:lnTo>
                      <a:pt x="9700" y="95"/>
                    </a:lnTo>
                    <a:lnTo>
                      <a:pt x="9284" y="38"/>
                    </a:lnTo>
                    <a:lnTo>
                      <a:pt x="88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19"/>
              <p:cNvSpPr/>
              <p:nvPr/>
            </p:nvSpPr>
            <p:spPr>
              <a:xfrm>
                <a:off x="2074050" y="-1535150"/>
                <a:ext cx="221725" cy="222175"/>
              </a:xfrm>
              <a:custGeom>
                <a:avLst/>
                <a:gdLst/>
                <a:ahLst/>
                <a:cxnLst/>
                <a:rect l="l" t="t" r="r" b="b"/>
                <a:pathLst>
                  <a:path w="8869" h="8887" extrusionOk="0">
                    <a:moveTo>
                      <a:pt x="4444" y="0"/>
                    </a:moveTo>
                    <a:lnTo>
                      <a:pt x="4198" y="19"/>
                    </a:lnTo>
                    <a:lnTo>
                      <a:pt x="3990" y="19"/>
                    </a:lnTo>
                    <a:lnTo>
                      <a:pt x="3536" y="95"/>
                    </a:lnTo>
                    <a:lnTo>
                      <a:pt x="3120" y="208"/>
                    </a:lnTo>
                    <a:lnTo>
                      <a:pt x="2704" y="359"/>
                    </a:lnTo>
                    <a:lnTo>
                      <a:pt x="2326" y="548"/>
                    </a:lnTo>
                    <a:lnTo>
                      <a:pt x="1948" y="756"/>
                    </a:lnTo>
                    <a:lnTo>
                      <a:pt x="1608" y="1021"/>
                    </a:lnTo>
                    <a:lnTo>
                      <a:pt x="1305" y="1305"/>
                    </a:lnTo>
                    <a:lnTo>
                      <a:pt x="1003" y="1626"/>
                    </a:lnTo>
                    <a:lnTo>
                      <a:pt x="757" y="1967"/>
                    </a:lnTo>
                    <a:lnTo>
                      <a:pt x="530" y="2326"/>
                    </a:lnTo>
                    <a:lnTo>
                      <a:pt x="341" y="2723"/>
                    </a:lnTo>
                    <a:lnTo>
                      <a:pt x="190" y="3120"/>
                    </a:lnTo>
                    <a:lnTo>
                      <a:pt x="95" y="3555"/>
                    </a:lnTo>
                    <a:lnTo>
                      <a:pt x="20" y="3990"/>
                    </a:lnTo>
                    <a:lnTo>
                      <a:pt x="1" y="4217"/>
                    </a:lnTo>
                    <a:lnTo>
                      <a:pt x="1" y="4443"/>
                    </a:lnTo>
                    <a:lnTo>
                      <a:pt x="1" y="4670"/>
                    </a:lnTo>
                    <a:lnTo>
                      <a:pt x="20" y="4897"/>
                    </a:lnTo>
                    <a:lnTo>
                      <a:pt x="95" y="5332"/>
                    </a:lnTo>
                    <a:lnTo>
                      <a:pt x="190" y="5767"/>
                    </a:lnTo>
                    <a:lnTo>
                      <a:pt x="341" y="6164"/>
                    </a:lnTo>
                    <a:lnTo>
                      <a:pt x="530" y="6561"/>
                    </a:lnTo>
                    <a:lnTo>
                      <a:pt x="757" y="6920"/>
                    </a:lnTo>
                    <a:lnTo>
                      <a:pt x="1003" y="7261"/>
                    </a:lnTo>
                    <a:lnTo>
                      <a:pt x="1305" y="7582"/>
                    </a:lnTo>
                    <a:lnTo>
                      <a:pt x="1608" y="7866"/>
                    </a:lnTo>
                    <a:lnTo>
                      <a:pt x="1948" y="8130"/>
                    </a:lnTo>
                    <a:lnTo>
                      <a:pt x="2326" y="8338"/>
                    </a:lnTo>
                    <a:lnTo>
                      <a:pt x="2704" y="8527"/>
                    </a:lnTo>
                    <a:lnTo>
                      <a:pt x="3120" y="8679"/>
                    </a:lnTo>
                    <a:lnTo>
                      <a:pt x="3536" y="8792"/>
                    </a:lnTo>
                    <a:lnTo>
                      <a:pt x="3990" y="8849"/>
                    </a:lnTo>
                    <a:lnTo>
                      <a:pt x="4198" y="8868"/>
                    </a:lnTo>
                    <a:lnTo>
                      <a:pt x="4444" y="8887"/>
                    </a:lnTo>
                    <a:lnTo>
                      <a:pt x="4671" y="8868"/>
                    </a:lnTo>
                    <a:lnTo>
                      <a:pt x="4898" y="8849"/>
                    </a:lnTo>
                    <a:lnTo>
                      <a:pt x="5333" y="8792"/>
                    </a:lnTo>
                    <a:lnTo>
                      <a:pt x="5748" y="8679"/>
                    </a:lnTo>
                    <a:lnTo>
                      <a:pt x="6164" y="8527"/>
                    </a:lnTo>
                    <a:lnTo>
                      <a:pt x="6543" y="8338"/>
                    </a:lnTo>
                    <a:lnTo>
                      <a:pt x="6921" y="8130"/>
                    </a:lnTo>
                    <a:lnTo>
                      <a:pt x="7261" y="7866"/>
                    </a:lnTo>
                    <a:lnTo>
                      <a:pt x="7582" y="7582"/>
                    </a:lnTo>
                    <a:lnTo>
                      <a:pt x="7866" y="7261"/>
                    </a:lnTo>
                    <a:lnTo>
                      <a:pt x="8112" y="6920"/>
                    </a:lnTo>
                    <a:lnTo>
                      <a:pt x="8339" y="6561"/>
                    </a:lnTo>
                    <a:lnTo>
                      <a:pt x="8528" y="6164"/>
                    </a:lnTo>
                    <a:lnTo>
                      <a:pt x="8679" y="5767"/>
                    </a:lnTo>
                    <a:lnTo>
                      <a:pt x="8793" y="5332"/>
                    </a:lnTo>
                    <a:lnTo>
                      <a:pt x="8849" y="4897"/>
                    </a:lnTo>
                    <a:lnTo>
                      <a:pt x="8868" y="4670"/>
                    </a:lnTo>
                    <a:lnTo>
                      <a:pt x="8868" y="4443"/>
                    </a:lnTo>
                    <a:lnTo>
                      <a:pt x="8868" y="4217"/>
                    </a:lnTo>
                    <a:lnTo>
                      <a:pt x="8849" y="3990"/>
                    </a:lnTo>
                    <a:lnTo>
                      <a:pt x="8793" y="3555"/>
                    </a:lnTo>
                    <a:lnTo>
                      <a:pt x="8679" y="3120"/>
                    </a:lnTo>
                    <a:lnTo>
                      <a:pt x="8528" y="2723"/>
                    </a:lnTo>
                    <a:lnTo>
                      <a:pt x="8339" y="2326"/>
                    </a:lnTo>
                    <a:lnTo>
                      <a:pt x="8112" y="1967"/>
                    </a:lnTo>
                    <a:lnTo>
                      <a:pt x="7866" y="1626"/>
                    </a:lnTo>
                    <a:lnTo>
                      <a:pt x="7582" y="1305"/>
                    </a:lnTo>
                    <a:lnTo>
                      <a:pt x="7261" y="1021"/>
                    </a:lnTo>
                    <a:lnTo>
                      <a:pt x="6921" y="756"/>
                    </a:lnTo>
                    <a:lnTo>
                      <a:pt x="6543" y="548"/>
                    </a:lnTo>
                    <a:lnTo>
                      <a:pt x="6164" y="359"/>
                    </a:lnTo>
                    <a:lnTo>
                      <a:pt x="5748" y="208"/>
                    </a:lnTo>
                    <a:lnTo>
                      <a:pt x="5333" y="95"/>
                    </a:lnTo>
                    <a:lnTo>
                      <a:pt x="4898" y="19"/>
                    </a:lnTo>
                    <a:lnTo>
                      <a:pt x="4671" y="19"/>
                    </a:lnTo>
                    <a:lnTo>
                      <a:pt x="444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19"/>
              <p:cNvSpPr/>
              <p:nvPr/>
            </p:nvSpPr>
            <p:spPr>
              <a:xfrm>
                <a:off x="2192700" y="-1659475"/>
                <a:ext cx="515250" cy="237775"/>
              </a:xfrm>
              <a:custGeom>
                <a:avLst/>
                <a:gdLst/>
                <a:ahLst/>
                <a:cxnLst/>
                <a:rect l="l" t="t" r="r" b="b"/>
                <a:pathLst>
                  <a:path w="20610" h="9511" extrusionOk="0">
                    <a:moveTo>
                      <a:pt x="19815" y="1"/>
                    </a:moveTo>
                    <a:lnTo>
                      <a:pt x="0" y="9114"/>
                    </a:lnTo>
                    <a:lnTo>
                      <a:pt x="152" y="9511"/>
                    </a:lnTo>
                    <a:lnTo>
                      <a:pt x="20609" y="1040"/>
                    </a:lnTo>
                    <a:lnTo>
                      <a:pt x="19815" y="1"/>
                    </a:lnTo>
                    <a:close/>
                  </a:path>
                </a:pathLst>
              </a:custGeom>
              <a:gradFill>
                <a:gsLst>
                  <a:gs pos="0">
                    <a:srgbClr val="575757"/>
                  </a:gs>
                  <a:gs pos="100000">
                    <a:srgbClr val="16161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19"/>
              <p:cNvSpPr/>
              <p:nvPr/>
            </p:nvSpPr>
            <p:spPr>
              <a:xfrm>
                <a:off x="2620475" y="-1822550"/>
                <a:ext cx="312475" cy="245350"/>
              </a:xfrm>
              <a:custGeom>
                <a:avLst/>
                <a:gdLst/>
                <a:ahLst/>
                <a:cxnLst/>
                <a:rect l="l" t="t" r="r" b="b"/>
                <a:pathLst>
                  <a:path w="12499" h="9814" extrusionOk="0">
                    <a:moveTo>
                      <a:pt x="8509" y="1"/>
                    </a:moveTo>
                    <a:lnTo>
                      <a:pt x="1078" y="4803"/>
                    </a:lnTo>
                    <a:lnTo>
                      <a:pt x="0" y="8358"/>
                    </a:lnTo>
                    <a:lnTo>
                      <a:pt x="3820" y="9813"/>
                    </a:lnTo>
                    <a:lnTo>
                      <a:pt x="12498" y="5862"/>
                    </a:lnTo>
                    <a:lnTo>
                      <a:pt x="8376" y="4160"/>
                    </a:lnTo>
                    <a:lnTo>
                      <a:pt x="8509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0B9"/>
                  </a:gs>
                  <a:gs pos="100000">
                    <a:srgbClr val="F9D03C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64" name="Google Shape;964;p19"/>
          <p:cNvSpPr/>
          <p:nvPr/>
        </p:nvSpPr>
        <p:spPr>
          <a:xfrm>
            <a:off x="8580075" y="3094574"/>
            <a:ext cx="439416" cy="200667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19"/>
          <p:cNvSpPr/>
          <p:nvPr/>
        </p:nvSpPr>
        <p:spPr>
          <a:xfrm>
            <a:off x="1222225" y="3585006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19"/>
          <p:cNvSpPr/>
          <p:nvPr/>
        </p:nvSpPr>
        <p:spPr>
          <a:xfrm>
            <a:off x="225075" y="3184037"/>
            <a:ext cx="439416" cy="200667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19"/>
          <p:cNvSpPr/>
          <p:nvPr/>
        </p:nvSpPr>
        <p:spPr>
          <a:xfrm>
            <a:off x="225075" y="2237806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28"/>
          <p:cNvSpPr txBox="1">
            <a:spLocks noGrp="1"/>
          </p:cNvSpPr>
          <p:nvPr>
            <p:ph type="title" hasCustomPrompt="1"/>
          </p:nvPr>
        </p:nvSpPr>
        <p:spPr>
          <a:xfrm>
            <a:off x="3863275" y="549713"/>
            <a:ext cx="45675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22" name="Google Shape;1422;p28"/>
          <p:cNvSpPr txBox="1">
            <a:spLocks noGrp="1"/>
          </p:cNvSpPr>
          <p:nvPr>
            <p:ph type="subTitle" idx="1"/>
          </p:nvPr>
        </p:nvSpPr>
        <p:spPr>
          <a:xfrm>
            <a:off x="4221175" y="1228217"/>
            <a:ext cx="42096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423" name="Google Shape;1423;p28"/>
          <p:cNvSpPr txBox="1">
            <a:spLocks noGrp="1"/>
          </p:cNvSpPr>
          <p:nvPr>
            <p:ph type="title" idx="2" hasCustomPrompt="1"/>
          </p:nvPr>
        </p:nvSpPr>
        <p:spPr>
          <a:xfrm>
            <a:off x="3863275" y="2051113"/>
            <a:ext cx="45675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24" name="Google Shape;1424;p28"/>
          <p:cNvSpPr txBox="1">
            <a:spLocks noGrp="1"/>
          </p:cNvSpPr>
          <p:nvPr>
            <p:ph type="subTitle" idx="3"/>
          </p:nvPr>
        </p:nvSpPr>
        <p:spPr>
          <a:xfrm>
            <a:off x="4221175" y="2728152"/>
            <a:ext cx="42096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425" name="Google Shape;1425;p28"/>
          <p:cNvSpPr txBox="1">
            <a:spLocks noGrp="1"/>
          </p:cNvSpPr>
          <p:nvPr>
            <p:ph type="title" idx="4" hasCustomPrompt="1"/>
          </p:nvPr>
        </p:nvSpPr>
        <p:spPr>
          <a:xfrm>
            <a:off x="3863275" y="3552512"/>
            <a:ext cx="45675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26" name="Google Shape;1426;p28"/>
          <p:cNvSpPr txBox="1">
            <a:spLocks noGrp="1"/>
          </p:cNvSpPr>
          <p:nvPr>
            <p:ph type="subTitle" idx="5"/>
          </p:nvPr>
        </p:nvSpPr>
        <p:spPr>
          <a:xfrm>
            <a:off x="4221175" y="4228087"/>
            <a:ext cx="42096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427" name="Google Shape;1427;p28"/>
          <p:cNvSpPr/>
          <p:nvPr/>
        </p:nvSpPr>
        <p:spPr>
          <a:xfrm rot="5400000">
            <a:off x="-547425" y="547385"/>
            <a:ext cx="1984431" cy="889639"/>
          </a:xfrm>
          <a:custGeom>
            <a:avLst/>
            <a:gdLst/>
            <a:ahLst/>
            <a:cxnLst/>
            <a:rect l="l" t="t" r="r" b="b"/>
            <a:pathLst>
              <a:path w="70545" h="31626" extrusionOk="0">
                <a:moveTo>
                  <a:pt x="10365" y="1"/>
                </a:moveTo>
                <a:lnTo>
                  <a:pt x="9853" y="20"/>
                </a:lnTo>
                <a:lnTo>
                  <a:pt x="9360" y="39"/>
                </a:lnTo>
                <a:lnTo>
                  <a:pt x="8868" y="76"/>
                </a:lnTo>
                <a:lnTo>
                  <a:pt x="8375" y="152"/>
                </a:lnTo>
                <a:lnTo>
                  <a:pt x="7882" y="209"/>
                </a:lnTo>
                <a:lnTo>
                  <a:pt x="7390" y="304"/>
                </a:lnTo>
                <a:lnTo>
                  <a:pt x="6916" y="399"/>
                </a:lnTo>
                <a:lnTo>
                  <a:pt x="6423" y="512"/>
                </a:lnTo>
                <a:lnTo>
                  <a:pt x="5950" y="645"/>
                </a:lnTo>
                <a:lnTo>
                  <a:pt x="5457" y="778"/>
                </a:lnTo>
                <a:lnTo>
                  <a:pt x="4983" y="929"/>
                </a:lnTo>
                <a:lnTo>
                  <a:pt x="4510" y="1100"/>
                </a:lnTo>
                <a:lnTo>
                  <a:pt x="4055" y="1270"/>
                </a:lnTo>
                <a:lnTo>
                  <a:pt x="3581" y="1441"/>
                </a:lnTo>
                <a:lnTo>
                  <a:pt x="2653" y="1858"/>
                </a:lnTo>
                <a:lnTo>
                  <a:pt x="1762" y="2293"/>
                </a:lnTo>
                <a:lnTo>
                  <a:pt x="872" y="2767"/>
                </a:lnTo>
                <a:lnTo>
                  <a:pt x="0" y="3279"/>
                </a:lnTo>
                <a:lnTo>
                  <a:pt x="0" y="31625"/>
                </a:lnTo>
                <a:lnTo>
                  <a:pt x="70545" y="31625"/>
                </a:lnTo>
                <a:lnTo>
                  <a:pt x="70488" y="31247"/>
                </a:lnTo>
                <a:lnTo>
                  <a:pt x="70412" y="30849"/>
                </a:lnTo>
                <a:lnTo>
                  <a:pt x="70317" y="30470"/>
                </a:lnTo>
                <a:lnTo>
                  <a:pt x="70222" y="30091"/>
                </a:lnTo>
                <a:lnTo>
                  <a:pt x="70090" y="29712"/>
                </a:lnTo>
                <a:lnTo>
                  <a:pt x="69976" y="29333"/>
                </a:lnTo>
                <a:lnTo>
                  <a:pt x="69825" y="28973"/>
                </a:lnTo>
                <a:lnTo>
                  <a:pt x="69673" y="28613"/>
                </a:lnTo>
                <a:lnTo>
                  <a:pt x="69483" y="28196"/>
                </a:lnTo>
                <a:lnTo>
                  <a:pt x="69275" y="27798"/>
                </a:lnTo>
                <a:lnTo>
                  <a:pt x="69048" y="27381"/>
                </a:lnTo>
                <a:lnTo>
                  <a:pt x="68801" y="27002"/>
                </a:lnTo>
                <a:lnTo>
                  <a:pt x="68536" y="26604"/>
                </a:lnTo>
                <a:lnTo>
                  <a:pt x="68252" y="26225"/>
                </a:lnTo>
                <a:lnTo>
                  <a:pt x="67968" y="25865"/>
                </a:lnTo>
                <a:lnTo>
                  <a:pt x="67664" y="25505"/>
                </a:lnTo>
                <a:lnTo>
                  <a:pt x="67323" y="25164"/>
                </a:lnTo>
                <a:lnTo>
                  <a:pt x="67001" y="24823"/>
                </a:lnTo>
                <a:lnTo>
                  <a:pt x="66641" y="24501"/>
                </a:lnTo>
                <a:lnTo>
                  <a:pt x="66281" y="24217"/>
                </a:lnTo>
                <a:lnTo>
                  <a:pt x="65902" y="23932"/>
                </a:lnTo>
                <a:lnTo>
                  <a:pt x="65523" y="23667"/>
                </a:lnTo>
                <a:lnTo>
                  <a:pt x="65125" y="23421"/>
                </a:lnTo>
                <a:lnTo>
                  <a:pt x="64727" y="23193"/>
                </a:lnTo>
                <a:lnTo>
                  <a:pt x="64311" y="22985"/>
                </a:lnTo>
                <a:lnTo>
                  <a:pt x="63894" y="22796"/>
                </a:lnTo>
                <a:lnTo>
                  <a:pt x="63458" y="22644"/>
                </a:lnTo>
                <a:lnTo>
                  <a:pt x="63022" y="22511"/>
                </a:lnTo>
                <a:lnTo>
                  <a:pt x="62586" y="22417"/>
                </a:lnTo>
                <a:lnTo>
                  <a:pt x="62131" y="22341"/>
                </a:lnTo>
                <a:lnTo>
                  <a:pt x="61677" y="22284"/>
                </a:lnTo>
                <a:lnTo>
                  <a:pt x="61222" y="22265"/>
                </a:lnTo>
                <a:lnTo>
                  <a:pt x="60767" y="22284"/>
                </a:lnTo>
                <a:lnTo>
                  <a:pt x="60312" y="22322"/>
                </a:lnTo>
                <a:lnTo>
                  <a:pt x="59839" y="22398"/>
                </a:lnTo>
                <a:lnTo>
                  <a:pt x="59384" y="22511"/>
                </a:lnTo>
                <a:lnTo>
                  <a:pt x="58910" y="22663"/>
                </a:lnTo>
                <a:lnTo>
                  <a:pt x="58456" y="22833"/>
                </a:lnTo>
                <a:lnTo>
                  <a:pt x="57982" y="23061"/>
                </a:lnTo>
                <a:lnTo>
                  <a:pt x="57527" y="23326"/>
                </a:lnTo>
                <a:lnTo>
                  <a:pt x="57432" y="22663"/>
                </a:lnTo>
                <a:lnTo>
                  <a:pt x="57319" y="22038"/>
                </a:lnTo>
                <a:lnTo>
                  <a:pt x="57186" y="21412"/>
                </a:lnTo>
                <a:lnTo>
                  <a:pt x="57015" y="20806"/>
                </a:lnTo>
                <a:lnTo>
                  <a:pt x="56826" y="20219"/>
                </a:lnTo>
                <a:lnTo>
                  <a:pt x="56599" y="19669"/>
                </a:lnTo>
                <a:lnTo>
                  <a:pt x="56352" y="19120"/>
                </a:lnTo>
                <a:lnTo>
                  <a:pt x="56068" y="18589"/>
                </a:lnTo>
                <a:lnTo>
                  <a:pt x="55746" y="18077"/>
                </a:lnTo>
                <a:lnTo>
                  <a:pt x="55405" y="17585"/>
                </a:lnTo>
                <a:lnTo>
                  <a:pt x="55045" y="17111"/>
                </a:lnTo>
                <a:lnTo>
                  <a:pt x="54647" y="16656"/>
                </a:lnTo>
                <a:lnTo>
                  <a:pt x="54211" y="16220"/>
                </a:lnTo>
                <a:lnTo>
                  <a:pt x="53756" y="15804"/>
                </a:lnTo>
                <a:lnTo>
                  <a:pt x="53264" y="15406"/>
                </a:lnTo>
                <a:lnTo>
                  <a:pt x="52752" y="15046"/>
                </a:lnTo>
                <a:lnTo>
                  <a:pt x="52089" y="14553"/>
                </a:lnTo>
                <a:lnTo>
                  <a:pt x="51407" y="14098"/>
                </a:lnTo>
                <a:lnTo>
                  <a:pt x="50706" y="13662"/>
                </a:lnTo>
                <a:lnTo>
                  <a:pt x="50005" y="13265"/>
                </a:lnTo>
                <a:lnTo>
                  <a:pt x="49285" y="12905"/>
                </a:lnTo>
                <a:lnTo>
                  <a:pt x="48546" y="12544"/>
                </a:lnTo>
                <a:lnTo>
                  <a:pt x="47807" y="12222"/>
                </a:lnTo>
                <a:lnTo>
                  <a:pt x="47049" y="11938"/>
                </a:lnTo>
                <a:lnTo>
                  <a:pt x="46291" y="11673"/>
                </a:lnTo>
                <a:lnTo>
                  <a:pt x="45533" y="11445"/>
                </a:lnTo>
                <a:lnTo>
                  <a:pt x="44756" y="11237"/>
                </a:lnTo>
                <a:lnTo>
                  <a:pt x="43979" y="11067"/>
                </a:lnTo>
                <a:lnTo>
                  <a:pt x="43202" y="10915"/>
                </a:lnTo>
                <a:lnTo>
                  <a:pt x="42406" y="10782"/>
                </a:lnTo>
                <a:lnTo>
                  <a:pt x="41629" y="10688"/>
                </a:lnTo>
                <a:lnTo>
                  <a:pt x="40834" y="10631"/>
                </a:lnTo>
                <a:lnTo>
                  <a:pt x="40057" y="10593"/>
                </a:lnTo>
                <a:lnTo>
                  <a:pt x="39261" y="10593"/>
                </a:lnTo>
                <a:lnTo>
                  <a:pt x="38465" y="10612"/>
                </a:lnTo>
                <a:lnTo>
                  <a:pt x="37688" y="10669"/>
                </a:lnTo>
                <a:lnTo>
                  <a:pt x="36911" y="10744"/>
                </a:lnTo>
                <a:lnTo>
                  <a:pt x="36134" y="10858"/>
                </a:lnTo>
                <a:lnTo>
                  <a:pt x="35358" y="10991"/>
                </a:lnTo>
                <a:lnTo>
                  <a:pt x="34581" y="11161"/>
                </a:lnTo>
                <a:lnTo>
                  <a:pt x="33823" y="11370"/>
                </a:lnTo>
                <a:lnTo>
                  <a:pt x="33084" y="11597"/>
                </a:lnTo>
                <a:lnTo>
                  <a:pt x="32345" y="11862"/>
                </a:lnTo>
                <a:lnTo>
                  <a:pt x="31606" y="12147"/>
                </a:lnTo>
                <a:lnTo>
                  <a:pt x="30886" y="12469"/>
                </a:lnTo>
                <a:lnTo>
                  <a:pt x="30166" y="12829"/>
                </a:lnTo>
                <a:lnTo>
                  <a:pt x="29465" y="13208"/>
                </a:lnTo>
                <a:lnTo>
                  <a:pt x="28782" y="13625"/>
                </a:lnTo>
                <a:lnTo>
                  <a:pt x="28574" y="13037"/>
                </a:lnTo>
                <a:lnTo>
                  <a:pt x="28366" y="12450"/>
                </a:lnTo>
                <a:lnTo>
                  <a:pt x="28119" y="11881"/>
                </a:lnTo>
                <a:lnTo>
                  <a:pt x="27873" y="11332"/>
                </a:lnTo>
                <a:lnTo>
                  <a:pt x="27589" y="10782"/>
                </a:lnTo>
                <a:lnTo>
                  <a:pt x="27305" y="10252"/>
                </a:lnTo>
                <a:lnTo>
                  <a:pt x="27001" y="9721"/>
                </a:lnTo>
                <a:lnTo>
                  <a:pt x="26698" y="9210"/>
                </a:lnTo>
                <a:lnTo>
                  <a:pt x="26357" y="8717"/>
                </a:lnTo>
                <a:lnTo>
                  <a:pt x="26016" y="8224"/>
                </a:lnTo>
                <a:lnTo>
                  <a:pt x="25656" y="7751"/>
                </a:lnTo>
                <a:lnTo>
                  <a:pt x="25296" y="7277"/>
                </a:lnTo>
                <a:lnTo>
                  <a:pt x="24898" y="6822"/>
                </a:lnTo>
                <a:lnTo>
                  <a:pt x="24500" y="6386"/>
                </a:lnTo>
                <a:lnTo>
                  <a:pt x="24102" y="5950"/>
                </a:lnTo>
                <a:lnTo>
                  <a:pt x="23666" y="5534"/>
                </a:lnTo>
                <a:lnTo>
                  <a:pt x="23231" y="5136"/>
                </a:lnTo>
                <a:lnTo>
                  <a:pt x="22795" y="4757"/>
                </a:lnTo>
                <a:lnTo>
                  <a:pt x="22340" y="4378"/>
                </a:lnTo>
                <a:lnTo>
                  <a:pt x="21866" y="4018"/>
                </a:lnTo>
                <a:lnTo>
                  <a:pt x="21374" y="3658"/>
                </a:lnTo>
                <a:lnTo>
                  <a:pt x="20881" y="3317"/>
                </a:lnTo>
                <a:lnTo>
                  <a:pt x="20369" y="2995"/>
                </a:lnTo>
                <a:lnTo>
                  <a:pt x="19858" y="2691"/>
                </a:lnTo>
                <a:lnTo>
                  <a:pt x="19346" y="2407"/>
                </a:lnTo>
                <a:lnTo>
                  <a:pt x="18797" y="2123"/>
                </a:lnTo>
                <a:lnTo>
                  <a:pt x="18247" y="1858"/>
                </a:lnTo>
                <a:lnTo>
                  <a:pt x="17698" y="1611"/>
                </a:lnTo>
                <a:lnTo>
                  <a:pt x="17129" y="1365"/>
                </a:lnTo>
                <a:lnTo>
                  <a:pt x="16561" y="1157"/>
                </a:lnTo>
                <a:lnTo>
                  <a:pt x="15973" y="948"/>
                </a:lnTo>
                <a:lnTo>
                  <a:pt x="15386" y="759"/>
                </a:lnTo>
                <a:lnTo>
                  <a:pt x="14893" y="607"/>
                </a:lnTo>
                <a:lnTo>
                  <a:pt x="14382" y="474"/>
                </a:lnTo>
                <a:lnTo>
                  <a:pt x="13870" y="342"/>
                </a:lnTo>
                <a:lnTo>
                  <a:pt x="13378" y="247"/>
                </a:lnTo>
                <a:lnTo>
                  <a:pt x="12866" y="171"/>
                </a:lnTo>
                <a:lnTo>
                  <a:pt x="12354" y="95"/>
                </a:lnTo>
                <a:lnTo>
                  <a:pt x="11862" y="58"/>
                </a:lnTo>
                <a:lnTo>
                  <a:pt x="11350" y="20"/>
                </a:lnTo>
                <a:lnTo>
                  <a:pt x="10857" y="1"/>
                </a:lnTo>
                <a:close/>
              </a:path>
            </a:pathLst>
          </a:custGeom>
          <a:solidFill>
            <a:srgbClr val="FFFFFF">
              <a:alpha val="3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28"/>
          <p:cNvSpPr/>
          <p:nvPr/>
        </p:nvSpPr>
        <p:spPr>
          <a:xfrm rot="10800000">
            <a:off x="7371222" y="18"/>
            <a:ext cx="1806128" cy="809705"/>
          </a:xfrm>
          <a:custGeom>
            <a:avLst/>
            <a:gdLst/>
            <a:ahLst/>
            <a:cxnLst/>
            <a:rect l="l" t="t" r="r" b="b"/>
            <a:pathLst>
              <a:path w="70545" h="31626" extrusionOk="0">
                <a:moveTo>
                  <a:pt x="10365" y="1"/>
                </a:moveTo>
                <a:lnTo>
                  <a:pt x="9853" y="20"/>
                </a:lnTo>
                <a:lnTo>
                  <a:pt x="9360" y="39"/>
                </a:lnTo>
                <a:lnTo>
                  <a:pt x="8868" y="76"/>
                </a:lnTo>
                <a:lnTo>
                  <a:pt x="8375" y="152"/>
                </a:lnTo>
                <a:lnTo>
                  <a:pt x="7882" y="209"/>
                </a:lnTo>
                <a:lnTo>
                  <a:pt x="7390" y="304"/>
                </a:lnTo>
                <a:lnTo>
                  <a:pt x="6916" y="399"/>
                </a:lnTo>
                <a:lnTo>
                  <a:pt x="6423" y="512"/>
                </a:lnTo>
                <a:lnTo>
                  <a:pt x="5950" y="645"/>
                </a:lnTo>
                <a:lnTo>
                  <a:pt x="5457" y="778"/>
                </a:lnTo>
                <a:lnTo>
                  <a:pt x="4983" y="929"/>
                </a:lnTo>
                <a:lnTo>
                  <a:pt x="4510" y="1100"/>
                </a:lnTo>
                <a:lnTo>
                  <a:pt x="4055" y="1270"/>
                </a:lnTo>
                <a:lnTo>
                  <a:pt x="3581" y="1441"/>
                </a:lnTo>
                <a:lnTo>
                  <a:pt x="2653" y="1858"/>
                </a:lnTo>
                <a:lnTo>
                  <a:pt x="1762" y="2293"/>
                </a:lnTo>
                <a:lnTo>
                  <a:pt x="872" y="2767"/>
                </a:lnTo>
                <a:lnTo>
                  <a:pt x="0" y="3279"/>
                </a:lnTo>
                <a:lnTo>
                  <a:pt x="0" y="31625"/>
                </a:lnTo>
                <a:lnTo>
                  <a:pt x="70545" y="31625"/>
                </a:lnTo>
                <a:lnTo>
                  <a:pt x="70488" y="31247"/>
                </a:lnTo>
                <a:lnTo>
                  <a:pt x="70412" y="30849"/>
                </a:lnTo>
                <a:lnTo>
                  <a:pt x="70317" y="30470"/>
                </a:lnTo>
                <a:lnTo>
                  <a:pt x="70222" y="30091"/>
                </a:lnTo>
                <a:lnTo>
                  <a:pt x="70090" y="29712"/>
                </a:lnTo>
                <a:lnTo>
                  <a:pt x="69976" y="29333"/>
                </a:lnTo>
                <a:lnTo>
                  <a:pt x="69825" y="28973"/>
                </a:lnTo>
                <a:lnTo>
                  <a:pt x="69673" y="28613"/>
                </a:lnTo>
                <a:lnTo>
                  <a:pt x="69483" y="28196"/>
                </a:lnTo>
                <a:lnTo>
                  <a:pt x="69275" y="27798"/>
                </a:lnTo>
                <a:lnTo>
                  <a:pt x="69048" y="27381"/>
                </a:lnTo>
                <a:lnTo>
                  <a:pt x="68801" y="27002"/>
                </a:lnTo>
                <a:lnTo>
                  <a:pt x="68536" y="26604"/>
                </a:lnTo>
                <a:lnTo>
                  <a:pt x="68252" y="26225"/>
                </a:lnTo>
                <a:lnTo>
                  <a:pt x="67968" y="25865"/>
                </a:lnTo>
                <a:lnTo>
                  <a:pt x="67664" y="25505"/>
                </a:lnTo>
                <a:lnTo>
                  <a:pt x="67323" y="25164"/>
                </a:lnTo>
                <a:lnTo>
                  <a:pt x="67001" y="24823"/>
                </a:lnTo>
                <a:lnTo>
                  <a:pt x="66641" y="24501"/>
                </a:lnTo>
                <a:lnTo>
                  <a:pt x="66281" y="24217"/>
                </a:lnTo>
                <a:lnTo>
                  <a:pt x="65902" y="23932"/>
                </a:lnTo>
                <a:lnTo>
                  <a:pt x="65523" y="23667"/>
                </a:lnTo>
                <a:lnTo>
                  <a:pt x="65125" y="23421"/>
                </a:lnTo>
                <a:lnTo>
                  <a:pt x="64727" y="23193"/>
                </a:lnTo>
                <a:lnTo>
                  <a:pt x="64311" y="22985"/>
                </a:lnTo>
                <a:lnTo>
                  <a:pt x="63894" y="22796"/>
                </a:lnTo>
                <a:lnTo>
                  <a:pt x="63458" y="22644"/>
                </a:lnTo>
                <a:lnTo>
                  <a:pt x="63022" y="22511"/>
                </a:lnTo>
                <a:lnTo>
                  <a:pt x="62586" y="22417"/>
                </a:lnTo>
                <a:lnTo>
                  <a:pt x="62131" y="22341"/>
                </a:lnTo>
                <a:lnTo>
                  <a:pt x="61677" y="22284"/>
                </a:lnTo>
                <a:lnTo>
                  <a:pt x="61222" y="22265"/>
                </a:lnTo>
                <a:lnTo>
                  <a:pt x="60767" y="22284"/>
                </a:lnTo>
                <a:lnTo>
                  <a:pt x="60312" y="22322"/>
                </a:lnTo>
                <a:lnTo>
                  <a:pt x="59839" y="22398"/>
                </a:lnTo>
                <a:lnTo>
                  <a:pt x="59384" y="22511"/>
                </a:lnTo>
                <a:lnTo>
                  <a:pt x="58910" y="22663"/>
                </a:lnTo>
                <a:lnTo>
                  <a:pt x="58456" y="22833"/>
                </a:lnTo>
                <a:lnTo>
                  <a:pt x="57982" y="23061"/>
                </a:lnTo>
                <a:lnTo>
                  <a:pt x="57527" y="23326"/>
                </a:lnTo>
                <a:lnTo>
                  <a:pt x="57432" y="22663"/>
                </a:lnTo>
                <a:lnTo>
                  <a:pt x="57319" y="22038"/>
                </a:lnTo>
                <a:lnTo>
                  <a:pt x="57186" y="21412"/>
                </a:lnTo>
                <a:lnTo>
                  <a:pt x="57015" y="20806"/>
                </a:lnTo>
                <a:lnTo>
                  <a:pt x="56826" y="20219"/>
                </a:lnTo>
                <a:lnTo>
                  <a:pt x="56599" y="19669"/>
                </a:lnTo>
                <a:lnTo>
                  <a:pt x="56352" y="19120"/>
                </a:lnTo>
                <a:lnTo>
                  <a:pt x="56068" y="18589"/>
                </a:lnTo>
                <a:lnTo>
                  <a:pt x="55746" y="18077"/>
                </a:lnTo>
                <a:lnTo>
                  <a:pt x="55405" y="17585"/>
                </a:lnTo>
                <a:lnTo>
                  <a:pt x="55045" y="17111"/>
                </a:lnTo>
                <a:lnTo>
                  <a:pt x="54647" y="16656"/>
                </a:lnTo>
                <a:lnTo>
                  <a:pt x="54211" y="16220"/>
                </a:lnTo>
                <a:lnTo>
                  <a:pt x="53756" y="15804"/>
                </a:lnTo>
                <a:lnTo>
                  <a:pt x="53264" y="15406"/>
                </a:lnTo>
                <a:lnTo>
                  <a:pt x="52752" y="15046"/>
                </a:lnTo>
                <a:lnTo>
                  <a:pt x="52089" y="14553"/>
                </a:lnTo>
                <a:lnTo>
                  <a:pt x="51407" y="14098"/>
                </a:lnTo>
                <a:lnTo>
                  <a:pt x="50706" y="13662"/>
                </a:lnTo>
                <a:lnTo>
                  <a:pt x="50005" y="13265"/>
                </a:lnTo>
                <a:lnTo>
                  <a:pt x="49285" y="12905"/>
                </a:lnTo>
                <a:lnTo>
                  <a:pt x="48546" y="12544"/>
                </a:lnTo>
                <a:lnTo>
                  <a:pt x="47807" y="12222"/>
                </a:lnTo>
                <a:lnTo>
                  <a:pt x="47049" y="11938"/>
                </a:lnTo>
                <a:lnTo>
                  <a:pt x="46291" y="11673"/>
                </a:lnTo>
                <a:lnTo>
                  <a:pt x="45533" y="11445"/>
                </a:lnTo>
                <a:lnTo>
                  <a:pt x="44756" y="11237"/>
                </a:lnTo>
                <a:lnTo>
                  <a:pt x="43979" y="11067"/>
                </a:lnTo>
                <a:lnTo>
                  <a:pt x="43202" y="10915"/>
                </a:lnTo>
                <a:lnTo>
                  <a:pt x="42406" y="10782"/>
                </a:lnTo>
                <a:lnTo>
                  <a:pt x="41629" y="10688"/>
                </a:lnTo>
                <a:lnTo>
                  <a:pt x="40834" y="10631"/>
                </a:lnTo>
                <a:lnTo>
                  <a:pt x="40057" y="10593"/>
                </a:lnTo>
                <a:lnTo>
                  <a:pt x="39261" y="10593"/>
                </a:lnTo>
                <a:lnTo>
                  <a:pt x="38465" y="10612"/>
                </a:lnTo>
                <a:lnTo>
                  <a:pt x="37688" y="10669"/>
                </a:lnTo>
                <a:lnTo>
                  <a:pt x="36911" y="10744"/>
                </a:lnTo>
                <a:lnTo>
                  <a:pt x="36134" y="10858"/>
                </a:lnTo>
                <a:lnTo>
                  <a:pt x="35358" y="10991"/>
                </a:lnTo>
                <a:lnTo>
                  <a:pt x="34581" y="11161"/>
                </a:lnTo>
                <a:lnTo>
                  <a:pt x="33823" y="11370"/>
                </a:lnTo>
                <a:lnTo>
                  <a:pt x="33084" y="11597"/>
                </a:lnTo>
                <a:lnTo>
                  <a:pt x="32345" y="11862"/>
                </a:lnTo>
                <a:lnTo>
                  <a:pt x="31606" y="12147"/>
                </a:lnTo>
                <a:lnTo>
                  <a:pt x="30886" y="12469"/>
                </a:lnTo>
                <a:lnTo>
                  <a:pt x="30166" y="12829"/>
                </a:lnTo>
                <a:lnTo>
                  <a:pt x="29465" y="13208"/>
                </a:lnTo>
                <a:lnTo>
                  <a:pt x="28782" y="13625"/>
                </a:lnTo>
                <a:lnTo>
                  <a:pt x="28574" y="13037"/>
                </a:lnTo>
                <a:lnTo>
                  <a:pt x="28366" y="12450"/>
                </a:lnTo>
                <a:lnTo>
                  <a:pt x="28119" y="11881"/>
                </a:lnTo>
                <a:lnTo>
                  <a:pt x="27873" y="11332"/>
                </a:lnTo>
                <a:lnTo>
                  <a:pt x="27589" y="10782"/>
                </a:lnTo>
                <a:lnTo>
                  <a:pt x="27305" y="10252"/>
                </a:lnTo>
                <a:lnTo>
                  <a:pt x="27001" y="9721"/>
                </a:lnTo>
                <a:lnTo>
                  <a:pt x="26698" y="9210"/>
                </a:lnTo>
                <a:lnTo>
                  <a:pt x="26357" y="8717"/>
                </a:lnTo>
                <a:lnTo>
                  <a:pt x="26016" y="8224"/>
                </a:lnTo>
                <a:lnTo>
                  <a:pt x="25656" y="7751"/>
                </a:lnTo>
                <a:lnTo>
                  <a:pt x="25296" y="7277"/>
                </a:lnTo>
                <a:lnTo>
                  <a:pt x="24898" y="6822"/>
                </a:lnTo>
                <a:lnTo>
                  <a:pt x="24500" y="6386"/>
                </a:lnTo>
                <a:lnTo>
                  <a:pt x="24102" y="5950"/>
                </a:lnTo>
                <a:lnTo>
                  <a:pt x="23666" y="5534"/>
                </a:lnTo>
                <a:lnTo>
                  <a:pt x="23231" y="5136"/>
                </a:lnTo>
                <a:lnTo>
                  <a:pt x="22795" y="4757"/>
                </a:lnTo>
                <a:lnTo>
                  <a:pt x="22340" y="4378"/>
                </a:lnTo>
                <a:lnTo>
                  <a:pt x="21866" y="4018"/>
                </a:lnTo>
                <a:lnTo>
                  <a:pt x="21374" y="3658"/>
                </a:lnTo>
                <a:lnTo>
                  <a:pt x="20881" y="3317"/>
                </a:lnTo>
                <a:lnTo>
                  <a:pt x="20369" y="2995"/>
                </a:lnTo>
                <a:lnTo>
                  <a:pt x="19858" y="2691"/>
                </a:lnTo>
                <a:lnTo>
                  <a:pt x="19346" y="2407"/>
                </a:lnTo>
                <a:lnTo>
                  <a:pt x="18797" y="2123"/>
                </a:lnTo>
                <a:lnTo>
                  <a:pt x="18247" y="1858"/>
                </a:lnTo>
                <a:lnTo>
                  <a:pt x="17698" y="1611"/>
                </a:lnTo>
                <a:lnTo>
                  <a:pt x="17129" y="1365"/>
                </a:lnTo>
                <a:lnTo>
                  <a:pt x="16561" y="1157"/>
                </a:lnTo>
                <a:lnTo>
                  <a:pt x="15973" y="948"/>
                </a:lnTo>
                <a:lnTo>
                  <a:pt x="15386" y="759"/>
                </a:lnTo>
                <a:lnTo>
                  <a:pt x="14893" y="607"/>
                </a:lnTo>
                <a:lnTo>
                  <a:pt x="14382" y="474"/>
                </a:lnTo>
                <a:lnTo>
                  <a:pt x="13870" y="342"/>
                </a:lnTo>
                <a:lnTo>
                  <a:pt x="13378" y="247"/>
                </a:lnTo>
                <a:lnTo>
                  <a:pt x="12866" y="171"/>
                </a:lnTo>
                <a:lnTo>
                  <a:pt x="12354" y="95"/>
                </a:lnTo>
                <a:lnTo>
                  <a:pt x="11862" y="58"/>
                </a:lnTo>
                <a:lnTo>
                  <a:pt x="11350" y="20"/>
                </a:lnTo>
                <a:lnTo>
                  <a:pt x="10857" y="1"/>
                </a:lnTo>
                <a:close/>
              </a:path>
            </a:pathLst>
          </a:custGeom>
          <a:solidFill>
            <a:srgbClr val="FFFFFF">
              <a:alpha val="3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9" name="Google Shape;1429;p28"/>
          <p:cNvSpPr/>
          <p:nvPr/>
        </p:nvSpPr>
        <p:spPr>
          <a:xfrm>
            <a:off x="-1563967" y="4058395"/>
            <a:ext cx="11429100" cy="1617700"/>
          </a:xfrm>
          <a:custGeom>
            <a:avLst/>
            <a:gdLst/>
            <a:ahLst/>
            <a:cxnLst/>
            <a:rect l="l" t="t" r="r" b="b"/>
            <a:pathLst>
              <a:path w="457164" h="64708" extrusionOk="0">
                <a:moveTo>
                  <a:pt x="58174" y="4561"/>
                </a:moveTo>
                <a:cubicBezTo>
                  <a:pt x="73520" y="318"/>
                  <a:pt x="107819" y="813"/>
                  <a:pt x="131581" y="318"/>
                </a:cubicBezTo>
                <a:cubicBezTo>
                  <a:pt x="155343" y="-177"/>
                  <a:pt x="187095" y="35"/>
                  <a:pt x="200744" y="1591"/>
                </a:cubicBezTo>
                <a:cubicBezTo>
                  <a:pt x="214393" y="3147"/>
                  <a:pt x="206826" y="6188"/>
                  <a:pt x="213474" y="9653"/>
                </a:cubicBezTo>
                <a:cubicBezTo>
                  <a:pt x="220122" y="13118"/>
                  <a:pt x="225496" y="19201"/>
                  <a:pt x="240630" y="22383"/>
                </a:cubicBezTo>
                <a:cubicBezTo>
                  <a:pt x="255764" y="25565"/>
                  <a:pt x="284122" y="27757"/>
                  <a:pt x="304277" y="28747"/>
                </a:cubicBezTo>
                <a:cubicBezTo>
                  <a:pt x="324432" y="29737"/>
                  <a:pt x="342254" y="29172"/>
                  <a:pt x="361560" y="28323"/>
                </a:cubicBezTo>
                <a:cubicBezTo>
                  <a:pt x="380867" y="27475"/>
                  <a:pt x="405265" y="24293"/>
                  <a:pt x="420116" y="23656"/>
                </a:cubicBezTo>
                <a:cubicBezTo>
                  <a:pt x="434967" y="23020"/>
                  <a:pt x="445079" y="19200"/>
                  <a:pt x="450666" y="24504"/>
                </a:cubicBezTo>
                <a:cubicBezTo>
                  <a:pt x="456253" y="29808"/>
                  <a:pt x="460425" y="49468"/>
                  <a:pt x="453636" y="55479"/>
                </a:cubicBezTo>
                <a:cubicBezTo>
                  <a:pt x="446847" y="61490"/>
                  <a:pt x="436240" y="59510"/>
                  <a:pt x="409932" y="60571"/>
                </a:cubicBezTo>
                <a:cubicBezTo>
                  <a:pt x="383625" y="61632"/>
                  <a:pt x="361560" y="61632"/>
                  <a:pt x="295791" y="61844"/>
                </a:cubicBezTo>
                <a:cubicBezTo>
                  <a:pt x="230022" y="62056"/>
                  <a:pt x="58033" y="67855"/>
                  <a:pt x="15319" y="61844"/>
                </a:cubicBezTo>
                <a:cubicBezTo>
                  <a:pt x="-27395" y="55833"/>
                  <a:pt x="32363" y="35324"/>
                  <a:pt x="39505" y="25777"/>
                </a:cubicBezTo>
                <a:cubicBezTo>
                  <a:pt x="46648" y="16230"/>
                  <a:pt x="42828" y="8804"/>
                  <a:pt x="58174" y="456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</p:sp>
      <p:sp>
        <p:nvSpPr>
          <p:cNvPr id="1430" name="Google Shape;1430;p28"/>
          <p:cNvSpPr/>
          <p:nvPr/>
        </p:nvSpPr>
        <p:spPr>
          <a:xfrm>
            <a:off x="1736725" y="270401"/>
            <a:ext cx="611683" cy="279336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28"/>
          <p:cNvSpPr/>
          <p:nvPr/>
        </p:nvSpPr>
        <p:spPr>
          <a:xfrm>
            <a:off x="3301125" y="69993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2" name="Google Shape;1432;p28"/>
          <p:cNvSpPr/>
          <p:nvPr/>
        </p:nvSpPr>
        <p:spPr>
          <a:xfrm>
            <a:off x="6106263" y="124374"/>
            <a:ext cx="439416" cy="200667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3" name="Google Shape;1433;p28"/>
          <p:cNvSpPr/>
          <p:nvPr/>
        </p:nvSpPr>
        <p:spPr>
          <a:xfrm>
            <a:off x="4007625" y="184499"/>
            <a:ext cx="439416" cy="200667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4" name="Google Shape;1434;p28"/>
          <p:cNvSpPr/>
          <p:nvPr/>
        </p:nvSpPr>
        <p:spPr>
          <a:xfrm>
            <a:off x="129375" y="2287043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5" name="Google Shape;1435;p28"/>
          <p:cNvSpPr/>
          <p:nvPr/>
        </p:nvSpPr>
        <p:spPr>
          <a:xfrm>
            <a:off x="8525888" y="1228224"/>
            <a:ext cx="439416" cy="200667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6" name="Google Shape;1436;p28"/>
          <p:cNvSpPr/>
          <p:nvPr/>
        </p:nvSpPr>
        <p:spPr>
          <a:xfrm>
            <a:off x="8590875" y="1926368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31"/>
          <p:cNvSpPr/>
          <p:nvPr/>
        </p:nvSpPr>
        <p:spPr>
          <a:xfrm flipH="1">
            <a:off x="-499586" y="4347345"/>
            <a:ext cx="10033675" cy="1363225"/>
          </a:xfrm>
          <a:custGeom>
            <a:avLst/>
            <a:gdLst/>
            <a:ahLst/>
            <a:cxnLst/>
            <a:rect l="l" t="t" r="r" b="b"/>
            <a:pathLst>
              <a:path w="401347" h="54529" extrusionOk="0">
                <a:moveTo>
                  <a:pt x="10005" y="31616"/>
                </a:moveTo>
                <a:cubicBezTo>
                  <a:pt x="21957" y="23554"/>
                  <a:pt x="53993" y="4177"/>
                  <a:pt x="80018" y="641"/>
                </a:cubicBezTo>
                <a:cubicBezTo>
                  <a:pt x="106043" y="-2895"/>
                  <a:pt x="132563" y="9339"/>
                  <a:pt x="166154" y="10400"/>
                </a:cubicBezTo>
                <a:cubicBezTo>
                  <a:pt x="199746" y="11461"/>
                  <a:pt x="253209" y="7784"/>
                  <a:pt x="281567" y="7006"/>
                </a:cubicBezTo>
                <a:cubicBezTo>
                  <a:pt x="309925" y="6228"/>
                  <a:pt x="318412" y="6582"/>
                  <a:pt x="336304" y="5733"/>
                </a:cubicBezTo>
                <a:cubicBezTo>
                  <a:pt x="354196" y="4884"/>
                  <a:pt x="378099" y="-1693"/>
                  <a:pt x="388919" y="1914"/>
                </a:cubicBezTo>
                <a:cubicBezTo>
                  <a:pt x="399739" y="5521"/>
                  <a:pt x="400729" y="18816"/>
                  <a:pt x="401224" y="27373"/>
                </a:cubicBezTo>
                <a:cubicBezTo>
                  <a:pt x="401719" y="35930"/>
                  <a:pt x="399385" y="49649"/>
                  <a:pt x="391889" y="53256"/>
                </a:cubicBezTo>
                <a:cubicBezTo>
                  <a:pt x="384393" y="56863"/>
                  <a:pt x="407731" y="48801"/>
                  <a:pt x="356247" y="49013"/>
                </a:cubicBezTo>
                <a:cubicBezTo>
                  <a:pt x="304764" y="49225"/>
                  <a:pt x="140978" y="54529"/>
                  <a:pt x="82988" y="54529"/>
                </a:cubicBezTo>
                <a:cubicBezTo>
                  <a:pt x="24998" y="54529"/>
                  <a:pt x="20472" y="52832"/>
                  <a:pt x="8308" y="49013"/>
                </a:cubicBezTo>
                <a:cubicBezTo>
                  <a:pt x="-3856" y="45194"/>
                  <a:pt x="-1947" y="39678"/>
                  <a:pt x="10005" y="3161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</p:sp>
      <p:sp>
        <p:nvSpPr>
          <p:cNvPr id="1529" name="Google Shape;1529;p31"/>
          <p:cNvSpPr/>
          <p:nvPr/>
        </p:nvSpPr>
        <p:spPr>
          <a:xfrm rot="10800000">
            <a:off x="7522989" y="-27"/>
            <a:ext cx="1619537" cy="726054"/>
          </a:xfrm>
          <a:custGeom>
            <a:avLst/>
            <a:gdLst/>
            <a:ahLst/>
            <a:cxnLst/>
            <a:rect l="l" t="t" r="r" b="b"/>
            <a:pathLst>
              <a:path w="70545" h="31626" extrusionOk="0">
                <a:moveTo>
                  <a:pt x="10365" y="1"/>
                </a:moveTo>
                <a:lnTo>
                  <a:pt x="9853" y="20"/>
                </a:lnTo>
                <a:lnTo>
                  <a:pt x="9360" y="39"/>
                </a:lnTo>
                <a:lnTo>
                  <a:pt x="8868" y="76"/>
                </a:lnTo>
                <a:lnTo>
                  <a:pt x="8375" y="152"/>
                </a:lnTo>
                <a:lnTo>
                  <a:pt x="7882" y="209"/>
                </a:lnTo>
                <a:lnTo>
                  <a:pt x="7390" y="304"/>
                </a:lnTo>
                <a:lnTo>
                  <a:pt x="6916" y="399"/>
                </a:lnTo>
                <a:lnTo>
                  <a:pt x="6423" y="512"/>
                </a:lnTo>
                <a:lnTo>
                  <a:pt x="5950" y="645"/>
                </a:lnTo>
                <a:lnTo>
                  <a:pt x="5457" y="778"/>
                </a:lnTo>
                <a:lnTo>
                  <a:pt x="4983" y="929"/>
                </a:lnTo>
                <a:lnTo>
                  <a:pt x="4510" y="1100"/>
                </a:lnTo>
                <a:lnTo>
                  <a:pt x="4055" y="1270"/>
                </a:lnTo>
                <a:lnTo>
                  <a:pt x="3581" y="1441"/>
                </a:lnTo>
                <a:lnTo>
                  <a:pt x="2653" y="1858"/>
                </a:lnTo>
                <a:lnTo>
                  <a:pt x="1762" y="2293"/>
                </a:lnTo>
                <a:lnTo>
                  <a:pt x="872" y="2767"/>
                </a:lnTo>
                <a:lnTo>
                  <a:pt x="0" y="3279"/>
                </a:lnTo>
                <a:lnTo>
                  <a:pt x="0" y="31625"/>
                </a:lnTo>
                <a:lnTo>
                  <a:pt x="70545" y="31625"/>
                </a:lnTo>
                <a:lnTo>
                  <a:pt x="70488" y="31247"/>
                </a:lnTo>
                <a:lnTo>
                  <a:pt x="70412" y="30849"/>
                </a:lnTo>
                <a:lnTo>
                  <a:pt x="70317" y="30470"/>
                </a:lnTo>
                <a:lnTo>
                  <a:pt x="70222" y="30091"/>
                </a:lnTo>
                <a:lnTo>
                  <a:pt x="70090" y="29712"/>
                </a:lnTo>
                <a:lnTo>
                  <a:pt x="69976" y="29333"/>
                </a:lnTo>
                <a:lnTo>
                  <a:pt x="69825" y="28973"/>
                </a:lnTo>
                <a:lnTo>
                  <a:pt x="69673" y="28613"/>
                </a:lnTo>
                <a:lnTo>
                  <a:pt x="69483" y="28196"/>
                </a:lnTo>
                <a:lnTo>
                  <a:pt x="69275" y="27798"/>
                </a:lnTo>
                <a:lnTo>
                  <a:pt x="69048" y="27381"/>
                </a:lnTo>
                <a:lnTo>
                  <a:pt x="68801" y="27002"/>
                </a:lnTo>
                <a:lnTo>
                  <a:pt x="68536" y="26604"/>
                </a:lnTo>
                <a:lnTo>
                  <a:pt x="68252" y="26225"/>
                </a:lnTo>
                <a:lnTo>
                  <a:pt x="67968" y="25865"/>
                </a:lnTo>
                <a:lnTo>
                  <a:pt x="67664" y="25505"/>
                </a:lnTo>
                <a:lnTo>
                  <a:pt x="67323" y="25164"/>
                </a:lnTo>
                <a:lnTo>
                  <a:pt x="67001" y="24823"/>
                </a:lnTo>
                <a:lnTo>
                  <a:pt x="66641" y="24501"/>
                </a:lnTo>
                <a:lnTo>
                  <a:pt x="66281" y="24217"/>
                </a:lnTo>
                <a:lnTo>
                  <a:pt x="65902" y="23932"/>
                </a:lnTo>
                <a:lnTo>
                  <a:pt x="65523" y="23667"/>
                </a:lnTo>
                <a:lnTo>
                  <a:pt x="65125" y="23421"/>
                </a:lnTo>
                <a:lnTo>
                  <a:pt x="64727" y="23193"/>
                </a:lnTo>
                <a:lnTo>
                  <a:pt x="64311" y="22985"/>
                </a:lnTo>
                <a:lnTo>
                  <a:pt x="63894" y="22796"/>
                </a:lnTo>
                <a:lnTo>
                  <a:pt x="63458" y="22644"/>
                </a:lnTo>
                <a:lnTo>
                  <a:pt x="63022" y="22511"/>
                </a:lnTo>
                <a:lnTo>
                  <a:pt x="62586" y="22417"/>
                </a:lnTo>
                <a:lnTo>
                  <a:pt x="62131" y="22341"/>
                </a:lnTo>
                <a:lnTo>
                  <a:pt x="61677" y="22284"/>
                </a:lnTo>
                <a:lnTo>
                  <a:pt x="61222" y="22265"/>
                </a:lnTo>
                <a:lnTo>
                  <a:pt x="60767" y="22284"/>
                </a:lnTo>
                <a:lnTo>
                  <a:pt x="60312" y="22322"/>
                </a:lnTo>
                <a:lnTo>
                  <a:pt x="59839" y="22398"/>
                </a:lnTo>
                <a:lnTo>
                  <a:pt x="59384" y="22511"/>
                </a:lnTo>
                <a:lnTo>
                  <a:pt x="58910" y="22663"/>
                </a:lnTo>
                <a:lnTo>
                  <a:pt x="58456" y="22833"/>
                </a:lnTo>
                <a:lnTo>
                  <a:pt x="57982" y="23061"/>
                </a:lnTo>
                <a:lnTo>
                  <a:pt x="57527" y="23326"/>
                </a:lnTo>
                <a:lnTo>
                  <a:pt x="57432" y="22663"/>
                </a:lnTo>
                <a:lnTo>
                  <a:pt x="57319" y="22038"/>
                </a:lnTo>
                <a:lnTo>
                  <a:pt x="57186" y="21412"/>
                </a:lnTo>
                <a:lnTo>
                  <a:pt x="57015" y="20806"/>
                </a:lnTo>
                <a:lnTo>
                  <a:pt x="56826" y="20219"/>
                </a:lnTo>
                <a:lnTo>
                  <a:pt x="56599" y="19669"/>
                </a:lnTo>
                <a:lnTo>
                  <a:pt x="56352" y="19120"/>
                </a:lnTo>
                <a:lnTo>
                  <a:pt x="56068" y="18589"/>
                </a:lnTo>
                <a:lnTo>
                  <a:pt x="55746" y="18077"/>
                </a:lnTo>
                <a:lnTo>
                  <a:pt x="55405" y="17585"/>
                </a:lnTo>
                <a:lnTo>
                  <a:pt x="55045" y="17111"/>
                </a:lnTo>
                <a:lnTo>
                  <a:pt x="54647" y="16656"/>
                </a:lnTo>
                <a:lnTo>
                  <a:pt x="54211" y="16220"/>
                </a:lnTo>
                <a:lnTo>
                  <a:pt x="53756" y="15804"/>
                </a:lnTo>
                <a:lnTo>
                  <a:pt x="53264" y="15406"/>
                </a:lnTo>
                <a:lnTo>
                  <a:pt x="52752" y="15046"/>
                </a:lnTo>
                <a:lnTo>
                  <a:pt x="52089" y="14553"/>
                </a:lnTo>
                <a:lnTo>
                  <a:pt x="51407" y="14098"/>
                </a:lnTo>
                <a:lnTo>
                  <a:pt x="50706" y="13662"/>
                </a:lnTo>
                <a:lnTo>
                  <a:pt x="50005" y="13265"/>
                </a:lnTo>
                <a:lnTo>
                  <a:pt x="49285" y="12905"/>
                </a:lnTo>
                <a:lnTo>
                  <a:pt x="48546" y="12544"/>
                </a:lnTo>
                <a:lnTo>
                  <a:pt x="47807" y="12222"/>
                </a:lnTo>
                <a:lnTo>
                  <a:pt x="47049" y="11938"/>
                </a:lnTo>
                <a:lnTo>
                  <a:pt x="46291" y="11673"/>
                </a:lnTo>
                <a:lnTo>
                  <a:pt x="45533" y="11445"/>
                </a:lnTo>
                <a:lnTo>
                  <a:pt x="44756" y="11237"/>
                </a:lnTo>
                <a:lnTo>
                  <a:pt x="43979" y="11067"/>
                </a:lnTo>
                <a:lnTo>
                  <a:pt x="43202" y="10915"/>
                </a:lnTo>
                <a:lnTo>
                  <a:pt x="42406" y="10782"/>
                </a:lnTo>
                <a:lnTo>
                  <a:pt x="41629" y="10688"/>
                </a:lnTo>
                <a:lnTo>
                  <a:pt x="40834" y="10631"/>
                </a:lnTo>
                <a:lnTo>
                  <a:pt x="40057" y="10593"/>
                </a:lnTo>
                <a:lnTo>
                  <a:pt x="39261" y="10593"/>
                </a:lnTo>
                <a:lnTo>
                  <a:pt x="38465" y="10612"/>
                </a:lnTo>
                <a:lnTo>
                  <a:pt x="37688" y="10669"/>
                </a:lnTo>
                <a:lnTo>
                  <a:pt x="36911" y="10744"/>
                </a:lnTo>
                <a:lnTo>
                  <a:pt x="36134" y="10858"/>
                </a:lnTo>
                <a:lnTo>
                  <a:pt x="35358" y="10991"/>
                </a:lnTo>
                <a:lnTo>
                  <a:pt x="34581" y="11161"/>
                </a:lnTo>
                <a:lnTo>
                  <a:pt x="33823" y="11370"/>
                </a:lnTo>
                <a:lnTo>
                  <a:pt x="33084" y="11597"/>
                </a:lnTo>
                <a:lnTo>
                  <a:pt x="32345" y="11862"/>
                </a:lnTo>
                <a:lnTo>
                  <a:pt x="31606" y="12147"/>
                </a:lnTo>
                <a:lnTo>
                  <a:pt x="30886" y="12469"/>
                </a:lnTo>
                <a:lnTo>
                  <a:pt x="30166" y="12829"/>
                </a:lnTo>
                <a:lnTo>
                  <a:pt x="29465" y="13208"/>
                </a:lnTo>
                <a:lnTo>
                  <a:pt x="28782" y="13625"/>
                </a:lnTo>
                <a:lnTo>
                  <a:pt x="28574" y="13037"/>
                </a:lnTo>
                <a:lnTo>
                  <a:pt x="28366" y="12450"/>
                </a:lnTo>
                <a:lnTo>
                  <a:pt x="28119" y="11881"/>
                </a:lnTo>
                <a:lnTo>
                  <a:pt x="27873" y="11332"/>
                </a:lnTo>
                <a:lnTo>
                  <a:pt x="27589" y="10782"/>
                </a:lnTo>
                <a:lnTo>
                  <a:pt x="27305" y="10252"/>
                </a:lnTo>
                <a:lnTo>
                  <a:pt x="27001" y="9721"/>
                </a:lnTo>
                <a:lnTo>
                  <a:pt x="26698" y="9210"/>
                </a:lnTo>
                <a:lnTo>
                  <a:pt x="26357" y="8717"/>
                </a:lnTo>
                <a:lnTo>
                  <a:pt x="26016" y="8224"/>
                </a:lnTo>
                <a:lnTo>
                  <a:pt x="25656" y="7751"/>
                </a:lnTo>
                <a:lnTo>
                  <a:pt x="25296" y="7277"/>
                </a:lnTo>
                <a:lnTo>
                  <a:pt x="24898" y="6822"/>
                </a:lnTo>
                <a:lnTo>
                  <a:pt x="24500" y="6386"/>
                </a:lnTo>
                <a:lnTo>
                  <a:pt x="24102" y="5950"/>
                </a:lnTo>
                <a:lnTo>
                  <a:pt x="23666" y="5534"/>
                </a:lnTo>
                <a:lnTo>
                  <a:pt x="23231" y="5136"/>
                </a:lnTo>
                <a:lnTo>
                  <a:pt x="22795" y="4757"/>
                </a:lnTo>
                <a:lnTo>
                  <a:pt x="22340" y="4378"/>
                </a:lnTo>
                <a:lnTo>
                  <a:pt x="21866" y="4018"/>
                </a:lnTo>
                <a:lnTo>
                  <a:pt x="21374" y="3658"/>
                </a:lnTo>
                <a:lnTo>
                  <a:pt x="20881" y="3317"/>
                </a:lnTo>
                <a:lnTo>
                  <a:pt x="20369" y="2995"/>
                </a:lnTo>
                <a:lnTo>
                  <a:pt x="19858" y="2691"/>
                </a:lnTo>
                <a:lnTo>
                  <a:pt x="19346" y="2407"/>
                </a:lnTo>
                <a:lnTo>
                  <a:pt x="18797" y="2123"/>
                </a:lnTo>
                <a:lnTo>
                  <a:pt x="18247" y="1858"/>
                </a:lnTo>
                <a:lnTo>
                  <a:pt x="17698" y="1611"/>
                </a:lnTo>
                <a:lnTo>
                  <a:pt x="17129" y="1365"/>
                </a:lnTo>
                <a:lnTo>
                  <a:pt x="16561" y="1157"/>
                </a:lnTo>
                <a:lnTo>
                  <a:pt x="15973" y="948"/>
                </a:lnTo>
                <a:lnTo>
                  <a:pt x="15386" y="759"/>
                </a:lnTo>
                <a:lnTo>
                  <a:pt x="14893" y="607"/>
                </a:lnTo>
                <a:lnTo>
                  <a:pt x="14382" y="474"/>
                </a:lnTo>
                <a:lnTo>
                  <a:pt x="13870" y="342"/>
                </a:lnTo>
                <a:lnTo>
                  <a:pt x="13378" y="247"/>
                </a:lnTo>
                <a:lnTo>
                  <a:pt x="12866" y="171"/>
                </a:lnTo>
                <a:lnTo>
                  <a:pt x="12354" y="95"/>
                </a:lnTo>
                <a:lnTo>
                  <a:pt x="11862" y="58"/>
                </a:lnTo>
                <a:lnTo>
                  <a:pt x="11350" y="20"/>
                </a:lnTo>
                <a:lnTo>
                  <a:pt x="10857" y="1"/>
                </a:lnTo>
                <a:close/>
              </a:path>
            </a:pathLst>
          </a:custGeom>
          <a:solidFill>
            <a:srgbClr val="FFFFFF">
              <a:alpha val="3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0" name="Google Shape;1530;p31"/>
          <p:cNvSpPr/>
          <p:nvPr/>
        </p:nvSpPr>
        <p:spPr>
          <a:xfrm rot="5400000">
            <a:off x="-603599" y="602114"/>
            <a:ext cx="2182839" cy="978588"/>
          </a:xfrm>
          <a:custGeom>
            <a:avLst/>
            <a:gdLst/>
            <a:ahLst/>
            <a:cxnLst/>
            <a:rect l="l" t="t" r="r" b="b"/>
            <a:pathLst>
              <a:path w="70545" h="31626" extrusionOk="0">
                <a:moveTo>
                  <a:pt x="10365" y="1"/>
                </a:moveTo>
                <a:lnTo>
                  <a:pt x="9853" y="20"/>
                </a:lnTo>
                <a:lnTo>
                  <a:pt x="9360" y="39"/>
                </a:lnTo>
                <a:lnTo>
                  <a:pt x="8868" y="76"/>
                </a:lnTo>
                <a:lnTo>
                  <a:pt x="8375" y="152"/>
                </a:lnTo>
                <a:lnTo>
                  <a:pt x="7882" y="209"/>
                </a:lnTo>
                <a:lnTo>
                  <a:pt x="7390" y="304"/>
                </a:lnTo>
                <a:lnTo>
                  <a:pt x="6916" y="399"/>
                </a:lnTo>
                <a:lnTo>
                  <a:pt x="6423" y="512"/>
                </a:lnTo>
                <a:lnTo>
                  <a:pt x="5950" y="645"/>
                </a:lnTo>
                <a:lnTo>
                  <a:pt x="5457" y="778"/>
                </a:lnTo>
                <a:lnTo>
                  <a:pt x="4983" y="929"/>
                </a:lnTo>
                <a:lnTo>
                  <a:pt x="4510" y="1100"/>
                </a:lnTo>
                <a:lnTo>
                  <a:pt x="4055" y="1270"/>
                </a:lnTo>
                <a:lnTo>
                  <a:pt x="3581" y="1441"/>
                </a:lnTo>
                <a:lnTo>
                  <a:pt x="2653" y="1858"/>
                </a:lnTo>
                <a:lnTo>
                  <a:pt x="1762" y="2293"/>
                </a:lnTo>
                <a:lnTo>
                  <a:pt x="872" y="2767"/>
                </a:lnTo>
                <a:lnTo>
                  <a:pt x="0" y="3279"/>
                </a:lnTo>
                <a:lnTo>
                  <a:pt x="0" y="31625"/>
                </a:lnTo>
                <a:lnTo>
                  <a:pt x="70545" y="31625"/>
                </a:lnTo>
                <a:lnTo>
                  <a:pt x="70488" y="31247"/>
                </a:lnTo>
                <a:lnTo>
                  <a:pt x="70412" y="30849"/>
                </a:lnTo>
                <a:lnTo>
                  <a:pt x="70317" y="30470"/>
                </a:lnTo>
                <a:lnTo>
                  <a:pt x="70222" y="30091"/>
                </a:lnTo>
                <a:lnTo>
                  <a:pt x="70090" y="29712"/>
                </a:lnTo>
                <a:lnTo>
                  <a:pt x="69976" y="29333"/>
                </a:lnTo>
                <a:lnTo>
                  <a:pt x="69825" y="28973"/>
                </a:lnTo>
                <a:lnTo>
                  <a:pt x="69673" y="28613"/>
                </a:lnTo>
                <a:lnTo>
                  <a:pt x="69483" y="28196"/>
                </a:lnTo>
                <a:lnTo>
                  <a:pt x="69275" y="27798"/>
                </a:lnTo>
                <a:lnTo>
                  <a:pt x="69048" y="27381"/>
                </a:lnTo>
                <a:lnTo>
                  <a:pt x="68801" y="27002"/>
                </a:lnTo>
                <a:lnTo>
                  <a:pt x="68536" y="26604"/>
                </a:lnTo>
                <a:lnTo>
                  <a:pt x="68252" y="26225"/>
                </a:lnTo>
                <a:lnTo>
                  <a:pt x="67968" y="25865"/>
                </a:lnTo>
                <a:lnTo>
                  <a:pt x="67664" y="25505"/>
                </a:lnTo>
                <a:lnTo>
                  <a:pt x="67323" y="25164"/>
                </a:lnTo>
                <a:lnTo>
                  <a:pt x="67001" y="24823"/>
                </a:lnTo>
                <a:lnTo>
                  <a:pt x="66641" y="24501"/>
                </a:lnTo>
                <a:lnTo>
                  <a:pt x="66281" y="24217"/>
                </a:lnTo>
                <a:lnTo>
                  <a:pt x="65902" y="23932"/>
                </a:lnTo>
                <a:lnTo>
                  <a:pt x="65523" y="23667"/>
                </a:lnTo>
                <a:lnTo>
                  <a:pt x="65125" y="23421"/>
                </a:lnTo>
                <a:lnTo>
                  <a:pt x="64727" y="23193"/>
                </a:lnTo>
                <a:lnTo>
                  <a:pt x="64311" y="22985"/>
                </a:lnTo>
                <a:lnTo>
                  <a:pt x="63894" y="22796"/>
                </a:lnTo>
                <a:lnTo>
                  <a:pt x="63458" y="22644"/>
                </a:lnTo>
                <a:lnTo>
                  <a:pt x="63022" y="22511"/>
                </a:lnTo>
                <a:lnTo>
                  <a:pt x="62586" y="22417"/>
                </a:lnTo>
                <a:lnTo>
                  <a:pt x="62131" y="22341"/>
                </a:lnTo>
                <a:lnTo>
                  <a:pt x="61677" y="22284"/>
                </a:lnTo>
                <a:lnTo>
                  <a:pt x="61222" y="22265"/>
                </a:lnTo>
                <a:lnTo>
                  <a:pt x="60767" y="22284"/>
                </a:lnTo>
                <a:lnTo>
                  <a:pt x="60312" y="22322"/>
                </a:lnTo>
                <a:lnTo>
                  <a:pt x="59839" y="22398"/>
                </a:lnTo>
                <a:lnTo>
                  <a:pt x="59384" y="22511"/>
                </a:lnTo>
                <a:lnTo>
                  <a:pt x="58910" y="22663"/>
                </a:lnTo>
                <a:lnTo>
                  <a:pt x="58456" y="22833"/>
                </a:lnTo>
                <a:lnTo>
                  <a:pt x="57982" y="23061"/>
                </a:lnTo>
                <a:lnTo>
                  <a:pt x="57527" y="23326"/>
                </a:lnTo>
                <a:lnTo>
                  <a:pt x="57432" y="22663"/>
                </a:lnTo>
                <a:lnTo>
                  <a:pt x="57319" y="22038"/>
                </a:lnTo>
                <a:lnTo>
                  <a:pt x="57186" y="21412"/>
                </a:lnTo>
                <a:lnTo>
                  <a:pt x="57015" y="20806"/>
                </a:lnTo>
                <a:lnTo>
                  <a:pt x="56826" y="20219"/>
                </a:lnTo>
                <a:lnTo>
                  <a:pt x="56599" y="19669"/>
                </a:lnTo>
                <a:lnTo>
                  <a:pt x="56352" y="19120"/>
                </a:lnTo>
                <a:lnTo>
                  <a:pt x="56068" y="18589"/>
                </a:lnTo>
                <a:lnTo>
                  <a:pt x="55746" y="18077"/>
                </a:lnTo>
                <a:lnTo>
                  <a:pt x="55405" y="17585"/>
                </a:lnTo>
                <a:lnTo>
                  <a:pt x="55045" y="17111"/>
                </a:lnTo>
                <a:lnTo>
                  <a:pt x="54647" y="16656"/>
                </a:lnTo>
                <a:lnTo>
                  <a:pt x="54211" y="16220"/>
                </a:lnTo>
                <a:lnTo>
                  <a:pt x="53756" y="15804"/>
                </a:lnTo>
                <a:lnTo>
                  <a:pt x="53264" y="15406"/>
                </a:lnTo>
                <a:lnTo>
                  <a:pt x="52752" y="15046"/>
                </a:lnTo>
                <a:lnTo>
                  <a:pt x="52089" y="14553"/>
                </a:lnTo>
                <a:lnTo>
                  <a:pt x="51407" y="14098"/>
                </a:lnTo>
                <a:lnTo>
                  <a:pt x="50706" y="13662"/>
                </a:lnTo>
                <a:lnTo>
                  <a:pt x="50005" y="13265"/>
                </a:lnTo>
                <a:lnTo>
                  <a:pt x="49285" y="12905"/>
                </a:lnTo>
                <a:lnTo>
                  <a:pt x="48546" y="12544"/>
                </a:lnTo>
                <a:lnTo>
                  <a:pt x="47807" y="12222"/>
                </a:lnTo>
                <a:lnTo>
                  <a:pt x="47049" y="11938"/>
                </a:lnTo>
                <a:lnTo>
                  <a:pt x="46291" y="11673"/>
                </a:lnTo>
                <a:lnTo>
                  <a:pt x="45533" y="11445"/>
                </a:lnTo>
                <a:lnTo>
                  <a:pt x="44756" y="11237"/>
                </a:lnTo>
                <a:lnTo>
                  <a:pt x="43979" y="11067"/>
                </a:lnTo>
                <a:lnTo>
                  <a:pt x="43202" y="10915"/>
                </a:lnTo>
                <a:lnTo>
                  <a:pt x="42406" y="10782"/>
                </a:lnTo>
                <a:lnTo>
                  <a:pt x="41629" y="10688"/>
                </a:lnTo>
                <a:lnTo>
                  <a:pt x="40834" y="10631"/>
                </a:lnTo>
                <a:lnTo>
                  <a:pt x="40057" y="10593"/>
                </a:lnTo>
                <a:lnTo>
                  <a:pt x="39261" y="10593"/>
                </a:lnTo>
                <a:lnTo>
                  <a:pt x="38465" y="10612"/>
                </a:lnTo>
                <a:lnTo>
                  <a:pt x="37688" y="10669"/>
                </a:lnTo>
                <a:lnTo>
                  <a:pt x="36911" y="10744"/>
                </a:lnTo>
                <a:lnTo>
                  <a:pt x="36134" y="10858"/>
                </a:lnTo>
                <a:lnTo>
                  <a:pt x="35358" y="10991"/>
                </a:lnTo>
                <a:lnTo>
                  <a:pt x="34581" y="11161"/>
                </a:lnTo>
                <a:lnTo>
                  <a:pt x="33823" y="11370"/>
                </a:lnTo>
                <a:lnTo>
                  <a:pt x="33084" y="11597"/>
                </a:lnTo>
                <a:lnTo>
                  <a:pt x="32345" y="11862"/>
                </a:lnTo>
                <a:lnTo>
                  <a:pt x="31606" y="12147"/>
                </a:lnTo>
                <a:lnTo>
                  <a:pt x="30886" y="12469"/>
                </a:lnTo>
                <a:lnTo>
                  <a:pt x="30166" y="12829"/>
                </a:lnTo>
                <a:lnTo>
                  <a:pt x="29465" y="13208"/>
                </a:lnTo>
                <a:lnTo>
                  <a:pt x="28782" y="13625"/>
                </a:lnTo>
                <a:lnTo>
                  <a:pt x="28574" y="13037"/>
                </a:lnTo>
                <a:lnTo>
                  <a:pt x="28366" y="12450"/>
                </a:lnTo>
                <a:lnTo>
                  <a:pt x="28119" y="11881"/>
                </a:lnTo>
                <a:lnTo>
                  <a:pt x="27873" y="11332"/>
                </a:lnTo>
                <a:lnTo>
                  <a:pt x="27589" y="10782"/>
                </a:lnTo>
                <a:lnTo>
                  <a:pt x="27305" y="10252"/>
                </a:lnTo>
                <a:lnTo>
                  <a:pt x="27001" y="9721"/>
                </a:lnTo>
                <a:lnTo>
                  <a:pt x="26698" y="9210"/>
                </a:lnTo>
                <a:lnTo>
                  <a:pt x="26357" y="8717"/>
                </a:lnTo>
                <a:lnTo>
                  <a:pt x="26016" y="8224"/>
                </a:lnTo>
                <a:lnTo>
                  <a:pt x="25656" y="7751"/>
                </a:lnTo>
                <a:lnTo>
                  <a:pt x="25296" y="7277"/>
                </a:lnTo>
                <a:lnTo>
                  <a:pt x="24898" y="6822"/>
                </a:lnTo>
                <a:lnTo>
                  <a:pt x="24500" y="6386"/>
                </a:lnTo>
                <a:lnTo>
                  <a:pt x="24102" y="5950"/>
                </a:lnTo>
                <a:lnTo>
                  <a:pt x="23666" y="5534"/>
                </a:lnTo>
                <a:lnTo>
                  <a:pt x="23231" y="5136"/>
                </a:lnTo>
                <a:lnTo>
                  <a:pt x="22795" y="4757"/>
                </a:lnTo>
                <a:lnTo>
                  <a:pt x="22340" y="4378"/>
                </a:lnTo>
                <a:lnTo>
                  <a:pt x="21866" y="4018"/>
                </a:lnTo>
                <a:lnTo>
                  <a:pt x="21374" y="3658"/>
                </a:lnTo>
                <a:lnTo>
                  <a:pt x="20881" y="3317"/>
                </a:lnTo>
                <a:lnTo>
                  <a:pt x="20369" y="2995"/>
                </a:lnTo>
                <a:lnTo>
                  <a:pt x="19858" y="2691"/>
                </a:lnTo>
                <a:lnTo>
                  <a:pt x="19346" y="2407"/>
                </a:lnTo>
                <a:lnTo>
                  <a:pt x="18797" y="2123"/>
                </a:lnTo>
                <a:lnTo>
                  <a:pt x="18247" y="1858"/>
                </a:lnTo>
                <a:lnTo>
                  <a:pt x="17698" y="1611"/>
                </a:lnTo>
                <a:lnTo>
                  <a:pt x="17129" y="1365"/>
                </a:lnTo>
                <a:lnTo>
                  <a:pt x="16561" y="1157"/>
                </a:lnTo>
                <a:lnTo>
                  <a:pt x="15973" y="948"/>
                </a:lnTo>
                <a:lnTo>
                  <a:pt x="15386" y="759"/>
                </a:lnTo>
                <a:lnTo>
                  <a:pt x="14893" y="607"/>
                </a:lnTo>
                <a:lnTo>
                  <a:pt x="14382" y="474"/>
                </a:lnTo>
                <a:lnTo>
                  <a:pt x="13870" y="342"/>
                </a:lnTo>
                <a:lnTo>
                  <a:pt x="13378" y="247"/>
                </a:lnTo>
                <a:lnTo>
                  <a:pt x="12866" y="171"/>
                </a:lnTo>
                <a:lnTo>
                  <a:pt x="12354" y="95"/>
                </a:lnTo>
                <a:lnTo>
                  <a:pt x="11862" y="58"/>
                </a:lnTo>
                <a:lnTo>
                  <a:pt x="11350" y="20"/>
                </a:lnTo>
                <a:lnTo>
                  <a:pt x="10857" y="1"/>
                </a:lnTo>
                <a:close/>
              </a:path>
            </a:pathLst>
          </a:custGeom>
          <a:solidFill>
            <a:srgbClr val="FFFFFF">
              <a:alpha val="3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31" name="Google Shape;1531;p31"/>
          <p:cNvGrpSpPr/>
          <p:nvPr/>
        </p:nvGrpSpPr>
        <p:grpSpPr>
          <a:xfrm flipH="1">
            <a:off x="809792" y="4150899"/>
            <a:ext cx="745923" cy="742920"/>
            <a:chOff x="778525" y="3588975"/>
            <a:chExt cx="1073425" cy="1068950"/>
          </a:xfrm>
        </p:grpSpPr>
        <p:sp>
          <p:nvSpPr>
            <p:cNvPr id="1532" name="Google Shape;1532;p31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3" name="Google Shape;1533;p31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1534" name="Google Shape;1534;p31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31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1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1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31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31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1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1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31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31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1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1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46" name="Google Shape;1546;p31"/>
          <p:cNvGrpSpPr/>
          <p:nvPr/>
        </p:nvGrpSpPr>
        <p:grpSpPr>
          <a:xfrm>
            <a:off x="8337921" y="4412519"/>
            <a:ext cx="611638" cy="609195"/>
            <a:chOff x="778525" y="3588975"/>
            <a:chExt cx="1073425" cy="1068950"/>
          </a:xfrm>
        </p:grpSpPr>
        <p:sp>
          <p:nvSpPr>
            <p:cNvPr id="1547" name="Google Shape;1547;p31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48" name="Google Shape;1548;p31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1549" name="Google Shape;1549;p31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31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31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31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31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31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31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31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31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61" name="Google Shape;1561;p31"/>
          <p:cNvGrpSpPr/>
          <p:nvPr/>
        </p:nvGrpSpPr>
        <p:grpSpPr>
          <a:xfrm>
            <a:off x="2635562" y="4243318"/>
            <a:ext cx="560435" cy="558099"/>
            <a:chOff x="778525" y="3588975"/>
            <a:chExt cx="1073425" cy="1068950"/>
          </a:xfrm>
        </p:grpSpPr>
        <p:sp>
          <p:nvSpPr>
            <p:cNvPr id="1562" name="Google Shape;1562;p31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3" name="Google Shape;1563;p31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31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31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31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31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76" name="Google Shape;1576;p31"/>
          <p:cNvGrpSpPr/>
          <p:nvPr/>
        </p:nvGrpSpPr>
        <p:grpSpPr>
          <a:xfrm flipH="1">
            <a:off x="6389314" y="4184886"/>
            <a:ext cx="930353" cy="829089"/>
            <a:chOff x="2236010" y="3967511"/>
            <a:chExt cx="930353" cy="829089"/>
          </a:xfrm>
        </p:grpSpPr>
        <p:sp>
          <p:nvSpPr>
            <p:cNvPr id="1577" name="Google Shape;1577;p31"/>
            <p:cNvSpPr/>
            <p:nvPr/>
          </p:nvSpPr>
          <p:spPr>
            <a:xfrm>
              <a:off x="2265825" y="4694000"/>
              <a:ext cx="767100" cy="1026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78" name="Google Shape;1578;p31"/>
            <p:cNvGrpSpPr/>
            <p:nvPr/>
          </p:nvGrpSpPr>
          <p:grpSpPr>
            <a:xfrm>
              <a:off x="2236010" y="3967511"/>
              <a:ext cx="930353" cy="794959"/>
              <a:chOff x="1627375" y="-1981850"/>
              <a:chExt cx="1305575" cy="1115575"/>
            </a:xfrm>
          </p:grpSpPr>
          <p:sp>
            <p:nvSpPr>
              <p:cNvPr id="1579" name="Google Shape;1579;p31"/>
              <p:cNvSpPr/>
              <p:nvPr/>
            </p:nvSpPr>
            <p:spPr>
              <a:xfrm>
                <a:off x="1627375" y="-1981850"/>
                <a:ext cx="1115075" cy="1115575"/>
              </a:xfrm>
              <a:custGeom>
                <a:avLst/>
                <a:gdLst/>
                <a:ahLst/>
                <a:cxnLst/>
                <a:rect l="l" t="t" r="r" b="b"/>
                <a:pathLst>
                  <a:path w="44603" h="44623" extrusionOk="0">
                    <a:moveTo>
                      <a:pt x="21725" y="1"/>
                    </a:moveTo>
                    <a:lnTo>
                      <a:pt x="21158" y="39"/>
                    </a:lnTo>
                    <a:lnTo>
                      <a:pt x="20590" y="57"/>
                    </a:lnTo>
                    <a:lnTo>
                      <a:pt x="20023" y="114"/>
                    </a:lnTo>
                    <a:lnTo>
                      <a:pt x="19456" y="190"/>
                    </a:lnTo>
                    <a:lnTo>
                      <a:pt x="18908" y="265"/>
                    </a:lnTo>
                    <a:lnTo>
                      <a:pt x="18359" y="341"/>
                    </a:lnTo>
                    <a:lnTo>
                      <a:pt x="17811" y="455"/>
                    </a:lnTo>
                    <a:lnTo>
                      <a:pt x="17263" y="568"/>
                    </a:lnTo>
                    <a:lnTo>
                      <a:pt x="16733" y="700"/>
                    </a:lnTo>
                    <a:lnTo>
                      <a:pt x="16204" y="852"/>
                    </a:lnTo>
                    <a:lnTo>
                      <a:pt x="15674" y="1003"/>
                    </a:lnTo>
                    <a:lnTo>
                      <a:pt x="15145" y="1173"/>
                    </a:lnTo>
                    <a:lnTo>
                      <a:pt x="14634" y="1362"/>
                    </a:lnTo>
                    <a:lnTo>
                      <a:pt x="14124" y="1551"/>
                    </a:lnTo>
                    <a:lnTo>
                      <a:pt x="13613" y="1759"/>
                    </a:lnTo>
                    <a:lnTo>
                      <a:pt x="13122" y="1967"/>
                    </a:lnTo>
                    <a:lnTo>
                      <a:pt x="12630" y="2194"/>
                    </a:lnTo>
                    <a:lnTo>
                      <a:pt x="12139" y="2440"/>
                    </a:lnTo>
                    <a:lnTo>
                      <a:pt x="11666" y="2686"/>
                    </a:lnTo>
                    <a:lnTo>
                      <a:pt x="11193" y="2950"/>
                    </a:lnTo>
                    <a:lnTo>
                      <a:pt x="10740" y="3234"/>
                    </a:lnTo>
                    <a:lnTo>
                      <a:pt x="10286" y="3517"/>
                    </a:lnTo>
                    <a:lnTo>
                      <a:pt x="9832" y="3820"/>
                    </a:lnTo>
                    <a:lnTo>
                      <a:pt x="9397" y="4123"/>
                    </a:lnTo>
                    <a:lnTo>
                      <a:pt x="8962" y="4425"/>
                    </a:lnTo>
                    <a:lnTo>
                      <a:pt x="8527" y="4765"/>
                    </a:lnTo>
                    <a:lnTo>
                      <a:pt x="8111" y="5087"/>
                    </a:lnTo>
                    <a:lnTo>
                      <a:pt x="7696" y="5446"/>
                    </a:lnTo>
                    <a:lnTo>
                      <a:pt x="7298" y="5805"/>
                    </a:lnTo>
                    <a:lnTo>
                      <a:pt x="6920" y="6165"/>
                    </a:lnTo>
                    <a:lnTo>
                      <a:pt x="6523" y="6543"/>
                    </a:lnTo>
                    <a:lnTo>
                      <a:pt x="6164" y="6921"/>
                    </a:lnTo>
                    <a:lnTo>
                      <a:pt x="5786" y="7318"/>
                    </a:lnTo>
                    <a:lnTo>
                      <a:pt x="5427" y="7715"/>
                    </a:lnTo>
                    <a:lnTo>
                      <a:pt x="5086" y="8112"/>
                    </a:lnTo>
                    <a:lnTo>
                      <a:pt x="4746" y="8528"/>
                    </a:lnTo>
                    <a:lnTo>
                      <a:pt x="4425" y="8963"/>
                    </a:lnTo>
                    <a:lnTo>
                      <a:pt x="4103" y="9398"/>
                    </a:lnTo>
                    <a:lnTo>
                      <a:pt x="3801" y="9833"/>
                    </a:lnTo>
                    <a:lnTo>
                      <a:pt x="3517" y="10286"/>
                    </a:lnTo>
                    <a:lnTo>
                      <a:pt x="3233" y="10740"/>
                    </a:lnTo>
                    <a:lnTo>
                      <a:pt x="2950" y="11213"/>
                    </a:lnTo>
                    <a:lnTo>
                      <a:pt x="2685" y="11685"/>
                    </a:lnTo>
                    <a:lnTo>
                      <a:pt x="2439" y="12158"/>
                    </a:lnTo>
                    <a:lnTo>
                      <a:pt x="2193" y="12631"/>
                    </a:lnTo>
                    <a:lnTo>
                      <a:pt x="1967" y="13122"/>
                    </a:lnTo>
                    <a:lnTo>
                      <a:pt x="1740" y="13633"/>
                    </a:lnTo>
                    <a:lnTo>
                      <a:pt x="1551" y="14125"/>
                    </a:lnTo>
                    <a:lnTo>
                      <a:pt x="1343" y="14635"/>
                    </a:lnTo>
                    <a:lnTo>
                      <a:pt x="1172" y="15164"/>
                    </a:lnTo>
                    <a:lnTo>
                      <a:pt x="1002" y="15675"/>
                    </a:lnTo>
                    <a:lnTo>
                      <a:pt x="832" y="16204"/>
                    </a:lnTo>
                    <a:lnTo>
                      <a:pt x="700" y="16734"/>
                    </a:lnTo>
                    <a:lnTo>
                      <a:pt x="567" y="17263"/>
                    </a:lnTo>
                    <a:lnTo>
                      <a:pt x="454" y="17811"/>
                    </a:lnTo>
                    <a:lnTo>
                      <a:pt x="341" y="18360"/>
                    </a:lnTo>
                    <a:lnTo>
                      <a:pt x="246" y="18908"/>
                    </a:lnTo>
                    <a:lnTo>
                      <a:pt x="170" y="19475"/>
                    </a:lnTo>
                    <a:lnTo>
                      <a:pt x="114" y="20024"/>
                    </a:lnTo>
                    <a:lnTo>
                      <a:pt x="57" y="20591"/>
                    </a:lnTo>
                    <a:lnTo>
                      <a:pt x="19" y="21158"/>
                    </a:lnTo>
                    <a:lnTo>
                      <a:pt x="0" y="21725"/>
                    </a:lnTo>
                    <a:lnTo>
                      <a:pt x="0" y="22311"/>
                    </a:lnTo>
                    <a:lnTo>
                      <a:pt x="0" y="22879"/>
                    </a:lnTo>
                    <a:lnTo>
                      <a:pt x="19" y="23465"/>
                    </a:lnTo>
                    <a:lnTo>
                      <a:pt x="57" y="24032"/>
                    </a:lnTo>
                    <a:lnTo>
                      <a:pt x="114" y="24599"/>
                    </a:lnTo>
                    <a:lnTo>
                      <a:pt x="170" y="25147"/>
                    </a:lnTo>
                    <a:lnTo>
                      <a:pt x="246" y="25715"/>
                    </a:lnTo>
                    <a:lnTo>
                      <a:pt x="341" y="26263"/>
                    </a:lnTo>
                    <a:lnTo>
                      <a:pt x="454" y="26811"/>
                    </a:lnTo>
                    <a:lnTo>
                      <a:pt x="567" y="27341"/>
                    </a:lnTo>
                    <a:lnTo>
                      <a:pt x="700" y="27889"/>
                    </a:lnTo>
                    <a:lnTo>
                      <a:pt x="832" y="28418"/>
                    </a:lnTo>
                    <a:lnTo>
                      <a:pt x="1002" y="28948"/>
                    </a:lnTo>
                    <a:lnTo>
                      <a:pt x="1172" y="29458"/>
                    </a:lnTo>
                    <a:lnTo>
                      <a:pt x="1343" y="29988"/>
                    </a:lnTo>
                    <a:lnTo>
                      <a:pt x="1551" y="30498"/>
                    </a:lnTo>
                    <a:lnTo>
                      <a:pt x="1740" y="30990"/>
                    </a:lnTo>
                    <a:lnTo>
                      <a:pt x="1967" y="31481"/>
                    </a:lnTo>
                    <a:lnTo>
                      <a:pt x="2193" y="31973"/>
                    </a:lnTo>
                    <a:lnTo>
                      <a:pt x="2439" y="32465"/>
                    </a:lnTo>
                    <a:lnTo>
                      <a:pt x="2685" y="32937"/>
                    </a:lnTo>
                    <a:lnTo>
                      <a:pt x="2950" y="33410"/>
                    </a:lnTo>
                    <a:lnTo>
                      <a:pt x="3233" y="33883"/>
                    </a:lnTo>
                    <a:lnTo>
                      <a:pt x="3517" y="34336"/>
                    </a:lnTo>
                    <a:lnTo>
                      <a:pt x="3801" y="34790"/>
                    </a:lnTo>
                    <a:lnTo>
                      <a:pt x="4103" y="35225"/>
                    </a:lnTo>
                    <a:lnTo>
                      <a:pt x="4425" y="35660"/>
                    </a:lnTo>
                    <a:lnTo>
                      <a:pt x="4746" y="36076"/>
                    </a:lnTo>
                    <a:lnTo>
                      <a:pt x="5086" y="36492"/>
                    </a:lnTo>
                    <a:lnTo>
                      <a:pt x="5427" y="36908"/>
                    </a:lnTo>
                    <a:lnTo>
                      <a:pt x="5786" y="37305"/>
                    </a:lnTo>
                    <a:lnTo>
                      <a:pt x="6164" y="37702"/>
                    </a:lnTo>
                    <a:lnTo>
                      <a:pt x="6523" y="38080"/>
                    </a:lnTo>
                    <a:lnTo>
                      <a:pt x="6920" y="38458"/>
                    </a:lnTo>
                    <a:lnTo>
                      <a:pt x="7298" y="38817"/>
                    </a:lnTo>
                    <a:lnTo>
                      <a:pt x="7696" y="39177"/>
                    </a:lnTo>
                    <a:lnTo>
                      <a:pt x="8111" y="39517"/>
                    </a:lnTo>
                    <a:lnTo>
                      <a:pt x="8527" y="39857"/>
                    </a:lnTo>
                    <a:lnTo>
                      <a:pt x="8962" y="40179"/>
                    </a:lnTo>
                    <a:lnTo>
                      <a:pt x="9397" y="40500"/>
                    </a:lnTo>
                    <a:lnTo>
                      <a:pt x="9832" y="40803"/>
                    </a:lnTo>
                    <a:lnTo>
                      <a:pt x="10286" y="41105"/>
                    </a:lnTo>
                    <a:lnTo>
                      <a:pt x="10740" y="41389"/>
                    </a:lnTo>
                    <a:lnTo>
                      <a:pt x="11193" y="41654"/>
                    </a:lnTo>
                    <a:lnTo>
                      <a:pt x="11666" y="41918"/>
                    </a:lnTo>
                    <a:lnTo>
                      <a:pt x="12139" y="42183"/>
                    </a:lnTo>
                    <a:lnTo>
                      <a:pt x="12630" y="42410"/>
                    </a:lnTo>
                    <a:lnTo>
                      <a:pt x="13122" y="42656"/>
                    </a:lnTo>
                    <a:lnTo>
                      <a:pt x="13613" y="42864"/>
                    </a:lnTo>
                    <a:lnTo>
                      <a:pt x="14124" y="43072"/>
                    </a:lnTo>
                    <a:lnTo>
                      <a:pt x="14634" y="43261"/>
                    </a:lnTo>
                    <a:lnTo>
                      <a:pt x="15145" y="43450"/>
                    </a:lnTo>
                    <a:lnTo>
                      <a:pt x="15674" y="43620"/>
                    </a:lnTo>
                    <a:lnTo>
                      <a:pt x="16204" y="43771"/>
                    </a:lnTo>
                    <a:lnTo>
                      <a:pt x="16733" y="43922"/>
                    </a:lnTo>
                    <a:lnTo>
                      <a:pt x="17263" y="44055"/>
                    </a:lnTo>
                    <a:lnTo>
                      <a:pt x="17811" y="44168"/>
                    </a:lnTo>
                    <a:lnTo>
                      <a:pt x="18359" y="44263"/>
                    </a:lnTo>
                    <a:lnTo>
                      <a:pt x="18908" y="44357"/>
                    </a:lnTo>
                    <a:lnTo>
                      <a:pt x="19456" y="44433"/>
                    </a:lnTo>
                    <a:lnTo>
                      <a:pt x="20023" y="44509"/>
                    </a:lnTo>
                    <a:lnTo>
                      <a:pt x="20590" y="44546"/>
                    </a:lnTo>
                    <a:lnTo>
                      <a:pt x="21158" y="44584"/>
                    </a:lnTo>
                    <a:lnTo>
                      <a:pt x="21725" y="44603"/>
                    </a:lnTo>
                    <a:lnTo>
                      <a:pt x="22311" y="44622"/>
                    </a:lnTo>
                    <a:lnTo>
                      <a:pt x="22878" y="44603"/>
                    </a:lnTo>
                    <a:lnTo>
                      <a:pt x="23445" y="44584"/>
                    </a:lnTo>
                    <a:lnTo>
                      <a:pt x="24013" y="44546"/>
                    </a:lnTo>
                    <a:lnTo>
                      <a:pt x="24580" y="44509"/>
                    </a:lnTo>
                    <a:lnTo>
                      <a:pt x="25147" y="44433"/>
                    </a:lnTo>
                    <a:lnTo>
                      <a:pt x="25695" y="44357"/>
                    </a:lnTo>
                    <a:lnTo>
                      <a:pt x="26244" y="44263"/>
                    </a:lnTo>
                    <a:lnTo>
                      <a:pt x="26792" y="44168"/>
                    </a:lnTo>
                    <a:lnTo>
                      <a:pt x="27340" y="44055"/>
                    </a:lnTo>
                    <a:lnTo>
                      <a:pt x="27870" y="43922"/>
                    </a:lnTo>
                    <a:lnTo>
                      <a:pt x="28418" y="43771"/>
                    </a:lnTo>
                    <a:lnTo>
                      <a:pt x="28928" y="43620"/>
                    </a:lnTo>
                    <a:lnTo>
                      <a:pt x="29458" y="43450"/>
                    </a:lnTo>
                    <a:lnTo>
                      <a:pt x="29968" y="43261"/>
                    </a:lnTo>
                    <a:lnTo>
                      <a:pt x="30479" y="43072"/>
                    </a:lnTo>
                    <a:lnTo>
                      <a:pt x="30989" y="42864"/>
                    </a:lnTo>
                    <a:lnTo>
                      <a:pt x="31481" y="42656"/>
                    </a:lnTo>
                    <a:lnTo>
                      <a:pt x="31972" y="42410"/>
                    </a:lnTo>
                    <a:lnTo>
                      <a:pt x="32464" y="42183"/>
                    </a:lnTo>
                    <a:lnTo>
                      <a:pt x="32937" y="41918"/>
                    </a:lnTo>
                    <a:lnTo>
                      <a:pt x="33409" y="41654"/>
                    </a:lnTo>
                    <a:lnTo>
                      <a:pt x="33863" y="41389"/>
                    </a:lnTo>
                    <a:lnTo>
                      <a:pt x="34336" y="41105"/>
                    </a:lnTo>
                    <a:lnTo>
                      <a:pt x="34771" y="40803"/>
                    </a:lnTo>
                    <a:lnTo>
                      <a:pt x="35225" y="40500"/>
                    </a:lnTo>
                    <a:lnTo>
                      <a:pt x="35659" y="40179"/>
                    </a:lnTo>
                    <a:lnTo>
                      <a:pt x="36075" y="39857"/>
                    </a:lnTo>
                    <a:lnTo>
                      <a:pt x="36491" y="39517"/>
                    </a:lnTo>
                    <a:lnTo>
                      <a:pt x="36907" y="39177"/>
                    </a:lnTo>
                    <a:lnTo>
                      <a:pt x="37304" y="38817"/>
                    </a:lnTo>
                    <a:lnTo>
                      <a:pt x="37701" y="38458"/>
                    </a:lnTo>
                    <a:lnTo>
                      <a:pt x="38080" y="38080"/>
                    </a:lnTo>
                    <a:lnTo>
                      <a:pt x="38458" y="37702"/>
                    </a:lnTo>
                    <a:lnTo>
                      <a:pt x="38817" y="37305"/>
                    </a:lnTo>
                    <a:lnTo>
                      <a:pt x="39176" y="36908"/>
                    </a:lnTo>
                    <a:lnTo>
                      <a:pt x="39517" y="36492"/>
                    </a:lnTo>
                    <a:lnTo>
                      <a:pt x="39857" y="36076"/>
                    </a:lnTo>
                    <a:lnTo>
                      <a:pt x="40178" y="35660"/>
                    </a:lnTo>
                    <a:lnTo>
                      <a:pt x="40500" y="35225"/>
                    </a:lnTo>
                    <a:lnTo>
                      <a:pt x="40802" y="34790"/>
                    </a:lnTo>
                    <a:lnTo>
                      <a:pt x="41105" y="34336"/>
                    </a:lnTo>
                    <a:lnTo>
                      <a:pt x="41388" y="33883"/>
                    </a:lnTo>
                    <a:lnTo>
                      <a:pt x="41653" y="33410"/>
                    </a:lnTo>
                    <a:lnTo>
                      <a:pt x="41918" y="32937"/>
                    </a:lnTo>
                    <a:lnTo>
                      <a:pt x="42164" y="32465"/>
                    </a:lnTo>
                    <a:lnTo>
                      <a:pt x="42409" y="31973"/>
                    </a:lnTo>
                    <a:lnTo>
                      <a:pt x="42636" y="31481"/>
                    </a:lnTo>
                    <a:lnTo>
                      <a:pt x="42863" y="30990"/>
                    </a:lnTo>
                    <a:lnTo>
                      <a:pt x="43071" y="30498"/>
                    </a:lnTo>
                    <a:lnTo>
                      <a:pt x="43260" y="29988"/>
                    </a:lnTo>
                    <a:lnTo>
                      <a:pt x="43430" y="29458"/>
                    </a:lnTo>
                    <a:lnTo>
                      <a:pt x="43600" y="28948"/>
                    </a:lnTo>
                    <a:lnTo>
                      <a:pt x="43771" y="28418"/>
                    </a:lnTo>
                    <a:lnTo>
                      <a:pt x="43903" y="27889"/>
                    </a:lnTo>
                    <a:lnTo>
                      <a:pt x="44035" y="27341"/>
                    </a:lnTo>
                    <a:lnTo>
                      <a:pt x="44149" y="26811"/>
                    </a:lnTo>
                    <a:lnTo>
                      <a:pt x="44262" y="26263"/>
                    </a:lnTo>
                    <a:lnTo>
                      <a:pt x="44357" y="25715"/>
                    </a:lnTo>
                    <a:lnTo>
                      <a:pt x="44432" y="25147"/>
                    </a:lnTo>
                    <a:lnTo>
                      <a:pt x="44489" y="24599"/>
                    </a:lnTo>
                    <a:lnTo>
                      <a:pt x="44546" y="24032"/>
                    </a:lnTo>
                    <a:lnTo>
                      <a:pt x="44584" y="23465"/>
                    </a:lnTo>
                    <a:lnTo>
                      <a:pt x="44603" y="22879"/>
                    </a:lnTo>
                    <a:lnTo>
                      <a:pt x="44603" y="22311"/>
                    </a:lnTo>
                    <a:lnTo>
                      <a:pt x="44603" y="21725"/>
                    </a:lnTo>
                    <a:lnTo>
                      <a:pt x="44584" y="21158"/>
                    </a:lnTo>
                    <a:lnTo>
                      <a:pt x="44546" y="20591"/>
                    </a:lnTo>
                    <a:lnTo>
                      <a:pt x="44489" y="20024"/>
                    </a:lnTo>
                    <a:lnTo>
                      <a:pt x="44432" y="19475"/>
                    </a:lnTo>
                    <a:lnTo>
                      <a:pt x="44357" y="18908"/>
                    </a:lnTo>
                    <a:lnTo>
                      <a:pt x="44262" y="18360"/>
                    </a:lnTo>
                    <a:lnTo>
                      <a:pt x="44149" y="17811"/>
                    </a:lnTo>
                    <a:lnTo>
                      <a:pt x="44035" y="17263"/>
                    </a:lnTo>
                    <a:lnTo>
                      <a:pt x="43903" y="16734"/>
                    </a:lnTo>
                    <a:lnTo>
                      <a:pt x="43771" y="16204"/>
                    </a:lnTo>
                    <a:lnTo>
                      <a:pt x="43600" y="15675"/>
                    </a:lnTo>
                    <a:lnTo>
                      <a:pt x="43430" y="15164"/>
                    </a:lnTo>
                    <a:lnTo>
                      <a:pt x="43260" y="14635"/>
                    </a:lnTo>
                    <a:lnTo>
                      <a:pt x="43071" y="14125"/>
                    </a:lnTo>
                    <a:lnTo>
                      <a:pt x="42863" y="13633"/>
                    </a:lnTo>
                    <a:lnTo>
                      <a:pt x="42636" y="13122"/>
                    </a:lnTo>
                    <a:lnTo>
                      <a:pt x="42409" y="12631"/>
                    </a:lnTo>
                    <a:lnTo>
                      <a:pt x="42164" y="12158"/>
                    </a:lnTo>
                    <a:lnTo>
                      <a:pt x="41918" y="11685"/>
                    </a:lnTo>
                    <a:lnTo>
                      <a:pt x="41653" y="11213"/>
                    </a:lnTo>
                    <a:lnTo>
                      <a:pt x="41388" y="10740"/>
                    </a:lnTo>
                    <a:lnTo>
                      <a:pt x="41105" y="10286"/>
                    </a:lnTo>
                    <a:lnTo>
                      <a:pt x="40802" y="9833"/>
                    </a:lnTo>
                    <a:lnTo>
                      <a:pt x="40500" y="9398"/>
                    </a:lnTo>
                    <a:lnTo>
                      <a:pt x="40178" y="8963"/>
                    </a:lnTo>
                    <a:lnTo>
                      <a:pt x="39857" y="8528"/>
                    </a:lnTo>
                    <a:lnTo>
                      <a:pt x="39517" y="8112"/>
                    </a:lnTo>
                    <a:lnTo>
                      <a:pt x="39176" y="7715"/>
                    </a:lnTo>
                    <a:lnTo>
                      <a:pt x="38817" y="7318"/>
                    </a:lnTo>
                    <a:lnTo>
                      <a:pt x="38458" y="6921"/>
                    </a:lnTo>
                    <a:lnTo>
                      <a:pt x="38080" y="6543"/>
                    </a:lnTo>
                    <a:lnTo>
                      <a:pt x="37701" y="6165"/>
                    </a:lnTo>
                    <a:lnTo>
                      <a:pt x="37304" y="5805"/>
                    </a:lnTo>
                    <a:lnTo>
                      <a:pt x="36907" y="5446"/>
                    </a:lnTo>
                    <a:lnTo>
                      <a:pt x="36491" y="5087"/>
                    </a:lnTo>
                    <a:lnTo>
                      <a:pt x="36075" y="4765"/>
                    </a:lnTo>
                    <a:lnTo>
                      <a:pt x="35659" y="4425"/>
                    </a:lnTo>
                    <a:lnTo>
                      <a:pt x="35225" y="4123"/>
                    </a:lnTo>
                    <a:lnTo>
                      <a:pt x="34771" y="3820"/>
                    </a:lnTo>
                    <a:lnTo>
                      <a:pt x="34336" y="3517"/>
                    </a:lnTo>
                    <a:lnTo>
                      <a:pt x="33863" y="3234"/>
                    </a:lnTo>
                    <a:lnTo>
                      <a:pt x="33409" y="2950"/>
                    </a:lnTo>
                    <a:lnTo>
                      <a:pt x="32937" y="2686"/>
                    </a:lnTo>
                    <a:lnTo>
                      <a:pt x="32464" y="2440"/>
                    </a:lnTo>
                    <a:lnTo>
                      <a:pt x="31972" y="2194"/>
                    </a:lnTo>
                    <a:lnTo>
                      <a:pt x="31481" y="1967"/>
                    </a:lnTo>
                    <a:lnTo>
                      <a:pt x="30989" y="1759"/>
                    </a:lnTo>
                    <a:lnTo>
                      <a:pt x="30479" y="1551"/>
                    </a:lnTo>
                    <a:lnTo>
                      <a:pt x="29968" y="1362"/>
                    </a:lnTo>
                    <a:lnTo>
                      <a:pt x="29458" y="1173"/>
                    </a:lnTo>
                    <a:lnTo>
                      <a:pt x="28928" y="1003"/>
                    </a:lnTo>
                    <a:lnTo>
                      <a:pt x="28418" y="852"/>
                    </a:lnTo>
                    <a:lnTo>
                      <a:pt x="27870" y="700"/>
                    </a:lnTo>
                    <a:lnTo>
                      <a:pt x="27340" y="568"/>
                    </a:lnTo>
                    <a:lnTo>
                      <a:pt x="26792" y="455"/>
                    </a:lnTo>
                    <a:lnTo>
                      <a:pt x="26244" y="341"/>
                    </a:lnTo>
                    <a:lnTo>
                      <a:pt x="25695" y="265"/>
                    </a:lnTo>
                    <a:lnTo>
                      <a:pt x="25147" y="190"/>
                    </a:lnTo>
                    <a:lnTo>
                      <a:pt x="24580" y="114"/>
                    </a:lnTo>
                    <a:lnTo>
                      <a:pt x="24013" y="57"/>
                    </a:lnTo>
                    <a:lnTo>
                      <a:pt x="23445" y="39"/>
                    </a:lnTo>
                    <a:lnTo>
                      <a:pt x="22878" y="1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31"/>
              <p:cNvSpPr/>
              <p:nvPr/>
            </p:nvSpPr>
            <p:spPr>
              <a:xfrm>
                <a:off x="1764450" y="-1858000"/>
                <a:ext cx="854150" cy="854625"/>
              </a:xfrm>
              <a:custGeom>
                <a:avLst/>
                <a:gdLst/>
                <a:ahLst/>
                <a:cxnLst/>
                <a:rect l="l" t="t" r="r" b="b"/>
                <a:pathLst>
                  <a:path w="34166" h="34185" extrusionOk="0">
                    <a:moveTo>
                      <a:pt x="17093" y="0"/>
                    </a:moveTo>
                    <a:lnTo>
                      <a:pt x="16204" y="19"/>
                    </a:lnTo>
                    <a:lnTo>
                      <a:pt x="15334" y="95"/>
                    </a:lnTo>
                    <a:lnTo>
                      <a:pt x="14483" y="208"/>
                    </a:lnTo>
                    <a:lnTo>
                      <a:pt x="13651" y="360"/>
                    </a:lnTo>
                    <a:lnTo>
                      <a:pt x="12820" y="549"/>
                    </a:lnTo>
                    <a:lnTo>
                      <a:pt x="12006" y="776"/>
                    </a:lnTo>
                    <a:lnTo>
                      <a:pt x="11212" y="1040"/>
                    </a:lnTo>
                    <a:lnTo>
                      <a:pt x="10437" y="1343"/>
                    </a:lnTo>
                    <a:lnTo>
                      <a:pt x="9681" y="1683"/>
                    </a:lnTo>
                    <a:lnTo>
                      <a:pt x="8944" y="2061"/>
                    </a:lnTo>
                    <a:lnTo>
                      <a:pt x="8225" y="2477"/>
                    </a:lnTo>
                    <a:lnTo>
                      <a:pt x="7525" y="2931"/>
                    </a:lnTo>
                    <a:lnTo>
                      <a:pt x="6864" y="3404"/>
                    </a:lnTo>
                    <a:lnTo>
                      <a:pt x="6221" y="3914"/>
                    </a:lnTo>
                    <a:lnTo>
                      <a:pt x="5597" y="4444"/>
                    </a:lnTo>
                    <a:lnTo>
                      <a:pt x="5011" y="5011"/>
                    </a:lnTo>
                    <a:lnTo>
                      <a:pt x="4444" y="5597"/>
                    </a:lnTo>
                    <a:lnTo>
                      <a:pt x="3895" y="6221"/>
                    </a:lnTo>
                    <a:lnTo>
                      <a:pt x="3404" y="6864"/>
                    </a:lnTo>
                    <a:lnTo>
                      <a:pt x="2912" y="7544"/>
                    </a:lnTo>
                    <a:lnTo>
                      <a:pt x="2477" y="8225"/>
                    </a:lnTo>
                    <a:lnTo>
                      <a:pt x="2061" y="8944"/>
                    </a:lnTo>
                    <a:lnTo>
                      <a:pt x="1683" y="9681"/>
                    </a:lnTo>
                    <a:lnTo>
                      <a:pt x="1343" y="10437"/>
                    </a:lnTo>
                    <a:lnTo>
                      <a:pt x="1040" y="11213"/>
                    </a:lnTo>
                    <a:lnTo>
                      <a:pt x="776" y="12007"/>
                    </a:lnTo>
                    <a:lnTo>
                      <a:pt x="530" y="12820"/>
                    </a:lnTo>
                    <a:lnTo>
                      <a:pt x="341" y="13652"/>
                    </a:lnTo>
                    <a:lnTo>
                      <a:pt x="189" y="14483"/>
                    </a:lnTo>
                    <a:lnTo>
                      <a:pt x="95" y="15334"/>
                    </a:lnTo>
                    <a:lnTo>
                      <a:pt x="19" y="16204"/>
                    </a:lnTo>
                    <a:lnTo>
                      <a:pt x="0" y="17093"/>
                    </a:lnTo>
                    <a:lnTo>
                      <a:pt x="19" y="17962"/>
                    </a:lnTo>
                    <a:lnTo>
                      <a:pt x="95" y="18832"/>
                    </a:lnTo>
                    <a:lnTo>
                      <a:pt x="189" y="19683"/>
                    </a:lnTo>
                    <a:lnTo>
                      <a:pt x="341" y="20534"/>
                    </a:lnTo>
                    <a:lnTo>
                      <a:pt x="530" y="21366"/>
                    </a:lnTo>
                    <a:lnTo>
                      <a:pt x="776" y="22179"/>
                    </a:lnTo>
                    <a:lnTo>
                      <a:pt x="1040" y="22973"/>
                    </a:lnTo>
                    <a:lnTo>
                      <a:pt x="1343" y="23748"/>
                    </a:lnTo>
                    <a:lnTo>
                      <a:pt x="1683" y="24504"/>
                    </a:lnTo>
                    <a:lnTo>
                      <a:pt x="2061" y="25242"/>
                    </a:lnTo>
                    <a:lnTo>
                      <a:pt x="2477" y="25941"/>
                    </a:lnTo>
                    <a:lnTo>
                      <a:pt x="2912" y="26641"/>
                    </a:lnTo>
                    <a:lnTo>
                      <a:pt x="3404" y="27322"/>
                    </a:lnTo>
                    <a:lnTo>
                      <a:pt x="3895" y="27964"/>
                    </a:lnTo>
                    <a:lnTo>
                      <a:pt x="4444" y="28569"/>
                    </a:lnTo>
                    <a:lnTo>
                      <a:pt x="5011" y="29174"/>
                    </a:lnTo>
                    <a:lnTo>
                      <a:pt x="5597" y="29742"/>
                    </a:lnTo>
                    <a:lnTo>
                      <a:pt x="6221" y="30271"/>
                    </a:lnTo>
                    <a:lnTo>
                      <a:pt x="6864" y="30782"/>
                    </a:lnTo>
                    <a:lnTo>
                      <a:pt x="7525" y="31254"/>
                    </a:lnTo>
                    <a:lnTo>
                      <a:pt x="8225" y="31708"/>
                    </a:lnTo>
                    <a:lnTo>
                      <a:pt x="8944" y="32105"/>
                    </a:lnTo>
                    <a:lnTo>
                      <a:pt x="9681" y="32483"/>
                    </a:lnTo>
                    <a:lnTo>
                      <a:pt x="10437" y="32824"/>
                    </a:lnTo>
                    <a:lnTo>
                      <a:pt x="11212" y="33145"/>
                    </a:lnTo>
                    <a:lnTo>
                      <a:pt x="12006" y="33410"/>
                    </a:lnTo>
                    <a:lnTo>
                      <a:pt x="12820" y="33637"/>
                    </a:lnTo>
                    <a:lnTo>
                      <a:pt x="13651" y="33826"/>
                    </a:lnTo>
                    <a:lnTo>
                      <a:pt x="14483" y="33977"/>
                    </a:lnTo>
                    <a:lnTo>
                      <a:pt x="15334" y="34090"/>
                    </a:lnTo>
                    <a:lnTo>
                      <a:pt x="16204" y="34147"/>
                    </a:lnTo>
                    <a:lnTo>
                      <a:pt x="17093" y="34185"/>
                    </a:lnTo>
                    <a:lnTo>
                      <a:pt x="17962" y="34147"/>
                    </a:lnTo>
                    <a:lnTo>
                      <a:pt x="18832" y="34090"/>
                    </a:lnTo>
                    <a:lnTo>
                      <a:pt x="19683" y="33977"/>
                    </a:lnTo>
                    <a:lnTo>
                      <a:pt x="20534" y="33826"/>
                    </a:lnTo>
                    <a:lnTo>
                      <a:pt x="21347" y="33637"/>
                    </a:lnTo>
                    <a:lnTo>
                      <a:pt x="22160" y="33410"/>
                    </a:lnTo>
                    <a:lnTo>
                      <a:pt x="22954" y="33145"/>
                    </a:lnTo>
                    <a:lnTo>
                      <a:pt x="23729" y="32824"/>
                    </a:lnTo>
                    <a:lnTo>
                      <a:pt x="24485" y="32483"/>
                    </a:lnTo>
                    <a:lnTo>
                      <a:pt x="25223" y="32105"/>
                    </a:lnTo>
                    <a:lnTo>
                      <a:pt x="25941" y="31708"/>
                    </a:lnTo>
                    <a:lnTo>
                      <a:pt x="26641" y="31254"/>
                    </a:lnTo>
                    <a:lnTo>
                      <a:pt x="27303" y="30782"/>
                    </a:lnTo>
                    <a:lnTo>
                      <a:pt x="27945" y="30271"/>
                    </a:lnTo>
                    <a:lnTo>
                      <a:pt x="28569" y="29742"/>
                    </a:lnTo>
                    <a:lnTo>
                      <a:pt x="29174" y="29174"/>
                    </a:lnTo>
                    <a:lnTo>
                      <a:pt x="29723" y="28569"/>
                    </a:lnTo>
                    <a:lnTo>
                      <a:pt x="30271" y="27964"/>
                    </a:lnTo>
                    <a:lnTo>
                      <a:pt x="30781" y="27322"/>
                    </a:lnTo>
                    <a:lnTo>
                      <a:pt x="31254" y="26641"/>
                    </a:lnTo>
                    <a:lnTo>
                      <a:pt x="31689" y="25941"/>
                    </a:lnTo>
                    <a:lnTo>
                      <a:pt x="32105" y="25242"/>
                    </a:lnTo>
                    <a:lnTo>
                      <a:pt x="32483" y="24504"/>
                    </a:lnTo>
                    <a:lnTo>
                      <a:pt x="32823" y="23748"/>
                    </a:lnTo>
                    <a:lnTo>
                      <a:pt x="33126" y="22973"/>
                    </a:lnTo>
                    <a:lnTo>
                      <a:pt x="33410" y="22179"/>
                    </a:lnTo>
                    <a:lnTo>
                      <a:pt x="33636" y="21366"/>
                    </a:lnTo>
                    <a:lnTo>
                      <a:pt x="33826" y="20534"/>
                    </a:lnTo>
                    <a:lnTo>
                      <a:pt x="33977" y="19683"/>
                    </a:lnTo>
                    <a:lnTo>
                      <a:pt x="34090" y="18832"/>
                    </a:lnTo>
                    <a:lnTo>
                      <a:pt x="34147" y="17962"/>
                    </a:lnTo>
                    <a:lnTo>
                      <a:pt x="34166" y="17093"/>
                    </a:lnTo>
                    <a:lnTo>
                      <a:pt x="34147" y="16204"/>
                    </a:lnTo>
                    <a:lnTo>
                      <a:pt x="34090" y="15334"/>
                    </a:lnTo>
                    <a:lnTo>
                      <a:pt x="33977" y="14483"/>
                    </a:lnTo>
                    <a:lnTo>
                      <a:pt x="33826" y="13652"/>
                    </a:lnTo>
                    <a:lnTo>
                      <a:pt x="33636" y="12820"/>
                    </a:lnTo>
                    <a:lnTo>
                      <a:pt x="33410" y="12007"/>
                    </a:lnTo>
                    <a:lnTo>
                      <a:pt x="33126" y="11213"/>
                    </a:lnTo>
                    <a:lnTo>
                      <a:pt x="32823" y="10437"/>
                    </a:lnTo>
                    <a:lnTo>
                      <a:pt x="32483" y="9681"/>
                    </a:lnTo>
                    <a:lnTo>
                      <a:pt x="32105" y="8944"/>
                    </a:lnTo>
                    <a:lnTo>
                      <a:pt x="31689" y="8225"/>
                    </a:lnTo>
                    <a:lnTo>
                      <a:pt x="31254" y="7544"/>
                    </a:lnTo>
                    <a:lnTo>
                      <a:pt x="30781" y="6864"/>
                    </a:lnTo>
                    <a:lnTo>
                      <a:pt x="30271" y="6221"/>
                    </a:lnTo>
                    <a:lnTo>
                      <a:pt x="29723" y="5597"/>
                    </a:lnTo>
                    <a:lnTo>
                      <a:pt x="29174" y="5011"/>
                    </a:lnTo>
                    <a:lnTo>
                      <a:pt x="28569" y="4444"/>
                    </a:lnTo>
                    <a:lnTo>
                      <a:pt x="27945" y="3914"/>
                    </a:lnTo>
                    <a:lnTo>
                      <a:pt x="27303" y="3404"/>
                    </a:lnTo>
                    <a:lnTo>
                      <a:pt x="26641" y="2931"/>
                    </a:lnTo>
                    <a:lnTo>
                      <a:pt x="25941" y="2477"/>
                    </a:lnTo>
                    <a:lnTo>
                      <a:pt x="25223" y="2061"/>
                    </a:lnTo>
                    <a:lnTo>
                      <a:pt x="24485" y="1683"/>
                    </a:lnTo>
                    <a:lnTo>
                      <a:pt x="23729" y="1343"/>
                    </a:lnTo>
                    <a:lnTo>
                      <a:pt x="22954" y="1040"/>
                    </a:lnTo>
                    <a:lnTo>
                      <a:pt x="22160" y="776"/>
                    </a:lnTo>
                    <a:lnTo>
                      <a:pt x="21347" y="549"/>
                    </a:lnTo>
                    <a:lnTo>
                      <a:pt x="20534" y="360"/>
                    </a:lnTo>
                    <a:lnTo>
                      <a:pt x="19683" y="208"/>
                    </a:lnTo>
                    <a:lnTo>
                      <a:pt x="18832" y="95"/>
                    </a:lnTo>
                    <a:lnTo>
                      <a:pt x="17962" y="19"/>
                    </a:lnTo>
                    <a:lnTo>
                      <a:pt x="170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31"/>
              <p:cNvSpPr/>
              <p:nvPr/>
            </p:nvSpPr>
            <p:spPr>
              <a:xfrm>
                <a:off x="1875050" y="-1734150"/>
                <a:ext cx="619725" cy="619700"/>
              </a:xfrm>
              <a:custGeom>
                <a:avLst/>
                <a:gdLst/>
                <a:ahLst/>
                <a:cxnLst/>
                <a:rect l="l" t="t" r="r" b="b"/>
                <a:pathLst>
                  <a:path w="24789" h="24788" extrusionOk="0">
                    <a:moveTo>
                      <a:pt x="12404" y="0"/>
                    </a:moveTo>
                    <a:lnTo>
                      <a:pt x="11761" y="19"/>
                    </a:lnTo>
                    <a:lnTo>
                      <a:pt x="11137" y="76"/>
                    </a:lnTo>
                    <a:lnTo>
                      <a:pt x="10513" y="151"/>
                    </a:lnTo>
                    <a:lnTo>
                      <a:pt x="9889" y="265"/>
                    </a:lnTo>
                    <a:lnTo>
                      <a:pt x="9303" y="397"/>
                    </a:lnTo>
                    <a:lnTo>
                      <a:pt x="8717" y="567"/>
                    </a:lnTo>
                    <a:lnTo>
                      <a:pt x="8131" y="756"/>
                    </a:lnTo>
                    <a:lnTo>
                      <a:pt x="7564" y="983"/>
                    </a:lnTo>
                    <a:lnTo>
                      <a:pt x="7015" y="1229"/>
                    </a:lnTo>
                    <a:lnTo>
                      <a:pt x="6486" y="1513"/>
                    </a:lnTo>
                    <a:lnTo>
                      <a:pt x="5975" y="1796"/>
                    </a:lnTo>
                    <a:lnTo>
                      <a:pt x="5465" y="2118"/>
                    </a:lnTo>
                    <a:lnTo>
                      <a:pt x="4973" y="2477"/>
                    </a:lnTo>
                    <a:lnTo>
                      <a:pt x="4520" y="2836"/>
                    </a:lnTo>
                    <a:lnTo>
                      <a:pt x="4066" y="3233"/>
                    </a:lnTo>
                    <a:lnTo>
                      <a:pt x="3631" y="3630"/>
                    </a:lnTo>
                    <a:lnTo>
                      <a:pt x="3215" y="4065"/>
                    </a:lnTo>
                    <a:lnTo>
                      <a:pt x="2837" y="4519"/>
                    </a:lnTo>
                    <a:lnTo>
                      <a:pt x="2459" y="4992"/>
                    </a:lnTo>
                    <a:lnTo>
                      <a:pt x="2118" y="5464"/>
                    </a:lnTo>
                    <a:lnTo>
                      <a:pt x="1797" y="5975"/>
                    </a:lnTo>
                    <a:lnTo>
                      <a:pt x="1494" y="6485"/>
                    </a:lnTo>
                    <a:lnTo>
                      <a:pt x="1230" y="7034"/>
                    </a:lnTo>
                    <a:lnTo>
                      <a:pt x="984" y="7582"/>
                    </a:lnTo>
                    <a:lnTo>
                      <a:pt x="757" y="8149"/>
                    </a:lnTo>
                    <a:lnTo>
                      <a:pt x="568" y="8716"/>
                    </a:lnTo>
                    <a:lnTo>
                      <a:pt x="398" y="9303"/>
                    </a:lnTo>
                    <a:lnTo>
                      <a:pt x="246" y="9908"/>
                    </a:lnTo>
                    <a:lnTo>
                      <a:pt x="152" y="10513"/>
                    </a:lnTo>
                    <a:lnTo>
                      <a:pt x="57" y="11137"/>
                    </a:lnTo>
                    <a:lnTo>
                      <a:pt x="20" y="11761"/>
                    </a:lnTo>
                    <a:lnTo>
                      <a:pt x="1" y="12403"/>
                    </a:lnTo>
                    <a:lnTo>
                      <a:pt x="20" y="13046"/>
                    </a:lnTo>
                    <a:lnTo>
                      <a:pt x="57" y="13670"/>
                    </a:lnTo>
                    <a:lnTo>
                      <a:pt x="152" y="14294"/>
                    </a:lnTo>
                    <a:lnTo>
                      <a:pt x="246" y="14899"/>
                    </a:lnTo>
                    <a:lnTo>
                      <a:pt x="398" y="15504"/>
                    </a:lnTo>
                    <a:lnTo>
                      <a:pt x="568" y="16090"/>
                    </a:lnTo>
                    <a:lnTo>
                      <a:pt x="757" y="16658"/>
                    </a:lnTo>
                    <a:lnTo>
                      <a:pt x="984" y="17225"/>
                    </a:lnTo>
                    <a:lnTo>
                      <a:pt x="1230" y="17773"/>
                    </a:lnTo>
                    <a:lnTo>
                      <a:pt x="1494" y="18302"/>
                    </a:lnTo>
                    <a:lnTo>
                      <a:pt x="1797" y="18832"/>
                    </a:lnTo>
                    <a:lnTo>
                      <a:pt x="2118" y="19323"/>
                    </a:lnTo>
                    <a:lnTo>
                      <a:pt x="2459" y="19815"/>
                    </a:lnTo>
                    <a:lnTo>
                      <a:pt x="2837" y="20288"/>
                    </a:lnTo>
                    <a:lnTo>
                      <a:pt x="3215" y="20742"/>
                    </a:lnTo>
                    <a:lnTo>
                      <a:pt x="3631" y="21157"/>
                    </a:lnTo>
                    <a:lnTo>
                      <a:pt x="4066" y="21573"/>
                    </a:lnTo>
                    <a:lnTo>
                      <a:pt x="4520" y="21971"/>
                    </a:lnTo>
                    <a:lnTo>
                      <a:pt x="4973" y="22330"/>
                    </a:lnTo>
                    <a:lnTo>
                      <a:pt x="5465" y="22670"/>
                    </a:lnTo>
                    <a:lnTo>
                      <a:pt x="5975" y="22991"/>
                    </a:lnTo>
                    <a:lnTo>
                      <a:pt x="6486" y="23294"/>
                    </a:lnTo>
                    <a:lnTo>
                      <a:pt x="7015" y="23578"/>
                    </a:lnTo>
                    <a:lnTo>
                      <a:pt x="7564" y="23823"/>
                    </a:lnTo>
                    <a:lnTo>
                      <a:pt x="8131" y="24050"/>
                    </a:lnTo>
                    <a:lnTo>
                      <a:pt x="8717" y="24239"/>
                    </a:lnTo>
                    <a:lnTo>
                      <a:pt x="9303" y="24410"/>
                    </a:lnTo>
                    <a:lnTo>
                      <a:pt x="9889" y="24542"/>
                    </a:lnTo>
                    <a:lnTo>
                      <a:pt x="10513" y="24655"/>
                    </a:lnTo>
                    <a:lnTo>
                      <a:pt x="11137" y="24731"/>
                    </a:lnTo>
                    <a:lnTo>
                      <a:pt x="11761" y="24788"/>
                    </a:lnTo>
                    <a:lnTo>
                      <a:pt x="13028" y="24788"/>
                    </a:lnTo>
                    <a:lnTo>
                      <a:pt x="13671" y="24731"/>
                    </a:lnTo>
                    <a:lnTo>
                      <a:pt x="14276" y="24655"/>
                    </a:lnTo>
                    <a:lnTo>
                      <a:pt x="14900" y="24542"/>
                    </a:lnTo>
                    <a:lnTo>
                      <a:pt x="15486" y="24410"/>
                    </a:lnTo>
                    <a:lnTo>
                      <a:pt x="16072" y="24239"/>
                    </a:lnTo>
                    <a:lnTo>
                      <a:pt x="16658" y="24050"/>
                    </a:lnTo>
                    <a:lnTo>
                      <a:pt x="17225" y="23823"/>
                    </a:lnTo>
                    <a:lnTo>
                      <a:pt x="17774" y="23578"/>
                    </a:lnTo>
                    <a:lnTo>
                      <a:pt x="18303" y="23294"/>
                    </a:lnTo>
                    <a:lnTo>
                      <a:pt x="18813" y="22991"/>
                    </a:lnTo>
                    <a:lnTo>
                      <a:pt x="19324" y="22670"/>
                    </a:lnTo>
                    <a:lnTo>
                      <a:pt x="19816" y="22330"/>
                    </a:lnTo>
                    <a:lnTo>
                      <a:pt x="20288" y="21971"/>
                    </a:lnTo>
                    <a:lnTo>
                      <a:pt x="20723" y="21573"/>
                    </a:lnTo>
                    <a:lnTo>
                      <a:pt x="21158" y="21157"/>
                    </a:lnTo>
                    <a:lnTo>
                      <a:pt x="21574" y="20742"/>
                    </a:lnTo>
                    <a:lnTo>
                      <a:pt x="21952" y="20288"/>
                    </a:lnTo>
                    <a:lnTo>
                      <a:pt x="22330" y="19815"/>
                    </a:lnTo>
                    <a:lnTo>
                      <a:pt x="22671" y="19323"/>
                    </a:lnTo>
                    <a:lnTo>
                      <a:pt x="22992" y="18832"/>
                    </a:lnTo>
                    <a:lnTo>
                      <a:pt x="23294" y="18302"/>
                    </a:lnTo>
                    <a:lnTo>
                      <a:pt x="23559" y="17773"/>
                    </a:lnTo>
                    <a:lnTo>
                      <a:pt x="23824" y="17225"/>
                    </a:lnTo>
                    <a:lnTo>
                      <a:pt x="24032" y="16658"/>
                    </a:lnTo>
                    <a:lnTo>
                      <a:pt x="24240" y="16090"/>
                    </a:lnTo>
                    <a:lnTo>
                      <a:pt x="24391" y="15504"/>
                    </a:lnTo>
                    <a:lnTo>
                      <a:pt x="24542" y="14899"/>
                    </a:lnTo>
                    <a:lnTo>
                      <a:pt x="24656" y="14294"/>
                    </a:lnTo>
                    <a:lnTo>
                      <a:pt x="24731" y="13670"/>
                    </a:lnTo>
                    <a:lnTo>
                      <a:pt x="24769" y="13046"/>
                    </a:lnTo>
                    <a:lnTo>
                      <a:pt x="24788" y="12403"/>
                    </a:lnTo>
                    <a:lnTo>
                      <a:pt x="24769" y="11761"/>
                    </a:lnTo>
                    <a:lnTo>
                      <a:pt x="24731" y="11137"/>
                    </a:lnTo>
                    <a:lnTo>
                      <a:pt x="24656" y="10513"/>
                    </a:lnTo>
                    <a:lnTo>
                      <a:pt x="24542" y="9908"/>
                    </a:lnTo>
                    <a:lnTo>
                      <a:pt x="24391" y="9303"/>
                    </a:lnTo>
                    <a:lnTo>
                      <a:pt x="24240" y="8716"/>
                    </a:lnTo>
                    <a:lnTo>
                      <a:pt x="24032" y="8149"/>
                    </a:lnTo>
                    <a:lnTo>
                      <a:pt x="23824" y="7582"/>
                    </a:lnTo>
                    <a:lnTo>
                      <a:pt x="23559" y="7034"/>
                    </a:lnTo>
                    <a:lnTo>
                      <a:pt x="23294" y="6485"/>
                    </a:lnTo>
                    <a:lnTo>
                      <a:pt x="22992" y="5975"/>
                    </a:lnTo>
                    <a:lnTo>
                      <a:pt x="22671" y="5464"/>
                    </a:lnTo>
                    <a:lnTo>
                      <a:pt x="22330" y="4992"/>
                    </a:lnTo>
                    <a:lnTo>
                      <a:pt x="21952" y="4519"/>
                    </a:lnTo>
                    <a:lnTo>
                      <a:pt x="21574" y="4065"/>
                    </a:lnTo>
                    <a:lnTo>
                      <a:pt x="21158" y="3630"/>
                    </a:lnTo>
                    <a:lnTo>
                      <a:pt x="20723" y="3233"/>
                    </a:lnTo>
                    <a:lnTo>
                      <a:pt x="20288" y="2836"/>
                    </a:lnTo>
                    <a:lnTo>
                      <a:pt x="19816" y="2477"/>
                    </a:lnTo>
                    <a:lnTo>
                      <a:pt x="19324" y="2118"/>
                    </a:lnTo>
                    <a:lnTo>
                      <a:pt x="18813" y="1796"/>
                    </a:lnTo>
                    <a:lnTo>
                      <a:pt x="18303" y="1513"/>
                    </a:lnTo>
                    <a:lnTo>
                      <a:pt x="17774" y="1229"/>
                    </a:lnTo>
                    <a:lnTo>
                      <a:pt x="17225" y="983"/>
                    </a:lnTo>
                    <a:lnTo>
                      <a:pt x="16658" y="756"/>
                    </a:lnTo>
                    <a:lnTo>
                      <a:pt x="16072" y="567"/>
                    </a:lnTo>
                    <a:lnTo>
                      <a:pt x="15486" y="397"/>
                    </a:lnTo>
                    <a:lnTo>
                      <a:pt x="14900" y="265"/>
                    </a:lnTo>
                    <a:lnTo>
                      <a:pt x="14276" y="151"/>
                    </a:lnTo>
                    <a:lnTo>
                      <a:pt x="13671" y="76"/>
                    </a:lnTo>
                    <a:lnTo>
                      <a:pt x="13028" y="19"/>
                    </a:lnTo>
                    <a:lnTo>
                      <a:pt x="1240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1974325" y="-1634425"/>
                <a:ext cx="421175" cy="420725"/>
              </a:xfrm>
              <a:custGeom>
                <a:avLst/>
                <a:gdLst/>
                <a:ahLst/>
                <a:cxnLst/>
                <a:rect l="l" t="t" r="r" b="b"/>
                <a:pathLst>
                  <a:path w="16847" h="16829" extrusionOk="0">
                    <a:moveTo>
                      <a:pt x="7998" y="1"/>
                    </a:moveTo>
                    <a:lnTo>
                      <a:pt x="7563" y="38"/>
                    </a:lnTo>
                    <a:lnTo>
                      <a:pt x="7147" y="95"/>
                    </a:lnTo>
                    <a:lnTo>
                      <a:pt x="6731" y="171"/>
                    </a:lnTo>
                    <a:lnTo>
                      <a:pt x="6315" y="265"/>
                    </a:lnTo>
                    <a:lnTo>
                      <a:pt x="5918" y="379"/>
                    </a:lnTo>
                    <a:lnTo>
                      <a:pt x="5521" y="511"/>
                    </a:lnTo>
                    <a:lnTo>
                      <a:pt x="5143" y="662"/>
                    </a:lnTo>
                    <a:lnTo>
                      <a:pt x="4765" y="814"/>
                    </a:lnTo>
                    <a:lnTo>
                      <a:pt x="4406" y="1003"/>
                    </a:lnTo>
                    <a:lnTo>
                      <a:pt x="4065" y="1211"/>
                    </a:lnTo>
                    <a:lnTo>
                      <a:pt x="3725" y="1438"/>
                    </a:lnTo>
                    <a:lnTo>
                      <a:pt x="3385" y="1664"/>
                    </a:lnTo>
                    <a:lnTo>
                      <a:pt x="3063" y="1910"/>
                    </a:lnTo>
                    <a:lnTo>
                      <a:pt x="2761" y="2175"/>
                    </a:lnTo>
                    <a:lnTo>
                      <a:pt x="2477" y="2459"/>
                    </a:lnTo>
                    <a:lnTo>
                      <a:pt x="2193" y="2742"/>
                    </a:lnTo>
                    <a:lnTo>
                      <a:pt x="1929" y="3064"/>
                    </a:lnTo>
                    <a:lnTo>
                      <a:pt x="1683" y="3366"/>
                    </a:lnTo>
                    <a:lnTo>
                      <a:pt x="1437" y="3706"/>
                    </a:lnTo>
                    <a:lnTo>
                      <a:pt x="1229" y="4047"/>
                    </a:lnTo>
                    <a:lnTo>
                      <a:pt x="1021" y="4406"/>
                    </a:lnTo>
                    <a:lnTo>
                      <a:pt x="832" y="4765"/>
                    </a:lnTo>
                    <a:lnTo>
                      <a:pt x="662" y="5143"/>
                    </a:lnTo>
                    <a:lnTo>
                      <a:pt x="511" y="5522"/>
                    </a:lnTo>
                    <a:lnTo>
                      <a:pt x="378" y="5900"/>
                    </a:lnTo>
                    <a:lnTo>
                      <a:pt x="265" y="6316"/>
                    </a:lnTo>
                    <a:lnTo>
                      <a:pt x="170" y="6713"/>
                    </a:lnTo>
                    <a:lnTo>
                      <a:pt x="95" y="7129"/>
                    </a:lnTo>
                    <a:lnTo>
                      <a:pt x="38" y="7545"/>
                    </a:lnTo>
                    <a:lnTo>
                      <a:pt x="19" y="7980"/>
                    </a:lnTo>
                    <a:lnTo>
                      <a:pt x="0" y="8414"/>
                    </a:lnTo>
                    <a:lnTo>
                      <a:pt x="19" y="8849"/>
                    </a:lnTo>
                    <a:lnTo>
                      <a:pt x="38" y="9265"/>
                    </a:lnTo>
                    <a:lnTo>
                      <a:pt x="95" y="9700"/>
                    </a:lnTo>
                    <a:lnTo>
                      <a:pt x="170" y="10116"/>
                    </a:lnTo>
                    <a:lnTo>
                      <a:pt x="265" y="10513"/>
                    </a:lnTo>
                    <a:lnTo>
                      <a:pt x="378" y="10910"/>
                    </a:lnTo>
                    <a:lnTo>
                      <a:pt x="511" y="11307"/>
                    </a:lnTo>
                    <a:lnTo>
                      <a:pt x="662" y="11685"/>
                    </a:lnTo>
                    <a:lnTo>
                      <a:pt x="832" y="12064"/>
                    </a:lnTo>
                    <a:lnTo>
                      <a:pt x="1021" y="12423"/>
                    </a:lnTo>
                    <a:lnTo>
                      <a:pt x="1229" y="12782"/>
                    </a:lnTo>
                    <a:lnTo>
                      <a:pt x="1437" y="13122"/>
                    </a:lnTo>
                    <a:lnTo>
                      <a:pt x="1683" y="13444"/>
                    </a:lnTo>
                    <a:lnTo>
                      <a:pt x="1929" y="13765"/>
                    </a:lnTo>
                    <a:lnTo>
                      <a:pt x="2193" y="14068"/>
                    </a:lnTo>
                    <a:lnTo>
                      <a:pt x="2477" y="14370"/>
                    </a:lnTo>
                    <a:lnTo>
                      <a:pt x="2761" y="14654"/>
                    </a:lnTo>
                    <a:lnTo>
                      <a:pt x="3063" y="14919"/>
                    </a:lnTo>
                    <a:lnTo>
                      <a:pt x="3385" y="15164"/>
                    </a:lnTo>
                    <a:lnTo>
                      <a:pt x="3725" y="15391"/>
                    </a:lnTo>
                    <a:lnTo>
                      <a:pt x="4065" y="15618"/>
                    </a:lnTo>
                    <a:lnTo>
                      <a:pt x="4406" y="15826"/>
                    </a:lnTo>
                    <a:lnTo>
                      <a:pt x="4765" y="15996"/>
                    </a:lnTo>
                    <a:lnTo>
                      <a:pt x="5143" y="16166"/>
                    </a:lnTo>
                    <a:lnTo>
                      <a:pt x="5521" y="16318"/>
                    </a:lnTo>
                    <a:lnTo>
                      <a:pt x="5918" y="16450"/>
                    </a:lnTo>
                    <a:lnTo>
                      <a:pt x="6315" y="16563"/>
                    </a:lnTo>
                    <a:lnTo>
                      <a:pt x="6731" y="16658"/>
                    </a:lnTo>
                    <a:lnTo>
                      <a:pt x="7147" y="16734"/>
                    </a:lnTo>
                    <a:lnTo>
                      <a:pt x="7563" y="16790"/>
                    </a:lnTo>
                    <a:lnTo>
                      <a:pt x="7998" y="16828"/>
                    </a:lnTo>
                    <a:lnTo>
                      <a:pt x="8849" y="16828"/>
                    </a:lnTo>
                    <a:lnTo>
                      <a:pt x="9284" y="16790"/>
                    </a:lnTo>
                    <a:lnTo>
                      <a:pt x="9700" y="16734"/>
                    </a:lnTo>
                    <a:lnTo>
                      <a:pt x="10116" y="16658"/>
                    </a:lnTo>
                    <a:lnTo>
                      <a:pt x="10532" y="16563"/>
                    </a:lnTo>
                    <a:lnTo>
                      <a:pt x="10929" y="16450"/>
                    </a:lnTo>
                    <a:lnTo>
                      <a:pt x="11326" y="16318"/>
                    </a:lnTo>
                    <a:lnTo>
                      <a:pt x="11704" y="16166"/>
                    </a:lnTo>
                    <a:lnTo>
                      <a:pt x="12082" y="15996"/>
                    </a:lnTo>
                    <a:lnTo>
                      <a:pt x="12441" y="15826"/>
                    </a:lnTo>
                    <a:lnTo>
                      <a:pt x="12800" y="15618"/>
                    </a:lnTo>
                    <a:lnTo>
                      <a:pt x="13141" y="15391"/>
                    </a:lnTo>
                    <a:lnTo>
                      <a:pt x="13462" y="15164"/>
                    </a:lnTo>
                    <a:lnTo>
                      <a:pt x="13784" y="14919"/>
                    </a:lnTo>
                    <a:lnTo>
                      <a:pt x="14086" y="14654"/>
                    </a:lnTo>
                    <a:lnTo>
                      <a:pt x="14389" y="14370"/>
                    </a:lnTo>
                    <a:lnTo>
                      <a:pt x="14653" y="14068"/>
                    </a:lnTo>
                    <a:lnTo>
                      <a:pt x="14918" y="13765"/>
                    </a:lnTo>
                    <a:lnTo>
                      <a:pt x="15183" y="13444"/>
                    </a:lnTo>
                    <a:lnTo>
                      <a:pt x="15410" y="13122"/>
                    </a:lnTo>
                    <a:lnTo>
                      <a:pt x="15637" y="12782"/>
                    </a:lnTo>
                    <a:lnTo>
                      <a:pt x="15826" y="12423"/>
                    </a:lnTo>
                    <a:lnTo>
                      <a:pt x="16015" y="12064"/>
                    </a:lnTo>
                    <a:lnTo>
                      <a:pt x="16185" y="11685"/>
                    </a:lnTo>
                    <a:lnTo>
                      <a:pt x="16336" y="11307"/>
                    </a:lnTo>
                    <a:lnTo>
                      <a:pt x="16468" y="10910"/>
                    </a:lnTo>
                    <a:lnTo>
                      <a:pt x="16582" y="10513"/>
                    </a:lnTo>
                    <a:lnTo>
                      <a:pt x="16676" y="10116"/>
                    </a:lnTo>
                    <a:lnTo>
                      <a:pt x="16752" y="9700"/>
                    </a:lnTo>
                    <a:lnTo>
                      <a:pt x="16809" y="9265"/>
                    </a:lnTo>
                    <a:lnTo>
                      <a:pt x="16828" y="8849"/>
                    </a:lnTo>
                    <a:lnTo>
                      <a:pt x="16847" y="8414"/>
                    </a:lnTo>
                    <a:lnTo>
                      <a:pt x="16828" y="7980"/>
                    </a:lnTo>
                    <a:lnTo>
                      <a:pt x="16809" y="7545"/>
                    </a:lnTo>
                    <a:lnTo>
                      <a:pt x="16752" y="7129"/>
                    </a:lnTo>
                    <a:lnTo>
                      <a:pt x="16676" y="6713"/>
                    </a:lnTo>
                    <a:lnTo>
                      <a:pt x="16582" y="6316"/>
                    </a:lnTo>
                    <a:lnTo>
                      <a:pt x="16468" y="5900"/>
                    </a:lnTo>
                    <a:lnTo>
                      <a:pt x="16336" y="5522"/>
                    </a:lnTo>
                    <a:lnTo>
                      <a:pt x="16185" y="5143"/>
                    </a:lnTo>
                    <a:lnTo>
                      <a:pt x="16015" y="4765"/>
                    </a:lnTo>
                    <a:lnTo>
                      <a:pt x="15826" y="4406"/>
                    </a:lnTo>
                    <a:lnTo>
                      <a:pt x="15637" y="4047"/>
                    </a:lnTo>
                    <a:lnTo>
                      <a:pt x="15410" y="3706"/>
                    </a:lnTo>
                    <a:lnTo>
                      <a:pt x="15183" y="3366"/>
                    </a:lnTo>
                    <a:lnTo>
                      <a:pt x="14918" y="3064"/>
                    </a:lnTo>
                    <a:lnTo>
                      <a:pt x="14653" y="2742"/>
                    </a:lnTo>
                    <a:lnTo>
                      <a:pt x="14389" y="2459"/>
                    </a:lnTo>
                    <a:lnTo>
                      <a:pt x="14086" y="2175"/>
                    </a:lnTo>
                    <a:lnTo>
                      <a:pt x="13784" y="1910"/>
                    </a:lnTo>
                    <a:lnTo>
                      <a:pt x="13462" y="1664"/>
                    </a:lnTo>
                    <a:lnTo>
                      <a:pt x="13141" y="1438"/>
                    </a:lnTo>
                    <a:lnTo>
                      <a:pt x="12800" y="1211"/>
                    </a:lnTo>
                    <a:lnTo>
                      <a:pt x="12441" y="1003"/>
                    </a:lnTo>
                    <a:lnTo>
                      <a:pt x="12082" y="814"/>
                    </a:lnTo>
                    <a:lnTo>
                      <a:pt x="11704" y="662"/>
                    </a:lnTo>
                    <a:lnTo>
                      <a:pt x="11326" y="511"/>
                    </a:lnTo>
                    <a:lnTo>
                      <a:pt x="10929" y="379"/>
                    </a:lnTo>
                    <a:lnTo>
                      <a:pt x="10532" y="265"/>
                    </a:lnTo>
                    <a:lnTo>
                      <a:pt x="10116" y="171"/>
                    </a:lnTo>
                    <a:lnTo>
                      <a:pt x="9700" y="95"/>
                    </a:lnTo>
                    <a:lnTo>
                      <a:pt x="9284" y="38"/>
                    </a:lnTo>
                    <a:lnTo>
                      <a:pt x="88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2074050" y="-1535150"/>
                <a:ext cx="221725" cy="222175"/>
              </a:xfrm>
              <a:custGeom>
                <a:avLst/>
                <a:gdLst/>
                <a:ahLst/>
                <a:cxnLst/>
                <a:rect l="l" t="t" r="r" b="b"/>
                <a:pathLst>
                  <a:path w="8869" h="8887" extrusionOk="0">
                    <a:moveTo>
                      <a:pt x="4444" y="0"/>
                    </a:moveTo>
                    <a:lnTo>
                      <a:pt x="4198" y="19"/>
                    </a:lnTo>
                    <a:lnTo>
                      <a:pt x="3990" y="19"/>
                    </a:lnTo>
                    <a:lnTo>
                      <a:pt x="3536" y="95"/>
                    </a:lnTo>
                    <a:lnTo>
                      <a:pt x="3120" y="208"/>
                    </a:lnTo>
                    <a:lnTo>
                      <a:pt x="2704" y="359"/>
                    </a:lnTo>
                    <a:lnTo>
                      <a:pt x="2326" y="548"/>
                    </a:lnTo>
                    <a:lnTo>
                      <a:pt x="1948" y="756"/>
                    </a:lnTo>
                    <a:lnTo>
                      <a:pt x="1608" y="1021"/>
                    </a:lnTo>
                    <a:lnTo>
                      <a:pt x="1305" y="1305"/>
                    </a:lnTo>
                    <a:lnTo>
                      <a:pt x="1003" y="1626"/>
                    </a:lnTo>
                    <a:lnTo>
                      <a:pt x="757" y="1967"/>
                    </a:lnTo>
                    <a:lnTo>
                      <a:pt x="530" y="2326"/>
                    </a:lnTo>
                    <a:lnTo>
                      <a:pt x="341" y="2723"/>
                    </a:lnTo>
                    <a:lnTo>
                      <a:pt x="190" y="3120"/>
                    </a:lnTo>
                    <a:lnTo>
                      <a:pt x="95" y="3555"/>
                    </a:lnTo>
                    <a:lnTo>
                      <a:pt x="20" y="3990"/>
                    </a:lnTo>
                    <a:lnTo>
                      <a:pt x="1" y="4217"/>
                    </a:lnTo>
                    <a:lnTo>
                      <a:pt x="1" y="4443"/>
                    </a:lnTo>
                    <a:lnTo>
                      <a:pt x="1" y="4670"/>
                    </a:lnTo>
                    <a:lnTo>
                      <a:pt x="20" y="4897"/>
                    </a:lnTo>
                    <a:lnTo>
                      <a:pt x="95" y="5332"/>
                    </a:lnTo>
                    <a:lnTo>
                      <a:pt x="190" y="5767"/>
                    </a:lnTo>
                    <a:lnTo>
                      <a:pt x="341" y="6164"/>
                    </a:lnTo>
                    <a:lnTo>
                      <a:pt x="530" y="6561"/>
                    </a:lnTo>
                    <a:lnTo>
                      <a:pt x="757" y="6920"/>
                    </a:lnTo>
                    <a:lnTo>
                      <a:pt x="1003" y="7261"/>
                    </a:lnTo>
                    <a:lnTo>
                      <a:pt x="1305" y="7582"/>
                    </a:lnTo>
                    <a:lnTo>
                      <a:pt x="1608" y="7866"/>
                    </a:lnTo>
                    <a:lnTo>
                      <a:pt x="1948" y="8130"/>
                    </a:lnTo>
                    <a:lnTo>
                      <a:pt x="2326" y="8338"/>
                    </a:lnTo>
                    <a:lnTo>
                      <a:pt x="2704" y="8527"/>
                    </a:lnTo>
                    <a:lnTo>
                      <a:pt x="3120" y="8679"/>
                    </a:lnTo>
                    <a:lnTo>
                      <a:pt x="3536" y="8792"/>
                    </a:lnTo>
                    <a:lnTo>
                      <a:pt x="3990" y="8849"/>
                    </a:lnTo>
                    <a:lnTo>
                      <a:pt x="4198" y="8868"/>
                    </a:lnTo>
                    <a:lnTo>
                      <a:pt x="4444" y="8887"/>
                    </a:lnTo>
                    <a:lnTo>
                      <a:pt x="4671" y="8868"/>
                    </a:lnTo>
                    <a:lnTo>
                      <a:pt x="4898" y="8849"/>
                    </a:lnTo>
                    <a:lnTo>
                      <a:pt x="5333" y="8792"/>
                    </a:lnTo>
                    <a:lnTo>
                      <a:pt x="5748" y="8679"/>
                    </a:lnTo>
                    <a:lnTo>
                      <a:pt x="6164" y="8527"/>
                    </a:lnTo>
                    <a:lnTo>
                      <a:pt x="6543" y="8338"/>
                    </a:lnTo>
                    <a:lnTo>
                      <a:pt x="6921" y="8130"/>
                    </a:lnTo>
                    <a:lnTo>
                      <a:pt x="7261" y="7866"/>
                    </a:lnTo>
                    <a:lnTo>
                      <a:pt x="7582" y="7582"/>
                    </a:lnTo>
                    <a:lnTo>
                      <a:pt x="7866" y="7261"/>
                    </a:lnTo>
                    <a:lnTo>
                      <a:pt x="8112" y="6920"/>
                    </a:lnTo>
                    <a:lnTo>
                      <a:pt x="8339" y="6561"/>
                    </a:lnTo>
                    <a:lnTo>
                      <a:pt x="8528" y="6164"/>
                    </a:lnTo>
                    <a:lnTo>
                      <a:pt x="8679" y="5767"/>
                    </a:lnTo>
                    <a:lnTo>
                      <a:pt x="8793" y="5332"/>
                    </a:lnTo>
                    <a:lnTo>
                      <a:pt x="8849" y="4897"/>
                    </a:lnTo>
                    <a:lnTo>
                      <a:pt x="8868" y="4670"/>
                    </a:lnTo>
                    <a:lnTo>
                      <a:pt x="8868" y="4443"/>
                    </a:lnTo>
                    <a:lnTo>
                      <a:pt x="8868" y="4217"/>
                    </a:lnTo>
                    <a:lnTo>
                      <a:pt x="8849" y="3990"/>
                    </a:lnTo>
                    <a:lnTo>
                      <a:pt x="8793" y="3555"/>
                    </a:lnTo>
                    <a:lnTo>
                      <a:pt x="8679" y="3120"/>
                    </a:lnTo>
                    <a:lnTo>
                      <a:pt x="8528" y="2723"/>
                    </a:lnTo>
                    <a:lnTo>
                      <a:pt x="8339" y="2326"/>
                    </a:lnTo>
                    <a:lnTo>
                      <a:pt x="8112" y="1967"/>
                    </a:lnTo>
                    <a:lnTo>
                      <a:pt x="7866" y="1626"/>
                    </a:lnTo>
                    <a:lnTo>
                      <a:pt x="7582" y="1305"/>
                    </a:lnTo>
                    <a:lnTo>
                      <a:pt x="7261" y="1021"/>
                    </a:lnTo>
                    <a:lnTo>
                      <a:pt x="6921" y="756"/>
                    </a:lnTo>
                    <a:lnTo>
                      <a:pt x="6543" y="548"/>
                    </a:lnTo>
                    <a:lnTo>
                      <a:pt x="6164" y="359"/>
                    </a:lnTo>
                    <a:lnTo>
                      <a:pt x="5748" y="208"/>
                    </a:lnTo>
                    <a:lnTo>
                      <a:pt x="5333" y="95"/>
                    </a:lnTo>
                    <a:lnTo>
                      <a:pt x="4898" y="19"/>
                    </a:lnTo>
                    <a:lnTo>
                      <a:pt x="4671" y="19"/>
                    </a:lnTo>
                    <a:lnTo>
                      <a:pt x="444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31"/>
              <p:cNvSpPr/>
              <p:nvPr/>
            </p:nvSpPr>
            <p:spPr>
              <a:xfrm>
                <a:off x="2192700" y="-1659475"/>
                <a:ext cx="515250" cy="237775"/>
              </a:xfrm>
              <a:custGeom>
                <a:avLst/>
                <a:gdLst/>
                <a:ahLst/>
                <a:cxnLst/>
                <a:rect l="l" t="t" r="r" b="b"/>
                <a:pathLst>
                  <a:path w="20610" h="9511" extrusionOk="0">
                    <a:moveTo>
                      <a:pt x="19815" y="1"/>
                    </a:moveTo>
                    <a:lnTo>
                      <a:pt x="0" y="9114"/>
                    </a:lnTo>
                    <a:lnTo>
                      <a:pt x="152" y="9511"/>
                    </a:lnTo>
                    <a:lnTo>
                      <a:pt x="20609" y="1040"/>
                    </a:lnTo>
                    <a:lnTo>
                      <a:pt x="19815" y="1"/>
                    </a:lnTo>
                    <a:close/>
                  </a:path>
                </a:pathLst>
              </a:custGeom>
              <a:gradFill>
                <a:gsLst>
                  <a:gs pos="0">
                    <a:srgbClr val="575757"/>
                  </a:gs>
                  <a:gs pos="100000">
                    <a:srgbClr val="16161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31"/>
              <p:cNvSpPr/>
              <p:nvPr/>
            </p:nvSpPr>
            <p:spPr>
              <a:xfrm>
                <a:off x="2620475" y="-1822550"/>
                <a:ext cx="312475" cy="245350"/>
              </a:xfrm>
              <a:custGeom>
                <a:avLst/>
                <a:gdLst/>
                <a:ahLst/>
                <a:cxnLst/>
                <a:rect l="l" t="t" r="r" b="b"/>
                <a:pathLst>
                  <a:path w="12499" h="9814" extrusionOk="0">
                    <a:moveTo>
                      <a:pt x="8509" y="1"/>
                    </a:moveTo>
                    <a:lnTo>
                      <a:pt x="1078" y="4803"/>
                    </a:lnTo>
                    <a:lnTo>
                      <a:pt x="0" y="8358"/>
                    </a:lnTo>
                    <a:lnTo>
                      <a:pt x="3820" y="9813"/>
                    </a:lnTo>
                    <a:lnTo>
                      <a:pt x="12498" y="5862"/>
                    </a:lnTo>
                    <a:lnTo>
                      <a:pt x="8376" y="4160"/>
                    </a:lnTo>
                    <a:lnTo>
                      <a:pt x="8509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0B9"/>
                  </a:gs>
                  <a:gs pos="100000">
                    <a:srgbClr val="F9D03C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86" name="Google Shape;1586;p31"/>
          <p:cNvGrpSpPr/>
          <p:nvPr/>
        </p:nvGrpSpPr>
        <p:grpSpPr>
          <a:xfrm flipH="1">
            <a:off x="7420921" y="4681785"/>
            <a:ext cx="518113" cy="461719"/>
            <a:chOff x="2236010" y="3967511"/>
            <a:chExt cx="930353" cy="829089"/>
          </a:xfrm>
        </p:grpSpPr>
        <p:sp>
          <p:nvSpPr>
            <p:cNvPr id="1587" name="Google Shape;1587;p31"/>
            <p:cNvSpPr/>
            <p:nvPr/>
          </p:nvSpPr>
          <p:spPr>
            <a:xfrm>
              <a:off x="2265825" y="4694000"/>
              <a:ext cx="767100" cy="1026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88" name="Google Shape;1588;p31"/>
            <p:cNvGrpSpPr/>
            <p:nvPr/>
          </p:nvGrpSpPr>
          <p:grpSpPr>
            <a:xfrm>
              <a:off x="2236010" y="3967511"/>
              <a:ext cx="930353" cy="794959"/>
              <a:chOff x="1627375" y="-1981850"/>
              <a:chExt cx="1305575" cy="1115575"/>
            </a:xfrm>
          </p:grpSpPr>
          <p:sp>
            <p:nvSpPr>
              <p:cNvPr id="1589" name="Google Shape;1589;p31"/>
              <p:cNvSpPr/>
              <p:nvPr/>
            </p:nvSpPr>
            <p:spPr>
              <a:xfrm>
                <a:off x="1627375" y="-1981850"/>
                <a:ext cx="1115075" cy="1115575"/>
              </a:xfrm>
              <a:custGeom>
                <a:avLst/>
                <a:gdLst/>
                <a:ahLst/>
                <a:cxnLst/>
                <a:rect l="l" t="t" r="r" b="b"/>
                <a:pathLst>
                  <a:path w="44603" h="44623" extrusionOk="0">
                    <a:moveTo>
                      <a:pt x="21725" y="1"/>
                    </a:moveTo>
                    <a:lnTo>
                      <a:pt x="21158" y="39"/>
                    </a:lnTo>
                    <a:lnTo>
                      <a:pt x="20590" y="57"/>
                    </a:lnTo>
                    <a:lnTo>
                      <a:pt x="20023" y="114"/>
                    </a:lnTo>
                    <a:lnTo>
                      <a:pt x="19456" y="190"/>
                    </a:lnTo>
                    <a:lnTo>
                      <a:pt x="18908" y="265"/>
                    </a:lnTo>
                    <a:lnTo>
                      <a:pt x="18359" y="341"/>
                    </a:lnTo>
                    <a:lnTo>
                      <a:pt x="17811" y="455"/>
                    </a:lnTo>
                    <a:lnTo>
                      <a:pt x="17263" y="568"/>
                    </a:lnTo>
                    <a:lnTo>
                      <a:pt x="16733" y="700"/>
                    </a:lnTo>
                    <a:lnTo>
                      <a:pt x="16204" y="852"/>
                    </a:lnTo>
                    <a:lnTo>
                      <a:pt x="15674" y="1003"/>
                    </a:lnTo>
                    <a:lnTo>
                      <a:pt x="15145" y="1173"/>
                    </a:lnTo>
                    <a:lnTo>
                      <a:pt x="14634" y="1362"/>
                    </a:lnTo>
                    <a:lnTo>
                      <a:pt x="14124" y="1551"/>
                    </a:lnTo>
                    <a:lnTo>
                      <a:pt x="13613" y="1759"/>
                    </a:lnTo>
                    <a:lnTo>
                      <a:pt x="13122" y="1967"/>
                    </a:lnTo>
                    <a:lnTo>
                      <a:pt x="12630" y="2194"/>
                    </a:lnTo>
                    <a:lnTo>
                      <a:pt x="12139" y="2440"/>
                    </a:lnTo>
                    <a:lnTo>
                      <a:pt x="11666" y="2686"/>
                    </a:lnTo>
                    <a:lnTo>
                      <a:pt x="11193" y="2950"/>
                    </a:lnTo>
                    <a:lnTo>
                      <a:pt x="10740" y="3234"/>
                    </a:lnTo>
                    <a:lnTo>
                      <a:pt x="10286" y="3517"/>
                    </a:lnTo>
                    <a:lnTo>
                      <a:pt x="9832" y="3820"/>
                    </a:lnTo>
                    <a:lnTo>
                      <a:pt x="9397" y="4123"/>
                    </a:lnTo>
                    <a:lnTo>
                      <a:pt x="8962" y="4425"/>
                    </a:lnTo>
                    <a:lnTo>
                      <a:pt x="8527" y="4765"/>
                    </a:lnTo>
                    <a:lnTo>
                      <a:pt x="8111" y="5087"/>
                    </a:lnTo>
                    <a:lnTo>
                      <a:pt x="7696" y="5446"/>
                    </a:lnTo>
                    <a:lnTo>
                      <a:pt x="7298" y="5805"/>
                    </a:lnTo>
                    <a:lnTo>
                      <a:pt x="6920" y="6165"/>
                    </a:lnTo>
                    <a:lnTo>
                      <a:pt x="6523" y="6543"/>
                    </a:lnTo>
                    <a:lnTo>
                      <a:pt x="6164" y="6921"/>
                    </a:lnTo>
                    <a:lnTo>
                      <a:pt x="5786" y="7318"/>
                    </a:lnTo>
                    <a:lnTo>
                      <a:pt x="5427" y="7715"/>
                    </a:lnTo>
                    <a:lnTo>
                      <a:pt x="5086" y="8112"/>
                    </a:lnTo>
                    <a:lnTo>
                      <a:pt x="4746" y="8528"/>
                    </a:lnTo>
                    <a:lnTo>
                      <a:pt x="4425" y="8963"/>
                    </a:lnTo>
                    <a:lnTo>
                      <a:pt x="4103" y="9398"/>
                    </a:lnTo>
                    <a:lnTo>
                      <a:pt x="3801" y="9833"/>
                    </a:lnTo>
                    <a:lnTo>
                      <a:pt x="3517" y="10286"/>
                    </a:lnTo>
                    <a:lnTo>
                      <a:pt x="3233" y="10740"/>
                    </a:lnTo>
                    <a:lnTo>
                      <a:pt x="2950" y="11213"/>
                    </a:lnTo>
                    <a:lnTo>
                      <a:pt x="2685" y="11685"/>
                    </a:lnTo>
                    <a:lnTo>
                      <a:pt x="2439" y="12158"/>
                    </a:lnTo>
                    <a:lnTo>
                      <a:pt x="2193" y="12631"/>
                    </a:lnTo>
                    <a:lnTo>
                      <a:pt x="1967" y="13122"/>
                    </a:lnTo>
                    <a:lnTo>
                      <a:pt x="1740" y="13633"/>
                    </a:lnTo>
                    <a:lnTo>
                      <a:pt x="1551" y="14125"/>
                    </a:lnTo>
                    <a:lnTo>
                      <a:pt x="1343" y="14635"/>
                    </a:lnTo>
                    <a:lnTo>
                      <a:pt x="1172" y="15164"/>
                    </a:lnTo>
                    <a:lnTo>
                      <a:pt x="1002" y="15675"/>
                    </a:lnTo>
                    <a:lnTo>
                      <a:pt x="832" y="16204"/>
                    </a:lnTo>
                    <a:lnTo>
                      <a:pt x="700" y="16734"/>
                    </a:lnTo>
                    <a:lnTo>
                      <a:pt x="567" y="17263"/>
                    </a:lnTo>
                    <a:lnTo>
                      <a:pt x="454" y="17811"/>
                    </a:lnTo>
                    <a:lnTo>
                      <a:pt x="341" y="18360"/>
                    </a:lnTo>
                    <a:lnTo>
                      <a:pt x="246" y="18908"/>
                    </a:lnTo>
                    <a:lnTo>
                      <a:pt x="170" y="19475"/>
                    </a:lnTo>
                    <a:lnTo>
                      <a:pt x="114" y="20024"/>
                    </a:lnTo>
                    <a:lnTo>
                      <a:pt x="57" y="20591"/>
                    </a:lnTo>
                    <a:lnTo>
                      <a:pt x="19" y="21158"/>
                    </a:lnTo>
                    <a:lnTo>
                      <a:pt x="0" y="21725"/>
                    </a:lnTo>
                    <a:lnTo>
                      <a:pt x="0" y="22311"/>
                    </a:lnTo>
                    <a:lnTo>
                      <a:pt x="0" y="22879"/>
                    </a:lnTo>
                    <a:lnTo>
                      <a:pt x="19" y="23465"/>
                    </a:lnTo>
                    <a:lnTo>
                      <a:pt x="57" y="24032"/>
                    </a:lnTo>
                    <a:lnTo>
                      <a:pt x="114" y="24599"/>
                    </a:lnTo>
                    <a:lnTo>
                      <a:pt x="170" y="25147"/>
                    </a:lnTo>
                    <a:lnTo>
                      <a:pt x="246" y="25715"/>
                    </a:lnTo>
                    <a:lnTo>
                      <a:pt x="341" y="26263"/>
                    </a:lnTo>
                    <a:lnTo>
                      <a:pt x="454" y="26811"/>
                    </a:lnTo>
                    <a:lnTo>
                      <a:pt x="567" y="27341"/>
                    </a:lnTo>
                    <a:lnTo>
                      <a:pt x="700" y="27889"/>
                    </a:lnTo>
                    <a:lnTo>
                      <a:pt x="832" y="28418"/>
                    </a:lnTo>
                    <a:lnTo>
                      <a:pt x="1002" y="28948"/>
                    </a:lnTo>
                    <a:lnTo>
                      <a:pt x="1172" y="29458"/>
                    </a:lnTo>
                    <a:lnTo>
                      <a:pt x="1343" y="29988"/>
                    </a:lnTo>
                    <a:lnTo>
                      <a:pt x="1551" y="30498"/>
                    </a:lnTo>
                    <a:lnTo>
                      <a:pt x="1740" y="30990"/>
                    </a:lnTo>
                    <a:lnTo>
                      <a:pt x="1967" y="31481"/>
                    </a:lnTo>
                    <a:lnTo>
                      <a:pt x="2193" y="31973"/>
                    </a:lnTo>
                    <a:lnTo>
                      <a:pt x="2439" y="32465"/>
                    </a:lnTo>
                    <a:lnTo>
                      <a:pt x="2685" y="32937"/>
                    </a:lnTo>
                    <a:lnTo>
                      <a:pt x="2950" y="33410"/>
                    </a:lnTo>
                    <a:lnTo>
                      <a:pt x="3233" y="33883"/>
                    </a:lnTo>
                    <a:lnTo>
                      <a:pt x="3517" y="34336"/>
                    </a:lnTo>
                    <a:lnTo>
                      <a:pt x="3801" y="34790"/>
                    </a:lnTo>
                    <a:lnTo>
                      <a:pt x="4103" y="35225"/>
                    </a:lnTo>
                    <a:lnTo>
                      <a:pt x="4425" y="35660"/>
                    </a:lnTo>
                    <a:lnTo>
                      <a:pt x="4746" y="36076"/>
                    </a:lnTo>
                    <a:lnTo>
                      <a:pt x="5086" y="36492"/>
                    </a:lnTo>
                    <a:lnTo>
                      <a:pt x="5427" y="36908"/>
                    </a:lnTo>
                    <a:lnTo>
                      <a:pt x="5786" y="37305"/>
                    </a:lnTo>
                    <a:lnTo>
                      <a:pt x="6164" y="37702"/>
                    </a:lnTo>
                    <a:lnTo>
                      <a:pt x="6523" y="38080"/>
                    </a:lnTo>
                    <a:lnTo>
                      <a:pt x="6920" y="38458"/>
                    </a:lnTo>
                    <a:lnTo>
                      <a:pt x="7298" y="38817"/>
                    </a:lnTo>
                    <a:lnTo>
                      <a:pt x="7696" y="39177"/>
                    </a:lnTo>
                    <a:lnTo>
                      <a:pt x="8111" y="39517"/>
                    </a:lnTo>
                    <a:lnTo>
                      <a:pt x="8527" y="39857"/>
                    </a:lnTo>
                    <a:lnTo>
                      <a:pt x="8962" y="40179"/>
                    </a:lnTo>
                    <a:lnTo>
                      <a:pt x="9397" y="40500"/>
                    </a:lnTo>
                    <a:lnTo>
                      <a:pt x="9832" y="40803"/>
                    </a:lnTo>
                    <a:lnTo>
                      <a:pt x="10286" y="41105"/>
                    </a:lnTo>
                    <a:lnTo>
                      <a:pt x="10740" y="41389"/>
                    </a:lnTo>
                    <a:lnTo>
                      <a:pt x="11193" y="41654"/>
                    </a:lnTo>
                    <a:lnTo>
                      <a:pt x="11666" y="41918"/>
                    </a:lnTo>
                    <a:lnTo>
                      <a:pt x="12139" y="42183"/>
                    </a:lnTo>
                    <a:lnTo>
                      <a:pt x="12630" y="42410"/>
                    </a:lnTo>
                    <a:lnTo>
                      <a:pt x="13122" y="42656"/>
                    </a:lnTo>
                    <a:lnTo>
                      <a:pt x="13613" y="42864"/>
                    </a:lnTo>
                    <a:lnTo>
                      <a:pt x="14124" y="43072"/>
                    </a:lnTo>
                    <a:lnTo>
                      <a:pt x="14634" y="43261"/>
                    </a:lnTo>
                    <a:lnTo>
                      <a:pt x="15145" y="43450"/>
                    </a:lnTo>
                    <a:lnTo>
                      <a:pt x="15674" y="43620"/>
                    </a:lnTo>
                    <a:lnTo>
                      <a:pt x="16204" y="43771"/>
                    </a:lnTo>
                    <a:lnTo>
                      <a:pt x="16733" y="43922"/>
                    </a:lnTo>
                    <a:lnTo>
                      <a:pt x="17263" y="44055"/>
                    </a:lnTo>
                    <a:lnTo>
                      <a:pt x="17811" y="44168"/>
                    </a:lnTo>
                    <a:lnTo>
                      <a:pt x="18359" y="44263"/>
                    </a:lnTo>
                    <a:lnTo>
                      <a:pt x="18908" y="44357"/>
                    </a:lnTo>
                    <a:lnTo>
                      <a:pt x="19456" y="44433"/>
                    </a:lnTo>
                    <a:lnTo>
                      <a:pt x="20023" y="44509"/>
                    </a:lnTo>
                    <a:lnTo>
                      <a:pt x="20590" y="44546"/>
                    </a:lnTo>
                    <a:lnTo>
                      <a:pt x="21158" y="44584"/>
                    </a:lnTo>
                    <a:lnTo>
                      <a:pt x="21725" y="44603"/>
                    </a:lnTo>
                    <a:lnTo>
                      <a:pt x="22311" y="44622"/>
                    </a:lnTo>
                    <a:lnTo>
                      <a:pt x="22878" y="44603"/>
                    </a:lnTo>
                    <a:lnTo>
                      <a:pt x="23445" y="44584"/>
                    </a:lnTo>
                    <a:lnTo>
                      <a:pt x="24013" y="44546"/>
                    </a:lnTo>
                    <a:lnTo>
                      <a:pt x="24580" y="44509"/>
                    </a:lnTo>
                    <a:lnTo>
                      <a:pt x="25147" y="44433"/>
                    </a:lnTo>
                    <a:lnTo>
                      <a:pt x="25695" y="44357"/>
                    </a:lnTo>
                    <a:lnTo>
                      <a:pt x="26244" y="44263"/>
                    </a:lnTo>
                    <a:lnTo>
                      <a:pt x="26792" y="44168"/>
                    </a:lnTo>
                    <a:lnTo>
                      <a:pt x="27340" y="44055"/>
                    </a:lnTo>
                    <a:lnTo>
                      <a:pt x="27870" y="43922"/>
                    </a:lnTo>
                    <a:lnTo>
                      <a:pt x="28418" y="43771"/>
                    </a:lnTo>
                    <a:lnTo>
                      <a:pt x="28928" y="43620"/>
                    </a:lnTo>
                    <a:lnTo>
                      <a:pt x="29458" y="43450"/>
                    </a:lnTo>
                    <a:lnTo>
                      <a:pt x="29968" y="43261"/>
                    </a:lnTo>
                    <a:lnTo>
                      <a:pt x="30479" y="43072"/>
                    </a:lnTo>
                    <a:lnTo>
                      <a:pt x="30989" y="42864"/>
                    </a:lnTo>
                    <a:lnTo>
                      <a:pt x="31481" y="42656"/>
                    </a:lnTo>
                    <a:lnTo>
                      <a:pt x="31972" y="42410"/>
                    </a:lnTo>
                    <a:lnTo>
                      <a:pt x="32464" y="42183"/>
                    </a:lnTo>
                    <a:lnTo>
                      <a:pt x="32937" y="41918"/>
                    </a:lnTo>
                    <a:lnTo>
                      <a:pt x="33409" y="41654"/>
                    </a:lnTo>
                    <a:lnTo>
                      <a:pt x="33863" y="41389"/>
                    </a:lnTo>
                    <a:lnTo>
                      <a:pt x="34336" y="41105"/>
                    </a:lnTo>
                    <a:lnTo>
                      <a:pt x="34771" y="40803"/>
                    </a:lnTo>
                    <a:lnTo>
                      <a:pt x="35225" y="40500"/>
                    </a:lnTo>
                    <a:lnTo>
                      <a:pt x="35659" y="40179"/>
                    </a:lnTo>
                    <a:lnTo>
                      <a:pt x="36075" y="39857"/>
                    </a:lnTo>
                    <a:lnTo>
                      <a:pt x="36491" y="39517"/>
                    </a:lnTo>
                    <a:lnTo>
                      <a:pt x="36907" y="39177"/>
                    </a:lnTo>
                    <a:lnTo>
                      <a:pt x="37304" y="38817"/>
                    </a:lnTo>
                    <a:lnTo>
                      <a:pt x="37701" y="38458"/>
                    </a:lnTo>
                    <a:lnTo>
                      <a:pt x="38080" y="38080"/>
                    </a:lnTo>
                    <a:lnTo>
                      <a:pt x="38458" y="37702"/>
                    </a:lnTo>
                    <a:lnTo>
                      <a:pt x="38817" y="37305"/>
                    </a:lnTo>
                    <a:lnTo>
                      <a:pt x="39176" y="36908"/>
                    </a:lnTo>
                    <a:lnTo>
                      <a:pt x="39517" y="36492"/>
                    </a:lnTo>
                    <a:lnTo>
                      <a:pt x="39857" y="36076"/>
                    </a:lnTo>
                    <a:lnTo>
                      <a:pt x="40178" y="35660"/>
                    </a:lnTo>
                    <a:lnTo>
                      <a:pt x="40500" y="35225"/>
                    </a:lnTo>
                    <a:lnTo>
                      <a:pt x="40802" y="34790"/>
                    </a:lnTo>
                    <a:lnTo>
                      <a:pt x="41105" y="34336"/>
                    </a:lnTo>
                    <a:lnTo>
                      <a:pt x="41388" y="33883"/>
                    </a:lnTo>
                    <a:lnTo>
                      <a:pt x="41653" y="33410"/>
                    </a:lnTo>
                    <a:lnTo>
                      <a:pt x="41918" y="32937"/>
                    </a:lnTo>
                    <a:lnTo>
                      <a:pt x="42164" y="32465"/>
                    </a:lnTo>
                    <a:lnTo>
                      <a:pt x="42409" y="31973"/>
                    </a:lnTo>
                    <a:lnTo>
                      <a:pt x="42636" y="31481"/>
                    </a:lnTo>
                    <a:lnTo>
                      <a:pt x="42863" y="30990"/>
                    </a:lnTo>
                    <a:lnTo>
                      <a:pt x="43071" y="30498"/>
                    </a:lnTo>
                    <a:lnTo>
                      <a:pt x="43260" y="29988"/>
                    </a:lnTo>
                    <a:lnTo>
                      <a:pt x="43430" y="29458"/>
                    </a:lnTo>
                    <a:lnTo>
                      <a:pt x="43600" y="28948"/>
                    </a:lnTo>
                    <a:lnTo>
                      <a:pt x="43771" y="28418"/>
                    </a:lnTo>
                    <a:lnTo>
                      <a:pt x="43903" y="27889"/>
                    </a:lnTo>
                    <a:lnTo>
                      <a:pt x="44035" y="27341"/>
                    </a:lnTo>
                    <a:lnTo>
                      <a:pt x="44149" y="26811"/>
                    </a:lnTo>
                    <a:lnTo>
                      <a:pt x="44262" y="26263"/>
                    </a:lnTo>
                    <a:lnTo>
                      <a:pt x="44357" y="25715"/>
                    </a:lnTo>
                    <a:lnTo>
                      <a:pt x="44432" y="25147"/>
                    </a:lnTo>
                    <a:lnTo>
                      <a:pt x="44489" y="24599"/>
                    </a:lnTo>
                    <a:lnTo>
                      <a:pt x="44546" y="24032"/>
                    </a:lnTo>
                    <a:lnTo>
                      <a:pt x="44584" y="23465"/>
                    </a:lnTo>
                    <a:lnTo>
                      <a:pt x="44603" y="22879"/>
                    </a:lnTo>
                    <a:lnTo>
                      <a:pt x="44603" y="22311"/>
                    </a:lnTo>
                    <a:lnTo>
                      <a:pt x="44603" y="21725"/>
                    </a:lnTo>
                    <a:lnTo>
                      <a:pt x="44584" y="21158"/>
                    </a:lnTo>
                    <a:lnTo>
                      <a:pt x="44546" y="20591"/>
                    </a:lnTo>
                    <a:lnTo>
                      <a:pt x="44489" y="20024"/>
                    </a:lnTo>
                    <a:lnTo>
                      <a:pt x="44432" y="19475"/>
                    </a:lnTo>
                    <a:lnTo>
                      <a:pt x="44357" y="18908"/>
                    </a:lnTo>
                    <a:lnTo>
                      <a:pt x="44262" y="18360"/>
                    </a:lnTo>
                    <a:lnTo>
                      <a:pt x="44149" y="17811"/>
                    </a:lnTo>
                    <a:lnTo>
                      <a:pt x="44035" y="17263"/>
                    </a:lnTo>
                    <a:lnTo>
                      <a:pt x="43903" y="16734"/>
                    </a:lnTo>
                    <a:lnTo>
                      <a:pt x="43771" y="16204"/>
                    </a:lnTo>
                    <a:lnTo>
                      <a:pt x="43600" y="15675"/>
                    </a:lnTo>
                    <a:lnTo>
                      <a:pt x="43430" y="15164"/>
                    </a:lnTo>
                    <a:lnTo>
                      <a:pt x="43260" y="14635"/>
                    </a:lnTo>
                    <a:lnTo>
                      <a:pt x="43071" y="14125"/>
                    </a:lnTo>
                    <a:lnTo>
                      <a:pt x="42863" y="13633"/>
                    </a:lnTo>
                    <a:lnTo>
                      <a:pt x="42636" y="13122"/>
                    </a:lnTo>
                    <a:lnTo>
                      <a:pt x="42409" y="12631"/>
                    </a:lnTo>
                    <a:lnTo>
                      <a:pt x="42164" y="12158"/>
                    </a:lnTo>
                    <a:lnTo>
                      <a:pt x="41918" y="11685"/>
                    </a:lnTo>
                    <a:lnTo>
                      <a:pt x="41653" y="11213"/>
                    </a:lnTo>
                    <a:lnTo>
                      <a:pt x="41388" y="10740"/>
                    </a:lnTo>
                    <a:lnTo>
                      <a:pt x="41105" y="10286"/>
                    </a:lnTo>
                    <a:lnTo>
                      <a:pt x="40802" y="9833"/>
                    </a:lnTo>
                    <a:lnTo>
                      <a:pt x="40500" y="9398"/>
                    </a:lnTo>
                    <a:lnTo>
                      <a:pt x="40178" y="8963"/>
                    </a:lnTo>
                    <a:lnTo>
                      <a:pt x="39857" y="8528"/>
                    </a:lnTo>
                    <a:lnTo>
                      <a:pt x="39517" y="8112"/>
                    </a:lnTo>
                    <a:lnTo>
                      <a:pt x="39176" y="7715"/>
                    </a:lnTo>
                    <a:lnTo>
                      <a:pt x="38817" y="7318"/>
                    </a:lnTo>
                    <a:lnTo>
                      <a:pt x="38458" y="6921"/>
                    </a:lnTo>
                    <a:lnTo>
                      <a:pt x="38080" y="6543"/>
                    </a:lnTo>
                    <a:lnTo>
                      <a:pt x="37701" y="6165"/>
                    </a:lnTo>
                    <a:lnTo>
                      <a:pt x="37304" y="5805"/>
                    </a:lnTo>
                    <a:lnTo>
                      <a:pt x="36907" y="5446"/>
                    </a:lnTo>
                    <a:lnTo>
                      <a:pt x="36491" y="5087"/>
                    </a:lnTo>
                    <a:lnTo>
                      <a:pt x="36075" y="4765"/>
                    </a:lnTo>
                    <a:lnTo>
                      <a:pt x="35659" y="4425"/>
                    </a:lnTo>
                    <a:lnTo>
                      <a:pt x="35225" y="4123"/>
                    </a:lnTo>
                    <a:lnTo>
                      <a:pt x="34771" y="3820"/>
                    </a:lnTo>
                    <a:lnTo>
                      <a:pt x="34336" y="3517"/>
                    </a:lnTo>
                    <a:lnTo>
                      <a:pt x="33863" y="3234"/>
                    </a:lnTo>
                    <a:lnTo>
                      <a:pt x="33409" y="2950"/>
                    </a:lnTo>
                    <a:lnTo>
                      <a:pt x="32937" y="2686"/>
                    </a:lnTo>
                    <a:lnTo>
                      <a:pt x="32464" y="2440"/>
                    </a:lnTo>
                    <a:lnTo>
                      <a:pt x="31972" y="2194"/>
                    </a:lnTo>
                    <a:lnTo>
                      <a:pt x="31481" y="1967"/>
                    </a:lnTo>
                    <a:lnTo>
                      <a:pt x="30989" y="1759"/>
                    </a:lnTo>
                    <a:lnTo>
                      <a:pt x="30479" y="1551"/>
                    </a:lnTo>
                    <a:lnTo>
                      <a:pt x="29968" y="1362"/>
                    </a:lnTo>
                    <a:lnTo>
                      <a:pt x="29458" y="1173"/>
                    </a:lnTo>
                    <a:lnTo>
                      <a:pt x="28928" y="1003"/>
                    </a:lnTo>
                    <a:lnTo>
                      <a:pt x="28418" y="852"/>
                    </a:lnTo>
                    <a:lnTo>
                      <a:pt x="27870" y="700"/>
                    </a:lnTo>
                    <a:lnTo>
                      <a:pt x="27340" y="568"/>
                    </a:lnTo>
                    <a:lnTo>
                      <a:pt x="26792" y="455"/>
                    </a:lnTo>
                    <a:lnTo>
                      <a:pt x="26244" y="341"/>
                    </a:lnTo>
                    <a:lnTo>
                      <a:pt x="25695" y="265"/>
                    </a:lnTo>
                    <a:lnTo>
                      <a:pt x="25147" y="190"/>
                    </a:lnTo>
                    <a:lnTo>
                      <a:pt x="24580" y="114"/>
                    </a:lnTo>
                    <a:lnTo>
                      <a:pt x="24013" y="57"/>
                    </a:lnTo>
                    <a:lnTo>
                      <a:pt x="23445" y="39"/>
                    </a:lnTo>
                    <a:lnTo>
                      <a:pt x="22878" y="1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1764450" y="-1858000"/>
                <a:ext cx="854150" cy="854625"/>
              </a:xfrm>
              <a:custGeom>
                <a:avLst/>
                <a:gdLst/>
                <a:ahLst/>
                <a:cxnLst/>
                <a:rect l="l" t="t" r="r" b="b"/>
                <a:pathLst>
                  <a:path w="34166" h="34185" extrusionOk="0">
                    <a:moveTo>
                      <a:pt x="17093" y="0"/>
                    </a:moveTo>
                    <a:lnTo>
                      <a:pt x="16204" y="19"/>
                    </a:lnTo>
                    <a:lnTo>
                      <a:pt x="15334" y="95"/>
                    </a:lnTo>
                    <a:lnTo>
                      <a:pt x="14483" y="208"/>
                    </a:lnTo>
                    <a:lnTo>
                      <a:pt x="13651" y="360"/>
                    </a:lnTo>
                    <a:lnTo>
                      <a:pt x="12820" y="549"/>
                    </a:lnTo>
                    <a:lnTo>
                      <a:pt x="12006" y="776"/>
                    </a:lnTo>
                    <a:lnTo>
                      <a:pt x="11212" y="1040"/>
                    </a:lnTo>
                    <a:lnTo>
                      <a:pt x="10437" y="1343"/>
                    </a:lnTo>
                    <a:lnTo>
                      <a:pt x="9681" y="1683"/>
                    </a:lnTo>
                    <a:lnTo>
                      <a:pt x="8944" y="2061"/>
                    </a:lnTo>
                    <a:lnTo>
                      <a:pt x="8225" y="2477"/>
                    </a:lnTo>
                    <a:lnTo>
                      <a:pt x="7525" y="2931"/>
                    </a:lnTo>
                    <a:lnTo>
                      <a:pt x="6864" y="3404"/>
                    </a:lnTo>
                    <a:lnTo>
                      <a:pt x="6221" y="3914"/>
                    </a:lnTo>
                    <a:lnTo>
                      <a:pt x="5597" y="4444"/>
                    </a:lnTo>
                    <a:lnTo>
                      <a:pt x="5011" y="5011"/>
                    </a:lnTo>
                    <a:lnTo>
                      <a:pt x="4444" y="5597"/>
                    </a:lnTo>
                    <a:lnTo>
                      <a:pt x="3895" y="6221"/>
                    </a:lnTo>
                    <a:lnTo>
                      <a:pt x="3404" y="6864"/>
                    </a:lnTo>
                    <a:lnTo>
                      <a:pt x="2912" y="7544"/>
                    </a:lnTo>
                    <a:lnTo>
                      <a:pt x="2477" y="8225"/>
                    </a:lnTo>
                    <a:lnTo>
                      <a:pt x="2061" y="8944"/>
                    </a:lnTo>
                    <a:lnTo>
                      <a:pt x="1683" y="9681"/>
                    </a:lnTo>
                    <a:lnTo>
                      <a:pt x="1343" y="10437"/>
                    </a:lnTo>
                    <a:lnTo>
                      <a:pt x="1040" y="11213"/>
                    </a:lnTo>
                    <a:lnTo>
                      <a:pt x="776" y="12007"/>
                    </a:lnTo>
                    <a:lnTo>
                      <a:pt x="530" y="12820"/>
                    </a:lnTo>
                    <a:lnTo>
                      <a:pt x="341" y="13652"/>
                    </a:lnTo>
                    <a:lnTo>
                      <a:pt x="189" y="14483"/>
                    </a:lnTo>
                    <a:lnTo>
                      <a:pt x="95" y="15334"/>
                    </a:lnTo>
                    <a:lnTo>
                      <a:pt x="19" y="16204"/>
                    </a:lnTo>
                    <a:lnTo>
                      <a:pt x="0" y="17093"/>
                    </a:lnTo>
                    <a:lnTo>
                      <a:pt x="19" y="17962"/>
                    </a:lnTo>
                    <a:lnTo>
                      <a:pt x="95" y="18832"/>
                    </a:lnTo>
                    <a:lnTo>
                      <a:pt x="189" y="19683"/>
                    </a:lnTo>
                    <a:lnTo>
                      <a:pt x="341" y="20534"/>
                    </a:lnTo>
                    <a:lnTo>
                      <a:pt x="530" y="21366"/>
                    </a:lnTo>
                    <a:lnTo>
                      <a:pt x="776" y="22179"/>
                    </a:lnTo>
                    <a:lnTo>
                      <a:pt x="1040" y="22973"/>
                    </a:lnTo>
                    <a:lnTo>
                      <a:pt x="1343" y="23748"/>
                    </a:lnTo>
                    <a:lnTo>
                      <a:pt x="1683" y="24504"/>
                    </a:lnTo>
                    <a:lnTo>
                      <a:pt x="2061" y="25242"/>
                    </a:lnTo>
                    <a:lnTo>
                      <a:pt x="2477" y="25941"/>
                    </a:lnTo>
                    <a:lnTo>
                      <a:pt x="2912" y="26641"/>
                    </a:lnTo>
                    <a:lnTo>
                      <a:pt x="3404" y="27322"/>
                    </a:lnTo>
                    <a:lnTo>
                      <a:pt x="3895" y="27964"/>
                    </a:lnTo>
                    <a:lnTo>
                      <a:pt x="4444" y="28569"/>
                    </a:lnTo>
                    <a:lnTo>
                      <a:pt x="5011" y="29174"/>
                    </a:lnTo>
                    <a:lnTo>
                      <a:pt x="5597" y="29742"/>
                    </a:lnTo>
                    <a:lnTo>
                      <a:pt x="6221" y="30271"/>
                    </a:lnTo>
                    <a:lnTo>
                      <a:pt x="6864" y="30782"/>
                    </a:lnTo>
                    <a:lnTo>
                      <a:pt x="7525" y="31254"/>
                    </a:lnTo>
                    <a:lnTo>
                      <a:pt x="8225" y="31708"/>
                    </a:lnTo>
                    <a:lnTo>
                      <a:pt x="8944" y="32105"/>
                    </a:lnTo>
                    <a:lnTo>
                      <a:pt x="9681" y="32483"/>
                    </a:lnTo>
                    <a:lnTo>
                      <a:pt x="10437" y="32824"/>
                    </a:lnTo>
                    <a:lnTo>
                      <a:pt x="11212" y="33145"/>
                    </a:lnTo>
                    <a:lnTo>
                      <a:pt x="12006" y="33410"/>
                    </a:lnTo>
                    <a:lnTo>
                      <a:pt x="12820" y="33637"/>
                    </a:lnTo>
                    <a:lnTo>
                      <a:pt x="13651" y="33826"/>
                    </a:lnTo>
                    <a:lnTo>
                      <a:pt x="14483" y="33977"/>
                    </a:lnTo>
                    <a:lnTo>
                      <a:pt x="15334" y="34090"/>
                    </a:lnTo>
                    <a:lnTo>
                      <a:pt x="16204" y="34147"/>
                    </a:lnTo>
                    <a:lnTo>
                      <a:pt x="17093" y="34185"/>
                    </a:lnTo>
                    <a:lnTo>
                      <a:pt x="17962" y="34147"/>
                    </a:lnTo>
                    <a:lnTo>
                      <a:pt x="18832" y="34090"/>
                    </a:lnTo>
                    <a:lnTo>
                      <a:pt x="19683" y="33977"/>
                    </a:lnTo>
                    <a:lnTo>
                      <a:pt x="20534" y="33826"/>
                    </a:lnTo>
                    <a:lnTo>
                      <a:pt x="21347" y="33637"/>
                    </a:lnTo>
                    <a:lnTo>
                      <a:pt x="22160" y="33410"/>
                    </a:lnTo>
                    <a:lnTo>
                      <a:pt x="22954" y="33145"/>
                    </a:lnTo>
                    <a:lnTo>
                      <a:pt x="23729" y="32824"/>
                    </a:lnTo>
                    <a:lnTo>
                      <a:pt x="24485" y="32483"/>
                    </a:lnTo>
                    <a:lnTo>
                      <a:pt x="25223" y="32105"/>
                    </a:lnTo>
                    <a:lnTo>
                      <a:pt x="25941" y="31708"/>
                    </a:lnTo>
                    <a:lnTo>
                      <a:pt x="26641" y="31254"/>
                    </a:lnTo>
                    <a:lnTo>
                      <a:pt x="27303" y="30782"/>
                    </a:lnTo>
                    <a:lnTo>
                      <a:pt x="27945" y="30271"/>
                    </a:lnTo>
                    <a:lnTo>
                      <a:pt x="28569" y="29742"/>
                    </a:lnTo>
                    <a:lnTo>
                      <a:pt x="29174" y="29174"/>
                    </a:lnTo>
                    <a:lnTo>
                      <a:pt x="29723" y="28569"/>
                    </a:lnTo>
                    <a:lnTo>
                      <a:pt x="30271" y="27964"/>
                    </a:lnTo>
                    <a:lnTo>
                      <a:pt x="30781" y="27322"/>
                    </a:lnTo>
                    <a:lnTo>
                      <a:pt x="31254" y="26641"/>
                    </a:lnTo>
                    <a:lnTo>
                      <a:pt x="31689" y="25941"/>
                    </a:lnTo>
                    <a:lnTo>
                      <a:pt x="32105" y="25242"/>
                    </a:lnTo>
                    <a:lnTo>
                      <a:pt x="32483" y="24504"/>
                    </a:lnTo>
                    <a:lnTo>
                      <a:pt x="32823" y="23748"/>
                    </a:lnTo>
                    <a:lnTo>
                      <a:pt x="33126" y="22973"/>
                    </a:lnTo>
                    <a:lnTo>
                      <a:pt x="33410" y="22179"/>
                    </a:lnTo>
                    <a:lnTo>
                      <a:pt x="33636" y="21366"/>
                    </a:lnTo>
                    <a:lnTo>
                      <a:pt x="33826" y="20534"/>
                    </a:lnTo>
                    <a:lnTo>
                      <a:pt x="33977" y="19683"/>
                    </a:lnTo>
                    <a:lnTo>
                      <a:pt x="34090" y="18832"/>
                    </a:lnTo>
                    <a:lnTo>
                      <a:pt x="34147" y="17962"/>
                    </a:lnTo>
                    <a:lnTo>
                      <a:pt x="34166" y="17093"/>
                    </a:lnTo>
                    <a:lnTo>
                      <a:pt x="34147" y="16204"/>
                    </a:lnTo>
                    <a:lnTo>
                      <a:pt x="34090" y="15334"/>
                    </a:lnTo>
                    <a:lnTo>
                      <a:pt x="33977" y="14483"/>
                    </a:lnTo>
                    <a:lnTo>
                      <a:pt x="33826" y="13652"/>
                    </a:lnTo>
                    <a:lnTo>
                      <a:pt x="33636" y="12820"/>
                    </a:lnTo>
                    <a:lnTo>
                      <a:pt x="33410" y="12007"/>
                    </a:lnTo>
                    <a:lnTo>
                      <a:pt x="33126" y="11213"/>
                    </a:lnTo>
                    <a:lnTo>
                      <a:pt x="32823" y="10437"/>
                    </a:lnTo>
                    <a:lnTo>
                      <a:pt x="32483" y="9681"/>
                    </a:lnTo>
                    <a:lnTo>
                      <a:pt x="32105" y="8944"/>
                    </a:lnTo>
                    <a:lnTo>
                      <a:pt x="31689" y="8225"/>
                    </a:lnTo>
                    <a:lnTo>
                      <a:pt x="31254" y="7544"/>
                    </a:lnTo>
                    <a:lnTo>
                      <a:pt x="30781" y="6864"/>
                    </a:lnTo>
                    <a:lnTo>
                      <a:pt x="30271" y="6221"/>
                    </a:lnTo>
                    <a:lnTo>
                      <a:pt x="29723" y="5597"/>
                    </a:lnTo>
                    <a:lnTo>
                      <a:pt x="29174" y="5011"/>
                    </a:lnTo>
                    <a:lnTo>
                      <a:pt x="28569" y="4444"/>
                    </a:lnTo>
                    <a:lnTo>
                      <a:pt x="27945" y="3914"/>
                    </a:lnTo>
                    <a:lnTo>
                      <a:pt x="27303" y="3404"/>
                    </a:lnTo>
                    <a:lnTo>
                      <a:pt x="26641" y="2931"/>
                    </a:lnTo>
                    <a:lnTo>
                      <a:pt x="25941" y="2477"/>
                    </a:lnTo>
                    <a:lnTo>
                      <a:pt x="25223" y="2061"/>
                    </a:lnTo>
                    <a:lnTo>
                      <a:pt x="24485" y="1683"/>
                    </a:lnTo>
                    <a:lnTo>
                      <a:pt x="23729" y="1343"/>
                    </a:lnTo>
                    <a:lnTo>
                      <a:pt x="22954" y="1040"/>
                    </a:lnTo>
                    <a:lnTo>
                      <a:pt x="22160" y="776"/>
                    </a:lnTo>
                    <a:lnTo>
                      <a:pt x="21347" y="549"/>
                    </a:lnTo>
                    <a:lnTo>
                      <a:pt x="20534" y="360"/>
                    </a:lnTo>
                    <a:lnTo>
                      <a:pt x="19683" y="208"/>
                    </a:lnTo>
                    <a:lnTo>
                      <a:pt x="18832" y="95"/>
                    </a:lnTo>
                    <a:lnTo>
                      <a:pt x="17962" y="19"/>
                    </a:lnTo>
                    <a:lnTo>
                      <a:pt x="170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1875050" y="-1734150"/>
                <a:ext cx="619725" cy="619700"/>
              </a:xfrm>
              <a:custGeom>
                <a:avLst/>
                <a:gdLst/>
                <a:ahLst/>
                <a:cxnLst/>
                <a:rect l="l" t="t" r="r" b="b"/>
                <a:pathLst>
                  <a:path w="24789" h="24788" extrusionOk="0">
                    <a:moveTo>
                      <a:pt x="12404" y="0"/>
                    </a:moveTo>
                    <a:lnTo>
                      <a:pt x="11761" y="19"/>
                    </a:lnTo>
                    <a:lnTo>
                      <a:pt x="11137" y="76"/>
                    </a:lnTo>
                    <a:lnTo>
                      <a:pt x="10513" y="151"/>
                    </a:lnTo>
                    <a:lnTo>
                      <a:pt x="9889" y="265"/>
                    </a:lnTo>
                    <a:lnTo>
                      <a:pt x="9303" y="397"/>
                    </a:lnTo>
                    <a:lnTo>
                      <a:pt x="8717" y="567"/>
                    </a:lnTo>
                    <a:lnTo>
                      <a:pt x="8131" y="756"/>
                    </a:lnTo>
                    <a:lnTo>
                      <a:pt x="7564" y="983"/>
                    </a:lnTo>
                    <a:lnTo>
                      <a:pt x="7015" y="1229"/>
                    </a:lnTo>
                    <a:lnTo>
                      <a:pt x="6486" y="1513"/>
                    </a:lnTo>
                    <a:lnTo>
                      <a:pt x="5975" y="1796"/>
                    </a:lnTo>
                    <a:lnTo>
                      <a:pt x="5465" y="2118"/>
                    </a:lnTo>
                    <a:lnTo>
                      <a:pt x="4973" y="2477"/>
                    </a:lnTo>
                    <a:lnTo>
                      <a:pt x="4520" y="2836"/>
                    </a:lnTo>
                    <a:lnTo>
                      <a:pt x="4066" y="3233"/>
                    </a:lnTo>
                    <a:lnTo>
                      <a:pt x="3631" y="3630"/>
                    </a:lnTo>
                    <a:lnTo>
                      <a:pt x="3215" y="4065"/>
                    </a:lnTo>
                    <a:lnTo>
                      <a:pt x="2837" y="4519"/>
                    </a:lnTo>
                    <a:lnTo>
                      <a:pt x="2459" y="4992"/>
                    </a:lnTo>
                    <a:lnTo>
                      <a:pt x="2118" y="5464"/>
                    </a:lnTo>
                    <a:lnTo>
                      <a:pt x="1797" y="5975"/>
                    </a:lnTo>
                    <a:lnTo>
                      <a:pt x="1494" y="6485"/>
                    </a:lnTo>
                    <a:lnTo>
                      <a:pt x="1230" y="7034"/>
                    </a:lnTo>
                    <a:lnTo>
                      <a:pt x="984" y="7582"/>
                    </a:lnTo>
                    <a:lnTo>
                      <a:pt x="757" y="8149"/>
                    </a:lnTo>
                    <a:lnTo>
                      <a:pt x="568" y="8716"/>
                    </a:lnTo>
                    <a:lnTo>
                      <a:pt x="398" y="9303"/>
                    </a:lnTo>
                    <a:lnTo>
                      <a:pt x="246" y="9908"/>
                    </a:lnTo>
                    <a:lnTo>
                      <a:pt x="152" y="10513"/>
                    </a:lnTo>
                    <a:lnTo>
                      <a:pt x="57" y="11137"/>
                    </a:lnTo>
                    <a:lnTo>
                      <a:pt x="20" y="11761"/>
                    </a:lnTo>
                    <a:lnTo>
                      <a:pt x="1" y="12403"/>
                    </a:lnTo>
                    <a:lnTo>
                      <a:pt x="20" y="13046"/>
                    </a:lnTo>
                    <a:lnTo>
                      <a:pt x="57" y="13670"/>
                    </a:lnTo>
                    <a:lnTo>
                      <a:pt x="152" y="14294"/>
                    </a:lnTo>
                    <a:lnTo>
                      <a:pt x="246" y="14899"/>
                    </a:lnTo>
                    <a:lnTo>
                      <a:pt x="398" y="15504"/>
                    </a:lnTo>
                    <a:lnTo>
                      <a:pt x="568" y="16090"/>
                    </a:lnTo>
                    <a:lnTo>
                      <a:pt x="757" y="16658"/>
                    </a:lnTo>
                    <a:lnTo>
                      <a:pt x="984" y="17225"/>
                    </a:lnTo>
                    <a:lnTo>
                      <a:pt x="1230" y="17773"/>
                    </a:lnTo>
                    <a:lnTo>
                      <a:pt x="1494" y="18302"/>
                    </a:lnTo>
                    <a:lnTo>
                      <a:pt x="1797" y="18832"/>
                    </a:lnTo>
                    <a:lnTo>
                      <a:pt x="2118" y="19323"/>
                    </a:lnTo>
                    <a:lnTo>
                      <a:pt x="2459" y="19815"/>
                    </a:lnTo>
                    <a:lnTo>
                      <a:pt x="2837" y="20288"/>
                    </a:lnTo>
                    <a:lnTo>
                      <a:pt x="3215" y="20742"/>
                    </a:lnTo>
                    <a:lnTo>
                      <a:pt x="3631" y="21157"/>
                    </a:lnTo>
                    <a:lnTo>
                      <a:pt x="4066" y="21573"/>
                    </a:lnTo>
                    <a:lnTo>
                      <a:pt x="4520" y="21971"/>
                    </a:lnTo>
                    <a:lnTo>
                      <a:pt x="4973" y="22330"/>
                    </a:lnTo>
                    <a:lnTo>
                      <a:pt x="5465" y="22670"/>
                    </a:lnTo>
                    <a:lnTo>
                      <a:pt x="5975" y="22991"/>
                    </a:lnTo>
                    <a:lnTo>
                      <a:pt x="6486" y="23294"/>
                    </a:lnTo>
                    <a:lnTo>
                      <a:pt x="7015" y="23578"/>
                    </a:lnTo>
                    <a:lnTo>
                      <a:pt x="7564" y="23823"/>
                    </a:lnTo>
                    <a:lnTo>
                      <a:pt x="8131" y="24050"/>
                    </a:lnTo>
                    <a:lnTo>
                      <a:pt x="8717" y="24239"/>
                    </a:lnTo>
                    <a:lnTo>
                      <a:pt x="9303" y="24410"/>
                    </a:lnTo>
                    <a:lnTo>
                      <a:pt x="9889" y="24542"/>
                    </a:lnTo>
                    <a:lnTo>
                      <a:pt x="10513" y="24655"/>
                    </a:lnTo>
                    <a:lnTo>
                      <a:pt x="11137" y="24731"/>
                    </a:lnTo>
                    <a:lnTo>
                      <a:pt x="11761" y="24788"/>
                    </a:lnTo>
                    <a:lnTo>
                      <a:pt x="13028" y="24788"/>
                    </a:lnTo>
                    <a:lnTo>
                      <a:pt x="13671" y="24731"/>
                    </a:lnTo>
                    <a:lnTo>
                      <a:pt x="14276" y="24655"/>
                    </a:lnTo>
                    <a:lnTo>
                      <a:pt x="14900" y="24542"/>
                    </a:lnTo>
                    <a:lnTo>
                      <a:pt x="15486" y="24410"/>
                    </a:lnTo>
                    <a:lnTo>
                      <a:pt x="16072" y="24239"/>
                    </a:lnTo>
                    <a:lnTo>
                      <a:pt x="16658" y="24050"/>
                    </a:lnTo>
                    <a:lnTo>
                      <a:pt x="17225" y="23823"/>
                    </a:lnTo>
                    <a:lnTo>
                      <a:pt x="17774" y="23578"/>
                    </a:lnTo>
                    <a:lnTo>
                      <a:pt x="18303" y="23294"/>
                    </a:lnTo>
                    <a:lnTo>
                      <a:pt x="18813" y="22991"/>
                    </a:lnTo>
                    <a:lnTo>
                      <a:pt x="19324" y="22670"/>
                    </a:lnTo>
                    <a:lnTo>
                      <a:pt x="19816" y="22330"/>
                    </a:lnTo>
                    <a:lnTo>
                      <a:pt x="20288" y="21971"/>
                    </a:lnTo>
                    <a:lnTo>
                      <a:pt x="20723" y="21573"/>
                    </a:lnTo>
                    <a:lnTo>
                      <a:pt x="21158" y="21157"/>
                    </a:lnTo>
                    <a:lnTo>
                      <a:pt x="21574" y="20742"/>
                    </a:lnTo>
                    <a:lnTo>
                      <a:pt x="21952" y="20288"/>
                    </a:lnTo>
                    <a:lnTo>
                      <a:pt x="22330" y="19815"/>
                    </a:lnTo>
                    <a:lnTo>
                      <a:pt x="22671" y="19323"/>
                    </a:lnTo>
                    <a:lnTo>
                      <a:pt x="22992" y="18832"/>
                    </a:lnTo>
                    <a:lnTo>
                      <a:pt x="23294" y="18302"/>
                    </a:lnTo>
                    <a:lnTo>
                      <a:pt x="23559" y="17773"/>
                    </a:lnTo>
                    <a:lnTo>
                      <a:pt x="23824" y="17225"/>
                    </a:lnTo>
                    <a:lnTo>
                      <a:pt x="24032" y="16658"/>
                    </a:lnTo>
                    <a:lnTo>
                      <a:pt x="24240" y="16090"/>
                    </a:lnTo>
                    <a:lnTo>
                      <a:pt x="24391" y="15504"/>
                    </a:lnTo>
                    <a:lnTo>
                      <a:pt x="24542" y="14899"/>
                    </a:lnTo>
                    <a:lnTo>
                      <a:pt x="24656" y="14294"/>
                    </a:lnTo>
                    <a:lnTo>
                      <a:pt x="24731" y="13670"/>
                    </a:lnTo>
                    <a:lnTo>
                      <a:pt x="24769" y="13046"/>
                    </a:lnTo>
                    <a:lnTo>
                      <a:pt x="24788" y="12403"/>
                    </a:lnTo>
                    <a:lnTo>
                      <a:pt x="24769" y="11761"/>
                    </a:lnTo>
                    <a:lnTo>
                      <a:pt x="24731" y="11137"/>
                    </a:lnTo>
                    <a:lnTo>
                      <a:pt x="24656" y="10513"/>
                    </a:lnTo>
                    <a:lnTo>
                      <a:pt x="24542" y="9908"/>
                    </a:lnTo>
                    <a:lnTo>
                      <a:pt x="24391" y="9303"/>
                    </a:lnTo>
                    <a:lnTo>
                      <a:pt x="24240" y="8716"/>
                    </a:lnTo>
                    <a:lnTo>
                      <a:pt x="24032" y="8149"/>
                    </a:lnTo>
                    <a:lnTo>
                      <a:pt x="23824" y="7582"/>
                    </a:lnTo>
                    <a:lnTo>
                      <a:pt x="23559" y="7034"/>
                    </a:lnTo>
                    <a:lnTo>
                      <a:pt x="23294" y="6485"/>
                    </a:lnTo>
                    <a:lnTo>
                      <a:pt x="22992" y="5975"/>
                    </a:lnTo>
                    <a:lnTo>
                      <a:pt x="22671" y="5464"/>
                    </a:lnTo>
                    <a:lnTo>
                      <a:pt x="22330" y="4992"/>
                    </a:lnTo>
                    <a:lnTo>
                      <a:pt x="21952" y="4519"/>
                    </a:lnTo>
                    <a:lnTo>
                      <a:pt x="21574" y="4065"/>
                    </a:lnTo>
                    <a:lnTo>
                      <a:pt x="21158" y="3630"/>
                    </a:lnTo>
                    <a:lnTo>
                      <a:pt x="20723" y="3233"/>
                    </a:lnTo>
                    <a:lnTo>
                      <a:pt x="20288" y="2836"/>
                    </a:lnTo>
                    <a:lnTo>
                      <a:pt x="19816" y="2477"/>
                    </a:lnTo>
                    <a:lnTo>
                      <a:pt x="19324" y="2118"/>
                    </a:lnTo>
                    <a:lnTo>
                      <a:pt x="18813" y="1796"/>
                    </a:lnTo>
                    <a:lnTo>
                      <a:pt x="18303" y="1513"/>
                    </a:lnTo>
                    <a:lnTo>
                      <a:pt x="17774" y="1229"/>
                    </a:lnTo>
                    <a:lnTo>
                      <a:pt x="17225" y="983"/>
                    </a:lnTo>
                    <a:lnTo>
                      <a:pt x="16658" y="756"/>
                    </a:lnTo>
                    <a:lnTo>
                      <a:pt x="16072" y="567"/>
                    </a:lnTo>
                    <a:lnTo>
                      <a:pt x="15486" y="397"/>
                    </a:lnTo>
                    <a:lnTo>
                      <a:pt x="14900" y="265"/>
                    </a:lnTo>
                    <a:lnTo>
                      <a:pt x="14276" y="151"/>
                    </a:lnTo>
                    <a:lnTo>
                      <a:pt x="13671" y="76"/>
                    </a:lnTo>
                    <a:lnTo>
                      <a:pt x="13028" y="19"/>
                    </a:lnTo>
                    <a:lnTo>
                      <a:pt x="1240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1974325" y="-1634425"/>
                <a:ext cx="421175" cy="420725"/>
              </a:xfrm>
              <a:custGeom>
                <a:avLst/>
                <a:gdLst/>
                <a:ahLst/>
                <a:cxnLst/>
                <a:rect l="l" t="t" r="r" b="b"/>
                <a:pathLst>
                  <a:path w="16847" h="16829" extrusionOk="0">
                    <a:moveTo>
                      <a:pt x="7998" y="1"/>
                    </a:moveTo>
                    <a:lnTo>
                      <a:pt x="7563" y="38"/>
                    </a:lnTo>
                    <a:lnTo>
                      <a:pt x="7147" y="95"/>
                    </a:lnTo>
                    <a:lnTo>
                      <a:pt x="6731" y="171"/>
                    </a:lnTo>
                    <a:lnTo>
                      <a:pt x="6315" y="265"/>
                    </a:lnTo>
                    <a:lnTo>
                      <a:pt x="5918" y="379"/>
                    </a:lnTo>
                    <a:lnTo>
                      <a:pt x="5521" y="511"/>
                    </a:lnTo>
                    <a:lnTo>
                      <a:pt x="5143" y="662"/>
                    </a:lnTo>
                    <a:lnTo>
                      <a:pt x="4765" y="814"/>
                    </a:lnTo>
                    <a:lnTo>
                      <a:pt x="4406" y="1003"/>
                    </a:lnTo>
                    <a:lnTo>
                      <a:pt x="4065" y="1211"/>
                    </a:lnTo>
                    <a:lnTo>
                      <a:pt x="3725" y="1438"/>
                    </a:lnTo>
                    <a:lnTo>
                      <a:pt x="3385" y="1664"/>
                    </a:lnTo>
                    <a:lnTo>
                      <a:pt x="3063" y="1910"/>
                    </a:lnTo>
                    <a:lnTo>
                      <a:pt x="2761" y="2175"/>
                    </a:lnTo>
                    <a:lnTo>
                      <a:pt x="2477" y="2459"/>
                    </a:lnTo>
                    <a:lnTo>
                      <a:pt x="2193" y="2742"/>
                    </a:lnTo>
                    <a:lnTo>
                      <a:pt x="1929" y="3064"/>
                    </a:lnTo>
                    <a:lnTo>
                      <a:pt x="1683" y="3366"/>
                    </a:lnTo>
                    <a:lnTo>
                      <a:pt x="1437" y="3706"/>
                    </a:lnTo>
                    <a:lnTo>
                      <a:pt x="1229" y="4047"/>
                    </a:lnTo>
                    <a:lnTo>
                      <a:pt x="1021" y="4406"/>
                    </a:lnTo>
                    <a:lnTo>
                      <a:pt x="832" y="4765"/>
                    </a:lnTo>
                    <a:lnTo>
                      <a:pt x="662" y="5143"/>
                    </a:lnTo>
                    <a:lnTo>
                      <a:pt x="511" y="5522"/>
                    </a:lnTo>
                    <a:lnTo>
                      <a:pt x="378" y="5900"/>
                    </a:lnTo>
                    <a:lnTo>
                      <a:pt x="265" y="6316"/>
                    </a:lnTo>
                    <a:lnTo>
                      <a:pt x="170" y="6713"/>
                    </a:lnTo>
                    <a:lnTo>
                      <a:pt x="95" y="7129"/>
                    </a:lnTo>
                    <a:lnTo>
                      <a:pt x="38" y="7545"/>
                    </a:lnTo>
                    <a:lnTo>
                      <a:pt x="19" y="7980"/>
                    </a:lnTo>
                    <a:lnTo>
                      <a:pt x="0" y="8414"/>
                    </a:lnTo>
                    <a:lnTo>
                      <a:pt x="19" y="8849"/>
                    </a:lnTo>
                    <a:lnTo>
                      <a:pt x="38" y="9265"/>
                    </a:lnTo>
                    <a:lnTo>
                      <a:pt x="95" y="9700"/>
                    </a:lnTo>
                    <a:lnTo>
                      <a:pt x="170" y="10116"/>
                    </a:lnTo>
                    <a:lnTo>
                      <a:pt x="265" y="10513"/>
                    </a:lnTo>
                    <a:lnTo>
                      <a:pt x="378" y="10910"/>
                    </a:lnTo>
                    <a:lnTo>
                      <a:pt x="511" y="11307"/>
                    </a:lnTo>
                    <a:lnTo>
                      <a:pt x="662" y="11685"/>
                    </a:lnTo>
                    <a:lnTo>
                      <a:pt x="832" y="12064"/>
                    </a:lnTo>
                    <a:lnTo>
                      <a:pt x="1021" y="12423"/>
                    </a:lnTo>
                    <a:lnTo>
                      <a:pt x="1229" y="12782"/>
                    </a:lnTo>
                    <a:lnTo>
                      <a:pt x="1437" y="13122"/>
                    </a:lnTo>
                    <a:lnTo>
                      <a:pt x="1683" y="13444"/>
                    </a:lnTo>
                    <a:lnTo>
                      <a:pt x="1929" y="13765"/>
                    </a:lnTo>
                    <a:lnTo>
                      <a:pt x="2193" y="14068"/>
                    </a:lnTo>
                    <a:lnTo>
                      <a:pt x="2477" y="14370"/>
                    </a:lnTo>
                    <a:lnTo>
                      <a:pt x="2761" y="14654"/>
                    </a:lnTo>
                    <a:lnTo>
                      <a:pt x="3063" y="14919"/>
                    </a:lnTo>
                    <a:lnTo>
                      <a:pt x="3385" y="15164"/>
                    </a:lnTo>
                    <a:lnTo>
                      <a:pt x="3725" y="15391"/>
                    </a:lnTo>
                    <a:lnTo>
                      <a:pt x="4065" y="15618"/>
                    </a:lnTo>
                    <a:lnTo>
                      <a:pt x="4406" y="15826"/>
                    </a:lnTo>
                    <a:lnTo>
                      <a:pt x="4765" y="15996"/>
                    </a:lnTo>
                    <a:lnTo>
                      <a:pt x="5143" y="16166"/>
                    </a:lnTo>
                    <a:lnTo>
                      <a:pt x="5521" y="16318"/>
                    </a:lnTo>
                    <a:lnTo>
                      <a:pt x="5918" y="16450"/>
                    </a:lnTo>
                    <a:lnTo>
                      <a:pt x="6315" y="16563"/>
                    </a:lnTo>
                    <a:lnTo>
                      <a:pt x="6731" y="16658"/>
                    </a:lnTo>
                    <a:lnTo>
                      <a:pt x="7147" y="16734"/>
                    </a:lnTo>
                    <a:lnTo>
                      <a:pt x="7563" y="16790"/>
                    </a:lnTo>
                    <a:lnTo>
                      <a:pt x="7998" y="16828"/>
                    </a:lnTo>
                    <a:lnTo>
                      <a:pt x="8849" y="16828"/>
                    </a:lnTo>
                    <a:lnTo>
                      <a:pt x="9284" y="16790"/>
                    </a:lnTo>
                    <a:lnTo>
                      <a:pt x="9700" y="16734"/>
                    </a:lnTo>
                    <a:lnTo>
                      <a:pt x="10116" y="16658"/>
                    </a:lnTo>
                    <a:lnTo>
                      <a:pt x="10532" y="16563"/>
                    </a:lnTo>
                    <a:lnTo>
                      <a:pt x="10929" y="16450"/>
                    </a:lnTo>
                    <a:lnTo>
                      <a:pt x="11326" y="16318"/>
                    </a:lnTo>
                    <a:lnTo>
                      <a:pt x="11704" y="16166"/>
                    </a:lnTo>
                    <a:lnTo>
                      <a:pt x="12082" y="15996"/>
                    </a:lnTo>
                    <a:lnTo>
                      <a:pt x="12441" y="15826"/>
                    </a:lnTo>
                    <a:lnTo>
                      <a:pt x="12800" y="15618"/>
                    </a:lnTo>
                    <a:lnTo>
                      <a:pt x="13141" y="15391"/>
                    </a:lnTo>
                    <a:lnTo>
                      <a:pt x="13462" y="15164"/>
                    </a:lnTo>
                    <a:lnTo>
                      <a:pt x="13784" y="14919"/>
                    </a:lnTo>
                    <a:lnTo>
                      <a:pt x="14086" y="14654"/>
                    </a:lnTo>
                    <a:lnTo>
                      <a:pt x="14389" y="14370"/>
                    </a:lnTo>
                    <a:lnTo>
                      <a:pt x="14653" y="14068"/>
                    </a:lnTo>
                    <a:lnTo>
                      <a:pt x="14918" y="13765"/>
                    </a:lnTo>
                    <a:lnTo>
                      <a:pt x="15183" y="13444"/>
                    </a:lnTo>
                    <a:lnTo>
                      <a:pt x="15410" y="13122"/>
                    </a:lnTo>
                    <a:lnTo>
                      <a:pt x="15637" y="12782"/>
                    </a:lnTo>
                    <a:lnTo>
                      <a:pt x="15826" y="12423"/>
                    </a:lnTo>
                    <a:lnTo>
                      <a:pt x="16015" y="12064"/>
                    </a:lnTo>
                    <a:lnTo>
                      <a:pt x="16185" y="11685"/>
                    </a:lnTo>
                    <a:lnTo>
                      <a:pt x="16336" y="11307"/>
                    </a:lnTo>
                    <a:lnTo>
                      <a:pt x="16468" y="10910"/>
                    </a:lnTo>
                    <a:lnTo>
                      <a:pt x="16582" y="10513"/>
                    </a:lnTo>
                    <a:lnTo>
                      <a:pt x="16676" y="10116"/>
                    </a:lnTo>
                    <a:lnTo>
                      <a:pt x="16752" y="9700"/>
                    </a:lnTo>
                    <a:lnTo>
                      <a:pt x="16809" y="9265"/>
                    </a:lnTo>
                    <a:lnTo>
                      <a:pt x="16828" y="8849"/>
                    </a:lnTo>
                    <a:lnTo>
                      <a:pt x="16847" y="8414"/>
                    </a:lnTo>
                    <a:lnTo>
                      <a:pt x="16828" y="7980"/>
                    </a:lnTo>
                    <a:lnTo>
                      <a:pt x="16809" y="7545"/>
                    </a:lnTo>
                    <a:lnTo>
                      <a:pt x="16752" y="7129"/>
                    </a:lnTo>
                    <a:lnTo>
                      <a:pt x="16676" y="6713"/>
                    </a:lnTo>
                    <a:lnTo>
                      <a:pt x="16582" y="6316"/>
                    </a:lnTo>
                    <a:lnTo>
                      <a:pt x="16468" y="5900"/>
                    </a:lnTo>
                    <a:lnTo>
                      <a:pt x="16336" y="5522"/>
                    </a:lnTo>
                    <a:lnTo>
                      <a:pt x="16185" y="5143"/>
                    </a:lnTo>
                    <a:lnTo>
                      <a:pt x="16015" y="4765"/>
                    </a:lnTo>
                    <a:lnTo>
                      <a:pt x="15826" y="4406"/>
                    </a:lnTo>
                    <a:lnTo>
                      <a:pt x="15637" y="4047"/>
                    </a:lnTo>
                    <a:lnTo>
                      <a:pt x="15410" y="3706"/>
                    </a:lnTo>
                    <a:lnTo>
                      <a:pt x="15183" y="3366"/>
                    </a:lnTo>
                    <a:lnTo>
                      <a:pt x="14918" y="3064"/>
                    </a:lnTo>
                    <a:lnTo>
                      <a:pt x="14653" y="2742"/>
                    </a:lnTo>
                    <a:lnTo>
                      <a:pt x="14389" y="2459"/>
                    </a:lnTo>
                    <a:lnTo>
                      <a:pt x="14086" y="2175"/>
                    </a:lnTo>
                    <a:lnTo>
                      <a:pt x="13784" y="1910"/>
                    </a:lnTo>
                    <a:lnTo>
                      <a:pt x="13462" y="1664"/>
                    </a:lnTo>
                    <a:lnTo>
                      <a:pt x="13141" y="1438"/>
                    </a:lnTo>
                    <a:lnTo>
                      <a:pt x="12800" y="1211"/>
                    </a:lnTo>
                    <a:lnTo>
                      <a:pt x="12441" y="1003"/>
                    </a:lnTo>
                    <a:lnTo>
                      <a:pt x="12082" y="814"/>
                    </a:lnTo>
                    <a:lnTo>
                      <a:pt x="11704" y="662"/>
                    </a:lnTo>
                    <a:lnTo>
                      <a:pt x="11326" y="511"/>
                    </a:lnTo>
                    <a:lnTo>
                      <a:pt x="10929" y="379"/>
                    </a:lnTo>
                    <a:lnTo>
                      <a:pt x="10532" y="265"/>
                    </a:lnTo>
                    <a:lnTo>
                      <a:pt x="10116" y="171"/>
                    </a:lnTo>
                    <a:lnTo>
                      <a:pt x="9700" y="95"/>
                    </a:lnTo>
                    <a:lnTo>
                      <a:pt x="9284" y="38"/>
                    </a:lnTo>
                    <a:lnTo>
                      <a:pt x="88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2074050" y="-1535150"/>
                <a:ext cx="221725" cy="222175"/>
              </a:xfrm>
              <a:custGeom>
                <a:avLst/>
                <a:gdLst/>
                <a:ahLst/>
                <a:cxnLst/>
                <a:rect l="l" t="t" r="r" b="b"/>
                <a:pathLst>
                  <a:path w="8869" h="8887" extrusionOk="0">
                    <a:moveTo>
                      <a:pt x="4444" y="0"/>
                    </a:moveTo>
                    <a:lnTo>
                      <a:pt x="4198" y="19"/>
                    </a:lnTo>
                    <a:lnTo>
                      <a:pt x="3990" y="19"/>
                    </a:lnTo>
                    <a:lnTo>
                      <a:pt x="3536" y="95"/>
                    </a:lnTo>
                    <a:lnTo>
                      <a:pt x="3120" y="208"/>
                    </a:lnTo>
                    <a:lnTo>
                      <a:pt x="2704" y="359"/>
                    </a:lnTo>
                    <a:lnTo>
                      <a:pt x="2326" y="548"/>
                    </a:lnTo>
                    <a:lnTo>
                      <a:pt x="1948" y="756"/>
                    </a:lnTo>
                    <a:lnTo>
                      <a:pt x="1608" y="1021"/>
                    </a:lnTo>
                    <a:lnTo>
                      <a:pt x="1305" y="1305"/>
                    </a:lnTo>
                    <a:lnTo>
                      <a:pt x="1003" y="1626"/>
                    </a:lnTo>
                    <a:lnTo>
                      <a:pt x="757" y="1967"/>
                    </a:lnTo>
                    <a:lnTo>
                      <a:pt x="530" y="2326"/>
                    </a:lnTo>
                    <a:lnTo>
                      <a:pt x="341" y="2723"/>
                    </a:lnTo>
                    <a:lnTo>
                      <a:pt x="190" y="3120"/>
                    </a:lnTo>
                    <a:lnTo>
                      <a:pt x="95" y="3555"/>
                    </a:lnTo>
                    <a:lnTo>
                      <a:pt x="20" y="3990"/>
                    </a:lnTo>
                    <a:lnTo>
                      <a:pt x="1" y="4217"/>
                    </a:lnTo>
                    <a:lnTo>
                      <a:pt x="1" y="4443"/>
                    </a:lnTo>
                    <a:lnTo>
                      <a:pt x="1" y="4670"/>
                    </a:lnTo>
                    <a:lnTo>
                      <a:pt x="20" y="4897"/>
                    </a:lnTo>
                    <a:lnTo>
                      <a:pt x="95" y="5332"/>
                    </a:lnTo>
                    <a:lnTo>
                      <a:pt x="190" y="5767"/>
                    </a:lnTo>
                    <a:lnTo>
                      <a:pt x="341" y="6164"/>
                    </a:lnTo>
                    <a:lnTo>
                      <a:pt x="530" y="6561"/>
                    </a:lnTo>
                    <a:lnTo>
                      <a:pt x="757" y="6920"/>
                    </a:lnTo>
                    <a:lnTo>
                      <a:pt x="1003" y="7261"/>
                    </a:lnTo>
                    <a:lnTo>
                      <a:pt x="1305" y="7582"/>
                    </a:lnTo>
                    <a:lnTo>
                      <a:pt x="1608" y="7866"/>
                    </a:lnTo>
                    <a:lnTo>
                      <a:pt x="1948" y="8130"/>
                    </a:lnTo>
                    <a:lnTo>
                      <a:pt x="2326" y="8338"/>
                    </a:lnTo>
                    <a:lnTo>
                      <a:pt x="2704" y="8527"/>
                    </a:lnTo>
                    <a:lnTo>
                      <a:pt x="3120" y="8679"/>
                    </a:lnTo>
                    <a:lnTo>
                      <a:pt x="3536" y="8792"/>
                    </a:lnTo>
                    <a:lnTo>
                      <a:pt x="3990" y="8849"/>
                    </a:lnTo>
                    <a:lnTo>
                      <a:pt x="4198" y="8868"/>
                    </a:lnTo>
                    <a:lnTo>
                      <a:pt x="4444" y="8887"/>
                    </a:lnTo>
                    <a:lnTo>
                      <a:pt x="4671" y="8868"/>
                    </a:lnTo>
                    <a:lnTo>
                      <a:pt x="4898" y="8849"/>
                    </a:lnTo>
                    <a:lnTo>
                      <a:pt x="5333" y="8792"/>
                    </a:lnTo>
                    <a:lnTo>
                      <a:pt x="5748" y="8679"/>
                    </a:lnTo>
                    <a:lnTo>
                      <a:pt x="6164" y="8527"/>
                    </a:lnTo>
                    <a:lnTo>
                      <a:pt x="6543" y="8338"/>
                    </a:lnTo>
                    <a:lnTo>
                      <a:pt x="6921" y="8130"/>
                    </a:lnTo>
                    <a:lnTo>
                      <a:pt x="7261" y="7866"/>
                    </a:lnTo>
                    <a:lnTo>
                      <a:pt x="7582" y="7582"/>
                    </a:lnTo>
                    <a:lnTo>
                      <a:pt x="7866" y="7261"/>
                    </a:lnTo>
                    <a:lnTo>
                      <a:pt x="8112" y="6920"/>
                    </a:lnTo>
                    <a:lnTo>
                      <a:pt x="8339" y="6561"/>
                    </a:lnTo>
                    <a:lnTo>
                      <a:pt x="8528" y="6164"/>
                    </a:lnTo>
                    <a:lnTo>
                      <a:pt x="8679" y="5767"/>
                    </a:lnTo>
                    <a:lnTo>
                      <a:pt x="8793" y="5332"/>
                    </a:lnTo>
                    <a:lnTo>
                      <a:pt x="8849" y="4897"/>
                    </a:lnTo>
                    <a:lnTo>
                      <a:pt x="8868" y="4670"/>
                    </a:lnTo>
                    <a:lnTo>
                      <a:pt x="8868" y="4443"/>
                    </a:lnTo>
                    <a:lnTo>
                      <a:pt x="8868" y="4217"/>
                    </a:lnTo>
                    <a:lnTo>
                      <a:pt x="8849" y="3990"/>
                    </a:lnTo>
                    <a:lnTo>
                      <a:pt x="8793" y="3555"/>
                    </a:lnTo>
                    <a:lnTo>
                      <a:pt x="8679" y="3120"/>
                    </a:lnTo>
                    <a:lnTo>
                      <a:pt x="8528" y="2723"/>
                    </a:lnTo>
                    <a:lnTo>
                      <a:pt x="8339" y="2326"/>
                    </a:lnTo>
                    <a:lnTo>
                      <a:pt x="8112" y="1967"/>
                    </a:lnTo>
                    <a:lnTo>
                      <a:pt x="7866" y="1626"/>
                    </a:lnTo>
                    <a:lnTo>
                      <a:pt x="7582" y="1305"/>
                    </a:lnTo>
                    <a:lnTo>
                      <a:pt x="7261" y="1021"/>
                    </a:lnTo>
                    <a:lnTo>
                      <a:pt x="6921" y="756"/>
                    </a:lnTo>
                    <a:lnTo>
                      <a:pt x="6543" y="548"/>
                    </a:lnTo>
                    <a:lnTo>
                      <a:pt x="6164" y="359"/>
                    </a:lnTo>
                    <a:lnTo>
                      <a:pt x="5748" y="208"/>
                    </a:lnTo>
                    <a:lnTo>
                      <a:pt x="5333" y="95"/>
                    </a:lnTo>
                    <a:lnTo>
                      <a:pt x="4898" y="19"/>
                    </a:lnTo>
                    <a:lnTo>
                      <a:pt x="4671" y="19"/>
                    </a:lnTo>
                    <a:lnTo>
                      <a:pt x="444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31"/>
              <p:cNvSpPr/>
              <p:nvPr/>
            </p:nvSpPr>
            <p:spPr>
              <a:xfrm>
                <a:off x="2192700" y="-1659475"/>
                <a:ext cx="515250" cy="237775"/>
              </a:xfrm>
              <a:custGeom>
                <a:avLst/>
                <a:gdLst/>
                <a:ahLst/>
                <a:cxnLst/>
                <a:rect l="l" t="t" r="r" b="b"/>
                <a:pathLst>
                  <a:path w="20610" h="9511" extrusionOk="0">
                    <a:moveTo>
                      <a:pt x="19815" y="1"/>
                    </a:moveTo>
                    <a:lnTo>
                      <a:pt x="0" y="9114"/>
                    </a:lnTo>
                    <a:lnTo>
                      <a:pt x="152" y="9511"/>
                    </a:lnTo>
                    <a:lnTo>
                      <a:pt x="20609" y="1040"/>
                    </a:lnTo>
                    <a:lnTo>
                      <a:pt x="19815" y="1"/>
                    </a:lnTo>
                    <a:close/>
                  </a:path>
                </a:pathLst>
              </a:custGeom>
              <a:gradFill>
                <a:gsLst>
                  <a:gs pos="0">
                    <a:srgbClr val="575757"/>
                  </a:gs>
                  <a:gs pos="100000">
                    <a:srgbClr val="16161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31"/>
              <p:cNvSpPr/>
              <p:nvPr/>
            </p:nvSpPr>
            <p:spPr>
              <a:xfrm>
                <a:off x="2620475" y="-1822550"/>
                <a:ext cx="312475" cy="245350"/>
              </a:xfrm>
              <a:custGeom>
                <a:avLst/>
                <a:gdLst/>
                <a:ahLst/>
                <a:cxnLst/>
                <a:rect l="l" t="t" r="r" b="b"/>
                <a:pathLst>
                  <a:path w="12499" h="9814" extrusionOk="0">
                    <a:moveTo>
                      <a:pt x="8509" y="1"/>
                    </a:moveTo>
                    <a:lnTo>
                      <a:pt x="1078" y="4803"/>
                    </a:lnTo>
                    <a:lnTo>
                      <a:pt x="0" y="8358"/>
                    </a:lnTo>
                    <a:lnTo>
                      <a:pt x="3820" y="9813"/>
                    </a:lnTo>
                    <a:lnTo>
                      <a:pt x="12498" y="5862"/>
                    </a:lnTo>
                    <a:lnTo>
                      <a:pt x="8376" y="4160"/>
                    </a:lnTo>
                    <a:lnTo>
                      <a:pt x="8509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0B9"/>
                  </a:gs>
                  <a:gs pos="100000">
                    <a:srgbClr val="F9D03C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96" name="Google Shape;1596;p31"/>
          <p:cNvSpPr/>
          <p:nvPr/>
        </p:nvSpPr>
        <p:spPr>
          <a:xfrm flipH="1">
            <a:off x="8256743" y="1054926"/>
            <a:ext cx="611683" cy="279336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7" name="Google Shape;1597;p31"/>
          <p:cNvSpPr/>
          <p:nvPr/>
        </p:nvSpPr>
        <p:spPr>
          <a:xfrm flipH="1">
            <a:off x="8558981" y="1839881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8" name="Google Shape;1598;p31"/>
          <p:cNvSpPr/>
          <p:nvPr/>
        </p:nvSpPr>
        <p:spPr>
          <a:xfrm flipH="1">
            <a:off x="198118" y="1334251"/>
            <a:ext cx="611683" cy="279336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9" name="Google Shape;1599;p31"/>
          <p:cNvSpPr/>
          <p:nvPr/>
        </p:nvSpPr>
        <p:spPr>
          <a:xfrm flipH="1">
            <a:off x="198131" y="2291043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0" name="Google Shape;1600;p31"/>
          <p:cNvSpPr/>
          <p:nvPr/>
        </p:nvSpPr>
        <p:spPr>
          <a:xfrm flipH="1">
            <a:off x="5855310" y="124374"/>
            <a:ext cx="439416" cy="200667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1" name="Google Shape;1601;p31"/>
          <p:cNvSpPr/>
          <p:nvPr/>
        </p:nvSpPr>
        <p:spPr>
          <a:xfrm flipH="1">
            <a:off x="3445481" y="69981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32"/>
          <p:cNvSpPr/>
          <p:nvPr/>
        </p:nvSpPr>
        <p:spPr>
          <a:xfrm rot="-5400000">
            <a:off x="7704425" y="3158881"/>
            <a:ext cx="1978611" cy="886872"/>
          </a:xfrm>
          <a:custGeom>
            <a:avLst/>
            <a:gdLst/>
            <a:ahLst/>
            <a:cxnLst/>
            <a:rect l="l" t="t" r="r" b="b"/>
            <a:pathLst>
              <a:path w="70545" h="31626" extrusionOk="0">
                <a:moveTo>
                  <a:pt x="10365" y="1"/>
                </a:moveTo>
                <a:lnTo>
                  <a:pt x="9853" y="20"/>
                </a:lnTo>
                <a:lnTo>
                  <a:pt x="9360" y="39"/>
                </a:lnTo>
                <a:lnTo>
                  <a:pt x="8868" y="76"/>
                </a:lnTo>
                <a:lnTo>
                  <a:pt x="8375" y="152"/>
                </a:lnTo>
                <a:lnTo>
                  <a:pt x="7882" y="209"/>
                </a:lnTo>
                <a:lnTo>
                  <a:pt x="7390" y="304"/>
                </a:lnTo>
                <a:lnTo>
                  <a:pt x="6916" y="399"/>
                </a:lnTo>
                <a:lnTo>
                  <a:pt x="6423" y="512"/>
                </a:lnTo>
                <a:lnTo>
                  <a:pt x="5950" y="645"/>
                </a:lnTo>
                <a:lnTo>
                  <a:pt x="5457" y="778"/>
                </a:lnTo>
                <a:lnTo>
                  <a:pt x="4983" y="929"/>
                </a:lnTo>
                <a:lnTo>
                  <a:pt x="4510" y="1100"/>
                </a:lnTo>
                <a:lnTo>
                  <a:pt x="4055" y="1270"/>
                </a:lnTo>
                <a:lnTo>
                  <a:pt x="3581" y="1441"/>
                </a:lnTo>
                <a:lnTo>
                  <a:pt x="2653" y="1858"/>
                </a:lnTo>
                <a:lnTo>
                  <a:pt x="1762" y="2293"/>
                </a:lnTo>
                <a:lnTo>
                  <a:pt x="872" y="2767"/>
                </a:lnTo>
                <a:lnTo>
                  <a:pt x="0" y="3279"/>
                </a:lnTo>
                <a:lnTo>
                  <a:pt x="0" y="31625"/>
                </a:lnTo>
                <a:lnTo>
                  <a:pt x="70545" y="31625"/>
                </a:lnTo>
                <a:lnTo>
                  <a:pt x="70488" y="31247"/>
                </a:lnTo>
                <a:lnTo>
                  <a:pt x="70412" y="30849"/>
                </a:lnTo>
                <a:lnTo>
                  <a:pt x="70317" y="30470"/>
                </a:lnTo>
                <a:lnTo>
                  <a:pt x="70222" y="30091"/>
                </a:lnTo>
                <a:lnTo>
                  <a:pt x="70090" y="29712"/>
                </a:lnTo>
                <a:lnTo>
                  <a:pt x="69976" y="29333"/>
                </a:lnTo>
                <a:lnTo>
                  <a:pt x="69825" y="28973"/>
                </a:lnTo>
                <a:lnTo>
                  <a:pt x="69673" y="28613"/>
                </a:lnTo>
                <a:lnTo>
                  <a:pt x="69483" y="28196"/>
                </a:lnTo>
                <a:lnTo>
                  <a:pt x="69275" y="27798"/>
                </a:lnTo>
                <a:lnTo>
                  <a:pt x="69048" y="27381"/>
                </a:lnTo>
                <a:lnTo>
                  <a:pt x="68801" y="27002"/>
                </a:lnTo>
                <a:lnTo>
                  <a:pt x="68536" y="26604"/>
                </a:lnTo>
                <a:lnTo>
                  <a:pt x="68252" y="26225"/>
                </a:lnTo>
                <a:lnTo>
                  <a:pt x="67968" y="25865"/>
                </a:lnTo>
                <a:lnTo>
                  <a:pt x="67664" y="25505"/>
                </a:lnTo>
                <a:lnTo>
                  <a:pt x="67323" y="25164"/>
                </a:lnTo>
                <a:lnTo>
                  <a:pt x="67001" y="24823"/>
                </a:lnTo>
                <a:lnTo>
                  <a:pt x="66641" y="24501"/>
                </a:lnTo>
                <a:lnTo>
                  <a:pt x="66281" y="24217"/>
                </a:lnTo>
                <a:lnTo>
                  <a:pt x="65902" y="23932"/>
                </a:lnTo>
                <a:lnTo>
                  <a:pt x="65523" y="23667"/>
                </a:lnTo>
                <a:lnTo>
                  <a:pt x="65125" y="23421"/>
                </a:lnTo>
                <a:lnTo>
                  <a:pt x="64727" y="23193"/>
                </a:lnTo>
                <a:lnTo>
                  <a:pt x="64311" y="22985"/>
                </a:lnTo>
                <a:lnTo>
                  <a:pt x="63894" y="22796"/>
                </a:lnTo>
                <a:lnTo>
                  <a:pt x="63458" y="22644"/>
                </a:lnTo>
                <a:lnTo>
                  <a:pt x="63022" y="22511"/>
                </a:lnTo>
                <a:lnTo>
                  <a:pt x="62586" y="22417"/>
                </a:lnTo>
                <a:lnTo>
                  <a:pt x="62131" y="22341"/>
                </a:lnTo>
                <a:lnTo>
                  <a:pt x="61677" y="22284"/>
                </a:lnTo>
                <a:lnTo>
                  <a:pt x="61222" y="22265"/>
                </a:lnTo>
                <a:lnTo>
                  <a:pt x="60767" y="22284"/>
                </a:lnTo>
                <a:lnTo>
                  <a:pt x="60312" y="22322"/>
                </a:lnTo>
                <a:lnTo>
                  <a:pt x="59839" y="22398"/>
                </a:lnTo>
                <a:lnTo>
                  <a:pt x="59384" y="22511"/>
                </a:lnTo>
                <a:lnTo>
                  <a:pt x="58910" y="22663"/>
                </a:lnTo>
                <a:lnTo>
                  <a:pt x="58456" y="22833"/>
                </a:lnTo>
                <a:lnTo>
                  <a:pt x="57982" y="23061"/>
                </a:lnTo>
                <a:lnTo>
                  <a:pt x="57527" y="23326"/>
                </a:lnTo>
                <a:lnTo>
                  <a:pt x="57432" y="22663"/>
                </a:lnTo>
                <a:lnTo>
                  <a:pt x="57319" y="22038"/>
                </a:lnTo>
                <a:lnTo>
                  <a:pt x="57186" y="21412"/>
                </a:lnTo>
                <a:lnTo>
                  <a:pt x="57015" y="20806"/>
                </a:lnTo>
                <a:lnTo>
                  <a:pt x="56826" y="20219"/>
                </a:lnTo>
                <a:lnTo>
                  <a:pt x="56599" y="19669"/>
                </a:lnTo>
                <a:lnTo>
                  <a:pt x="56352" y="19120"/>
                </a:lnTo>
                <a:lnTo>
                  <a:pt x="56068" y="18589"/>
                </a:lnTo>
                <a:lnTo>
                  <a:pt x="55746" y="18077"/>
                </a:lnTo>
                <a:lnTo>
                  <a:pt x="55405" y="17585"/>
                </a:lnTo>
                <a:lnTo>
                  <a:pt x="55045" y="17111"/>
                </a:lnTo>
                <a:lnTo>
                  <a:pt x="54647" y="16656"/>
                </a:lnTo>
                <a:lnTo>
                  <a:pt x="54211" y="16220"/>
                </a:lnTo>
                <a:lnTo>
                  <a:pt x="53756" y="15804"/>
                </a:lnTo>
                <a:lnTo>
                  <a:pt x="53264" y="15406"/>
                </a:lnTo>
                <a:lnTo>
                  <a:pt x="52752" y="15046"/>
                </a:lnTo>
                <a:lnTo>
                  <a:pt x="52089" y="14553"/>
                </a:lnTo>
                <a:lnTo>
                  <a:pt x="51407" y="14098"/>
                </a:lnTo>
                <a:lnTo>
                  <a:pt x="50706" y="13662"/>
                </a:lnTo>
                <a:lnTo>
                  <a:pt x="50005" y="13265"/>
                </a:lnTo>
                <a:lnTo>
                  <a:pt x="49285" y="12905"/>
                </a:lnTo>
                <a:lnTo>
                  <a:pt x="48546" y="12544"/>
                </a:lnTo>
                <a:lnTo>
                  <a:pt x="47807" y="12222"/>
                </a:lnTo>
                <a:lnTo>
                  <a:pt x="47049" y="11938"/>
                </a:lnTo>
                <a:lnTo>
                  <a:pt x="46291" y="11673"/>
                </a:lnTo>
                <a:lnTo>
                  <a:pt x="45533" y="11445"/>
                </a:lnTo>
                <a:lnTo>
                  <a:pt x="44756" y="11237"/>
                </a:lnTo>
                <a:lnTo>
                  <a:pt x="43979" y="11067"/>
                </a:lnTo>
                <a:lnTo>
                  <a:pt x="43202" y="10915"/>
                </a:lnTo>
                <a:lnTo>
                  <a:pt x="42406" y="10782"/>
                </a:lnTo>
                <a:lnTo>
                  <a:pt x="41629" y="10688"/>
                </a:lnTo>
                <a:lnTo>
                  <a:pt x="40834" y="10631"/>
                </a:lnTo>
                <a:lnTo>
                  <a:pt x="40057" y="10593"/>
                </a:lnTo>
                <a:lnTo>
                  <a:pt x="39261" y="10593"/>
                </a:lnTo>
                <a:lnTo>
                  <a:pt x="38465" y="10612"/>
                </a:lnTo>
                <a:lnTo>
                  <a:pt x="37688" y="10669"/>
                </a:lnTo>
                <a:lnTo>
                  <a:pt x="36911" y="10744"/>
                </a:lnTo>
                <a:lnTo>
                  <a:pt x="36134" y="10858"/>
                </a:lnTo>
                <a:lnTo>
                  <a:pt x="35358" y="10991"/>
                </a:lnTo>
                <a:lnTo>
                  <a:pt x="34581" y="11161"/>
                </a:lnTo>
                <a:lnTo>
                  <a:pt x="33823" y="11370"/>
                </a:lnTo>
                <a:lnTo>
                  <a:pt x="33084" y="11597"/>
                </a:lnTo>
                <a:lnTo>
                  <a:pt x="32345" y="11862"/>
                </a:lnTo>
                <a:lnTo>
                  <a:pt x="31606" y="12147"/>
                </a:lnTo>
                <a:lnTo>
                  <a:pt x="30886" y="12469"/>
                </a:lnTo>
                <a:lnTo>
                  <a:pt x="30166" y="12829"/>
                </a:lnTo>
                <a:lnTo>
                  <a:pt x="29465" y="13208"/>
                </a:lnTo>
                <a:lnTo>
                  <a:pt x="28782" y="13625"/>
                </a:lnTo>
                <a:lnTo>
                  <a:pt x="28574" y="13037"/>
                </a:lnTo>
                <a:lnTo>
                  <a:pt x="28366" y="12450"/>
                </a:lnTo>
                <a:lnTo>
                  <a:pt x="28119" y="11881"/>
                </a:lnTo>
                <a:lnTo>
                  <a:pt x="27873" y="11332"/>
                </a:lnTo>
                <a:lnTo>
                  <a:pt x="27589" y="10782"/>
                </a:lnTo>
                <a:lnTo>
                  <a:pt x="27305" y="10252"/>
                </a:lnTo>
                <a:lnTo>
                  <a:pt x="27001" y="9721"/>
                </a:lnTo>
                <a:lnTo>
                  <a:pt x="26698" y="9210"/>
                </a:lnTo>
                <a:lnTo>
                  <a:pt x="26357" y="8717"/>
                </a:lnTo>
                <a:lnTo>
                  <a:pt x="26016" y="8224"/>
                </a:lnTo>
                <a:lnTo>
                  <a:pt x="25656" y="7751"/>
                </a:lnTo>
                <a:lnTo>
                  <a:pt x="25296" y="7277"/>
                </a:lnTo>
                <a:lnTo>
                  <a:pt x="24898" y="6822"/>
                </a:lnTo>
                <a:lnTo>
                  <a:pt x="24500" y="6386"/>
                </a:lnTo>
                <a:lnTo>
                  <a:pt x="24102" y="5950"/>
                </a:lnTo>
                <a:lnTo>
                  <a:pt x="23666" y="5534"/>
                </a:lnTo>
                <a:lnTo>
                  <a:pt x="23231" y="5136"/>
                </a:lnTo>
                <a:lnTo>
                  <a:pt x="22795" y="4757"/>
                </a:lnTo>
                <a:lnTo>
                  <a:pt x="22340" y="4378"/>
                </a:lnTo>
                <a:lnTo>
                  <a:pt x="21866" y="4018"/>
                </a:lnTo>
                <a:lnTo>
                  <a:pt x="21374" y="3658"/>
                </a:lnTo>
                <a:lnTo>
                  <a:pt x="20881" y="3317"/>
                </a:lnTo>
                <a:lnTo>
                  <a:pt x="20369" y="2995"/>
                </a:lnTo>
                <a:lnTo>
                  <a:pt x="19858" y="2691"/>
                </a:lnTo>
                <a:lnTo>
                  <a:pt x="19346" y="2407"/>
                </a:lnTo>
                <a:lnTo>
                  <a:pt x="18797" y="2123"/>
                </a:lnTo>
                <a:lnTo>
                  <a:pt x="18247" y="1858"/>
                </a:lnTo>
                <a:lnTo>
                  <a:pt x="17698" y="1611"/>
                </a:lnTo>
                <a:lnTo>
                  <a:pt x="17129" y="1365"/>
                </a:lnTo>
                <a:lnTo>
                  <a:pt x="16561" y="1157"/>
                </a:lnTo>
                <a:lnTo>
                  <a:pt x="15973" y="948"/>
                </a:lnTo>
                <a:lnTo>
                  <a:pt x="15386" y="759"/>
                </a:lnTo>
                <a:lnTo>
                  <a:pt x="14893" y="607"/>
                </a:lnTo>
                <a:lnTo>
                  <a:pt x="14382" y="474"/>
                </a:lnTo>
                <a:lnTo>
                  <a:pt x="13870" y="342"/>
                </a:lnTo>
                <a:lnTo>
                  <a:pt x="13378" y="247"/>
                </a:lnTo>
                <a:lnTo>
                  <a:pt x="12866" y="171"/>
                </a:lnTo>
                <a:lnTo>
                  <a:pt x="12354" y="95"/>
                </a:lnTo>
                <a:lnTo>
                  <a:pt x="11862" y="58"/>
                </a:lnTo>
                <a:lnTo>
                  <a:pt x="11350" y="20"/>
                </a:lnTo>
                <a:lnTo>
                  <a:pt x="10857" y="1"/>
                </a:lnTo>
                <a:close/>
              </a:path>
            </a:pathLst>
          </a:custGeom>
          <a:solidFill>
            <a:srgbClr val="FFFFFF">
              <a:alpha val="3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4" name="Google Shape;1604;p32"/>
          <p:cNvSpPr/>
          <p:nvPr/>
        </p:nvSpPr>
        <p:spPr>
          <a:xfrm flipH="1">
            <a:off x="-506990" y="3574202"/>
            <a:ext cx="10151150" cy="2161125"/>
          </a:xfrm>
          <a:custGeom>
            <a:avLst/>
            <a:gdLst/>
            <a:ahLst/>
            <a:cxnLst/>
            <a:rect l="l" t="t" r="r" b="b"/>
            <a:pathLst>
              <a:path w="406046" h="86445" extrusionOk="0">
                <a:moveTo>
                  <a:pt x="12925" y="39205"/>
                </a:moveTo>
                <a:cubicBezTo>
                  <a:pt x="25160" y="32416"/>
                  <a:pt x="54933" y="32628"/>
                  <a:pt x="76997" y="32416"/>
                </a:cubicBezTo>
                <a:cubicBezTo>
                  <a:pt x="99062" y="32204"/>
                  <a:pt x="126784" y="38144"/>
                  <a:pt x="145312" y="37932"/>
                </a:cubicBezTo>
                <a:cubicBezTo>
                  <a:pt x="163841" y="37720"/>
                  <a:pt x="176712" y="34184"/>
                  <a:pt x="188168" y="31143"/>
                </a:cubicBezTo>
                <a:cubicBezTo>
                  <a:pt x="199625" y="28102"/>
                  <a:pt x="204221" y="24636"/>
                  <a:pt x="214051" y="19686"/>
                </a:cubicBezTo>
                <a:cubicBezTo>
                  <a:pt x="223881" y="14736"/>
                  <a:pt x="232933" y="4199"/>
                  <a:pt x="247147" y="1441"/>
                </a:cubicBezTo>
                <a:cubicBezTo>
                  <a:pt x="261362" y="-1317"/>
                  <a:pt x="283426" y="522"/>
                  <a:pt x="299338" y="3138"/>
                </a:cubicBezTo>
                <a:cubicBezTo>
                  <a:pt x="315250" y="5755"/>
                  <a:pt x="328686" y="12190"/>
                  <a:pt x="342618" y="17140"/>
                </a:cubicBezTo>
                <a:cubicBezTo>
                  <a:pt x="356550" y="22090"/>
                  <a:pt x="373027" y="29799"/>
                  <a:pt x="382928" y="32840"/>
                </a:cubicBezTo>
                <a:cubicBezTo>
                  <a:pt x="392829" y="35881"/>
                  <a:pt x="398416" y="30294"/>
                  <a:pt x="402023" y="35386"/>
                </a:cubicBezTo>
                <a:cubicBezTo>
                  <a:pt x="405630" y="40478"/>
                  <a:pt x="407397" y="56814"/>
                  <a:pt x="404568" y="63391"/>
                </a:cubicBezTo>
                <a:cubicBezTo>
                  <a:pt x="401739" y="69968"/>
                  <a:pt x="403083" y="71028"/>
                  <a:pt x="385050" y="74847"/>
                </a:cubicBezTo>
                <a:cubicBezTo>
                  <a:pt x="367017" y="78666"/>
                  <a:pt x="351105" y="85738"/>
                  <a:pt x="296368" y="86304"/>
                </a:cubicBezTo>
                <a:cubicBezTo>
                  <a:pt x="241631" y="86870"/>
                  <a:pt x="105426" y="80434"/>
                  <a:pt x="56630" y="78242"/>
                </a:cubicBezTo>
                <a:cubicBezTo>
                  <a:pt x="7834" y="76050"/>
                  <a:pt x="10874" y="79656"/>
                  <a:pt x="3590" y="73150"/>
                </a:cubicBezTo>
                <a:cubicBezTo>
                  <a:pt x="-3694" y="66644"/>
                  <a:pt x="691" y="45994"/>
                  <a:pt x="12925" y="39205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</p:sp>
      <p:sp>
        <p:nvSpPr>
          <p:cNvPr id="1605" name="Google Shape;1605;p32"/>
          <p:cNvSpPr/>
          <p:nvPr/>
        </p:nvSpPr>
        <p:spPr>
          <a:xfrm rot="5400000">
            <a:off x="-727738" y="720908"/>
            <a:ext cx="2613163" cy="1171348"/>
          </a:xfrm>
          <a:custGeom>
            <a:avLst/>
            <a:gdLst/>
            <a:ahLst/>
            <a:cxnLst/>
            <a:rect l="l" t="t" r="r" b="b"/>
            <a:pathLst>
              <a:path w="70545" h="31626" extrusionOk="0">
                <a:moveTo>
                  <a:pt x="10365" y="1"/>
                </a:moveTo>
                <a:lnTo>
                  <a:pt x="9853" y="20"/>
                </a:lnTo>
                <a:lnTo>
                  <a:pt x="9360" y="39"/>
                </a:lnTo>
                <a:lnTo>
                  <a:pt x="8868" y="76"/>
                </a:lnTo>
                <a:lnTo>
                  <a:pt x="8375" y="152"/>
                </a:lnTo>
                <a:lnTo>
                  <a:pt x="7882" y="209"/>
                </a:lnTo>
                <a:lnTo>
                  <a:pt x="7390" y="304"/>
                </a:lnTo>
                <a:lnTo>
                  <a:pt x="6916" y="399"/>
                </a:lnTo>
                <a:lnTo>
                  <a:pt x="6423" y="512"/>
                </a:lnTo>
                <a:lnTo>
                  <a:pt x="5950" y="645"/>
                </a:lnTo>
                <a:lnTo>
                  <a:pt x="5457" y="778"/>
                </a:lnTo>
                <a:lnTo>
                  <a:pt x="4983" y="929"/>
                </a:lnTo>
                <a:lnTo>
                  <a:pt x="4510" y="1100"/>
                </a:lnTo>
                <a:lnTo>
                  <a:pt x="4055" y="1270"/>
                </a:lnTo>
                <a:lnTo>
                  <a:pt x="3581" y="1441"/>
                </a:lnTo>
                <a:lnTo>
                  <a:pt x="2653" y="1858"/>
                </a:lnTo>
                <a:lnTo>
                  <a:pt x="1762" y="2293"/>
                </a:lnTo>
                <a:lnTo>
                  <a:pt x="872" y="2767"/>
                </a:lnTo>
                <a:lnTo>
                  <a:pt x="0" y="3279"/>
                </a:lnTo>
                <a:lnTo>
                  <a:pt x="0" y="31625"/>
                </a:lnTo>
                <a:lnTo>
                  <a:pt x="70545" y="31625"/>
                </a:lnTo>
                <a:lnTo>
                  <a:pt x="70488" y="31247"/>
                </a:lnTo>
                <a:lnTo>
                  <a:pt x="70412" y="30849"/>
                </a:lnTo>
                <a:lnTo>
                  <a:pt x="70317" y="30470"/>
                </a:lnTo>
                <a:lnTo>
                  <a:pt x="70222" y="30091"/>
                </a:lnTo>
                <a:lnTo>
                  <a:pt x="70090" y="29712"/>
                </a:lnTo>
                <a:lnTo>
                  <a:pt x="69976" y="29333"/>
                </a:lnTo>
                <a:lnTo>
                  <a:pt x="69825" y="28973"/>
                </a:lnTo>
                <a:lnTo>
                  <a:pt x="69673" y="28613"/>
                </a:lnTo>
                <a:lnTo>
                  <a:pt x="69483" y="28196"/>
                </a:lnTo>
                <a:lnTo>
                  <a:pt x="69275" y="27798"/>
                </a:lnTo>
                <a:lnTo>
                  <a:pt x="69048" y="27381"/>
                </a:lnTo>
                <a:lnTo>
                  <a:pt x="68801" y="27002"/>
                </a:lnTo>
                <a:lnTo>
                  <a:pt x="68536" y="26604"/>
                </a:lnTo>
                <a:lnTo>
                  <a:pt x="68252" y="26225"/>
                </a:lnTo>
                <a:lnTo>
                  <a:pt x="67968" y="25865"/>
                </a:lnTo>
                <a:lnTo>
                  <a:pt x="67664" y="25505"/>
                </a:lnTo>
                <a:lnTo>
                  <a:pt x="67323" y="25164"/>
                </a:lnTo>
                <a:lnTo>
                  <a:pt x="67001" y="24823"/>
                </a:lnTo>
                <a:lnTo>
                  <a:pt x="66641" y="24501"/>
                </a:lnTo>
                <a:lnTo>
                  <a:pt x="66281" y="24217"/>
                </a:lnTo>
                <a:lnTo>
                  <a:pt x="65902" y="23932"/>
                </a:lnTo>
                <a:lnTo>
                  <a:pt x="65523" y="23667"/>
                </a:lnTo>
                <a:lnTo>
                  <a:pt x="65125" y="23421"/>
                </a:lnTo>
                <a:lnTo>
                  <a:pt x="64727" y="23193"/>
                </a:lnTo>
                <a:lnTo>
                  <a:pt x="64311" y="22985"/>
                </a:lnTo>
                <a:lnTo>
                  <a:pt x="63894" y="22796"/>
                </a:lnTo>
                <a:lnTo>
                  <a:pt x="63458" y="22644"/>
                </a:lnTo>
                <a:lnTo>
                  <a:pt x="63022" y="22511"/>
                </a:lnTo>
                <a:lnTo>
                  <a:pt x="62586" y="22417"/>
                </a:lnTo>
                <a:lnTo>
                  <a:pt x="62131" y="22341"/>
                </a:lnTo>
                <a:lnTo>
                  <a:pt x="61677" y="22284"/>
                </a:lnTo>
                <a:lnTo>
                  <a:pt x="61222" y="22265"/>
                </a:lnTo>
                <a:lnTo>
                  <a:pt x="60767" y="22284"/>
                </a:lnTo>
                <a:lnTo>
                  <a:pt x="60312" y="22322"/>
                </a:lnTo>
                <a:lnTo>
                  <a:pt x="59839" y="22398"/>
                </a:lnTo>
                <a:lnTo>
                  <a:pt x="59384" y="22511"/>
                </a:lnTo>
                <a:lnTo>
                  <a:pt x="58910" y="22663"/>
                </a:lnTo>
                <a:lnTo>
                  <a:pt x="58456" y="22833"/>
                </a:lnTo>
                <a:lnTo>
                  <a:pt x="57982" y="23061"/>
                </a:lnTo>
                <a:lnTo>
                  <a:pt x="57527" y="23326"/>
                </a:lnTo>
                <a:lnTo>
                  <a:pt x="57432" y="22663"/>
                </a:lnTo>
                <a:lnTo>
                  <a:pt x="57319" y="22038"/>
                </a:lnTo>
                <a:lnTo>
                  <a:pt x="57186" y="21412"/>
                </a:lnTo>
                <a:lnTo>
                  <a:pt x="57015" y="20806"/>
                </a:lnTo>
                <a:lnTo>
                  <a:pt x="56826" y="20219"/>
                </a:lnTo>
                <a:lnTo>
                  <a:pt x="56599" y="19669"/>
                </a:lnTo>
                <a:lnTo>
                  <a:pt x="56352" y="19120"/>
                </a:lnTo>
                <a:lnTo>
                  <a:pt x="56068" y="18589"/>
                </a:lnTo>
                <a:lnTo>
                  <a:pt x="55746" y="18077"/>
                </a:lnTo>
                <a:lnTo>
                  <a:pt x="55405" y="17585"/>
                </a:lnTo>
                <a:lnTo>
                  <a:pt x="55045" y="17111"/>
                </a:lnTo>
                <a:lnTo>
                  <a:pt x="54647" y="16656"/>
                </a:lnTo>
                <a:lnTo>
                  <a:pt x="54211" y="16220"/>
                </a:lnTo>
                <a:lnTo>
                  <a:pt x="53756" y="15804"/>
                </a:lnTo>
                <a:lnTo>
                  <a:pt x="53264" y="15406"/>
                </a:lnTo>
                <a:lnTo>
                  <a:pt x="52752" y="15046"/>
                </a:lnTo>
                <a:lnTo>
                  <a:pt x="52089" y="14553"/>
                </a:lnTo>
                <a:lnTo>
                  <a:pt x="51407" y="14098"/>
                </a:lnTo>
                <a:lnTo>
                  <a:pt x="50706" y="13662"/>
                </a:lnTo>
                <a:lnTo>
                  <a:pt x="50005" y="13265"/>
                </a:lnTo>
                <a:lnTo>
                  <a:pt x="49285" y="12905"/>
                </a:lnTo>
                <a:lnTo>
                  <a:pt x="48546" y="12544"/>
                </a:lnTo>
                <a:lnTo>
                  <a:pt x="47807" y="12222"/>
                </a:lnTo>
                <a:lnTo>
                  <a:pt x="47049" y="11938"/>
                </a:lnTo>
                <a:lnTo>
                  <a:pt x="46291" y="11673"/>
                </a:lnTo>
                <a:lnTo>
                  <a:pt x="45533" y="11445"/>
                </a:lnTo>
                <a:lnTo>
                  <a:pt x="44756" y="11237"/>
                </a:lnTo>
                <a:lnTo>
                  <a:pt x="43979" y="11067"/>
                </a:lnTo>
                <a:lnTo>
                  <a:pt x="43202" y="10915"/>
                </a:lnTo>
                <a:lnTo>
                  <a:pt x="42406" y="10782"/>
                </a:lnTo>
                <a:lnTo>
                  <a:pt x="41629" y="10688"/>
                </a:lnTo>
                <a:lnTo>
                  <a:pt x="40834" y="10631"/>
                </a:lnTo>
                <a:lnTo>
                  <a:pt x="40057" y="10593"/>
                </a:lnTo>
                <a:lnTo>
                  <a:pt x="39261" y="10593"/>
                </a:lnTo>
                <a:lnTo>
                  <a:pt x="38465" y="10612"/>
                </a:lnTo>
                <a:lnTo>
                  <a:pt x="37688" y="10669"/>
                </a:lnTo>
                <a:lnTo>
                  <a:pt x="36911" y="10744"/>
                </a:lnTo>
                <a:lnTo>
                  <a:pt x="36134" y="10858"/>
                </a:lnTo>
                <a:lnTo>
                  <a:pt x="35358" y="10991"/>
                </a:lnTo>
                <a:lnTo>
                  <a:pt x="34581" y="11161"/>
                </a:lnTo>
                <a:lnTo>
                  <a:pt x="33823" y="11370"/>
                </a:lnTo>
                <a:lnTo>
                  <a:pt x="33084" y="11597"/>
                </a:lnTo>
                <a:lnTo>
                  <a:pt x="32345" y="11862"/>
                </a:lnTo>
                <a:lnTo>
                  <a:pt x="31606" y="12147"/>
                </a:lnTo>
                <a:lnTo>
                  <a:pt x="30886" y="12469"/>
                </a:lnTo>
                <a:lnTo>
                  <a:pt x="30166" y="12829"/>
                </a:lnTo>
                <a:lnTo>
                  <a:pt x="29465" y="13208"/>
                </a:lnTo>
                <a:lnTo>
                  <a:pt x="28782" y="13625"/>
                </a:lnTo>
                <a:lnTo>
                  <a:pt x="28574" y="13037"/>
                </a:lnTo>
                <a:lnTo>
                  <a:pt x="28366" y="12450"/>
                </a:lnTo>
                <a:lnTo>
                  <a:pt x="28119" y="11881"/>
                </a:lnTo>
                <a:lnTo>
                  <a:pt x="27873" y="11332"/>
                </a:lnTo>
                <a:lnTo>
                  <a:pt x="27589" y="10782"/>
                </a:lnTo>
                <a:lnTo>
                  <a:pt x="27305" y="10252"/>
                </a:lnTo>
                <a:lnTo>
                  <a:pt x="27001" y="9721"/>
                </a:lnTo>
                <a:lnTo>
                  <a:pt x="26698" y="9210"/>
                </a:lnTo>
                <a:lnTo>
                  <a:pt x="26357" y="8717"/>
                </a:lnTo>
                <a:lnTo>
                  <a:pt x="26016" y="8224"/>
                </a:lnTo>
                <a:lnTo>
                  <a:pt x="25656" y="7751"/>
                </a:lnTo>
                <a:lnTo>
                  <a:pt x="25296" y="7277"/>
                </a:lnTo>
                <a:lnTo>
                  <a:pt x="24898" y="6822"/>
                </a:lnTo>
                <a:lnTo>
                  <a:pt x="24500" y="6386"/>
                </a:lnTo>
                <a:lnTo>
                  <a:pt x="24102" y="5950"/>
                </a:lnTo>
                <a:lnTo>
                  <a:pt x="23666" y="5534"/>
                </a:lnTo>
                <a:lnTo>
                  <a:pt x="23231" y="5136"/>
                </a:lnTo>
                <a:lnTo>
                  <a:pt x="22795" y="4757"/>
                </a:lnTo>
                <a:lnTo>
                  <a:pt x="22340" y="4378"/>
                </a:lnTo>
                <a:lnTo>
                  <a:pt x="21866" y="4018"/>
                </a:lnTo>
                <a:lnTo>
                  <a:pt x="21374" y="3658"/>
                </a:lnTo>
                <a:lnTo>
                  <a:pt x="20881" y="3317"/>
                </a:lnTo>
                <a:lnTo>
                  <a:pt x="20369" y="2995"/>
                </a:lnTo>
                <a:lnTo>
                  <a:pt x="19858" y="2691"/>
                </a:lnTo>
                <a:lnTo>
                  <a:pt x="19346" y="2407"/>
                </a:lnTo>
                <a:lnTo>
                  <a:pt x="18797" y="2123"/>
                </a:lnTo>
                <a:lnTo>
                  <a:pt x="18247" y="1858"/>
                </a:lnTo>
                <a:lnTo>
                  <a:pt x="17698" y="1611"/>
                </a:lnTo>
                <a:lnTo>
                  <a:pt x="17129" y="1365"/>
                </a:lnTo>
                <a:lnTo>
                  <a:pt x="16561" y="1157"/>
                </a:lnTo>
                <a:lnTo>
                  <a:pt x="15973" y="948"/>
                </a:lnTo>
                <a:lnTo>
                  <a:pt x="15386" y="759"/>
                </a:lnTo>
                <a:lnTo>
                  <a:pt x="14893" y="607"/>
                </a:lnTo>
                <a:lnTo>
                  <a:pt x="14382" y="474"/>
                </a:lnTo>
                <a:lnTo>
                  <a:pt x="13870" y="342"/>
                </a:lnTo>
                <a:lnTo>
                  <a:pt x="13378" y="247"/>
                </a:lnTo>
                <a:lnTo>
                  <a:pt x="12866" y="171"/>
                </a:lnTo>
                <a:lnTo>
                  <a:pt x="12354" y="95"/>
                </a:lnTo>
                <a:lnTo>
                  <a:pt x="11862" y="58"/>
                </a:lnTo>
                <a:lnTo>
                  <a:pt x="11350" y="20"/>
                </a:lnTo>
                <a:lnTo>
                  <a:pt x="10857" y="1"/>
                </a:lnTo>
                <a:close/>
              </a:path>
            </a:pathLst>
          </a:custGeom>
          <a:solidFill>
            <a:srgbClr val="FFFFFF">
              <a:alpha val="3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06" name="Google Shape;1606;p32"/>
          <p:cNvGrpSpPr/>
          <p:nvPr/>
        </p:nvGrpSpPr>
        <p:grpSpPr>
          <a:xfrm>
            <a:off x="2571606" y="4515618"/>
            <a:ext cx="560435" cy="558099"/>
            <a:chOff x="778525" y="3588975"/>
            <a:chExt cx="1073425" cy="1068950"/>
          </a:xfrm>
        </p:grpSpPr>
        <p:sp>
          <p:nvSpPr>
            <p:cNvPr id="1607" name="Google Shape;1607;p32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08" name="Google Shape;1608;p32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1609" name="Google Shape;1609;p32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32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32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2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2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32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32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2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2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32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32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32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21" name="Google Shape;1621;p32"/>
          <p:cNvGrpSpPr/>
          <p:nvPr/>
        </p:nvGrpSpPr>
        <p:grpSpPr>
          <a:xfrm>
            <a:off x="8423940" y="3966894"/>
            <a:ext cx="611638" cy="609195"/>
            <a:chOff x="778525" y="3588975"/>
            <a:chExt cx="1073425" cy="1068950"/>
          </a:xfrm>
        </p:grpSpPr>
        <p:sp>
          <p:nvSpPr>
            <p:cNvPr id="1622" name="Google Shape;1622;p32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23" name="Google Shape;1623;p32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1624" name="Google Shape;1624;p32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32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32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32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32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32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32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32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32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32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32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32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36" name="Google Shape;1636;p32"/>
          <p:cNvSpPr/>
          <p:nvPr/>
        </p:nvSpPr>
        <p:spPr>
          <a:xfrm flipH="1">
            <a:off x="8525488" y="1181601"/>
            <a:ext cx="611683" cy="279336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7" name="Google Shape;1637;p32"/>
          <p:cNvSpPr/>
          <p:nvPr/>
        </p:nvSpPr>
        <p:spPr>
          <a:xfrm flipH="1">
            <a:off x="8388979" y="166824"/>
            <a:ext cx="439416" cy="200667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8" name="Google Shape;1638;p32"/>
          <p:cNvSpPr/>
          <p:nvPr/>
        </p:nvSpPr>
        <p:spPr>
          <a:xfrm flipH="1">
            <a:off x="1301513" y="260176"/>
            <a:ext cx="611683" cy="279336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9" name="Google Shape;1639;p32"/>
          <p:cNvSpPr/>
          <p:nvPr/>
        </p:nvSpPr>
        <p:spPr>
          <a:xfrm flipH="1">
            <a:off x="157254" y="1620099"/>
            <a:ext cx="439416" cy="200667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0" name="Google Shape;1640;p32"/>
          <p:cNvSpPr/>
          <p:nvPr/>
        </p:nvSpPr>
        <p:spPr>
          <a:xfrm flipH="1">
            <a:off x="2991325" y="114431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1" name="Google Shape;1641;p32"/>
          <p:cNvSpPr/>
          <p:nvPr/>
        </p:nvSpPr>
        <p:spPr>
          <a:xfrm flipH="1">
            <a:off x="95375" y="753256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2" name="Google Shape;1642;p32"/>
          <p:cNvSpPr/>
          <p:nvPr/>
        </p:nvSpPr>
        <p:spPr>
          <a:xfrm flipH="1">
            <a:off x="7913375" y="1599531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/>
          <p:nvPr/>
        </p:nvSpPr>
        <p:spPr>
          <a:xfrm rot="5400000" flipH="1">
            <a:off x="-1037347" y="2328293"/>
            <a:ext cx="3722131" cy="1668667"/>
          </a:xfrm>
          <a:custGeom>
            <a:avLst/>
            <a:gdLst/>
            <a:ahLst/>
            <a:cxnLst/>
            <a:rect l="l" t="t" r="r" b="b"/>
            <a:pathLst>
              <a:path w="70545" h="31626" extrusionOk="0">
                <a:moveTo>
                  <a:pt x="10365" y="1"/>
                </a:moveTo>
                <a:lnTo>
                  <a:pt x="9853" y="20"/>
                </a:lnTo>
                <a:lnTo>
                  <a:pt x="9360" y="39"/>
                </a:lnTo>
                <a:lnTo>
                  <a:pt x="8868" y="76"/>
                </a:lnTo>
                <a:lnTo>
                  <a:pt x="8375" y="152"/>
                </a:lnTo>
                <a:lnTo>
                  <a:pt x="7882" y="209"/>
                </a:lnTo>
                <a:lnTo>
                  <a:pt x="7390" y="304"/>
                </a:lnTo>
                <a:lnTo>
                  <a:pt x="6916" y="399"/>
                </a:lnTo>
                <a:lnTo>
                  <a:pt x="6423" y="512"/>
                </a:lnTo>
                <a:lnTo>
                  <a:pt x="5950" y="645"/>
                </a:lnTo>
                <a:lnTo>
                  <a:pt x="5457" y="778"/>
                </a:lnTo>
                <a:lnTo>
                  <a:pt x="4983" y="929"/>
                </a:lnTo>
                <a:lnTo>
                  <a:pt x="4510" y="1100"/>
                </a:lnTo>
                <a:lnTo>
                  <a:pt x="4055" y="1270"/>
                </a:lnTo>
                <a:lnTo>
                  <a:pt x="3581" y="1441"/>
                </a:lnTo>
                <a:lnTo>
                  <a:pt x="2653" y="1858"/>
                </a:lnTo>
                <a:lnTo>
                  <a:pt x="1762" y="2293"/>
                </a:lnTo>
                <a:lnTo>
                  <a:pt x="872" y="2767"/>
                </a:lnTo>
                <a:lnTo>
                  <a:pt x="0" y="3279"/>
                </a:lnTo>
                <a:lnTo>
                  <a:pt x="0" y="31625"/>
                </a:lnTo>
                <a:lnTo>
                  <a:pt x="70545" y="31625"/>
                </a:lnTo>
                <a:lnTo>
                  <a:pt x="70488" y="31247"/>
                </a:lnTo>
                <a:lnTo>
                  <a:pt x="70412" y="30849"/>
                </a:lnTo>
                <a:lnTo>
                  <a:pt x="70317" y="30470"/>
                </a:lnTo>
                <a:lnTo>
                  <a:pt x="70222" y="30091"/>
                </a:lnTo>
                <a:lnTo>
                  <a:pt x="70090" y="29712"/>
                </a:lnTo>
                <a:lnTo>
                  <a:pt x="69976" y="29333"/>
                </a:lnTo>
                <a:lnTo>
                  <a:pt x="69825" y="28973"/>
                </a:lnTo>
                <a:lnTo>
                  <a:pt x="69673" y="28613"/>
                </a:lnTo>
                <a:lnTo>
                  <a:pt x="69483" y="28196"/>
                </a:lnTo>
                <a:lnTo>
                  <a:pt x="69275" y="27798"/>
                </a:lnTo>
                <a:lnTo>
                  <a:pt x="69048" y="27381"/>
                </a:lnTo>
                <a:lnTo>
                  <a:pt x="68801" y="27002"/>
                </a:lnTo>
                <a:lnTo>
                  <a:pt x="68536" y="26604"/>
                </a:lnTo>
                <a:lnTo>
                  <a:pt x="68252" y="26225"/>
                </a:lnTo>
                <a:lnTo>
                  <a:pt x="67968" y="25865"/>
                </a:lnTo>
                <a:lnTo>
                  <a:pt x="67664" y="25505"/>
                </a:lnTo>
                <a:lnTo>
                  <a:pt x="67323" y="25164"/>
                </a:lnTo>
                <a:lnTo>
                  <a:pt x="67001" y="24823"/>
                </a:lnTo>
                <a:lnTo>
                  <a:pt x="66641" y="24501"/>
                </a:lnTo>
                <a:lnTo>
                  <a:pt x="66281" y="24217"/>
                </a:lnTo>
                <a:lnTo>
                  <a:pt x="65902" y="23932"/>
                </a:lnTo>
                <a:lnTo>
                  <a:pt x="65523" y="23667"/>
                </a:lnTo>
                <a:lnTo>
                  <a:pt x="65125" y="23421"/>
                </a:lnTo>
                <a:lnTo>
                  <a:pt x="64727" y="23193"/>
                </a:lnTo>
                <a:lnTo>
                  <a:pt x="64311" y="22985"/>
                </a:lnTo>
                <a:lnTo>
                  <a:pt x="63894" y="22796"/>
                </a:lnTo>
                <a:lnTo>
                  <a:pt x="63458" y="22644"/>
                </a:lnTo>
                <a:lnTo>
                  <a:pt x="63022" y="22511"/>
                </a:lnTo>
                <a:lnTo>
                  <a:pt x="62586" y="22417"/>
                </a:lnTo>
                <a:lnTo>
                  <a:pt x="62131" y="22341"/>
                </a:lnTo>
                <a:lnTo>
                  <a:pt x="61677" y="22284"/>
                </a:lnTo>
                <a:lnTo>
                  <a:pt x="61222" y="22265"/>
                </a:lnTo>
                <a:lnTo>
                  <a:pt x="60767" y="22284"/>
                </a:lnTo>
                <a:lnTo>
                  <a:pt x="60312" y="22322"/>
                </a:lnTo>
                <a:lnTo>
                  <a:pt x="59839" y="22398"/>
                </a:lnTo>
                <a:lnTo>
                  <a:pt x="59384" y="22511"/>
                </a:lnTo>
                <a:lnTo>
                  <a:pt x="58910" y="22663"/>
                </a:lnTo>
                <a:lnTo>
                  <a:pt x="58456" y="22833"/>
                </a:lnTo>
                <a:lnTo>
                  <a:pt x="57982" y="23061"/>
                </a:lnTo>
                <a:lnTo>
                  <a:pt x="57527" y="23326"/>
                </a:lnTo>
                <a:lnTo>
                  <a:pt x="57432" y="22663"/>
                </a:lnTo>
                <a:lnTo>
                  <a:pt x="57319" y="22038"/>
                </a:lnTo>
                <a:lnTo>
                  <a:pt x="57186" y="21412"/>
                </a:lnTo>
                <a:lnTo>
                  <a:pt x="57015" y="20806"/>
                </a:lnTo>
                <a:lnTo>
                  <a:pt x="56826" y="20219"/>
                </a:lnTo>
                <a:lnTo>
                  <a:pt x="56599" y="19669"/>
                </a:lnTo>
                <a:lnTo>
                  <a:pt x="56352" y="19120"/>
                </a:lnTo>
                <a:lnTo>
                  <a:pt x="56068" y="18589"/>
                </a:lnTo>
                <a:lnTo>
                  <a:pt x="55746" y="18077"/>
                </a:lnTo>
                <a:lnTo>
                  <a:pt x="55405" y="17585"/>
                </a:lnTo>
                <a:lnTo>
                  <a:pt x="55045" y="17111"/>
                </a:lnTo>
                <a:lnTo>
                  <a:pt x="54647" y="16656"/>
                </a:lnTo>
                <a:lnTo>
                  <a:pt x="54211" y="16220"/>
                </a:lnTo>
                <a:lnTo>
                  <a:pt x="53756" y="15804"/>
                </a:lnTo>
                <a:lnTo>
                  <a:pt x="53264" y="15406"/>
                </a:lnTo>
                <a:lnTo>
                  <a:pt x="52752" y="15046"/>
                </a:lnTo>
                <a:lnTo>
                  <a:pt x="52089" y="14553"/>
                </a:lnTo>
                <a:lnTo>
                  <a:pt x="51407" y="14098"/>
                </a:lnTo>
                <a:lnTo>
                  <a:pt x="50706" y="13662"/>
                </a:lnTo>
                <a:lnTo>
                  <a:pt x="50005" y="13265"/>
                </a:lnTo>
                <a:lnTo>
                  <a:pt x="49285" y="12905"/>
                </a:lnTo>
                <a:lnTo>
                  <a:pt x="48546" y="12544"/>
                </a:lnTo>
                <a:lnTo>
                  <a:pt x="47807" y="12222"/>
                </a:lnTo>
                <a:lnTo>
                  <a:pt x="47049" y="11938"/>
                </a:lnTo>
                <a:lnTo>
                  <a:pt x="46291" y="11673"/>
                </a:lnTo>
                <a:lnTo>
                  <a:pt x="45533" y="11445"/>
                </a:lnTo>
                <a:lnTo>
                  <a:pt x="44756" y="11237"/>
                </a:lnTo>
                <a:lnTo>
                  <a:pt x="43979" y="11067"/>
                </a:lnTo>
                <a:lnTo>
                  <a:pt x="43202" y="10915"/>
                </a:lnTo>
                <a:lnTo>
                  <a:pt x="42406" y="10782"/>
                </a:lnTo>
                <a:lnTo>
                  <a:pt x="41629" y="10688"/>
                </a:lnTo>
                <a:lnTo>
                  <a:pt x="40834" y="10631"/>
                </a:lnTo>
                <a:lnTo>
                  <a:pt x="40057" y="10593"/>
                </a:lnTo>
                <a:lnTo>
                  <a:pt x="39261" y="10593"/>
                </a:lnTo>
                <a:lnTo>
                  <a:pt x="38465" y="10612"/>
                </a:lnTo>
                <a:lnTo>
                  <a:pt x="37688" y="10669"/>
                </a:lnTo>
                <a:lnTo>
                  <a:pt x="36911" y="10744"/>
                </a:lnTo>
                <a:lnTo>
                  <a:pt x="36134" y="10858"/>
                </a:lnTo>
                <a:lnTo>
                  <a:pt x="35358" y="10991"/>
                </a:lnTo>
                <a:lnTo>
                  <a:pt x="34581" y="11161"/>
                </a:lnTo>
                <a:lnTo>
                  <a:pt x="33823" y="11370"/>
                </a:lnTo>
                <a:lnTo>
                  <a:pt x="33084" y="11597"/>
                </a:lnTo>
                <a:lnTo>
                  <a:pt x="32345" y="11862"/>
                </a:lnTo>
                <a:lnTo>
                  <a:pt x="31606" y="12147"/>
                </a:lnTo>
                <a:lnTo>
                  <a:pt x="30886" y="12469"/>
                </a:lnTo>
                <a:lnTo>
                  <a:pt x="30166" y="12829"/>
                </a:lnTo>
                <a:lnTo>
                  <a:pt x="29465" y="13208"/>
                </a:lnTo>
                <a:lnTo>
                  <a:pt x="28782" y="13625"/>
                </a:lnTo>
                <a:lnTo>
                  <a:pt x="28574" y="13037"/>
                </a:lnTo>
                <a:lnTo>
                  <a:pt x="28366" y="12450"/>
                </a:lnTo>
                <a:lnTo>
                  <a:pt x="28119" y="11881"/>
                </a:lnTo>
                <a:lnTo>
                  <a:pt x="27873" y="11332"/>
                </a:lnTo>
                <a:lnTo>
                  <a:pt x="27589" y="10782"/>
                </a:lnTo>
                <a:lnTo>
                  <a:pt x="27305" y="10252"/>
                </a:lnTo>
                <a:lnTo>
                  <a:pt x="27001" y="9721"/>
                </a:lnTo>
                <a:lnTo>
                  <a:pt x="26698" y="9210"/>
                </a:lnTo>
                <a:lnTo>
                  <a:pt x="26357" y="8717"/>
                </a:lnTo>
                <a:lnTo>
                  <a:pt x="26016" y="8224"/>
                </a:lnTo>
                <a:lnTo>
                  <a:pt x="25656" y="7751"/>
                </a:lnTo>
                <a:lnTo>
                  <a:pt x="25296" y="7277"/>
                </a:lnTo>
                <a:lnTo>
                  <a:pt x="24898" y="6822"/>
                </a:lnTo>
                <a:lnTo>
                  <a:pt x="24500" y="6386"/>
                </a:lnTo>
                <a:lnTo>
                  <a:pt x="24102" y="5950"/>
                </a:lnTo>
                <a:lnTo>
                  <a:pt x="23666" y="5534"/>
                </a:lnTo>
                <a:lnTo>
                  <a:pt x="23231" y="5136"/>
                </a:lnTo>
                <a:lnTo>
                  <a:pt x="22795" y="4757"/>
                </a:lnTo>
                <a:lnTo>
                  <a:pt x="22340" y="4378"/>
                </a:lnTo>
                <a:lnTo>
                  <a:pt x="21866" y="4018"/>
                </a:lnTo>
                <a:lnTo>
                  <a:pt x="21374" y="3658"/>
                </a:lnTo>
                <a:lnTo>
                  <a:pt x="20881" y="3317"/>
                </a:lnTo>
                <a:lnTo>
                  <a:pt x="20369" y="2995"/>
                </a:lnTo>
                <a:lnTo>
                  <a:pt x="19858" y="2691"/>
                </a:lnTo>
                <a:lnTo>
                  <a:pt x="19346" y="2407"/>
                </a:lnTo>
                <a:lnTo>
                  <a:pt x="18797" y="2123"/>
                </a:lnTo>
                <a:lnTo>
                  <a:pt x="18247" y="1858"/>
                </a:lnTo>
                <a:lnTo>
                  <a:pt x="17698" y="1611"/>
                </a:lnTo>
                <a:lnTo>
                  <a:pt x="17129" y="1365"/>
                </a:lnTo>
                <a:lnTo>
                  <a:pt x="16561" y="1157"/>
                </a:lnTo>
                <a:lnTo>
                  <a:pt x="15973" y="948"/>
                </a:lnTo>
                <a:lnTo>
                  <a:pt x="15386" y="759"/>
                </a:lnTo>
                <a:lnTo>
                  <a:pt x="14893" y="607"/>
                </a:lnTo>
                <a:lnTo>
                  <a:pt x="14382" y="474"/>
                </a:lnTo>
                <a:lnTo>
                  <a:pt x="13870" y="342"/>
                </a:lnTo>
                <a:lnTo>
                  <a:pt x="13378" y="247"/>
                </a:lnTo>
                <a:lnTo>
                  <a:pt x="12866" y="171"/>
                </a:lnTo>
                <a:lnTo>
                  <a:pt x="12354" y="95"/>
                </a:lnTo>
                <a:lnTo>
                  <a:pt x="11862" y="58"/>
                </a:lnTo>
                <a:lnTo>
                  <a:pt x="11350" y="20"/>
                </a:lnTo>
                <a:lnTo>
                  <a:pt x="10857" y="1"/>
                </a:lnTo>
                <a:close/>
              </a:path>
            </a:pathLst>
          </a:custGeom>
          <a:solidFill>
            <a:srgbClr val="FFFFFF">
              <a:alpha val="3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"/>
          <p:cNvSpPr/>
          <p:nvPr/>
        </p:nvSpPr>
        <p:spPr>
          <a:xfrm rot="-5400000" flipH="1">
            <a:off x="6650952" y="2075625"/>
            <a:ext cx="3487110" cy="1564409"/>
          </a:xfrm>
          <a:custGeom>
            <a:avLst/>
            <a:gdLst/>
            <a:ahLst/>
            <a:cxnLst/>
            <a:rect l="l" t="t" r="r" b="b"/>
            <a:pathLst>
              <a:path w="51067" h="22910" extrusionOk="0">
                <a:moveTo>
                  <a:pt x="43203" y="1"/>
                </a:moveTo>
                <a:lnTo>
                  <a:pt x="42843" y="20"/>
                </a:lnTo>
                <a:lnTo>
                  <a:pt x="42483" y="39"/>
                </a:lnTo>
                <a:lnTo>
                  <a:pt x="42123" y="77"/>
                </a:lnTo>
                <a:lnTo>
                  <a:pt x="41763" y="133"/>
                </a:lnTo>
                <a:lnTo>
                  <a:pt x="41384" y="190"/>
                </a:lnTo>
                <a:lnTo>
                  <a:pt x="41024" y="266"/>
                </a:lnTo>
                <a:lnTo>
                  <a:pt x="40664" y="342"/>
                </a:lnTo>
                <a:lnTo>
                  <a:pt x="40285" y="437"/>
                </a:lnTo>
                <a:lnTo>
                  <a:pt x="39925" y="550"/>
                </a:lnTo>
                <a:lnTo>
                  <a:pt x="39508" y="702"/>
                </a:lnTo>
                <a:lnTo>
                  <a:pt x="39072" y="835"/>
                </a:lnTo>
                <a:lnTo>
                  <a:pt x="38655" y="1005"/>
                </a:lnTo>
                <a:lnTo>
                  <a:pt x="38257" y="1176"/>
                </a:lnTo>
                <a:lnTo>
                  <a:pt x="37859" y="1346"/>
                </a:lnTo>
                <a:lnTo>
                  <a:pt x="37461" y="1536"/>
                </a:lnTo>
                <a:lnTo>
                  <a:pt x="37063" y="1744"/>
                </a:lnTo>
                <a:lnTo>
                  <a:pt x="36684" y="1952"/>
                </a:lnTo>
                <a:lnTo>
                  <a:pt x="36324" y="2180"/>
                </a:lnTo>
                <a:lnTo>
                  <a:pt x="35946" y="2407"/>
                </a:lnTo>
                <a:lnTo>
                  <a:pt x="35585" y="2654"/>
                </a:lnTo>
                <a:lnTo>
                  <a:pt x="35244" y="2919"/>
                </a:lnTo>
                <a:lnTo>
                  <a:pt x="34903" y="3165"/>
                </a:lnTo>
                <a:lnTo>
                  <a:pt x="34562" y="3449"/>
                </a:lnTo>
                <a:lnTo>
                  <a:pt x="34240" y="3734"/>
                </a:lnTo>
                <a:lnTo>
                  <a:pt x="33937" y="4018"/>
                </a:lnTo>
                <a:lnTo>
                  <a:pt x="33615" y="4321"/>
                </a:lnTo>
                <a:lnTo>
                  <a:pt x="33331" y="4624"/>
                </a:lnTo>
                <a:lnTo>
                  <a:pt x="33046" y="4946"/>
                </a:lnTo>
                <a:lnTo>
                  <a:pt x="32762" y="5268"/>
                </a:lnTo>
                <a:lnTo>
                  <a:pt x="32497" y="5610"/>
                </a:lnTo>
                <a:lnTo>
                  <a:pt x="32232" y="5951"/>
                </a:lnTo>
                <a:lnTo>
                  <a:pt x="31985" y="6311"/>
                </a:lnTo>
                <a:lnTo>
                  <a:pt x="31739" y="6671"/>
                </a:lnTo>
                <a:lnTo>
                  <a:pt x="31512" y="7050"/>
                </a:lnTo>
                <a:lnTo>
                  <a:pt x="31303" y="7429"/>
                </a:lnTo>
                <a:lnTo>
                  <a:pt x="31095" y="7808"/>
                </a:lnTo>
                <a:lnTo>
                  <a:pt x="30905" y="8205"/>
                </a:lnTo>
                <a:lnTo>
                  <a:pt x="30716" y="8622"/>
                </a:lnTo>
                <a:lnTo>
                  <a:pt x="30545" y="9020"/>
                </a:lnTo>
                <a:lnTo>
                  <a:pt x="30375" y="9437"/>
                </a:lnTo>
                <a:lnTo>
                  <a:pt x="30223" y="9873"/>
                </a:lnTo>
                <a:lnTo>
                  <a:pt x="29730" y="9570"/>
                </a:lnTo>
                <a:lnTo>
                  <a:pt x="29238" y="9285"/>
                </a:lnTo>
                <a:lnTo>
                  <a:pt x="28707" y="9039"/>
                </a:lnTo>
                <a:lnTo>
                  <a:pt x="28196" y="8812"/>
                </a:lnTo>
                <a:lnTo>
                  <a:pt x="27665" y="8603"/>
                </a:lnTo>
                <a:lnTo>
                  <a:pt x="27116" y="8414"/>
                </a:lnTo>
                <a:lnTo>
                  <a:pt x="26585" y="8243"/>
                </a:lnTo>
                <a:lnTo>
                  <a:pt x="26036" y="8092"/>
                </a:lnTo>
                <a:lnTo>
                  <a:pt x="25467" y="7978"/>
                </a:lnTo>
                <a:lnTo>
                  <a:pt x="24918" y="7864"/>
                </a:lnTo>
                <a:lnTo>
                  <a:pt x="24349" y="7789"/>
                </a:lnTo>
                <a:lnTo>
                  <a:pt x="23781" y="7732"/>
                </a:lnTo>
                <a:lnTo>
                  <a:pt x="23212" y="7694"/>
                </a:lnTo>
                <a:lnTo>
                  <a:pt x="22644" y="7675"/>
                </a:lnTo>
                <a:lnTo>
                  <a:pt x="22075" y="7675"/>
                </a:lnTo>
                <a:lnTo>
                  <a:pt x="21507" y="7694"/>
                </a:lnTo>
                <a:lnTo>
                  <a:pt x="20938" y="7751"/>
                </a:lnTo>
                <a:lnTo>
                  <a:pt x="20370" y="7808"/>
                </a:lnTo>
                <a:lnTo>
                  <a:pt x="19802" y="7902"/>
                </a:lnTo>
                <a:lnTo>
                  <a:pt x="19233" y="8016"/>
                </a:lnTo>
                <a:lnTo>
                  <a:pt x="18665" y="8149"/>
                </a:lnTo>
                <a:lnTo>
                  <a:pt x="18115" y="8300"/>
                </a:lnTo>
                <a:lnTo>
                  <a:pt x="17547" y="8452"/>
                </a:lnTo>
                <a:lnTo>
                  <a:pt x="16997" y="8660"/>
                </a:lnTo>
                <a:lnTo>
                  <a:pt x="16467" y="8869"/>
                </a:lnTo>
                <a:lnTo>
                  <a:pt x="15917" y="9096"/>
                </a:lnTo>
                <a:lnTo>
                  <a:pt x="15387" y="9342"/>
                </a:lnTo>
                <a:lnTo>
                  <a:pt x="14875" y="9608"/>
                </a:lnTo>
                <a:lnTo>
                  <a:pt x="14363" y="9911"/>
                </a:lnTo>
                <a:lnTo>
                  <a:pt x="13852" y="10214"/>
                </a:lnTo>
                <a:lnTo>
                  <a:pt x="13359" y="10536"/>
                </a:lnTo>
                <a:lnTo>
                  <a:pt x="12885" y="10896"/>
                </a:lnTo>
                <a:lnTo>
                  <a:pt x="12506" y="11161"/>
                </a:lnTo>
                <a:lnTo>
                  <a:pt x="12146" y="11446"/>
                </a:lnTo>
                <a:lnTo>
                  <a:pt x="11824" y="11749"/>
                </a:lnTo>
                <a:lnTo>
                  <a:pt x="11521" y="12071"/>
                </a:lnTo>
                <a:lnTo>
                  <a:pt x="11218" y="12393"/>
                </a:lnTo>
                <a:lnTo>
                  <a:pt x="10953" y="12734"/>
                </a:lnTo>
                <a:lnTo>
                  <a:pt x="10706" y="13094"/>
                </a:lnTo>
                <a:lnTo>
                  <a:pt x="10479" y="13454"/>
                </a:lnTo>
                <a:lnTo>
                  <a:pt x="10271" y="13852"/>
                </a:lnTo>
                <a:lnTo>
                  <a:pt x="10100" y="14250"/>
                </a:lnTo>
                <a:lnTo>
                  <a:pt x="9929" y="14648"/>
                </a:lnTo>
                <a:lnTo>
                  <a:pt x="9797" y="15065"/>
                </a:lnTo>
                <a:lnTo>
                  <a:pt x="9664" y="15501"/>
                </a:lnTo>
                <a:lnTo>
                  <a:pt x="9569" y="15955"/>
                </a:lnTo>
                <a:lnTo>
                  <a:pt x="9494" y="16410"/>
                </a:lnTo>
                <a:lnTo>
                  <a:pt x="9437" y="16884"/>
                </a:lnTo>
                <a:lnTo>
                  <a:pt x="9096" y="16694"/>
                </a:lnTo>
                <a:lnTo>
                  <a:pt x="8755" y="16543"/>
                </a:lnTo>
                <a:lnTo>
                  <a:pt x="8414" y="16410"/>
                </a:lnTo>
                <a:lnTo>
                  <a:pt x="8091" y="16296"/>
                </a:lnTo>
                <a:lnTo>
                  <a:pt x="7750" y="16221"/>
                </a:lnTo>
                <a:lnTo>
                  <a:pt x="7409" y="16164"/>
                </a:lnTo>
                <a:lnTo>
                  <a:pt x="7068" y="16126"/>
                </a:lnTo>
                <a:lnTo>
                  <a:pt x="6746" y="16126"/>
                </a:lnTo>
                <a:lnTo>
                  <a:pt x="6424" y="16145"/>
                </a:lnTo>
                <a:lnTo>
                  <a:pt x="6083" y="16183"/>
                </a:lnTo>
                <a:lnTo>
                  <a:pt x="5761" y="16240"/>
                </a:lnTo>
                <a:lnTo>
                  <a:pt x="5439" y="16315"/>
                </a:lnTo>
                <a:lnTo>
                  <a:pt x="5136" y="16410"/>
                </a:lnTo>
                <a:lnTo>
                  <a:pt x="4813" y="16524"/>
                </a:lnTo>
                <a:lnTo>
                  <a:pt x="4510" y="16637"/>
                </a:lnTo>
                <a:lnTo>
                  <a:pt x="4207" y="16789"/>
                </a:lnTo>
                <a:lnTo>
                  <a:pt x="3923" y="16960"/>
                </a:lnTo>
                <a:lnTo>
                  <a:pt x="3639" y="17130"/>
                </a:lnTo>
                <a:lnTo>
                  <a:pt x="3354" y="17320"/>
                </a:lnTo>
                <a:lnTo>
                  <a:pt x="3089" y="17528"/>
                </a:lnTo>
                <a:lnTo>
                  <a:pt x="2824" y="17755"/>
                </a:lnTo>
                <a:lnTo>
                  <a:pt x="2578" y="17983"/>
                </a:lnTo>
                <a:lnTo>
                  <a:pt x="2331" y="18210"/>
                </a:lnTo>
                <a:lnTo>
                  <a:pt x="2085" y="18475"/>
                </a:lnTo>
                <a:lnTo>
                  <a:pt x="1876" y="18722"/>
                </a:lnTo>
                <a:lnTo>
                  <a:pt x="1649" y="18987"/>
                </a:lnTo>
                <a:lnTo>
                  <a:pt x="1460" y="19271"/>
                </a:lnTo>
                <a:lnTo>
                  <a:pt x="1270" y="19556"/>
                </a:lnTo>
                <a:lnTo>
                  <a:pt x="1081" y="19840"/>
                </a:lnTo>
                <a:lnTo>
                  <a:pt x="910" y="20124"/>
                </a:lnTo>
                <a:lnTo>
                  <a:pt x="758" y="20427"/>
                </a:lnTo>
                <a:lnTo>
                  <a:pt x="626" y="20711"/>
                </a:lnTo>
                <a:lnTo>
                  <a:pt x="417" y="21242"/>
                </a:lnTo>
                <a:lnTo>
                  <a:pt x="247" y="21791"/>
                </a:lnTo>
                <a:lnTo>
                  <a:pt x="95" y="22341"/>
                </a:lnTo>
                <a:lnTo>
                  <a:pt x="1" y="22909"/>
                </a:lnTo>
                <a:lnTo>
                  <a:pt x="51066" y="22909"/>
                </a:lnTo>
                <a:lnTo>
                  <a:pt x="51066" y="2388"/>
                </a:lnTo>
                <a:lnTo>
                  <a:pt x="50441" y="2009"/>
                </a:lnTo>
                <a:lnTo>
                  <a:pt x="49797" y="1668"/>
                </a:lnTo>
                <a:lnTo>
                  <a:pt x="49134" y="1346"/>
                </a:lnTo>
                <a:lnTo>
                  <a:pt x="48470" y="1062"/>
                </a:lnTo>
                <a:lnTo>
                  <a:pt x="47807" y="797"/>
                </a:lnTo>
                <a:lnTo>
                  <a:pt x="47106" y="569"/>
                </a:lnTo>
                <a:lnTo>
                  <a:pt x="46424" y="380"/>
                </a:lnTo>
                <a:lnTo>
                  <a:pt x="45723" y="228"/>
                </a:lnTo>
                <a:lnTo>
                  <a:pt x="45003" y="114"/>
                </a:lnTo>
                <a:lnTo>
                  <a:pt x="44283" y="39"/>
                </a:lnTo>
                <a:lnTo>
                  <a:pt x="43563" y="1"/>
                </a:lnTo>
                <a:close/>
              </a:path>
            </a:pathLst>
          </a:custGeom>
          <a:solidFill>
            <a:srgbClr val="FFFFFF">
              <a:alpha val="3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"/>
          <p:cNvSpPr txBox="1">
            <a:spLocks noGrp="1"/>
          </p:cNvSpPr>
          <p:nvPr>
            <p:ph type="title"/>
          </p:nvPr>
        </p:nvSpPr>
        <p:spPr>
          <a:xfrm>
            <a:off x="1159109" y="2848273"/>
            <a:ext cx="27426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5"/>
          <p:cNvSpPr txBox="1">
            <a:spLocks noGrp="1"/>
          </p:cNvSpPr>
          <p:nvPr>
            <p:ph type="title" idx="2"/>
          </p:nvPr>
        </p:nvSpPr>
        <p:spPr>
          <a:xfrm>
            <a:off x="5242291" y="2848273"/>
            <a:ext cx="27426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5"/>
          <p:cNvSpPr txBox="1">
            <a:spLocks noGrp="1"/>
          </p:cNvSpPr>
          <p:nvPr>
            <p:ph type="subTitle" idx="1"/>
          </p:nvPr>
        </p:nvSpPr>
        <p:spPr>
          <a:xfrm>
            <a:off x="5203291" y="3206526"/>
            <a:ext cx="28206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7" name="Google Shape;157;p5"/>
          <p:cNvSpPr txBox="1">
            <a:spLocks noGrp="1"/>
          </p:cNvSpPr>
          <p:nvPr>
            <p:ph type="subTitle" idx="3"/>
          </p:nvPr>
        </p:nvSpPr>
        <p:spPr>
          <a:xfrm>
            <a:off x="1120109" y="3206526"/>
            <a:ext cx="28206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8" name="Google Shape;158;p5"/>
          <p:cNvSpPr txBox="1">
            <a:spLocks noGrp="1"/>
          </p:cNvSpPr>
          <p:nvPr>
            <p:ph type="title" idx="4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289300" y="171831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7217233" y="66975"/>
            <a:ext cx="234273" cy="234304"/>
          </a:xfrm>
          <a:custGeom>
            <a:avLst/>
            <a:gdLst/>
            <a:ahLst/>
            <a:cxnLst/>
            <a:rect l="l" t="t" r="r" b="b"/>
            <a:pathLst>
              <a:path w="12648" h="12648" extrusionOk="0">
                <a:moveTo>
                  <a:pt x="6315" y="0"/>
                </a:moveTo>
                <a:lnTo>
                  <a:pt x="4834" y="4834"/>
                </a:lnTo>
                <a:lnTo>
                  <a:pt x="0" y="6333"/>
                </a:lnTo>
                <a:lnTo>
                  <a:pt x="4834" y="7813"/>
                </a:lnTo>
                <a:lnTo>
                  <a:pt x="6315" y="12647"/>
                </a:lnTo>
                <a:lnTo>
                  <a:pt x="7814" y="7813"/>
                </a:lnTo>
                <a:lnTo>
                  <a:pt x="12648" y="6333"/>
                </a:lnTo>
                <a:lnTo>
                  <a:pt x="7814" y="4834"/>
                </a:lnTo>
                <a:lnTo>
                  <a:pt x="631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1107200" y="1453906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3777775" y="157038"/>
            <a:ext cx="453825" cy="207500"/>
          </a:xfrm>
          <a:custGeom>
            <a:avLst/>
            <a:gdLst/>
            <a:ahLst/>
            <a:cxnLst/>
            <a:rect l="l" t="t" r="r" b="b"/>
            <a:pathLst>
              <a:path w="18153" h="8300" extrusionOk="0">
                <a:moveTo>
                  <a:pt x="10100" y="0"/>
                </a:moveTo>
                <a:lnTo>
                  <a:pt x="9626" y="19"/>
                </a:lnTo>
                <a:lnTo>
                  <a:pt x="9152" y="95"/>
                </a:lnTo>
                <a:lnTo>
                  <a:pt x="8697" y="171"/>
                </a:lnTo>
                <a:lnTo>
                  <a:pt x="8262" y="303"/>
                </a:lnTo>
                <a:lnTo>
                  <a:pt x="7845" y="474"/>
                </a:lnTo>
                <a:lnTo>
                  <a:pt x="7428" y="663"/>
                </a:lnTo>
                <a:lnTo>
                  <a:pt x="7049" y="891"/>
                </a:lnTo>
                <a:lnTo>
                  <a:pt x="6670" y="1137"/>
                </a:lnTo>
                <a:lnTo>
                  <a:pt x="6329" y="1421"/>
                </a:lnTo>
                <a:lnTo>
                  <a:pt x="6007" y="1725"/>
                </a:lnTo>
                <a:lnTo>
                  <a:pt x="5704" y="2047"/>
                </a:lnTo>
                <a:lnTo>
                  <a:pt x="5419" y="2388"/>
                </a:lnTo>
                <a:lnTo>
                  <a:pt x="5173" y="2767"/>
                </a:lnTo>
                <a:lnTo>
                  <a:pt x="4946" y="3165"/>
                </a:lnTo>
                <a:lnTo>
                  <a:pt x="4756" y="3563"/>
                </a:lnTo>
                <a:lnTo>
                  <a:pt x="4605" y="3998"/>
                </a:lnTo>
                <a:lnTo>
                  <a:pt x="4377" y="3942"/>
                </a:lnTo>
                <a:lnTo>
                  <a:pt x="4131" y="3904"/>
                </a:lnTo>
                <a:lnTo>
                  <a:pt x="3885" y="3866"/>
                </a:lnTo>
                <a:lnTo>
                  <a:pt x="3619" y="3866"/>
                </a:lnTo>
                <a:lnTo>
                  <a:pt x="3259" y="3885"/>
                </a:lnTo>
                <a:lnTo>
                  <a:pt x="2899" y="3942"/>
                </a:lnTo>
                <a:lnTo>
                  <a:pt x="2539" y="4017"/>
                </a:lnTo>
                <a:lnTo>
                  <a:pt x="2217" y="4150"/>
                </a:lnTo>
                <a:lnTo>
                  <a:pt x="1895" y="4302"/>
                </a:lnTo>
                <a:lnTo>
                  <a:pt x="1592" y="4472"/>
                </a:lnTo>
                <a:lnTo>
                  <a:pt x="1308" y="4681"/>
                </a:lnTo>
                <a:lnTo>
                  <a:pt x="1061" y="4927"/>
                </a:lnTo>
                <a:lnTo>
                  <a:pt x="815" y="5173"/>
                </a:lnTo>
                <a:lnTo>
                  <a:pt x="607" y="5457"/>
                </a:lnTo>
                <a:lnTo>
                  <a:pt x="436" y="5761"/>
                </a:lnTo>
                <a:lnTo>
                  <a:pt x="284" y="6083"/>
                </a:lnTo>
                <a:lnTo>
                  <a:pt x="152" y="6405"/>
                </a:lnTo>
                <a:lnTo>
                  <a:pt x="57" y="6765"/>
                </a:lnTo>
                <a:lnTo>
                  <a:pt x="19" y="7125"/>
                </a:lnTo>
                <a:lnTo>
                  <a:pt x="0" y="7485"/>
                </a:lnTo>
                <a:lnTo>
                  <a:pt x="0" y="7693"/>
                </a:lnTo>
                <a:lnTo>
                  <a:pt x="19" y="7902"/>
                </a:lnTo>
                <a:lnTo>
                  <a:pt x="76" y="8300"/>
                </a:lnTo>
                <a:lnTo>
                  <a:pt x="18039" y="8300"/>
                </a:lnTo>
                <a:lnTo>
                  <a:pt x="18096" y="8110"/>
                </a:lnTo>
                <a:lnTo>
                  <a:pt x="18134" y="7902"/>
                </a:lnTo>
                <a:lnTo>
                  <a:pt x="18153" y="7712"/>
                </a:lnTo>
                <a:lnTo>
                  <a:pt x="18153" y="7485"/>
                </a:lnTo>
                <a:lnTo>
                  <a:pt x="18153" y="7239"/>
                </a:lnTo>
                <a:lnTo>
                  <a:pt x="18115" y="6992"/>
                </a:lnTo>
                <a:lnTo>
                  <a:pt x="18058" y="6746"/>
                </a:lnTo>
                <a:lnTo>
                  <a:pt x="17982" y="6500"/>
                </a:lnTo>
                <a:lnTo>
                  <a:pt x="17868" y="6272"/>
                </a:lnTo>
                <a:lnTo>
                  <a:pt x="17755" y="6064"/>
                </a:lnTo>
                <a:lnTo>
                  <a:pt x="17622" y="5855"/>
                </a:lnTo>
                <a:lnTo>
                  <a:pt x="17471" y="5666"/>
                </a:lnTo>
                <a:lnTo>
                  <a:pt x="17300" y="5495"/>
                </a:lnTo>
                <a:lnTo>
                  <a:pt x="17129" y="5344"/>
                </a:lnTo>
                <a:lnTo>
                  <a:pt x="16921" y="5192"/>
                </a:lnTo>
                <a:lnTo>
                  <a:pt x="16713" y="5078"/>
                </a:lnTo>
                <a:lnTo>
                  <a:pt x="16504" y="4965"/>
                </a:lnTo>
                <a:lnTo>
                  <a:pt x="16277" y="4870"/>
                </a:lnTo>
                <a:lnTo>
                  <a:pt x="16030" y="4813"/>
                </a:lnTo>
                <a:lnTo>
                  <a:pt x="15784" y="4756"/>
                </a:lnTo>
                <a:lnTo>
                  <a:pt x="15727" y="4510"/>
                </a:lnTo>
                <a:lnTo>
                  <a:pt x="15670" y="4264"/>
                </a:lnTo>
                <a:lnTo>
                  <a:pt x="15519" y="3790"/>
                </a:lnTo>
                <a:lnTo>
                  <a:pt x="15329" y="3316"/>
                </a:lnTo>
                <a:lnTo>
                  <a:pt x="15083" y="2880"/>
                </a:lnTo>
                <a:lnTo>
                  <a:pt x="14818" y="2464"/>
                </a:lnTo>
                <a:lnTo>
                  <a:pt x="14515" y="2066"/>
                </a:lnTo>
                <a:lnTo>
                  <a:pt x="14192" y="1706"/>
                </a:lnTo>
                <a:lnTo>
                  <a:pt x="13832" y="1365"/>
                </a:lnTo>
                <a:lnTo>
                  <a:pt x="13435" y="1061"/>
                </a:lnTo>
                <a:lnTo>
                  <a:pt x="13018" y="796"/>
                </a:lnTo>
                <a:lnTo>
                  <a:pt x="12582" y="569"/>
                </a:lnTo>
                <a:lnTo>
                  <a:pt x="12108" y="379"/>
                </a:lnTo>
                <a:lnTo>
                  <a:pt x="11634" y="209"/>
                </a:lnTo>
                <a:lnTo>
                  <a:pt x="11388" y="152"/>
                </a:lnTo>
                <a:lnTo>
                  <a:pt x="11142" y="95"/>
                </a:lnTo>
                <a:lnTo>
                  <a:pt x="10877" y="57"/>
                </a:lnTo>
                <a:lnTo>
                  <a:pt x="10630" y="38"/>
                </a:lnTo>
                <a:lnTo>
                  <a:pt x="10365" y="19"/>
                </a:lnTo>
                <a:lnTo>
                  <a:pt x="1010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5803100" y="157038"/>
            <a:ext cx="453825" cy="207500"/>
          </a:xfrm>
          <a:custGeom>
            <a:avLst/>
            <a:gdLst/>
            <a:ahLst/>
            <a:cxnLst/>
            <a:rect l="l" t="t" r="r" b="b"/>
            <a:pathLst>
              <a:path w="18153" h="8300" extrusionOk="0">
                <a:moveTo>
                  <a:pt x="10100" y="0"/>
                </a:moveTo>
                <a:lnTo>
                  <a:pt x="9626" y="19"/>
                </a:lnTo>
                <a:lnTo>
                  <a:pt x="9152" y="95"/>
                </a:lnTo>
                <a:lnTo>
                  <a:pt x="8697" y="171"/>
                </a:lnTo>
                <a:lnTo>
                  <a:pt x="8262" y="303"/>
                </a:lnTo>
                <a:lnTo>
                  <a:pt x="7845" y="474"/>
                </a:lnTo>
                <a:lnTo>
                  <a:pt x="7428" y="663"/>
                </a:lnTo>
                <a:lnTo>
                  <a:pt x="7049" y="891"/>
                </a:lnTo>
                <a:lnTo>
                  <a:pt x="6670" y="1137"/>
                </a:lnTo>
                <a:lnTo>
                  <a:pt x="6329" y="1421"/>
                </a:lnTo>
                <a:lnTo>
                  <a:pt x="6007" y="1725"/>
                </a:lnTo>
                <a:lnTo>
                  <a:pt x="5704" y="2047"/>
                </a:lnTo>
                <a:lnTo>
                  <a:pt x="5419" y="2388"/>
                </a:lnTo>
                <a:lnTo>
                  <a:pt x="5173" y="2767"/>
                </a:lnTo>
                <a:lnTo>
                  <a:pt x="4946" y="3165"/>
                </a:lnTo>
                <a:lnTo>
                  <a:pt x="4756" y="3563"/>
                </a:lnTo>
                <a:lnTo>
                  <a:pt x="4605" y="3998"/>
                </a:lnTo>
                <a:lnTo>
                  <a:pt x="4377" y="3942"/>
                </a:lnTo>
                <a:lnTo>
                  <a:pt x="4131" y="3904"/>
                </a:lnTo>
                <a:lnTo>
                  <a:pt x="3885" y="3866"/>
                </a:lnTo>
                <a:lnTo>
                  <a:pt x="3619" y="3866"/>
                </a:lnTo>
                <a:lnTo>
                  <a:pt x="3259" y="3885"/>
                </a:lnTo>
                <a:lnTo>
                  <a:pt x="2899" y="3942"/>
                </a:lnTo>
                <a:lnTo>
                  <a:pt x="2539" y="4017"/>
                </a:lnTo>
                <a:lnTo>
                  <a:pt x="2217" y="4150"/>
                </a:lnTo>
                <a:lnTo>
                  <a:pt x="1895" y="4302"/>
                </a:lnTo>
                <a:lnTo>
                  <a:pt x="1592" y="4472"/>
                </a:lnTo>
                <a:lnTo>
                  <a:pt x="1308" y="4681"/>
                </a:lnTo>
                <a:lnTo>
                  <a:pt x="1061" y="4927"/>
                </a:lnTo>
                <a:lnTo>
                  <a:pt x="815" y="5173"/>
                </a:lnTo>
                <a:lnTo>
                  <a:pt x="607" y="5457"/>
                </a:lnTo>
                <a:lnTo>
                  <a:pt x="436" y="5761"/>
                </a:lnTo>
                <a:lnTo>
                  <a:pt x="284" y="6083"/>
                </a:lnTo>
                <a:lnTo>
                  <a:pt x="152" y="6405"/>
                </a:lnTo>
                <a:lnTo>
                  <a:pt x="57" y="6765"/>
                </a:lnTo>
                <a:lnTo>
                  <a:pt x="19" y="7125"/>
                </a:lnTo>
                <a:lnTo>
                  <a:pt x="0" y="7485"/>
                </a:lnTo>
                <a:lnTo>
                  <a:pt x="0" y="7693"/>
                </a:lnTo>
                <a:lnTo>
                  <a:pt x="19" y="7902"/>
                </a:lnTo>
                <a:lnTo>
                  <a:pt x="76" y="8300"/>
                </a:lnTo>
                <a:lnTo>
                  <a:pt x="18039" y="8300"/>
                </a:lnTo>
                <a:lnTo>
                  <a:pt x="18096" y="8110"/>
                </a:lnTo>
                <a:lnTo>
                  <a:pt x="18134" y="7902"/>
                </a:lnTo>
                <a:lnTo>
                  <a:pt x="18153" y="7712"/>
                </a:lnTo>
                <a:lnTo>
                  <a:pt x="18153" y="7485"/>
                </a:lnTo>
                <a:lnTo>
                  <a:pt x="18153" y="7239"/>
                </a:lnTo>
                <a:lnTo>
                  <a:pt x="18115" y="6992"/>
                </a:lnTo>
                <a:lnTo>
                  <a:pt x="18058" y="6746"/>
                </a:lnTo>
                <a:lnTo>
                  <a:pt x="17982" y="6500"/>
                </a:lnTo>
                <a:lnTo>
                  <a:pt x="17868" y="6272"/>
                </a:lnTo>
                <a:lnTo>
                  <a:pt x="17755" y="6064"/>
                </a:lnTo>
                <a:lnTo>
                  <a:pt x="17622" y="5855"/>
                </a:lnTo>
                <a:lnTo>
                  <a:pt x="17471" y="5666"/>
                </a:lnTo>
                <a:lnTo>
                  <a:pt x="17300" y="5495"/>
                </a:lnTo>
                <a:lnTo>
                  <a:pt x="17129" y="5344"/>
                </a:lnTo>
                <a:lnTo>
                  <a:pt x="16921" y="5192"/>
                </a:lnTo>
                <a:lnTo>
                  <a:pt x="16713" y="5078"/>
                </a:lnTo>
                <a:lnTo>
                  <a:pt x="16504" y="4965"/>
                </a:lnTo>
                <a:lnTo>
                  <a:pt x="16277" y="4870"/>
                </a:lnTo>
                <a:lnTo>
                  <a:pt x="16030" y="4813"/>
                </a:lnTo>
                <a:lnTo>
                  <a:pt x="15784" y="4756"/>
                </a:lnTo>
                <a:lnTo>
                  <a:pt x="15727" y="4510"/>
                </a:lnTo>
                <a:lnTo>
                  <a:pt x="15670" y="4264"/>
                </a:lnTo>
                <a:lnTo>
                  <a:pt x="15519" y="3790"/>
                </a:lnTo>
                <a:lnTo>
                  <a:pt x="15329" y="3316"/>
                </a:lnTo>
                <a:lnTo>
                  <a:pt x="15083" y="2880"/>
                </a:lnTo>
                <a:lnTo>
                  <a:pt x="14818" y="2464"/>
                </a:lnTo>
                <a:lnTo>
                  <a:pt x="14515" y="2066"/>
                </a:lnTo>
                <a:lnTo>
                  <a:pt x="14192" y="1706"/>
                </a:lnTo>
                <a:lnTo>
                  <a:pt x="13832" y="1365"/>
                </a:lnTo>
                <a:lnTo>
                  <a:pt x="13435" y="1061"/>
                </a:lnTo>
                <a:lnTo>
                  <a:pt x="13018" y="796"/>
                </a:lnTo>
                <a:lnTo>
                  <a:pt x="12582" y="569"/>
                </a:lnTo>
                <a:lnTo>
                  <a:pt x="12108" y="379"/>
                </a:lnTo>
                <a:lnTo>
                  <a:pt x="11634" y="209"/>
                </a:lnTo>
                <a:lnTo>
                  <a:pt x="11388" y="152"/>
                </a:lnTo>
                <a:lnTo>
                  <a:pt x="11142" y="95"/>
                </a:lnTo>
                <a:lnTo>
                  <a:pt x="10877" y="57"/>
                </a:lnTo>
                <a:lnTo>
                  <a:pt x="10630" y="38"/>
                </a:lnTo>
                <a:lnTo>
                  <a:pt x="10365" y="19"/>
                </a:lnTo>
                <a:lnTo>
                  <a:pt x="1010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-468729" y="4346032"/>
            <a:ext cx="9956325" cy="1030350"/>
          </a:xfrm>
          <a:custGeom>
            <a:avLst/>
            <a:gdLst/>
            <a:ahLst/>
            <a:cxnLst/>
            <a:rect l="l" t="t" r="r" b="b"/>
            <a:pathLst>
              <a:path w="398253" h="41214" extrusionOk="0">
                <a:moveTo>
                  <a:pt x="15835" y="27924"/>
                </a:moveTo>
                <a:cubicBezTo>
                  <a:pt x="22235" y="24568"/>
                  <a:pt x="34880" y="13562"/>
                  <a:pt x="48149" y="11064"/>
                </a:cubicBezTo>
                <a:cubicBezTo>
                  <a:pt x="61418" y="8566"/>
                  <a:pt x="79527" y="11922"/>
                  <a:pt x="95450" y="12937"/>
                </a:cubicBezTo>
                <a:cubicBezTo>
                  <a:pt x="111373" y="13952"/>
                  <a:pt x="126281" y="18557"/>
                  <a:pt x="143687" y="17152"/>
                </a:cubicBezTo>
                <a:cubicBezTo>
                  <a:pt x="161093" y="15747"/>
                  <a:pt x="178655" y="4898"/>
                  <a:pt x="199886" y="4508"/>
                </a:cubicBezTo>
                <a:cubicBezTo>
                  <a:pt x="221117" y="4118"/>
                  <a:pt x="251480" y="14421"/>
                  <a:pt x="271071" y="14811"/>
                </a:cubicBezTo>
                <a:cubicBezTo>
                  <a:pt x="290663" y="15201"/>
                  <a:pt x="300810" y="9269"/>
                  <a:pt x="317435" y="6849"/>
                </a:cubicBezTo>
                <a:cubicBezTo>
                  <a:pt x="334060" y="4429"/>
                  <a:pt x="358413" y="-878"/>
                  <a:pt x="370823" y="293"/>
                </a:cubicBezTo>
                <a:cubicBezTo>
                  <a:pt x="383234" y="1464"/>
                  <a:pt x="388386" y="7552"/>
                  <a:pt x="391898" y="13874"/>
                </a:cubicBezTo>
                <a:cubicBezTo>
                  <a:pt x="395411" y="20196"/>
                  <a:pt x="394318" y="34090"/>
                  <a:pt x="391898" y="38227"/>
                </a:cubicBezTo>
                <a:cubicBezTo>
                  <a:pt x="389478" y="42364"/>
                  <a:pt x="415002" y="38383"/>
                  <a:pt x="377380" y="38695"/>
                </a:cubicBezTo>
                <a:cubicBezTo>
                  <a:pt x="339758" y="39007"/>
                  <a:pt x="226970" y="39788"/>
                  <a:pt x="166166" y="40100"/>
                </a:cubicBezTo>
                <a:cubicBezTo>
                  <a:pt x="105362" y="40412"/>
                  <a:pt x="38627" y="42051"/>
                  <a:pt x="12557" y="40568"/>
                </a:cubicBezTo>
                <a:cubicBezTo>
                  <a:pt x="-13513" y="39085"/>
                  <a:pt x="9201" y="33309"/>
                  <a:pt x="9747" y="31202"/>
                </a:cubicBezTo>
                <a:cubicBezTo>
                  <a:pt x="10293" y="29095"/>
                  <a:pt x="9435" y="31280"/>
                  <a:pt x="15835" y="2792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</p:sp>
      <p:grpSp>
        <p:nvGrpSpPr>
          <p:cNvPr id="165" name="Google Shape;165;p5"/>
          <p:cNvGrpSpPr/>
          <p:nvPr/>
        </p:nvGrpSpPr>
        <p:grpSpPr>
          <a:xfrm>
            <a:off x="8093624" y="3852574"/>
            <a:ext cx="745923" cy="742920"/>
            <a:chOff x="778525" y="3588975"/>
            <a:chExt cx="1073425" cy="1068950"/>
          </a:xfrm>
        </p:grpSpPr>
        <p:sp>
          <p:nvSpPr>
            <p:cNvPr id="166" name="Google Shape;166;p5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7" name="Google Shape;167;p5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168" name="Google Shape;168;p5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5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5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5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5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5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5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5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5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5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0" name="Google Shape;180;p5"/>
          <p:cNvGrpSpPr/>
          <p:nvPr/>
        </p:nvGrpSpPr>
        <p:grpSpPr>
          <a:xfrm>
            <a:off x="340274" y="4151774"/>
            <a:ext cx="745923" cy="742920"/>
            <a:chOff x="778525" y="3588975"/>
            <a:chExt cx="1073425" cy="1068950"/>
          </a:xfrm>
        </p:grpSpPr>
        <p:sp>
          <p:nvSpPr>
            <p:cNvPr id="181" name="Google Shape;181;p5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2" name="Google Shape;182;p5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183" name="Google Shape;183;p5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5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5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5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93078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0"/>
          <p:cNvSpPr txBox="1">
            <a:spLocks noGrp="1"/>
          </p:cNvSpPr>
          <p:nvPr>
            <p:ph type="title"/>
          </p:nvPr>
        </p:nvSpPr>
        <p:spPr>
          <a:xfrm>
            <a:off x="4359297" y="1569537"/>
            <a:ext cx="38544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70" name="Google Shape;970;p20"/>
          <p:cNvSpPr txBox="1">
            <a:spLocks noGrp="1"/>
          </p:cNvSpPr>
          <p:nvPr>
            <p:ph type="subTitle" idx="1"/>
          </p:nvPr>
        </p:nvSpPr>
        <p:spPr>
          <a:xfrm>
            <a:off x="4342047" y="2123337"/>
            <a:ext cx="3888900" cy="146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71" name="Google Shape;971;p20"/>
          <p:cNvSpPr/>
          <p:nvPr/>
        </p:nvSpPr>
        <p:spPr>
          <a:xfrm>
            <a:off x="-562438" y="3286239"/>
            <a:ext cx="10608025" cy="2621800"/>
          </a:xfrm>
          <a:custGeom>
            <a:avLst/>
            <a:gdLst/>
            <a:ahLst/>
            <a:cxnLst/>
            <a:rect l="l" t="t" r="r" b="b"/>
            <a:pathLst>
              <a:path w="424321" h="104872" extrusionOk="0">
                <a:moveTo>
                  <a:pt x="406786" y="37993"/>
                </a:moveTo>
                <a:cubicBezTo>
                  <a:pt x="398512" y="26183"/>
                  <a:pt x="379842" y="27527"/>
                  <a:pt x="360536" y="26961"/>
                </a:cubicBezTo>
                <a:cubicBezTo>
                  <a:pt x="341230" y="26395"/>
                  <a:pt x="310891" y="35165"/>
                  <a:pt x="290948" y="34599"/>
                </a:cubicBezTo>
                <a:cubicBezTo>
                  <a:pt x="271005" y="34033"/>
                  <a:pt x="255306" y="26820"/>
                  <a:pt x="240879" y="23567"/>
                </a:cubicBezTo>
                <a:cubicBezTo>
                  <a:pt x="226452" y="20314"/>
                  <a:pt x="215986" y="18828"/>
                  <a:pt x="204388" y="15080"/>
                </a:cubicBezTo>
                <a:cubicBezTo>
                  <a:pt x="192790" y="11332"/>
                  <a:pt x="183596" y="3412"/>
                  <a:pt x="171291" y="1078"/>
                </a:cubicBezTo>
                <a:cubicBezTo>
                  <a:pt x="158986" y="-1256"/>
                  <a:pt x="145550" y="1149"/>
                  <a:pt x="130557" y="1078"/>
                </a:cubicBezTo>
                <a:cubicBezTo>
                  <a:pt x="115565" y="1007"/>
                  <a:pt x="94066" y="-265"/>
                  <a:pt x="81336" y="654"/>
                </a:cubicBezTo>
                <a:cubicBezTo>
                  <a:pt x="68607" y="1573"/>
                  <a:pt x="65142" y="4331"/>
                  <a:pt x="54180" y="6594"/>
                </a:cubicBezTo>
                <a:cubicBezTo>
                  <a:pt x="43219" y="8857"/>
                  <a:pt x="22427" y="2988"/>
                  <a:pt x="15567" y="14232"/>
                </a:cubicBezTo>
                <a:cubicBezTo>
                  <a:pt x="8707" y="25476"/>
                  <a:pt x="12739" y="61896"/>
                  <a:pt x="13022" y="74060"/>
                </a:cubicBezTo>
                <a:cubicBezTo>
                  <a:pt x="13305" y="86224"/>
                  <a:pt x="-18872" y="82476"/>
                  <a:pt x="17265" y="87214"/>
                </a:cubicBezTo>
                <a:cubicBezTo>
                  <a:pt x="53403" y="91952"/>
                  <a:pt x="164361" y="100721"/>
                  <a:pt x="229847" y="102489"/>
                </a:cubicBezTo>
                <a:cubicBezTo>
                  <a:pt x="295333" y="104257"/>
                  <a:pt x="380691" y="108571"/>
                  <a:pt x="410181" y="97822"/>
                </a:cubicBezTo>
                <a:cubicBezTo>
                  <a:pt x="439671" y="87073"/>
                  <a:pt x="415060" y="49803"/>
                  <a:pt x="406786" y="37993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</p:sp>
      <p:sp>
        <p:nvSpPr>
          <p:cNvPr id="972" name="Google Shape;972;p20"/>
          <p:cNvSpPr/>
          <p:nvPr/>
        </p:nvSpPr>
        <p:spPr>
          <a:xfrm rot="10800000" flipH="1">
            <a:off x="-24" y="33"/>
            <a:ext cx="2973824" cy="1333115"/>
          </a:xfrm>
          <a:custGeom>
            <a:avLst/>
            <a:gdLst/>
            <a:ahLst/>
            <a:cxnLst/>
            <a:rect l="l" t="t" r="r" b="b"/>
            <a:pathLst>
              <a:path w="70545" h="31626" extrusionOk="0">
                <a:moveTo>
                  <a:pt x="10365" y="1"/>
                </a:moveTo>
                <a:lnTo>
                  <a:pt x="9853" y="20"/>
                </a:lnTo>
                <a:lnTo>
                  <a:pt x="9360" y="39"/>
                </a:lnTo>
                <a:lnTo>
                  <a:pt x="8868" y="76"/>
                </a:lnTo>
                <a:lnTo>
                  <a:pt x="8375" y="152"/>
                </a:lnTo>
                <a:lnTo>
                  <a:pt x="7882" y="209"/>
                </a:lnTo>
                <a:lnTo>
                  <a:pt x="7390" y="304"/>
                </a:lnTo>
                <a:lnTo>
                  <a:pt x="6916" y="399"/>
                </a:lnTo>
                <a:lnTo>
                  <a:pt x="6423" y="512"/>
                </a:lnTo>
                <a:lnTo>
                  <a:pt x="5950" y="645"/>
                </a:lnTo>
                <a:lnTo>
                  <a:pt x="5457" y="778"/>
                </a:lnTo>
                <a:lnTo>
                  <a:pt x="4983" y="929"/>
                </a:lnTo>
                <a:lnTo>
                  <a:pt x="4510" y="1100"/>
                </a:lnTo>
                <a:lnTo>
                  <a:pt x="4055" y="1270"/>
                </a:lnTo>
                <a:lnTo>
                  <a:pt x="3581" y="1441"/>
                </a:lnTo>
                <a:lnTo>
                  <a:pt x="2653" y="1858"/>
                </a:lnTo>
                <a:lnTo>
                  <a:pt x="1762" y="2293"/>
                </a:lnTo>
                <a:lnTo>
                  <a:pt x="872" y="2767"/>
                </a:lnTo>
                <a:lnTo>
                  <a:pt x="0" y="3279"/>
                </a:lnTo>
                <a:lnTo>
                  <a:pt x="0" y="31625"/>
                </a:lnTo>
                <a:lnTo>
                  <a:pt x="70545" y="31625"/>
                </a:lnTo>
                <a:lnTo>
                  <a:pt x="70488" y="31247"/>
                </a:lnTo>
                <a:lnTo>
                  <a:pt x="70412" y="30849"/>
                </a:lnTo>
                <a:lnTo>
                  <a:pt x="70317" y="30470"/>
                </a:lnTo>
                <a:lnTo>
                  <a:pt x="70222" y="30091"/>
                </a:lnTo>
                <a:lnTo>
                  <a:pt x="70090" y="29712"/>
                </a:lnTo>
                <a:lnTo>
                  <a:pt x="69976" y="29333"/>
                </a:lnTo>
                <a:lnTo>
                  <a:pt x="69825" y="28973"/>
                </a:lnTo>
                <a:lnTo>
                  <a:pt x="69673" y="28613"/>
                </a:lnTo>
                <a:lnTo>
                  <a:pt x="69483" y="28196"/>
                </a:lnTo>
                <a:lnTo>
                  <a:pt x="69275" y="27798"/>
                </a:lnTo>
                <a:lnTo>
                  <a:pt x="69048" y="27381"/>
                </a:lnTo>
                <a:lnTo>
                  <a:pt x="68801" y="27002"/>
                </a:lnTo>
                <a:lnTo>
                  <a:pt x="68536" y="26604"/>
                </a:lnTo>
                <a:lnTo>
                  <a:pt x="68252" y="26225"/>
                </a:lnTo>
                <a:lnTo>
                  <a:pt x="67968" y="25865"/>
                </a:lnTo>
                <a:lnTo>
                  <a:pt x="67664" y="25505"/>
                </a:lnTo>
                <a:lnTo>
                  <a:pt x="67323" y="25164"/>
                </a:lnTo>
                <a:lnTo>
                  <a:pt x="67001" y="24823"/>
                </a:lnTo>
                <a:lnTo>
                  <a:pt x="66641" y="24501"/>
                </a:lnTo>
                <a:lnTo>
                  <a:pt x="66281" y="24217"/>
                </a:lnTo>
                <a:lnTo>
                  <a:pt x="65902" y="23932"/>
                </a:lnTo>
                <a:lnTo>
                  <a:pt x="65523" y="23667"/>
                </a:lnTo>
                <a:lnTo>
                  <a:pt x="65125" y="23421"/>
                </a:lnTo>
                <a:lnTo>
                  <a:pt x="64727" y="23193"/>
                </a:lnTo>
                <a:lnTo>
                  <a:pt x="64311" y="22985"/>
                </a:lnTo>
                <a:lnTo>
                  <a:pt x="63894" y="22796"/>
                </a:lnTo>
                <a:lnTo>
                  <a:pt x="63458" y="22644"/>
                </a:lnTo>
                <a:lnTo>
                  <a:pt x="63022" y="22511"/>
                </a:lnTo>
                <a:lnTo>
                  <a:pt x="62586" y="22417"/>
                </a:lnTo>
                <a:lnTo>
                  <a:pt x="62131" y="22341"/>
                </a:lnTo>
                <a:lnTo>
                  <a:pt x="61677" y="22284"/>
                </a:lnTo>
                <a:lnTo>
                  <a:pt x="61222" y="22265"/>
                </a:lnTo>
                <a:lnTo>
                  <a:pt x="60767" y="22284"/>
                </a:lnTo>
                <a:lnTo>
                  <a:pt x="60312" y="22322"/>
                </a:lnTo>
                <a:lnTo>
                  <a:pt x="59839" y="22398"/>
                </a:lnTo>
                <a:lnTo>
                  <a:pt x="59384" y="22511"/>
                </a:lnTo>
                <a:lnTo>
                  <a:pt x="58910" y="22663"/>
                </a:lnTo>
                <a:lnTo>
                  <a:pt x="58456" y="22833"/>
                </a:lnTo>
                <a:lnTo>
                  <a:pt x="57982" y="23061"/>
                </a:lnTo>
                <a:lnTo>
                  <a:pt x="57527" y="23326"/>
                </a:lnTo>
                <a:lnTo>
                  <a:pt x="57432" y="22663"/>
                </a:lnTo>
                <a:lnTo>
                  <a:pt x="57319" y="22038"/>
                </a:lnTo>
                <a:lnTo>
                  <a:pt x="57186" y="21412"/>
                </a:lnTo>
                <a:lnTo>
                  <a:pt x="57015" y="20806"/>
                </a:lnTo>
                <a:lnTo>
                  <a:pt x="56826" y="20219"/>
                </a:lnTo>
                <a:lnTo>
                  <a:pt x="56599" y="19669"/>
                </a:lnTo>
                <a:lnTo>
                  <a:pt x="56352" y="19120"/>
                </a:lnTo>
                <a:lnTo>
                  <a:pt x="56068" y="18589"/>
                </a:lnTo>
                <a:lnTo>
                  <a:pt x="55746" y="18077"/>
                </a:lnTo>
                <a:lnTo>
                  <a:pt x="55405" y="17585"/>
                </a:lnTo>
                <a:lnTo>
                  <a:pt x="55045" y="17111"/>
                </a:lnTo>
                <a:lnTo>
                  <a:pt x="54647" y="16656"/>
                </a:lnTo>
                <a:lnTo>
                  <a:pt x="54211" y="16220"/>
                </a:lnTo>
                <a:lnTo>
                  <a:pt x="53756" y="15804"/>
                </a:lnTo>
                <a:lnTo>
                  <a:pt x="53264" y="15406"/>
                </a:lnTo>
                <a:lnTo>
                  <a:pt x="52752" y="15046"/>
                </a:lnTo>
                <a:lnTo>
                  <a:pt x="52089" y="14553"/>
                </a:lnTo>
                <a:lnTo>
                  <a:pt x="51407" y="14098"/>
                </a:lnTo>
                <a:lnTo>
                  <a:pt x="50706" y="13662"/>
                </a:lnTo>
                <a:lnTo>
                  <a:pt x="50005" y="13265"/>
                </a:lnTo>
                <a:lnTo>
                  <a:pt x="49285" y="12905"/>
                </a:lnTo>
                <a:lnTo>
                  <a:pt x="48546" y="12544"/>
                </a:lnTo>
                <a:lnTo>
                  <a:pt x="47807" y="12222"/>
                </a:lnTo>
                <a:lnTo>
                  <a:pt x="47049" y="11938"/>
                </a:lnTo>
                <a:lnTo>
                  <a:pt x="46291" y="11673"/>
                </a:lnTo>
                <a:lnTo>
                  <a:pt x="45533" y="11445"/>
                </a:lnTo>
                <a:lnTo>
                  <a:pt x="44756" y="11237"/>
                </a:lnTo>
                <a:lnTo>
                  <a:pt x="43979" y="11067"/>
                </a:lnTo>
                <a:lnTo>
                  <a:pt x="43202" y="10915"/>
                </a:lnTo>
                <a:lnTo>
                  <a:pt x="42406" y="10782"/>
                </a:lnTo>
                <a:lnTo>
                  <a:pt x="41629" y="10688"/>
                </a:lnTo>
                <a:lnTo>
                  <a:pt x="40834" y="10631"/>
                </a:lnTo>
                <a:lnTo>
                  <a:pt x="40057" y="10593"/>
                </a:lnTo>
                <a:lnTo>
                  <a:pt x="39261" y="10593"/>
                </a:lnTo>
                <a:lnTo>
                  <a:pt x="38465" y="10612"/>
                </a:lnTo>
                <a:lnTo>
                  <a:pt x="37688" y="10669"/>
                </a:lnTo>
                <a:lnTo>
                  <a:pt x="36911" y="10744"/>
                </a:lnTo>
                <a:lnTo>
                  <a:pt x="36134" y="10858"/>
                </a:lnTo>
                <a:lnTo>
                  <a:pt x="35358" y="10991"/>
                </a:lnTo>
                <a:lnTo>
                  <a:pt x="34581" y="11161"/>
                </a:lnTo>
                <a:lnTo>
                  <a:pt x="33823" y="11370"/>
                </a:lnTo>
                <a:lnTo>
                  <a:pt x="33084" y="11597"/>
                </a:lnTo>
                <a:lnTo>
                  <a:pt x="32345" y="11862"/>
                </a:lnTo>
                <a:lnTo>
                  <a:pt x="31606" y="12147"/>
                </a:lnTo>
                <a:lnTo>
                  <a:pt x="30886" y="12469"/>
                </a:lnTo>
                <a:lnTo>
                  <a:pt x="30166" y="12829"/>
                </a:lnTo>
                <a:lnTo>
                  <a:pt x="29465" y="13208"/>
                </a:lnTo>
                <a:lnTo>
                  <a:pt x="28782" y="13625"/>
                </a:lnTo>
                <a:lnTo>
                  <a:pt x="28574" y="13037"/>
                </a:lnTo>
                <a:lnTo>
                  <a:pt x="28366" y="12450"/>
                </a:lnTo>
                <a:lnTo>
                  <a:pt x="28119" y="11881"/>
                </a:lnTo>
                <a:lnTo>
                  <a:pt x="27873" y="11332"/>
                </a:lnTo>
                <a:lnTo>
                  <a:pt x="27589" y="10782"/>
                </a:lnTo>
                <a:lnTo>
                  <a:pt x="27305" y="10252"/>
                </a:lnTo>
                <a:lnTo>
                  <a:pt x="27001" y="9721"/>
                </a:lnTo>
                <a:lnTo>
                  <a:pt x="26698" y="9210"/>
                </a:lnTo>
                <a:lnTo>
                  <a:pt x="26357" y="8717"/>
                </a:lnTo>
                <a:lnTo>
                  <a:pt x="26016" y="8224"/>
                </a:lnTo>
                <a:lnTo>
                  <a:pt x="25656" y="7751"/>
                </a:lnTo>
                <a:lnTo>
                  <a:pt x="25296" y="7277"/>
                </a:lnTo>
                <a:lnTo>
                  <a:pt x="24898" y="6822"/>
                </a:lnTo>
                <a:lnTo>
                  <a:pt x="24500" y="6386"/>
                </a:lnTo>
                <a:lnTo>
                  <a:pt x="24102" y="5950"/>
                </a:lnTo>
                <a:lnTo>
                  <a:pt x="23666" y="5534"/>
                </a:lnTo>
                <a:lnTo>
                  <a:pt x="23231" y="5136"/>
                </a:lnTo>
                <a:lnTo>
                  <a:pt x="22795" y="4757"/>
                </a:lnTo>
                <a:lnTo>
                  <a:pt x="22340" y="4378"/>
                </a:lnTo>
                <a:lnTo>
                  <a:pt x="21866" y="4018"/>
                </a:lnTo>
                <a:lnTo>
                  <a:pt x="21374" y="3658"/>
                </a:lnTo>
                <a:lnTo>
                  <a:pt x="20881" y="3317"/>
                </a:lnTo>
                <a:lnTo>
                  <a:pt x="20369" y="2995"/>
                </a:lnTo>
                <a:lnTo>
                  <a:pt x="19858" y="2691"/>
                </a:lnTo>
                <a:lnTo>
                  <a:pt x="19346" y="2407"/>
                </a:lnTo>
                <a:lnTo>
                  <a:pt x="18797" y="2123"/>
                </a:lnTo>
                <a:lnTo>
                  <a:pt x="18247" y="1858"/>
                </a:lnTo>
                <a:lnTo>
                  <a:pt x="17698" y="1611"/>
                </a:lnTo>
                <a:lnTo>
                  <a:pt x="17129" y="1365"/>
                </a:lnTo>
                <a:lnTo>
                  <a:pt x="16561" y="1157"/>
                </a:lnTo>
                <a:lnTo>
                  <a:pt x="15973" y="948"/>
                </a:lnTo>
                <a:lnTo>
                  <a:pt x="15386" y="759"/>
                </a:lnTo>
                <a:lnTo>
                  <a:pt x="14893" y="607"/>
                </a:lnTo>
                <a:lnTo>
                  <a:pt x="14382" y="474"/>
                </a:lnTo>
                <a:lnTo>
                  <a:pt x="13870" y="342"/>
                </a:lnTo>
                <a:lnTo>
                  <a:pt x="13378" y="247"/>
                </a:lnTo>
                <a:lnTo>
                  <a:pt x="12866" y="171"/>
                </a:lnTo>
                <a:lnTo>
                  <a:pt x="12354" y="95"/>
                </a:lnTo>
                <a:lnTo>
                  <a:pt x="11862" y="58"/>
                </a:lnTo>
                <a:lnTo>
                  <a:pt x="11350" y="20"/>
                </a:lnTo>
                <a:lnTo>
                  <a:pt x="10857" y="1"/>
                </a:lnTo>
                <a:close/>
              </a:path>
            </a:pathLst>
          </a:custGeom>
          <a:solidFill>
            <a:srgbClr val="FFFFFF">
              <a:alpha val="3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" name="Google Shape;973;p20"/>
          <p:cNvSpPr/>
          <p:nvPr/>
        </p:nvSpPr>
        <p:spPr>
          <a:xfrm rot="10800000">
            <a:off x="6170176" y="33"/>
            <a:ext cx="2973824" cy="1333115"/>
          </a:xfrm>
          <a:custGeom>
            <a:avLst/>
            <a:gdLst/>
            <a:ahLst/>
            <a:cxnLst/>
            <a:rect l="l" t="t" r="r" b="b"/>
            <a:pathLst>
              <a:path w="70545" h="31626" extrusionOk="0">
                <a:moveTo>
                  <a:pt x="10365" y="1"/>
                </a:moveTo>
                <a:lnTo>
                  <a:pt x="9853" y="20"/>
                </a:lnTo>
                <a:lnTo>
                  <a:pt x="9360" y="39"/>
                </a:lnTo>
                <a:lnTo>
                  <a:pt x="8868" y="76"/>
                </a:lnTo>
                <a:lnTo>
                  <a:pt x="8375" y="152"/>
                </a:lnTo>
                <a:lnTo>
                  <a:pt x="7882" y="209"/>
                </a:lnTo>
                <a:lnTo>
                  <a:pt x="7390" y="304"/>
                </a:lnTo>
                <a:lnTo>
                  <a:pt x="6916" y="399"/>
                </a:lnTo>
                <a:lnTo>
                  <a:pt x="6423" y="512"/>
                </a:lnTo>
                <a:lnTo>
                  <a:pt x="5950" y="645"/>
                </a:lnTo>
                <a:lnTo>
                  <a:pt x="5457" y="778"/>
                </a:lnTo>
                <a:lnTo>
                  <a:pt x="4983" y="929"/>
                </a:lnTo>
                <a:lnTo>
                  <a:pt x="4510" y="1100"/>
                </a:lnTo>
                <a:lnTo>
                  <a:pt x="4055" y="1270"/>
                </a:lnTo>
                <a:lnTo>
                  <a:pt x="3581" y="1441"/>
                </a:lnTo>
                <a:lnTo>
                  <a:pt x="2653" y="1858"/>
                </a:lnTo>
                <a:lnTo>
                  <a:pt x="1762" y="2293"/>
                </a:lnTo>
                <a:lnTo>
                  <a:pt x="872" y="2767"/>
                </a:lnTo>
                <a:lnTo>
                  <a:pt x="0" y="3279"/>
                </a:lnTo>
                <a:lnTo>
                  <a:pt x="0" y="31625"/>
                </a:lnTo>
                <a:lnTo>
                  <a:pt x="70545" y="31625"/>
                </a:lnTo>
                <a:lnTo>
                  <a:pt x="70488" y="31247"/>
                </a:lnTo>
                <a:lnTo>
                  <a:pt x="70412" y="30849"/>
                </a:lnTo>
                <a:lnTo>
                  <a:pt x="70317" y="30470"/>
                </a:lnTo>
                <a:lnTo>
                  <a:pt x="70222" y="30091"/>
                </a:lnTo>
                <a:lnTo>
                  <a:pt x="70090" y="29712"/>
                </a:lnTo>
                <a:lnTo>
                  <a:pt x="69976" y="29333"/>
                </a:lnTo>
                <a:lnTo>
                  <a:pt x="69825" y="28973"/>
                </a:lnTo>
                <a:lnTo>
                  <a:pt x="69673" y="28613"/>
                </a:lnTo>
                <a:lnTo>
                  <a:pt x="69483" y="28196"/>
                </a:lnTo>
                <a:lnTo>
                  <a:pt x="69275" y="27798"/>
                </a:lnTo>
                <a:lnTo>
                  <a:pt x="69048" y="27381"/>
                </a:lnTo>
                <a:lnTo>
                  <a:pt x="68801" y="27002"/>
                </a:lnTo>
                <a:lnTo>
                  <a:pt x="68536" y="26604"/>
                </a:lnTo>
                <a:lnTo>
                  <a:pt x="68252" y="26225"/>
                </a:lnTo>
                <a:lnTo>
                  <a:pt x="67968" y="25865"/>
                </a:lnTo>
                <a:lnTo>
                  <a:pt x="67664" y="25505"/>
                </a:lnTo>
                <a:lnTo>
                  <a:pt x="67323" y="25164"/>
                </a:lnTo>
                <a:lnTo>
                  <a:pt x="67001" y="24823"/>
                </a:lnTo>
                <a:lnTo>
                  <a:pt x="66641" y="24501"/>
                </a:lnTo>
                <a:lnTo>
                  <a:pt x="66281" y="24217"/>
                </a:lnTo>
                <a:lnTo>
                  <a:pt x="65902" y="23932"/>
                </a:lnTo>
                <a:lnTo>
                  <a:pt x="65523" y="23667"/>
                </a:lnTo>
                <a:lnTo>
                  <a:pt x="65125" y="23421"/>
                </a:lnTo>
                <a:lnTo>
                  <a:pt x="64727" y="23193"/>
                </a:lnTo>
                <a:lnTo>
                  <a:pt x="64311" y="22985"/>
                </a:lnTo>
                <a:lnTo>
                  <a:pt x="63894" y="22796"/>
                </a:lnTo>
                <a:lnTo>
                  <a:pt x="63458" y="22644"/>
                </a:lnTo>
                <a:lnTo>
                  <a:pt x="63022" y="22511"/>
                </a:lnTo>
                <a:lnTo>
                  <a:pt x="62586" y="22417"/>
                </a:lnTo>
                <a:lnTo>
                  <a:pt x="62131" y="22341"/>
                </a:lnTo>
                <a:lnTo>
                  <a:pt x="61677" y="22284"/>
                </a:lnTo>
                <a:lnTo>
                  <a:pt x="61222" y="22265"/>
                </a:lnTo>
                <a:lnTo>
                  <a:pt x="60767" y="22284"/>
                </a:lnTo>
                <a:lnTo>
                  <a:pt x="60312" y="22322"/>
                </a:lnTo>
                <a:lnTo>
                  <a:pt x="59839" y="22398"/>
                </a:lnTo>
                <a:lnTo>
                  <a:pt x="59384" y="22511"/>
                </a:lnTo>
                <a:lnTo>
                  <a:pt x="58910" y="22663"/>
                </a:lnTo>
                <a:lnTo>
                  <a:pt x="58456" y="22833"/>
                </a:lnTo>
                <a:lnTo>
                  <a:pt x="57982" y="23061"/>
                </a:lnTo>
                <a:lnTo>
                  <a:pt x="57527" y="23326"/>
                </a:lnTo>
                <a:lnTo>
                  <a:pt x="57432" y="22663"/>
                </a:lnTo>
                <a:lnTo>
                  <a:pt x="57319" y="22038"/>
                </a:lnTo>
                <a:lnTo>
                  <a:pt x="57186" y="21412"/>
                </a:lnTo>
                <a:lnTo>
                  <a:pt x="57015" y="20806"/>
                </a:lnTo>
                <a:lnTo>
                  <a:pt x="56826" y="20219"/>
                </a:lnTo>
                <a:lnTo>
                  <a:pt x="56599" y="19669"/>
                </a:lnTo>
                <a:lnTo>
                  <a:pt x="56352" y="19120"/>
                </a:lnTo>
                <a:lnTo>
                  <a:pt x="56068" y="18589"/>
                </a:lnTo>
                <a:lnTo>
                  <a:pt x="55746" y="18077"/>
                </a:lnTo>
                <a:lnTo>
                  <a:pt x="55405" y="17585"/>
                </a:lnTo>
                <a:lnTo>
                  <a:pt x="55045" y="17111"/>
                </a:lnTo>
                <a:lnTo>
                  <a:pt x="54647" y="16656"/>
                </a:lnTo>
                <a:lnTo>
                  <a:pt x="54211" y="16220"/>
                </a:lnTo>
                <a:lnTo>
                  <a:pt x="53756" y="15804"/>
                </a:lnTo>
                <a:lnTo>
                  <a:pt x="53264" y="15406"/>
                </a:lnTo>
                <a:lnTo>
                  <a:pt x="52752" y="15046"/>
                </a:lnTo>
                <a:lnTo>
                  <a:pt x="52089" y="14553"/>
                </a:lnTo>
                <a:lnTo>
                  <a:pt x="51407" y="14098"/>
                </a:lnTo>
                <a:lnTo>
                  <a:pt x="50706" y="13662"/>
                </a:lnTo>
                <a:lnTo>
                  <a:pt x="50005" y="13265"/>
                </a:lnTo>
                <a:lnTo>
                  <a:pt x="49285" y="12905"/>
                </a:lnTo>
                <a:lnTo>
                  <a:pt x="48546" y="12544"/>
                </a:lnTo>
                <a:lnTo>
                  <a:pt x="47807" y="12222"/>
                </a:lnTo>
                <a:lnTo>
                  <a:pt x="47049" y="11938"/>
                </a:lnTo>
                <a:lnTo>
                  <a:pt x="46291" y="11673"/>
                </a:lnTo>
                <a:lnTo>
                  <a:pt x="45533" y="11445"/>
                </a:lnTo>
                <a:lnTo>
                  <a:pt x="44756" y="11237"/>
                </a:lnTo>
                <a:lnTo>
                  <a:pt x="43979" y="11067"/>
                </a:lnTo>
                <a:lnTo>
                  <a:pt x="43202" y="10915"/>
                </a:lnTo>
                <a:lnTo>
                  <a:pt x="42406" y="10782"/>
                </a:lnTo>
                <a:lnTo>
                  <a:pt x="41629" y="10688"/>
                </a:lnTo>
                <a:lnTo>
                  <a:pt x="40834" y="10631"/>
                </a:lnTo>
                <a:lnTo>
                  <a:pt x="40057" y="10593"/>
                </a:lnTo>
                <a:lnTo>
                  <a:pt x="39261" y="10593"/>
                </a:lnTo>
                <a:lnTo>
                  <a:pt x="38465" y="10612"/>
                </a:lnTo>
                <a:lnTo>
                  <a:pt x="37688" y="10669"/>
                </a:lnTo>
                <a:lnTo>
                  <a:pt x="36911" y="10744"/>
                </a:lnTo>
                <a:lnTo>
                  <a:pt x="36134" y="10858"/>
                </a:lnTo>
                <a:lnTo>
                  <a:pt x="35358" y="10991"/>
                </a:lnTo>
                <a:lnTo>
                  <a:pt x="34581" y="11161"/>
                </a:lnTo>
                <a:lnTo>
                  <a:pt x="33823" y="11370"/>
                </a:lnTo>
                <a:lnTo>
                  <a:pt x="33084" y="11597"/>
                </a:lnTo>
                <a:lnTo>
                  <a:pt x="32345" y="11862"/>
                </a:lnTo>
                <a:lnTo>
                  <a:pt x="31606" y="12147"/>
                </a:lnTo>
                <a:lnTo>
                  <a:pt x="30886" y="12469"/>
                </a:lnTo>
                <a:lnTo>
                  <a:pt x="30166" y="12829"/>
                </a:lnTo>
                <a:lnTo>
                  <a:pt x="29465" y="13208"/>
                </a:lnTo>
                <a:lnTo>
                  <a:pt x="28782" y="13625"/>
                </a:lnTo>
                <a:lnTo>
                  <a:pt x="28574" y="13037"/>
                </a:lnTo>
                <a:lnTo>
                  <a:pt x="28366" y="12450"/>
                </a:lnTo>
                <a:lnTo>
                  <a:pt x="28119" y="11881"/>
                </a:lnTo>
                <a:lnTo>
                  <a:pt x="27873" y="11332"/>
                </a:lnTo>
                <a:lnTo>
                  <a:pt x="27589" y="10782"/>
                </a:lnTo>
                <a:lnTo>
                  <a:pt x="27305" y="10252"/>
                </a:lnTo>
                <a:lnTo>
                  <a:pt x="27001" y="9721"/>
                </a:lnTo>
                <a:lnTo>
                  <a:pt x="26698" y="9210"/>
                </a:lnTo>
                <a:lnTo>
                  <a:pt x="26357" y="8717"/>
                </a:lnTo>
                <a:lnTo>
                  <a:pt x="26016" y="8224"/>
                </a:lnTo>
                <a:lnTo>
                  <a:pt x="25656" y="7751"/>
                </a:lnTo>
                <a:lnTo>
                  <a:pt x="25296" y="7277"/>
                </a:lnTo>
                <a:lnTo>
                  <a:pt x="24898" y="6822"/>
                </a:lnTo>
                <a:lnTo>
                  <a:pt x="24500" y="6386"/>
                </a:lnTo>
                <a:lnTo>
                  <a:pt x="24102" y="5950"/>
                </a:lnTo>
                <a:lnTo>
                  <a:pt x="23666" y="5534"/>
                </a:lnTo>
                <a:lnTo>
                  <a:pt x="23231" y="5136"/>
                </a:lnTo>
                <a:lnTo>
                  <a:pt x="22795" y="4757"/>
                </a:lnTo>
                <a:lnTo>
                  <a:pt x="22340" y="4378"/>
                </a:lnTo>
                <a:lnTo>
                  <a:pt x="21866" y="4018"/>
                </a:lnTo>
                <a:lnTo>
                  <a:pt x="21374" y="3658"/>
                </a:lnTo>
                <a:lnTo>
                  <a:pt x="20881" y="3317"/>
                </a:lnTo>
                <a:lnTo>
                  <a:pt x="20369" y="2995"/>
                </a:lnTo>
                <a:lnTo>
                  <a:pt x="19858" y="2691"/>
                </a:lnTo>
                <a:lnTo>
                  <a:pt x="19346" y="2407"/>
                </a:lnTo>
                <a:lnTo>
                  <a:pt x="18797" y="2123"/>
                </a:lnTo>
                <a:lnTo>
                  <a:pt x="18247" y="1858"/>
                </a:lnTo>
                <a:lnTo>
                  <a:pt x="17698" y="1611"/>
                </a:lnTo>
                <a:lnTo>
                  <a:pt x="17129" y="1365"/>
                </a:lnTo>
                <a:lnTo>
                  <a:pt x="16561" y="1157"/>
                </a:lnTo>
                <a:lnTo>
                  <a:pt x="15973" y="948"/>
                </a:lnTo>
                <a:lnTo>
                  <a:pt x="15386" y="759"/>
                </a:lnTo>
                <a:lnTo>
                  <a:pt x="14893" y="607"/>
                </a:lnTo>
                <a:lnTo>
                  <a:pt x="14382" y="474"/>
                </a:lnTo>
                <a:lnTo>
                  <a:pt x="13870" y="342"/>
                </a:lnTo>
                <a:lnTo>
                  <a:pt x="13378" y="247"/>
                </a:lnTo>
                <a:lnTo>
                  <a:pt x="12866" y="171"/>
                </a:lnTo>
                <a:lnTo>
                  <a:pt x="12354" y="95"/>
                </a:lnTo>
                <a:lnTo>
                  <a:pt x="11862" y="58"/>
                </a:lnTo>
                <a:lnTo>
                  <a:pt x="11350" y="20"/>
                </a:lnTo>
                <a:lnTo>
                  <a:pt x="10857" y="1"/>
                </a:lnTo>
                <a:close/>
              </a:path>
            </a:pathLst>
          </a:custGeom>
          <a:solidFill>
            <a:srgbClr val="FFFFFF">
              <a:alpha val="3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4" name="Google Shape;974;p20"/>
          <p:cNvGrpSpPr/>
          <p:nvPr/>
        </p:nvGrpSpPr>
        <p:grpSpPr>
          <a:xfrm>
            <a:off x="8430786" y="3690624"/>
            <a:ext cx="745923" cy="742920"/>
            <a:chOff x="778525" y="3588975"/>
            <a:chExt cx="1073425" cy="1068950"/>
          </a:xfrm>
        </p:grpSpPr>
        <p:sp>
          <p:nvSpPr>
            <p:cNvPr id="975" name="Google Shape;975;p20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76" name="Google Shape;976;p20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977" name="Google Shape;977;p20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20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20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20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20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20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20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20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20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20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20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20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9" name="Google Shape;989;p20"/>
          <p:cNvSpPr/>
          <p:nvPr/>
        </p:nvSpPr>
        <p:spPr>
          <a:xfrm>
            <a:off x="6543350" y="835099"/>
            <a:ext cx="439416" cy="200667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20"/>
          <p:cNvSpPr/>
          <p:nvPr/>
        </p:nvSpPr>
        <p:spPr>
          <a:xfrm>
            <a:off x="5037025" y="198624"/>
            <a:ext cx="439416" cy="200667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1" name="Google Shape;991;p20"/>
          <p:cNvSpPr/>
          <p:nvPr/>
        </p:nvSpPr>
        <p:spPr>
          <a:xfrm>
            <a:off x="8742950" y="1736781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20"/>
          <p:cNvSpPr/>
          <p:nvPr/>
        </p:nvSpPr>
        <p:spPr>
          <a:xfrm>
            <a:off x="7268450" y="144243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20"/>
          <p:cNvSpPr/>
          <p:nvPr/>
        </p:nvSpPr>
        <p:spPr>
          <a:xfrm>
            <a:off x="1211175" y="328551"/>
            <a:ext cx="611683" cy="279336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20"/>
          <p:cNvSpPr/>
          <p:nvPr/>
        </p:nvSpPr>
        <p:spPr>
          <a:xfrm>
            <a:off x="447600" y="198631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6564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88" name="Google Shape;788;p16"/>
          <p:cNvSpPr/>
          <p:nvPr/>
        </p:nvSpPr>
        <p:spPr>
          <a:xfrm>
            <a:off x="-321557" y="4726694"/>
            <a:ext cx="9919275" cy="713050"/>
          </a:xfrm>
          <a:custGeom>
            <a:avLst/>
            <a:gdLst/>
            <a:ahLst/>
            <a:cxnLst/>
            <a:rect l="l" t="t" r="r" b="b"/>
            <a:pathLst>
              <a:path w="396771" h="28522" extrusionOk="0">
                <a:moveTo>
                  <a:pt x="5931" y="11775"/>
                </a:moveTo>
                <a:cubicBezTo>
                  <a:pt x="14347" y="7815"/>
                  <a:pt x="39594" y="4844"/>
                  <a:pt x="56849" y="3288"/>
                </a:cubicBezTo>
                <a:cubicBezTo>
                  <a:pt x="74105" y="1732"/>
                  <a:pt x="85419" y="1662"/>
                  <a:pt x="109464" y="2440"/>
                </a:cubicBezTo>
                <a:cubicBezTo>
                  <a:pt x="133509" y="3218"/>
                  <a:pt x="168162" y="8098"/>
                  <a:pt x="201117" y="7956"/>
                </a:cubicBezTo>
                <a:cubicBezTo>
                  <a:pt x="234072" y="7815"/>
                  <a:pt x="278131" y="2864"/>
                  <a:pt x="307196" y="1591"/>
                </a:cubicBezTo>
                <a:cubicBezTo>
                  <a:pt x="336262" y="318"/>
                  <a:pt x="360871" y="-318"/>
                  <a:pt x="375510" y="318"/>
                </a:cubicBezTo>
                <a:cubicBezTo>
                  <a:pt x="390149" y="955"/>
                  <a:pt x="391705" y="2228"/>
                  <a:pt x="395029" y="5410"/>
                </a:cubicBezTo>
                <a:cubicBezTo>
                  <a:pt x="398353" y="8592"/>
                  <a:pt x="395807" y="15947"/>
                  <a:pt x="395453" y="19412"/>
                </a:cubicBezTo>
                <a:cubicBezTo>
                  <a:pt x="395099" y="22877"/>
                  <a:pt x="399201" y="24857"/>
                  <a:pt x="392907" y="26201"/>
                </a:cubicBezTo>
                <a:cubicBezTo>
                  <a:pt x="386613" y="27545"/>
                  <a:pt x="414335" y="27191"/>
                  <a:pt x="357689" y="27474"/>
                </a:cubicBezTo>
                <a:cubicBezTo>
                  <a:pt x="301043" y="27757"/>
                  <a:pt x="111587" y="27970"/>
                  <a:pt x="53031" y="27899"/>
                </a:cubicBezTo>
                <a:cubicBezTo>
                  <a:pt x="-5524" y="27828"/>
                  <a:pt x="14206" y="29737"/>
                  <a:pt x="6356" y="27050"/>
                </a:cubicBezTo>
                <a:cubicBezTo>
                  <a:pt x="-1494" y="24363"/>
                  <a:pt x="-2484" y="15735"/>
                  <a:pt x="5931" y="11775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</p:sp>
      <p:sp>
        <p:nvSpPr>
          <p:cNvPr id="789" name="Google Shape;789;p16"/>
          <p:cNvSpPr/>
          <p:nvPr/>
        </p:nvSpPr>
        <p:spPr>
          <a:xfrm rot="-5400000" flipH="1">
            <a:off x="7443274" y="647888"/>
            <a:ext cx="2348619" cy="1052830"/>
          </a:xfrm>
          <a:custGeom>
            <a:avLst/>
            <a:gdLst/>
            <a:ahLst/>
            <a:cxnLst/>
            <a:rect l="l" t="t" r="r" b="b"/>
            <a:pathLst>
              <a:path w="70545" h="31626" extrusionOk="0">
                <a:moveTo>
                  <a:pt x="10365" y="1"/>
                </a:moveTo>
                <a:lnTo>
                  <a:pt x="9853" y="20"/>
                </a:lnTo>
                <a:lnTo>
                  <a:pt x="9360" y="39"/>
                </a:lnTo>
                <a:lnTo>
                  <a:pt x="8868" y="76"/>
                </a:lnTo>
                <a:lnTo>
                  <a:pt x="8375" y="152"/>
                </a:lnTo>
                <a:lnTo>
                  <a:pt x="7882" y="209"/>
                </a:lnTo>
                <a:lnTo>
                  <a:pt x="7390" y="304"/>
                </a:lnTo>
                <a:lnTo>
                  <a:pt x="6916" y="399"/>
                </a:lnTo>
                <a:lnTo>
                  <a:pt x="6423" y="512"/>
                </a:lnTo>
                <a:lnTo>
                  <a:pt x="5950" y="645"/>
                </a:lnTo>
                <a:lnTo>
                  <a:pt x="5457" y="778"/>
                </a:lnTo>
                <a:lnTo>
                  <a:pt x="4983" y="929"/>
                </a:lnTo>
                <a:lnTo>
                  <a:pt x="4510" y="1100"/>
                </a:lnTo>
                <a:lnTo>
                  <a:pt x="4055" y="1270"/>
                </a:lnTo>
                <a:lnTo>
                  <a:pt x="3581" y="1441"/>
                </a:lnTo>
                <a:lnTo>
                  <a:pt x="2653" y="1858"/>
                </a:lnTo>
                <a:lnTo>
                  <a:pt x="1762" y="2293"/>
                </a:lnTo>
                <a:lnTo>
                  <a:pt x="872" y="2767"/>
                </a:lnTo>
                <a:lnTo>
                  <a:pt x="0" y="3279"/>
                </a:lnTo>
                <a:lnTo>
                  <a:pt x="0" y="31625"/>
                </a:lnTo>
                <a:lnTo>
                  <a:pt x="70545" y="31625"/>
                </a:lnTo>
                <a:lnTo>
                  <a:pt x="70488" y="31247"/>
                </a:lnTo>
                <a:lnTo>
                  <a:pt x="70412" y="30849"/>
                </a:lnTo>
                <a:lnTo>
                  <a:pt x="70317" y="30470"/>
                </a:lnTo>
                <a:lnTo>
                  <a:pt x="70222" y="30091"/>
                </a:lnTo>
                <a:lnTo>
                  <a:pt x="70090" y="29712"/>
                </a:lnTo>
                <a:lnTo>
                  <a:pt x="69976" y="29333"/>
                </a:lnTo>
                <a:lnTo>
                  <a:pt x="69825" y="28973"/>
                </a:lnTo>
                <a:lnTo>
                  <a:pt x="69673" y="28613"/>
                </a:lnTo>
                <a:lnTo>
                  <a:pt x="69483" y="28196"/>
                </a:lnTo>
                <a:lnTo>
                  <a:pt x="69275" y="27798"/>
                </a:lnTo>
                <a:lnTo>
                  <a:pt x="69048" y="27381"/>
                </a:lnTo>
                <a:lnTo>
                  <a:pt x="68801" y="27002"/>
                </a:lnTo>
                <a:lnTo>
                  <a:pt x="68536" y="26604"/>
                </a:lnTo>
                <a:lnTo>
                  <a:pt x="68252" y="26225"/>
                </a:lnTo>
                <a:lnTo>
                  <a:pt x="67968" y="25865"/>
                </a:lnTo>
                <a:lnTo>
                  <a:pt x="67664" y="25505"/>
                </a:lnTo>
                <a:lnTo>
                  <a:pt x="67323" y="25164"/>
                </a:lnTo>
                <a:lnTo>
                  <a:pt x="67001" y="24823"/>
                </a:lnTo>
                <a:lnTo>
                  <a:pt x="66641" y="24501"/>
                </a:lnTo>
                <a:lnTo>
                  <a:pt x="66281" y="24217"/>
                </a:lnTo>
                <a:lnTo>
                  <a:pt x="65902" y="23932"/>
                </a:lnTo>
                <a:lnTo>
                  <a:pt x="65523" y="23667"/>
                </a:lnTo>
                <a:lnTo>
                  <a:pt x="65125" y="23421"/>
                </a:lnTo>
                <a:lnTo>
                  <a:pt x="64727" y="23193"/>
                </a:lnTo>
                <a:lnTo>
                  <a:pt x="64311" y="22985"/>
                </a:lnTo>
                <a:lnTo>
                  <a:pt x="63894" y="22796"/>
                </a:lnTo>
                <a:lnTo>
                  <a:pt x="63458" y="22644"/>
                </a:lnTo>
                <a:lnTo>
                  <a:pt x="63022" y="22511"/>
                </a:lnTo>
                <a:lnTo>
                  <a:pt x="62586" y="22417"/>
                </a:lnTo>
                <a:lnTo>
                  <a:pt x="62131" y="22341"/>
                </a:lnTo>
                <a:lnTo>
                  <a:pt x="61677" y="22284"/>
                </a:lnTo>
                <a:lnTo>
                  <a:pt x="61222" y="22265"/>
                </a:lnTo>
                <a:lnTo>
                  <a:pt x="60767" y="22284"/>
                </a:lnTo>
                <a:lnTo>
                  <a:pt x="60312" y="22322"/>
                </a:lnTo>
                <a:lnTo>
                  <a:pt x="59839" y="22398"/>
                </a:lnTo>
                <a:lnTo>
                  <a:pt x="59384" y="22511"/>
                </a:lnTo>
                <a:lnTo>
                  <a:pt x="58910" y="22663"/>
                </a:lnTo>
                <a:lnTo>
                  <a:pt x="58456" y="22833"/>
                </a:lnTo>
                <a:lnTo>
                  <a:pt x="57982" y="23061"/>
                </a:lnTo>
                <a:lnTo>
                  <a:pt x="57527" y="23326"/>
                </a:lnTo>
                <a:lnTo>
                  <a:pt x="57432" y="22663"/>
                </a:lnTo>
                <a:lnTo>
                  <a:pt x="57319" y="22038"/>
                </a:lnTo>
                <a:lnTo>
                  <a:pt x="57186" y="21412"/>
                </a:lnTo>
                <a:lnTo>
                  <a:pt x="57015" y="20806"/>
                </a:lnTo>
                <a:lnTo>
                  <a:pt x="56826" y="20219"/>
                </a:lnTo>
                <a:lnTo>
                  <a:pt x="56599" y="19669"/>
                </a:lnTo>
                <a:lnTo>
                  <a:pt x="56352" y="19120"/>
                </a:lnTo>
                <a:lnTo>
                  <a:pt x="56068" y="18589"/>
                </a:lnTo>
                <a:lnTo>
                  <a:pt x="55746" y="18077"/>
                </a:lnTo>
                <a:lnTo>
                  <a:pt x="55405" y="17585"/>
                </a:lnTo>
                <a:lnTo>
                  <a:pt x="55045" y="17111"/>
                </a:lnTo>
                <a:lnTo>
                  <a:pt x="54647" y="16656"/>
                </a:lnTo>
                <a:lnTo>
                  <a:pt x="54211" y="16220"/>
                </a:lnTo>
                <a:lnTo>
                  <a:pt x="53756" y="15804"/>
                </a:lnTo>
                <a:lnTo>
                  <a:pt x="53264" y="15406"/>
                </a:lnTo>
                <a:lnTo>
                  <a:pt x="52752" y="15046"/>
                </a:lnTo>
                <a:lnTo>
                  <a:pt x="52089" y="14553"/>
                </a:lnTo>
                <a:lnTo>
                  <a:pt x="51407" y="14098"/>
                </a:lnTo>
                <a:lnTo>
                  <a:pt x="50706" y="13662"/>
                </a:lnTo>
                <a:lnTo>
                  <a:pt x="50005" y="13265"/>
                </a:lnTo>
                <a:lnTo>
                  <a:pt x="49285" y="12905"/>
                </a:lnTo>
                <a:lnTo>
                  <a:pt x="48546" y="12544"/>
                </a:lnTo>
                <a:lnTo>
                  <a:pt x="47807" y="12222"/>
                </a:lnTo>
                <a:lnTo>
                  <a:pt x="47049" y="11938"/>
                </a:lnTo>
                <a:lnTo>
                  <a:pt x="46291" y="11673"/>
                </a:lnTo>
                <a:lnTo>
                  <a:pt x="45533" y="11445"/>
                </a:lnTo>
                <a:lnTo>
                  <a:pt x="44756" y="11237"/>
                </a:lnTo>
                <a:lnTo>
                  <a:pt x="43979" y="11067"/>
                </a:lnTo>
                <a:lnTo>
                  <a:pt x="43202" y="10915"/>
                </a:lnTo>
                <a:lnTo>
                  <a:pt x="42406" y="10782"/>
                </a:lnTo>
                <a:lnTo>
                  <a:pt x="41629" y="10688"/>
                </a:lnTo>
                <a:lnTo>
                  <a:pt x="40834" y="10631"/>
                </a:lnTo>
                <a:lnTo>
                  <a:pt x="40057" y="10593"/>
                </a:lnTo>
                <a:lnTo>
                  <a:pt x="39261" y="10593"/>
                </a:lnTo>
                <a:lnTo>
                  <a:pt x="38465" y="10612"/>
                </a:lnTo>
                <a:lnTo>
                  <a:pt x="37688" y="10669"/>
                </a:lnTo>
                <a:lnTo>
                  <a:pt x="36911" y="10744"/>
                </a:lnTo>
                <a:lnTo>
                  <a:pt x="36134" y="10858"/>
                </a:lnTo>
                <a:lnTo>
                  <a:pt x="35358" y="10991"/>
                </a:lnTo>
                <a:lnTo>
                  <a:pt x="34581" y="11161"/>
                </a:lnTo>
                <a:lnTo>
                  <a:pt x="33823" y="11370"/>
                </a:lnTo>
                <a:lnTo>
                  <a:pt x="33084" y="11597"/>
                </a:lnTo>
                <a:lnTo>
                  <a:pt x="32345" y="11862"/>
                </a:lnTo>
                <a:lnTo>
                  <a:pt x="31606" y="12147"/>
                </a:lnTo>
                <a:lnTo>
                  <a:pt x="30886" y="12469"/>
                </a:lnTo>
                <a:lnTo>
                  <a:pt x="30166" y="12829"/>
                </a:lnTo>
                <a:lnTo>
                  <a:pt x="29465" y="13208"/>
                </a:lnTo>
                <a:lnTo>
                  <a:pt x="28782" y="13625"/>
                </a:lnTo>
                <a:lnTo>
                  <a:pt x="28574" y="13037"/>
                </a:lnTo>
                <a:lnTo>
                  <a:pt x="28366" y="12450"/>
                </a:lnTo>
                <a:lnTo>
                  <a:pt x="28119" y="11881"/>
                </a:lnTo>
                <a:lnTo>
                  <a:pt x="27873" y="11332"/>
                </a:lnTo>
                <a:lnTo>
                  <a:pt x="27589" y="10782"/>
                </a:lnTo>
                <a:lnTo>
                  <a:pt x="27305" y="10252"/>
                </a:lnTo>
                <a:lnTo>
                  <a:pt x="27001" y="9721"/>
                </a:lnTo>
                <a:lnTo>
                  <a:pt x="26698" y="9210"/>
                </a:lnTo>
                <a:lnTo>
                  <a:pt x="26357" y="8717"/>
                </a:lnTo>
                <a:lnTo>
                  <a:pt x="26016" y="8224"/>
                </a:lnTo>
                <a:lnTo>
                  <a:pt x="25656" y="7751"/>
                </a:lnTo>
                <a:lnTo>
                  <a:pt x="25296" y="7277"/>
                </a:lnTo>
                <a:lnTo>
                  <a:pt x="24898" y="6822"/>
                </a:lnTo>
                <a:lnTo>
                  <a:pt x="24500" y="6386"/>
                </a:lnTo>
                <a:lnTo>
                  <a:pt x="24102" y="5950"/>
                </a:lnTo>
                <a:lnTo>
                  <a:pt x="23666" y="5534"/>
                </a:lnTo>
                <a:lnTo>
                  <a:pt x="23231" y="5136"/>
                </a:lnTo>
                <a:lnTo>
                  <a:pt x="22795" y="4757"/>
                </a:lnTo>
                <a:lnTo>
                  <a:pt x="22340" y="4378"/>
                </a:lnTo>
                <a:lnTo>
                  <a:pt x="21866" y="4018"/>
                </a:lnTo>
                <a:lnTo>
                  <a:pt x="21374" y="3658"/>
                </a:lnTo>
                <a:lnTo>
                  <a:pt x="20881" y="3317"/>
                </a:lnTo>
                <a:lnTo>
                  <a:pt x="20369" y="2995"/>
                </a:lnTo>
                <a:lnTo>
                  <a:pt x="19858" y="2691"/>
                </a:lnTo>
                <a:lnTo>
                  <a:pt x="19346" y="2407"/>
                </a:lnTo>
                <a:lnTo>
                  <a:pt x="18797" y="2123"/>
                </a:lnTo>
                <a:lnTo>
                  <a:pt x="18247" y="1858"/>
                </a:lnTo>
                <a:lnTo>
                  <a:pt x="17698" y="1611"/>
                </a:lnTo>
                <a:lnTo>
                  <a:pt x="17129" y="1365"/>
                </a:lnTo>
                <a:lnTo>
                  <a:pt x="16561" y="1157"/>
                </a:lnTo>
                <a:lnTo>
                  <a:pt x="15973" y="948"/>
                </a:lnTo>
                <a:lnTo>
                  <a:pt x="15386" y="759"/>
                </a:lnTo>
                <a:lnTo>
                  <a:pt x="14893" y="607"/>
                </a:lnTo>
                <a:lnTo>
                  <a:pt x="14382" y="474"/>
                </a:lnTo>
                <a:lnTo>
                  <a:pt x="13870" y="342"/>
                </a:lnTo>
                <a:lnTo>
                  <a:pt x="13378" y="247"/>
                </a:lnTo>
                <a:lnTo>
                  <a:pt x="12866" y="171"/>
                </a:lnTo>
                <a:lnTo>
                  <a:pt x="12354" y="95"/>
                </a:lnTo>
                <a:lnTo>
                  <a:pt x="11862" y="58"/>
                </a:lnTo>
                <a:lnTo>
                  <a:pt x="11350" y="20"/>
                </a:lnTo>
                <a:lnTo>
                  <a:pt x="10857" y="1"/>
                </a:lnTo>
                <a:close/>
              </a:path>
            </a:pathLst>
          </a:custGeom>
          <a:solidFill>
            <a:srgbClr val="FFFFFF">
              <a:alpha val="3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16"/>
          <p:cNvSpPr/>
          <p:nvPr/>
        </p:nvSpPr>
        <p:spPr>
          <a:xfrm rot="5400000">
            <a:off x="-647901" y="647901"/>
            <a:ext cx="2348619" cy="1052830"/>
          </a:xfrm>
          <a:custGeom>
            <a:avLst/>
            <a:gdLst/>
            <a:ahLst/>
            <a:cxnLst/>
            <a:rect l="l" t="t" r="r" b="b"/>
            <a:pathLst>
              <a:path w="70545" h="31626" extrusionOk="0">
                <a:moveTo>
                  <a:pt x="10365" y="1"/>
                </a:moveTo>
                <a:lnTo>
                  <a:pt x="9853" y="20"/>
                </a:lnTo>
                <a:lnTo>
                  <a:pt x="9360" y="39"/>
                </a:lnTo>
                <a:lnTo>
                  <a:pt x="8868" y="76"/>
                </a:lnTo>
                <a:lnTo>
                  <a:pt x="8375" y="152"/>
                </a:lnTo>
                <a:lnTo>
                  <a:pt x="7882" y="209"/>
                </a:lnTo>
                <a:lnTo>
                  <a:pt x="7390" y="304"/>
                </a:lnTo>
                <a:lnTo>
                  <a:pt x="6916" y="399"/>
                </a:lnTo>
                <a:lnTo>
                  <a:pt x="6423" y="512"/>
                </a:lnTo>
                <a:lnTo>
                  <a:pt x="5950" y="645"/>
                </a:lnTo>
                <a:lnTo>
                  <a:pt x="5457" y="778"/>
                </a:lnTo>
                <a:lnTo>
                  <a:pt x="4983" y="929"/>
                </a:lnTo>
                <a:lnTo>
                  <a:pt x="4510" y="1100"/>
                </a:lnTo>
                <a:lnTo>
                  <a:pt x="4055" y="1270"/>
                </a:lnTo>
                <a:lnTo>
                  <a:pt x="3581" y="1441"/>
                </a:lnTo>
                <a:lnTo>
                  <a:pt x="2653" y="1858"/>
                </a:lnTo>
                <a:lnTo>
                  <a:pt x="1762" y="2293"/>
                </a:lnTo>
                <a:lnTo>
                  <a:pt x="872" y="2767"/>
                </a:lnTo>
                <a:lnTo>
                  <a:pt x="0" y="3279"/>
                </a:lnTo>
                <a:lnTo>
                  <a:pt x="0" y="31625"/>
                </a:lnTo>
                <a:lnTo>
                  <a:pt x="70545" y="31625"/>
                </a:lnTo>
                <a:lnTo>
                  <a:pt x="70488" y="31247"/>
                </a:lnTo>
                <a:lnTo>
                  <a:pt x="70412" y="30849"/>
                </a:lnTo>
                <a:lnTo>
                  <a:pt x="70317" y="30470"/>
                </a:lnTo>
                <a:lnTo>
                  <a:pt x="70222" y="30091"/>
                </a:lnTo>
                <a:lnTo>
                  <a:pt x="70090" y="29712"/>
                </a:lnTo>
                <a:lnTo>
                  <a:pt x="69976" y="29333"/>
                </a:lnTo>
                <a:lnTo>
                  <a:pt x="69825" y="28973"/>
                </a:lnTo>
                <a:lnTo>
                  <a:pt x="69673" y="28613"/>
                </a:lnTo>
                <a:lnTo>
                  <a:pt x="69483" y="28196"/>
                </a:lnTo>
                <a:lnTo>
                  <a:pt x="69275" y="27798"/>
                </a:lnTo>
                <a:lnTo>
                  <a:pt x="69048" y="27381"/>
                </a:lnTo>
                <a:lnTo>
                  <a:pt x="68801" y="27002"/>
                </a:lnTo>
                <a:lnTo>
                  <a:pt x="68536" y="26604"/>
                </a:lnTo>
                <a:lnTo>
                  <a:pt x="68252" y="26225"/>
                </a:lnTo>
                <a:lnTo>
                  <a:pt x="67968" y="25865"/>
                </a:lnTo>
                <a:lnTo>
                  <a:pt x="67664" y="25505"/>
                </a:lnTo>
                <a:lnTo>
                  <a:pt x="67323" y="25164"/>
                </a:lnTo>
                <a:lnTo>
                  <a:pt x="67001" y="24823"/>
                </a:lnTo>
                <a:lnTo>
                  <a:pt x="66641" y="24501"/>
                </a:lnTo>
                <a:lnTo>
                  <a:pt x="66281" y="24217"/>
                </a:lnTo>
                <a:lnTo>
                  <a:pt x="65902" y="23932"/>
                </a:lnTo>
                <a:lnTo>
                  <a:pt x="65523" y="23667"/>
                </a:lnTo>
                <a:lnTo>
                  <a:pt x="65125" y="23421"/>
                </a:lnTo>
                <a:lnTo>
                  <a:pt x="64727" y="23193"/>
                </a:lnTo>
                <a:lnTo>
                  <a:pt x="64311" y="22985"/>
                </a:lnTo>
                <a:lnTo>
                  <a:pt x="63894" y="22796"/>
                </a:lnTo>
                <a:lnTo>
                  <a:pt x="63458" y="22644"/>
                </a:lnTo>
                <a:lnTo>
                  <a:pt x="63022" y="22511"/>
                </a:lnTo>
                <a:lnTo>
                  <a:pt x="62586" y="22417"/>
                </a:lnTo>
                <a:lnTo>
                  <a:pt x="62131" y="22341"/>
                </a:lnTo>
                <a:lnTo>
                  <a:pt x="61677" y="22284"/>
                </a:lnTo>
                <a:lnTo>
                  <a:pt x="61222" y="22265"/>
                </a:lnTo>
                <a:lnTo>
                  <a:pt x="60767" y="22284"/>
                </a:lnTo>
                <a:lnTo>
                  <a:pt x="60312" y="22322"/>
                </a:lnTo>
                <a:lnTo>
                  <a:pt x="59839" y="22398"/>
                </a:lnTo>
                <a:lnTo>
                  <a:pt x="59384" y="22511"/>
                </a:lnTo>
                <a:lnTo>
                  <a:pt x="58910" y="22663"/>
                </a:lnTo>
                <a:lnTo>
                  <a:pt x="58456" y="22833"/>
                </a:lnTo>
                <a:lnTo>
                  <a:pt x="57982" y="23061"/>
                </a:lnTo>
                <a:lnTo>
                  <a:pt x="57527" y="23326"/>
                </a:lnTo>
                <a:lnTo>
                  <a:pt x="57432" y="22663"/>
                </a:lnTo>
                <a:lnTo>
                  <a:pt x="57319" y="22038"/>
                </a:lnTo>
                <a:lnTo>
                  <a:pt x="57186" y="21412"/>
                </a:lnTo>
                <a:lnTo>
                  <a:pt x="57015" y="20806"/>
                </a:lnTo>
                <a:lnTo>
                  <a:pt x="56826" y="20219"/>
                </a:lnTo>
                <a:lnTo>
                  <a:pt x="56599" y="19669"/>
                </a:lnTo>
                <a:lnTo>
                  <a:pt x="56352" y="19120"/>
                </a:lnTo>
                <a:lnTo>
                  <a:pt x="56068" y="18589"/>
                </a:lnTo>
                <a:lnTo>
                  <a:pt x="55746" y="18077"/>
                </a:lnTo>
                <a:lnTo>
                  <a:pt x="55405" y="17585"/>
                </a:lnTo>
                <a:lnTo>
                  <a:pt x="55045" y="17111"/>
                </a:lnTo>
                <a:lnTo>
                  <a:pt x="54647" y="16656"/>
                </a:lnTo>
                <a:lnTo>
                  <a:pt x="54211" y="16220"/>
                </a:lnTo>
                <a:lnTo>
                  <a:pt x="53756" y="15804"/>
                </a:lnTo>
                <a:lnTo>
                  <a:pt x="53264" y="15406"/>
                </a:lnTo>
                <a:lnTo>
                  <a:pt x="52752" y="15046"/>
                </a:lnTo>
                <a:lnTo>
                  <a:pt x="52089" y="14553"/>
                </a:lnTo>
                <a:lnTo>
                  <a:pt x="51407" y="14098"/>
                </a:lnTo>
                <a:lnTo>
                  <a:pt x="50706" y="13662"/>
                </a:lnTo>
                <a:lnTo>
                  <a:pt x="50005" y="13265"/>
                </a:lnTo>
                <a:lnTo>
                  <a:pt x="49285" y="12905"/>
                </a:lnTo>
                <a:lnTo>
                  <a:pt x="48546" y="12544"/>
                </a:lnTo>
                <a:lnTo>
                  <a:pt x="47807" y="12222"/>
                </a:lnTo>
                <a:lnTo>
                  <a:pt x="47049" y="11938"/>
                </a:lnTo>
                <a:lnTo>
                  <a:pt x="46291" y="11673"/>
                </a:lnTo>
                <a:lnTo>
                  <a:pt x="45533" y="11445"/>
                </a:lnTo>
                <a:lnTo>
                  <a:pt x="44756" y="11237"/>
                </a:lnTo>
                <a:lnTo>
                  <a:pt x="43979" y="11067"/>
                </a:lnTo>
                <a:lnTo>
                  <a:pt x="43202" y="10915"/>
                </a:lnTo>
                <a:lnTo>
                  <a:pt x="42406" y="10782"/>
                </a:lnTo>
                <a:lnTo>
                  <a:pt x="41629" y="10688"/>
                </a:lnTo>
                <a:lnTo>
                  <a:pt x="40834" y="10631"/>
                </a:lnTo>
                <a:lnTo>
                  <a:pt x="40057" y="10593"/>
                </a:lnTo>
                <a:lnTo>
                  <a:pt x="39261" y="10593"/>
                </a:lnTo>
                <a:lnTo>
                  <a:pt x="38465" y="10612"/>
                </a:lnTo>
                <a:lnTo>
                  <a:pt x="37688" y="10669"/>
                </a:lnTo>
                <a:lnTo>
                  <a:pt x="36911" y="10744"/>
                </a:lnTo>
                <a:lnTo>
                  <a:pt x="36134" y="10858"/>
                </a:lnTo>
                <a:lnTo>
                  <a:pt x="35358" y="10991"/>
                </a:lnTo>
                <a:lnTo>
                  <a:pt x="34581" y="11161"/>
                </a:lnTo>
                <a:lnTo>
                  <a:pt x="33823" y="11370"/>
                </a:lnTo>
                <a:lnTo>
                  <a:pt x="33084" y="11597"/>
                </a:lnTo>
                <a:lnTo>
                  <a:pt x="32345" y="11862"/>
                </a:lnTo>
                <a:lnTo>
                  <a:pt x="31606" y="12147"/>
                </a:lnTo>
                <a:lnTo>
                  <a:pt x="30886" y="12469"/>
                </a:lnTo>
                <a:lnTo>
                  <a:pt x="30166" y="12829"/>
                </a:lnTo>
                <a:lnTo>
                  <a:pt x="29465" y="13208"/>
                </a:lnTo>
                <a:lnTo>
                  <a:pt x="28782" y="13625"/>
                </a:lnTo>
                <a:lnTo>
                  <a:pt x="28574" y="13037"/>
                </a:lnTo>
                <a:lnTo>
                  <a:pt x="28366" y="12450"/>
                </a:lnTo>
                <a:lnTo>
                  <a:pt x="28119" y="11881"/>
                </a:lnTo>
                <a:lnTo>
                  <a:pt x="27873" y="11332"/>
                </a:lnTo>
                <a:lnTo>
                  <a:pt x="27589" y="10782"/>
                </a:lnTo>
                <a:lnTo>
                  <a:pt x="27305" y="10252"/>
                </a:lnTo>
                <a:lnTo>
                  <a:pt x="27001" y="9721"/>
                </a:lnTo>
                <a:lnTo>
                  <a:pt x="26698" y="9210"/>
                </a:lnTo>
                <a:lnTo>
                  <a:pt x="26357" y="8717"/>
                </a:lnTo>
                <a:lnTo>
                  <a:pt x="26016" y="8224"/>
                </a:lnTo>
                <a:lnTo>
                  <a:pt x="25656" y="7751"/>
                </a:lnTo>
                <a:lnTo>
                  <a:pt x="25296" y="7277"/>
                </a:lnTo>
                <a:lnTo>
                  <a:pt x="24898" y="6822"/>
                </a:lnTo>
                <a:lnTo>
                  <a:pt x="24500" y="6386"/>
                </a:lnTo>
                <a:lnTo>
                  <a:pt x="24102" y="5950"/>
                </a:lnTo>
                <a:lnTo>
                  <a:pt x="23666" y="5534"/>
                </a:lnTo>
                <a:lnTo>
                  <a:pt x="23231" y="5136"/>
                </a:lnTo>
                <a:lnTo>
                  <a:pt x="22795" y="4757"/>
                </a:lnTo>
                <a:lnTo>
                  <a:pt x="22340" y="4378"/>
                </a:lnTo>
                <a:lnTo>
                  <a:pt x="21866" y="4018"/>
                </a:lnTo>
                <a:lnTo>
                  <a:pt x="21374" y="3658"/>
                </a:lnTo>
                <a:lnTo>
                  <a:pt x="20881" y="3317"/>
                </a:lnTo>
                <a:lnTo>
                  <a:pt x="20369" y="2995"/>
                </a:lnTo>
                <a:lnTo>
                  <a:pt x="19858" y="2691"/>
                </a:lnTo>
                <a:lnTo>
                  <a:pt x="19346" y="2407"/>
                </a:lnTo>
                <a:lnTo>
                  <a:pt x="18797" y="2123"/>
                </a:lnTo>
                <a:lnTo>
                  <a:pt x="18247" y="1858"/>
                </a:lnTo>
                <a:lnTo>
                  <a:pt x="17698" y="1611"/>
                </a:lnTo>
                <a:lnTo>
                  <a:pt x="17129" y="1365"/>
                </a:lnTo>
                <a:lnTo>
                  <a:pt x="16561" y="1157"/>
                </a:lnTo>
                <a:lnTo>
                  <a:pt x="15973" y="948"/>
                </a:lnTo>
                <a:lnTo>
                  <a:pt x="15386" y="759"/>
                </a:lnTo>
                <a:lnTo>
                  <a:pt x="14893" y="607"/>
                </a:lnTo>
                <a:lnTo>
                  <a:pt x="14382" y="474"/>
                </a:lnTo>
                <a:lnTo>
                  <a:pt x="13870" y="342"/>
                </a:lnTo>
                <a:lnTo>
                  <a:pt x="13378" y="247"/>
                </a:lnTo>
                <a:lnTo>
                  <a:pt x="12866" y="171"/>
                </a:lnTo>
                <a:lnTo>
                  <a:pt x="12354" y="95"/>
                </a:lnTo>
                <a:lnTo>
                  <a:pt x="11862" y="58"/>
                </a:lnTo>
                <a:lnTo>
                  <a:pt x="11350" y="20"/>
                </a:lnTo>
                <a:lnTo>
                  <a:pt x="10857" y="1"/>
                </a:lnTo>
                <a:close/>
              </a:path>
            </a:pathLst>
          </a:custGeom>
          <a:solidFill>
            <a:srgbClr val="FFFFFF">
              <a:alpha val="3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1" name="Google Shape;791;p16"/>
          <p:cNvGrpSpPr/>
          <p:nvPr/>
        </p:nvGrpSpPr>
        <p:grpSpPr>
          <a:xfrm>
            <a:off x="8278460" y="4166636"/>
            <a:ext cx="930353" cy="829089"/>
            <a:chOff x="2236010" y="3967511"/>
            <a:chExt cx="930353" cy="829089"/>
          </a:xfrm>
        </p:grpSpPr>
        <p:sp>
          <p:nvSpPr>
            <p:cNvPr id="792" name="Google Shape;792;p16"/>
            <p:cNvSpPr/>
            <p:nvPr/>
          </p:nvSpPr>
          <p:spPr>
            <a:xfrm>
              <a:off x="2265825" y="4694000"/>
              <a:ext cx="767100" cy="1026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3" name="Google Shape;793;p16"/>
            <p:cNvGrpSpPr/>
            <p:nvPr/>
          </p:nvGrpSpPr>
          <p:grpSpPr>
            <a:xfrm>
              <a:off x="2236010" y="3967511"/>
              <a:ext cx="930353" cy="794959"/>
              <a:chOff x="1627375" y="-1981850"/>
              <a:chExt cx="1305575" cy="1115575"/>
            </a:xfrm>
          </p:grpSpPr>
          <p:sp>
            <p:nvSpPr>
              <p:cNvPr id="794" name="Google Shape;794;p16"/>
              <p:cNvSpPr/>
              <p:nvPr/>
            </p:nvSpPr>
            <p:spPr>
              <a:xfrm>
                <a:off x="1627375" y="-1981850"/>
                <a:ext cx="1115075" cy="1115575"/>
              </a:xfrm>
              <a:custGeom>
                <a:avLst/>
                <a:gdLst/>
                <a:ahLst/>
                <a:cxnLst/>
                <a:rect l="l" t="t" r="r" b="b"/>
                <a:pathLst>
                  <a:path w="44603" h="44623" extrusionOk="0">
                    <a:moveTo>
                      <a:pt x="21725" y="1"/>
                    </a:moveTo>
                    <a:lnTo>
                      <a:pt x="21158" y="39"/>
                    </a:lnTo>
                    <a:lnTo>
                      <a:pt x="20590" y="57"/>
                    </a:lnTo>
                    <a:lnTo>
                      <a:pt x="20023" y="114"/>
                    </a:lnTo>
                    <a:lnTo>
                      <a:pt x="19456" y="190"/>
                    </a:lnTo>
                    <a:lnTo>
                      <a:pt x="18908" y="265"/>
                    </a:lnTo>
                    <a:lnTo>
                      <a:pt x="18359" y="341"/>
                    </a:lnTo>
                    <a:lnTo>
                      <a:pt x="17811" y="455"/>
                    </a:lnTo>
                    <a:lnTo>
                      <a:pt x="17263" y="568"/>
                    </a:lnTo>
                    <a:lnTo>
                      <a:pt x="16733" y="700"/>
                    </a:lnTo>
                    <a:lnTo>
                      <a:pt x="16204" y="852"/>
                    </a:lnTo>
                    <a:lnTo>
                      <a:pt x="15674" y="1003"/>
                    </a:lnTo>
                    <a:lnTo>
                      <a:pt x="15145" y="1173"/>
                    </a:lnTo>
                    <a:lnTo>
                      <a:pt x="14634" y="1362"/>
                    </a:lnTo>
                    <a:lnTo>
                      <a:pt x="14124" y="1551"/>
                    </a:lnTo>
                    <a:lnTo>
                      <a:pt x="13613" y="1759"/>
                    </a:lnTo>
                    <a:lnTo>
                      <a:pt x="13122" y="1967"/>
                    </a:lnTo>
                    <a:lnTo>
                      <a:pt x="12630" y="2194"/>
                    </a:lnTo>
                    <a:lnTo>
                      <a:pt x="12139" y="2440"/>
                    </a:lnTo>
                    <a:lnTo>
                      <a:pt x="11666" y="2686"/>
                    </a:lnTo>
                    <a:lnTo>
                      <a:pt x="11193" y="2950"/>
                    </a:lnTo>
                    <a:lnTo>
                      <a:pt x="10740" y="3234"/>
                    </a:lnTo>
                    <a:lnTo>
                      <a:pt x="10286" y="3517"/>
                    </a:lnTo>
                    <a:lnTo>
                      <a:pt x="9832" y="3820"/>
                    </a:lnTo>
                    <a:lnTo>
                      <a:pt x="9397" y="4123"/>
                    </a:lnTo>
                    <a:lnTo>
                      <a:pt x="8962" y="4425"/>
                    </a:lnTo>
                    <a:lnTo>
                      <a:pt x="8527" y="4765"/>
                    </a:lnTo>
                    <a:lnTo>
                      <a:pt x="8111" y="5087"/>
                    </a:lnTo>
                    <a:lnTo>
                      <a:pt x="7696" y="5446"/>
                    </a:lnTo>
                    <a:lnTo>
                      <a:pt x="7298" y="5805"/>
                    </a:lnTo>
                    <a:lnTo>
                      <a:pt x="6920" y="6165"/>
                    </a:lnTo>
                    <a:lnTo>
                      <a:pt x="6523" y="6543"/>
                    </a:lnTo>
                    <a:lnTo>
                      <a:pt x="6164" y="6921"/>
                    </a:lnTo>
                    <a:lnTo>
                      <a:pt x="5786" y="7318"/>
                    </a:lnTo>
                    <a:lnTo>
                      <a:pt x="5427" y="7715"/>
                    </a:lnTo>
                    <a:lnTo>
                      <a:pt x="5086" y="8112"/>
                    </a:lnTo>
                    <a:lnTo>
                      <a:pt x="4746" y="8528"/>
                    </a:lnTo>
                    <a:lnTo>
                      <a:pt x="4425" y="8963"/>
                    </a:lnTo>
                    <a:lnTo>
                      <a:pt x="4103" y="9398"/>
                    </a:lnTo>
                    <a:lnTo>
                      <a:pt x="3801" y="9833"/>
                    </a:lnTo>
                    <a:lnTo>
                      <a:pt x="3517" y="10286"/>
                    </a:lnTo>
                    <a:lnTo>
                      <a:pt x="3233" y="10740"/>
                    </a:lnTo>
                    <a:lnTo>
                      <a:pt x="2950" y="11213"/>
                    </a:lnTo>
                    <a:lnTo>
                      <a:pt x="2685" y="11685"/>
                    </a:lnTo>
                    <a:lnTo>
                      <a:pt x="2439" y="12158"/>
                    </a:lnTo>
                    <a:lnTo>
                      <a:pt x="2193" y="12631"/>
                    </a:lnTo>
                    <a:lnTo>
                      <a:pt x="1967" y="13122"/>
                    </a:lnTo>
                    <a:lnTo>
                      <a:pt x="1740" y="13633"/>
                    </a:lnTo>
                    <a:lnTo>
                      <a:pt x="1551" y="14125"/>
                    </a:lnTo>
                    <a:lnTo>
                      <a:pt x="1343" y="14635"/>
                    </a:lnTo>
                    <a:lnTo>
                      <a:pt x="1172" y="15164"/>
                    </a:lnTo>
                    <a:lnTo>
                      <a:pt x="1002" y="15675"/>
                    </a:lnTo>
                    <a:lnTo>
                      <a:pt x="832" y="16204"/>
                    </a:lnTo>
                    <a:lnTo>
                      <a:pt x="700" y="16734"/>
                    </a:lnTo>
                    <a:lnTo>
                      <a:pt x="567" y="17263"/>
                    </a:lnTo>
                    <a:lnTo>
                      <a:pt x="454" y="17811"/>
                    </a:lnTo>
                    <a:lnTo>
                      <a:pt x="341" y="18360"/>
                    </a:lnTo>
                    <a:lnTo>
                      <a:pt x="246" y="18908"/>
                    </a:lnTo>
                    <a:lnTo>
                      <a:pt x="170" y="19475"/>
                    </a:lnTo>
                    <a:lnTo>
                      <a:pt x="114" y="20024"/>
                    </a:lnTo>
                    <a:lnTo>
                      <a:pt x="57" y="20591"/>
                    </a:lnTo>
                    <a:lnTo>
                      <a:pt x="19" y="21158"/>
                    </a:lnTo>
                    <a:lnTo>
                      <a:pt x="0" y="21725"/>
                    </a:lnTo>
                    <a:lnTo>
                      <a:pt x="0" y="22311"/>
                    </a:lnTo>
                    <a:lnTo>
                      <a:pt x="0" y="22879"/>
                    </a:lnTo>
                    <a:lnTo>
                      <a:pt x="19" y="23465"/>
                    </a:lnTo>
                    <a:lnTo>
                      <a:pt x="57" y="24032"/>
                    </a:lnTo>
                    <a:lnTo>
                      <a:pt x="114" y="24599"/>
                    </a:lnTo>
                    <a:lnTo>
                      <a:pt x="170" y="25147"/>
                    </a:lnTo>
                    <a:lnTo>
                      <a:pt x="246" y="25715"/>
                    </a:lnTo>
                    <a:lnTo>
                      <a:pt x="341" y="26263"/>
                    </a:lnTo>
                    <a:lnTo>
                      <a:pt x="454" y="26811"/>
                    </a:lnTo>
                    <a:lnTo>
                      <a:pt x="567" y="27341"/>
                    </a:lnTo>
                    <a:lnTo>
                      <a:pt x="700" y="27889"/>
                    </a:lnTo>
                    <a:lnTo>
                      <a:pt x="832" y="28418"/>
                    </a:lnTo>
                    <a:lnTo>
                      <a:pt x="1002" y="28948"/>
                    </a:lnTo>
                    <a:lnTo>
                      <a:pt x="1172" y="29458"/>
                    </a:lnTo>
                    <a:lnTo>
                      <a:pt x="1343" y="29988"/>
                    </a:lnTo>
                    <a:lnTo>
                      <a:pt x="1551" y="30498"/>
                    </a:lnTo>
                    <a:lnTo>
                      <a:pt x="1740" y="30990"/>
                    </a:lnTo>
                    <a:lnTo>
                      <a:pt x="1967" y="31481"/>
                    </a:lnTo>
                    <a:lnTo>
                      <a:pt x="2193" y="31973"/>
                    </a:lnTo>
                    <a:lnTo>
                      <a:pt x="2439" y="32465"/>
                    </a:lnTo>
                    <a:lnTo>
                      <a:pt x="2685" y="32937"/>
                    </a:lnTo>
                    <a:lnTo>
                      <a:pt x="2950" y="33410"/>
                    </a:lnTo>
                    <a:lnTo>
                      <a:pt x="3233" y="33883"/>
                    </a:lnTo>
                    <a:lnTo>
                      <a:pt x="3517" y="34336"/>
                    </a:lnTo>
                    <a:lnTo>
                      <a:pt x="3801" y="34790"/>
                    </a:lnTo>
                    <a:lnTo>
                      <a:pt x="4103" y="35225"/>
                    </a:lnTo>
                    <a:lnTo>
                      <a:pt x="4425" y="35660"/>
                    </a:lnTo>
                    <a:lnTo>
                      <a:pt x="4746" y="36076"/>
                    </a:lnTo>
                    <a:lnTo>
                      <a:pt x="5086" y="36492"/>
                    </a:lnTo>
                    <a:lnTo>
                      <a:pt x="5427" y="36908"/>
                    </a:lnTo>
                    <a:lnTo>
                      <a:pt x="5786" y="37305"/>
                    </a:lnTo>
                    <a:lnTo>
                      <a:pt x="6164" y="37702"/>
                    </a:lnTo>
                    <a:lnTo>
                      <a:pt x="6523" y="38080"/>
                    </a:lnTo>
                    <a:lnTo>
                      <a:pt x="6920" y="38458"/>
                    </a:lnTo>
                    <a:lnTo>
                      <a:pt x="7298" y="38817"/>
                    </a:lnTo>
                    <a:lnTo>
                      <a:pt x="7696" y="39177"/>
                    </a:lnTo>
                    <a:lnTo>
                      <a:pt x="8111" y="39517"/>
                    </a:lnTo>
                    <a:lnTo>
                      <a:pt x="8527" y="39857"/>
                    </a:lnTo>
                    <a:lnTo>
                      <a:pt x="8962" y="40179"/>
                    </a:lnTo>
                    <a:lnTo>
                      <a:pt x="9397" y="40500"/>
                    </a:lnTo>
                    <a:lnTo>
                      <a:pt x="9832" y="40803"/>
                    </a:lnTo>
                    <a:lnTo>
                      <a:pt x="10286" y="41105"/>
                    </a:lnTo>
                    <a:lnTo>
                      <a:pt x="10740" y="41389"/>
                    </a:lnTo>
                    <a:lnTo>
                      <a:pt x="11193" y="41654"/>
                    </a:lnTo>
                    <a:lnTo>
                      <a:pt x="11666" y="41918"/>
                    </a:lnTo>
                    <a:lnTo>
                      <a:pt x="12139" y="42183"/>
                    </a:lnTo>
                    <a:lnTo>
                      <a:pt x="12630" y="42410"/>
                    </a:lnTo>
                    <a:lnTo>
                      <a:pt x="13122" y="42656"/>
                    </a:lnTo>
                    <a:lnTo>
                      <a:pt x="13613" y="42864"/>
                    </a:lnTo>
                    <a:lnTo>
                      <a:pt x="14124" y="43072"/>
                    </a:lnTo>
                    <a:lnTo>
                      <a:pt x="14634" y="43261"/>
                    </a:lnTo>
                    <a:lnTo>
                      <a:pt x="15145" y="43450"/>
                    </a:lnTo>
                    <a:lnTo>
                      <a:pt x="15674" y="43620"/>
                    </a:lnTo>
                    <a:lnTo>
                      <a:pt x="16204" y="43771"/>
                    </a:lnTo>
                    <a:lnTo>
                      <a:pt x="16733" y="43922"/>
                    </a:lnTo>
                    <a:lnTo>
                      <a:pt x="17263" y="44055"/>
                    </a:lnTo>
                    <a:lnTo>
                      <a:pt x="17811" y="44168"/>
                    </a:lnTo>
                    <a:lnTo>
                      <a:pt x="18359" y="44263"/>
                    </a:lnTo>
                    <a:lnTo>
                      <a:pt x="18908" y="44357"/>
                    </a:lnTo>
                    <a:lnTo>
                      <a:pt x="19456" y="44433"/>
                    </a:lnTo>
                    <a:lnTo>
                      <a:pt x="20023" y="44509"/>
                    </a:lnTo>
                    <a:lnTo>
                      <a:pt x="20590" y="44546"/>
                    </a:lnTo>
                    <a:lnTo>
                      <a:pt x="21158" y="44584"/>
                    </a:lnTo>
                    <a:lnTo>
                      <a:pt x="21725" y="44603"/>
                    </a:lnTo>
                    <a:lnTo>
                      <a:pt x="22311" y="44622"/>
                    </a:lnTo>
                    <a:lnTo>
                      <a:pt x="22878" y="44603"/>
                    </a:lnTo>
                    <a:lnTo>
                      <a:pt x="23445" y="44584"/>
                    </a:lnTo>
                    <a:lnTo>
                      <a:pt x="24013" y="44546"/>
                    </a:lnTo>
                    <a:lnTo>
                      <a:pt x="24580" y="44509"/>
                    </a:lnTo>
                    <a:lnTo>
                      <a:pt x="25147" y="44433"/>
                    </a:lnTo>
                    <a:lnTo>
                      <a:pt x="25695" y="44357"/>
                    </a:lnTo>
                    <a:lnTo>
                      <a:pt x="26244" y="44263"/>
                    </a:lnTo>
                    <a:lnTo>
                      <a:pt x="26792" y="44168"/>
                    </a:lnTo>
                    <a:lnTo>
                      <a:pt x="27340" y="44055"/>
                    </a:lnTo>
                    <a:lnTo>
                      <a:pt x="27870" y="43922"/>
                    </a:lnTo>
                    <a:lnTo>
                      <a:pt x="28418" y="43771"/>
                    </a:lnTo>
                    <a:lnTo>
                      <a:pt x="28928" y="43620"/>
                    </a:lnTo>
                    <a:lnTo>
                      <a:pt x="29458" y="43450"/>
                    </a:lnTo>
                    <a:lnTo>
                      <a:pt x="29968" y="43261"/>
                    </a:lnTo>
                    <a:lnTo>
                      <a:pt x="30479" y="43072"/>
                    </a:lnTo>
                    <a:lnTo>
                      <a:pt x="30989" y="42864"/>
                    </a:lnTo>
                    <a:lnTo>
                      <a:pt x="31481" y="42656"/>
                    </a:lnTo>
                    <a:lnTo>
                      <a:pt x="31972" y="42410"/>
                    </a:lnTo>
                    <a:lnTo>
                      <a:pt x="32464" y="42183"/>
                    </a:lnTo>
                    <a:lnTo>
                      <a:pt x="32937" y="41918"/>
                    </a:lnTo>
                    <a:lnTo>
                      <a:pt x="33409" y="41654"/>
                    </a:lnTo>
                    <a:lnTo>
                      <a:pt x="33863" y="41389"/>
                    </a:lnTo>
                    <a:lnTo>
                      <a:pt x="34336" y="41105"/>
                    </a:lnTo>
                    <a:lnTo>
                      <a:pt x="34771" y="40803"/>
                    </a:lnTo>
                    <a:lnTo>
                      <a:pt x="35225" y="40500"/>
                    </a:lnTo>
                    <a:lnTo>
                      <a:pt x="35659" y="40179"/>
                    </a:lnTo>
                    <a:lnTo>
                      <a:pt x="36075" y="39857"/>
                    </a:lnTo>
                    <a:lnTo>
                      <a:pt x="36491" y="39517"/>
                    </a:lnTo>
                    <a:lnTo>
                      <a:pt x="36907" y="39177"/>
                    </a:lnTo>
                    <a:lnTo>
                      <a:pt x="37304" y="38817"/>
                    </a:lnTo>
                    <a:lnTo>
                      <a:pt x="37701" y="38458"/>
                    </a:lnTo>
                    <a:lnTo>
                      <a:pt x="38080" y="38080"/>
                    </a:lnTo>
                    <a:lnTo>
                      <a:pt x="38458" y="37702"/>
                    </a:lnTo>
                    <a:lnTo>
                      <a:pt x="38817" y="37305"/>
                    </a:lnTo>
                    <a:lnTo>
                      <a:pt x="39176" y="36908"/>
                    </a:lnTo>
                    <a:lnTo>
                      <a:pt x="39517" y="36492"/>
                    </a:lnTo>
                    <a:lnTo>
                      <a:pt x="39857" y="36076"/>
                    </a:lnTo>
                    <a:lnTo>
                      <a:pt x="40178" y="35660"/>
                    </a:lnTo>
                    <a:lnTo>
                      <a:pt x="40500" y="35225"/>
                    </a:lnTo>
                    <a:lnTo>
                      <a:pt x="40802" y="34790"/>
                    </a:lnTo>
                    <a:lnTo>
                      <a:pt x="41105" y="34336"/>
                    </a:lnTo>
                    <a:lnTo>
                      <a:pt x="41388" y="33883"/>
                    </a:lnTo>
                    <a:lnTo>
                      <a:pt x="41653" y="33410"/>
                    </a:lnTo>
                    <a:lnTo>
                      <a:pt x="41918" y="32937"/>
                    </a:lnTo>
                    <a:lnTo>
                      <a:pt x="42164" y="32465"/>
                    </a:lnTo>
                    <a:lnTo>
                      <a:pt x="42409" y="31973"/>
                    </a:lnTo>
                    <a:lnTo>
                      <a:pt x="42636" y="31481"/>
                    </a:lnTo>
                    <a:lnTo>
                      <a:pt x="42863" y="30990"/>
                    </a:lnTo>
                    <a:lnTo>
                      <a:pt x="43071" y="30498"/>
                    </a:lnTo>
                    <a:lnTo>
                      <a:pt x="43260" y="29988"/>
                    </a:lnTo>
                    <a:lnTo>
                      <a:pt x="43430" y="29458"/>
                    </a:lnTo>
                    <a:lnTo>
                      <a:pt x="43600" y="28948"/>
                    </a:lnTo>
                    <a:lnTo>
                      <a:pt x="43771" y="28418"/>
                    </a:lnTo>
                    <a:lnTo>
                      <a:pt x="43903" y="27889"/>
                    </a:lnTo>
                    <a:lnTo>
                      <a:pt x="44035" y="27341"/>
                    </a:lnTo>
                    <a:lnTo>
                      <a:pt x="44149" y="26811"/>
                    </a:lnTo>
                    <a:lnTo>
                      <a:pt x="44262" y="26263"/>
                    </a:lnTo>
                    <a:lnTo>
                      <a:pt x="44357" y="25715"/>
                    </a:lnTo>
                    <a:lnTo>
                      <a:pt x="44432" y="25147"/>
                    </a:lnTo>
                    <a:lnTo>
                      <a:pt x="44489" y="24599"/>
                    </a:lnTo>
                    <a:lnTo>
                      <a:pt x="44546" y="24032"/>
                    </a:lnTo>
                    <a:lnTo>
                      <a:pt x="44584" y="23465"/>
                    </a:lnTo>
                    <a:lnTo>
                      <a:pt x="44603" y="22879"/>
                    </a:lnTo>
                    <a:lnTo>
                      <a:pt x="44603" y="22311"/>
                    </a:lnTo>
                    <a:lnTo>
                      <a:pt x="44603" y="21725"/>
                    </a:lnTo>
                    <a:lnTo>
                      <a:pt x="44584" y="21158"/>
                    </a:lnTo>
                    <a:lnTo>
                      <a:pt x="44546" y="20591"/>
                    </a:lnTo>
                    <a:lnTo>
                      <a:pt x="44489" y="20024"/>
                    </a:lnTo>
                    <a:lnTo>
                      <a:pt x="44432" y="19475"/>
                    </a:lnTo>
                    <a:lnTo>
                      <a:pt x="44357" y="18908"/>
                    </a:lnTo>
                    <a:lnTo>
                      <a:pt x="44262" y="18360"/>
                    </a:lnTo>
                    <a:lnTo>
                      <a:pt x="44149" y="17811"/>
                    </a:lnTo>
                    <a:lnTo>
                      <a:pt x="44035" y="17263"/>
                    </a:lnTo>
                    <a:lnTo>
                      <a:pt x="43903" y="16734"/>
                    </a:lnTo>
                    <a:lnTo>
                      <a:pt x="43771" y="16204"/>
                    </a:lnTo>
                    <a:lnTo>
                      <a:pt x="43600" y="15675"/>
                    </a:lnTo>
                    <a:lnTo>
                      <a:pt x="43430" y="15164"/>
                    </a:lnTo>
                    <a:lnTo>
                      <a:pt x="43260" y="14635"/>
                    </a:lnTo>
                    <a:lnTo>
                      <a:pt x="43071" y="14125"/>
                    </a:lnTo>
                    <a:lnTo>
                      <a:pt x="42863" y="13633"/>
                    </a:lnTo>
                    <a:lnTo>
                      <a:pt x="42636" y="13122"/>
                    </a:lnTo>
                    <a:lnTo>
                      <a:pt x="42409" y="12631"/>
                    </a:lnTo>
                    <a:lnTo>
                      <a:pt x="42164" y="12158"/>
                    </a:lnTo>
                    <a:lnTo>
                      <a:pt x="41918" y="11685"/>
                    </a:lnTo>
                    <a:lnTo>
                      <a:pt x="41653" y="11213"/>
                    </a:lnTo>
                    <a:lnTo>
                      <a:pt x="41388" y="10740"/>
                    </a:lnTo>
                    <a:lnTo>
                      <a:pt x="41105" y="10286"/>
                    </a:lnTo>
                    <a:lnTo>
                      <a:pt x="40802" y="9833"/>
                    </a:lnTo>
                    <a:lnTo>
                      <a:pt x="40500" y="9398"/>
                    </a:lnTo>
                    <a:lnTo>
                      <a:pt x="40178" y="8963"/>
                    </a:lnTo>
                    <a:lnTo>
                      <a:pt x="39857" y="8528"/>
                    </a:lnTo>
                    <a:lnTo>
                      <a:pt x="39517" y="8112"/>
                    </a:lnTo>
                    <a:lnTo>
                      <a:pt x="39176" y="7715"/>
                    </a:lnTo>
                    <a:lnTo>
                      <a:pt x="38817" y="7318"/>
                    </a:lnTo>
                    <a:lnTo>
                      <a:pt x="38458" y="6921"/>
                    </a:lnTo>
                    <a:lnTo>
                      <a:pt x="38080" y="6543"/>
                    </a:lnTo>
                    <a:lnTo>
                      <a:pt x="37701" y="6165"/>
                    </a:lnTo>
                    <a:lnTo>
                      <a:pt x="37304" y="5805"/>
                    </a:lnTo>
                    <a:lnTo>
                      <a:pt x="36907" y="5446"/>
                    </a:lnTo>
                    <a:lnTo>
                      <a:pt x="36491" y="5087"/>
                    </a:lnTo>
                    <a:lnTo>
                      <a:pt x="36075" y="4765"/>
                    </a:lnTo>
                    <a:lnTo>
                      <a:pt x="35659" y="4425"/>
                    </a:lnTo>
                    <a:lnTo>
                      <a:pt x="35225" y="4123"/>
                    </a:lnTo>
                    <a:lnTo>
                      <a:pt x="34771" y="3820"/>
                    </a:lnTo>
                    <a:lnTo>
                      <a:pt x="34336" y="3517"/>
                    </a:lnTo>
                    <a:lnTo>
                      <a:pt x="33863" y="3234"/>
                    </a:lnTo>
                    <a:lnTo>
                      <a:pt x="33409" y="2950"/>
                    </a:lnTo>
                    <a:lnTo>
                      <a:pt x="32937" y="2686"/>
                    </a:lnTo>
                    <a:lnTo>
                      <a:pt x="32464" y="2440"/>
                    </a:lnTo>
                    <a:lnTo>
                      <a:pt x="31972" y="2194"/>
                    </a:lnTo>
                    <a:lnTo>
                      <a:pt x="31481" y="1967"/>
                    </a:lnTo>
                    <a:lnTo>
                      <a:pt x="30989" y="1759"/>
                    </a:lnTo>
                    <a:lnTo>
                      <a:pt x="30479" y="1551"/>
                    </a:lnTo>
                    <a:lnTo>
                      <a:pt x="29968" y="1362"/>
                    </a:lnTo>
                    <a:lnTo>
                      <a:pt x="29458" y="1173"/>
                    </a:lnTo>
                    <a:lnTo>
                      <a:pt x="28928" y="1003"/>
                    </a:lnTo>
                    <a:lnTo>
                      <a:pt x="28418" y="852"/>
                    </a:lnTo>
                    <a:lnTo>
                      <a:pt x="27870" y="700"/>
                    </a:lnTo>
                    <a:lnTo>
                      <a:pt x="27340" y="568"/>
                    </a:lnTo>
                    <a:lnTo>
                      <a:pt x="26792" y="455"/>
                    </a:lnTo>
                    <a:lnTo>
                      <a:pt x="26244" y="341"/>
                    </a:lnTo>
                    <a:lnTo>
                      <a:pt x="25695" y="265"/>
                    </a:lnTo>
                    <a:lnTo>
                      <a:pt x="25147" y="190"/>
                    </a:lnTo>
                    <a:lnTo>
                      <a:pt x="24580" y="114"/>
                    </a:lnTo>
                    <a:lnTo>
                      <a:pt x="24013" y="57"/>
                    </a:lnTo>
                    <a:lnTo>
                      <a:pt x="23445" y="39"/>
                    </a:lnTo>
                    <a:lnTo>
                      <a:pt x="22878" y="1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6"/>
              <p:cNvSpPr/>
              <p:nvPr/>
            </p:nvSpPr>
            <p:spPr>
              <a:xfrm>
                <a:off x="1764450" y="-1858000"/>
                <a:ext cx="854150" cy="854625"/>
              </a:xfrm>
              <a:custGeom>
                <a:avLst/>
                <a:gdLst/>
                <a:ahLst/>
                <a:cxnLst/>
                <a:rect l="l" t="t" r="r" b="b"/>
                <a:pathLst>
                  <a:path w="34166" h="34185" extrusionOk="0">
                    <a:moveTo>
                      <a:pt x="17093" y="0"/>
                    </a:moveTo>
                    <a:lnTo>
                      <a:pt x="16204" y="19"/>
                    </a:lnTo>
                    <a:lnTo>
                      <a:pt x="15334" y="95"/>
                    </a:lnTo>
                    <a:lnTo>
                      <a:pt x="14483" y="208"/>
                    </a:lnTo>
                    <a:lnTo>
                      <a:pt x="13651" y="360"/>
                    </a:lnTo>
                    <a:lnTo>
                      <a:pt x="12820" y="549"/>
                    </a:lnTo>
                    <a:lnTo>
                      <a:pt x="12006" y="776"/>
                    </a:lnTo>
                    <a:lnTo>
                      <a:pt x="11212" y="1040"/>
                    </a:lnTo>
                    <a:lnTo>
                      <a:pt x="10437" y="1343"/>
                    </a:lnTo>
                    <a:lnTo>
                      <a:pt x="9681" y="1683"/>
                    </a:lnTo>
                    <a:lnTo>
                      <a:pt x="8944" y="2061"/>
                    </a:lnTo>
                    <a:lnTo>
                      <a:pt x="8225" y="2477"/>
                    </a:lnTo>
                    <a:lnTo>
                      <a:pt x="7525" y="2931"/>
                    </a:lnTo>
                    <a:lnTo>
                      <a:pt x="6864" y="3404"/>
                    </a:lnTo>
                    <a:lnTo>
                      <a:pt x="6221" y="3914"/>
                    </a:lnTo>
                    <a:lnTo>
                      <a:pt x="5597" y="4444"/>
                    </a:lnTo>
                    <a:lnTo>
                      <a:pt x="5011" y="5011"/>
                    </a:lnTo>
                    <a:lnTo>
                      <a:pt x="4444" y="5597"/>
                    </a:lnTo>
                    <a:lnTo>
                      <a:pt x="3895" y="6221"/>
                    </a:lnTo>
                    <a:lnTo>
                      <a:pt x="3404" y="6864"/>
                    </a:lnTo>
                    <a:lnTo>
                      <a:pt x="2912" y="7544"/>
                    </a:lnTo>
                    <a:lnTo>
                      <a:pt x="2477" y="8225"/>
                    </a:lnTo>
                    <a:lnTo>
                      <a:pt x="2061" y="8944"/>
                    </a:lnTo>
                    <a:lnTo>
                      <a:pt x="1683" y="9681"/>
                    </a:lnTo>
                    <a:lnTo>
                      <a:pt x="1343" y="10437"/>
                    </a:lnTo>
                    <a:lnTo>
                      <a:pt x="1040" y="11213"/>
                    </a:lnTo>
                    <a:lnTo>
                      <a:pt x="776" y="12007"/>
                    </a:lnTo>
                    <a:lnTo>
                      <a:pt x="530" y="12820"/>
                    </a:lnTo>
                    <a:lnTo>
                      <a:pt x="341" y="13652"/>
                    </a:lnTo>
                    <a:lnTo>
                      <a:pt x="189" y="14483"/>
                    </a:lnTo>
                    <a:lnTo>
                      <a:pt x="95" y="15334"/>
                    </a:lnTo>
                    <a:lnTo>
                      <a:pt x="19" y="16204"/>
                    </a:lnTo>
                    <a:lnTo>
                      <a:pt x="0" y="17093"/>
                    </a:lnTo>
                    <a:lnTo>
                      <a:pt x="19" y="17962"/>
                    </a:lnTo>
                    <a:lnTo>
                      <a:pt x="95" y="18832"/>
                    </a:lnTo>
                    <a:lnTo>
                      <a:pt x="189" y="19683"/>
                    </a:lnTo>
                    <a:lnTo>
                      <a:pt x="341" y="20534"/>
                    </a:lnTo>
                    <a:lnTo>
                      <a:pt x="530" y="21366"/>
                    </a:lnTo>
                    <a:lnTo>
                      <a:pt x="776" y="22179"/>
                    </a:lnTo>
                    <a:lnTo>
                      <a:pt x="1040" y="22973"/>
                    </a:lnTo>
                    <a:lnTo>
                      <a:pt x="1343" y="23748"/>
                    </a:lnTo>
                    <a:lnTo>
                      <a:pt x="1683" y="24504"/>
                    </a:lnTo>
                    <a:lnTo>
                      <a:pt x="2061" y="25242"/>
                    </a:lnTo>
                    <a:lnTo>
                      <a:pt x="2477" y="25941"/>
                    </a:lnTo>
                    <a:lnTo>
                      <a:pt x="2912" y="26641"/>
                    </a:lnTo>
                    <a:lnTo>
                      <a:pt x="3404" y="27322"/>
                    </a:lnTo>
                    <a:lnTo>
                      <a:pt x="3895" y="27964"/>
                    </a:lnTo>
                    <a:lnTo>
                      <a:pt x="4444" y="28569"/>
                    </a:lnTo>
                    <a:lnTo>
                      <a:pt x="5011" y="29174"/>
                    </a:lnTo>
                    <a:lnTo>
                      <a:pt x="5597" y="29742"/>
                    </a:lnTo>
                    <a:lnTo>
                      <a:pt x="6221" y="30271"/>
                    </a:lnTo>
                    <a:lnTo>
                      <a:pt x="6864" y="30782"/>
                    </a:lnTo>
                    <a:lnTo>
                      <a:pt x="7525" y="31254"/>
                    </a:lnTo>
                    <a:lnTo>
                      <a:pt x="8225" y="31708"/>
                    </a:lnTo>
                    <a:lnTo>
                      <a:pt x="8944" y="32105"/>
                    </a:lnTo>
                    <a:lnTo>
                      <a:pt x="9681" y="32483"/>
                    </a:lnTo>
                    <a:lnTo>
                      <a:pt x="10437" y="32824"/>
                    </a:lnTo>
                    <a:lnTo>
                      <a:pt x="11212" y="33145"/>
                    </a:lnTo>
                    <a:lnTo>
                      <a:pt x="12006" y="33410"/>
                    </a:lnTo>
                    <a:lnTo>
                      <a:pt x="12820" y="33637"/>
                    </a:lnTo>
                    <a:lnTo>
                      <a:pt x="13651" y="33826"/>
                    </a:lnTo>
                    <a:lnTo>
                      <a:pt x="14483" y="33977"/>
                    </a:lnTo>
                    <a:lnTo>
                      <a:pt x="15334" y="34090"/>
                    </a:lnTo>
                    <a:lnTo>
                      <a:pt x="16204" y="34147"/>
                    </a:lnTo>
                    <a:lnTo>
                      <a:pt x="17093" y="34185"/>
                    </a:lnTo>
                    <a:lnTo>
                      <a:pt x="17962" y="34147"/>
                    </a:lnTo>
                    <a:lnTo>
                      <a:pt x="18832" y="34090"/>
                    </a:lnTo>
                    <a:lnTo>
                      <a:pt x="19683" y="33977"/>
                    </a:lnTo>
                    <a:lnTo>
                      <a:pt x="20534" y="33826"/>
                    </a:lnTo>
                    <a:lnTo>
                      <a:pt x="21347" y="33637"/>
                    </a:lnTo>
                    <a:lnTo>
                      <a:pt x="22160" y="33410"/>
                    </a:lnTo>
                    <a:lnTo>
                      <a:pt x="22954" y="33145"/>
                    </a:lnTo>
                    <a:lnTo>
                      <a:pt x="23729" y="32824"/>
                    </a:lnTo>
                    <a:lnTo>
                      <a:pt x="24485" y="32483"/>
                    </a:lnTo>
                    <a:lnTo>
                      <a:pt x="25223" y="32105"/>
                    </a:lnTo>
                    <a:lnTo>
                      <a:pt x="25941" y="31708"/>
                    </a:lnTo>
                    <a:lnTo>
                      <a:pt x="26641" y="31254"/>
                    </a:lnTo>
                    <a:lnTo>
                      <a:pt x="27303" y="30782"/>
                    </a:lnTo>
                    <a:lnTo>
                      <a:pt x="27945" y="30271"/>
                    </a:lnTo>
                    <a:lnTo>
                      <a:pt x="28569" y="29742"/>
                    </a:lnTo>
                    <a:lnTo>
                      <a:pt x="29174" y="29174"/>
                    </a:lnTo>
                    <a:lnTo>
                      <a:pt x="29723" y="28569"/>
                    </a:lnTo>
                    <a:lnTo>
                      <a:pt x="30271" y="27964"/>
                    </a:lnTo>
                    <a:lnTo>
                      <a:pt x="30781" y="27322"/>
                    </a:lnTo>
                    <a:lnTo>
                      <a:pt x="31254" y="26641"/>
                    </a:lnTo>
                    <a:lnTo>
                      <a:pt x="31689" y="25941"/>
                    </a:lnTo>
                    <a:lnTo>
                      <a:pt x="32105" y="25242"/>
                    </a:lnTo>
                    <a:lnTo>
                      <a:pt x="32483" y="24504"/>
                    </a:lnTo>
                    <a:lnTo>
                      <a:pt x="32823" y="23748"/>
                    </a:lnTo>
                    <a:lnTo>
                      <a:pt x="33126" y="22973"/>
                    </a:lnTo>
                    <a:lnTo>
                      <a:pt x="33410" y="22179"/>
                    </a:lnTo>
                    <a:lnTo>
                      <a:pt x="33636" y="21366"/>
                    </a:lnTo>
                    <a:lnTo>
                      <a:pt x="33826" y="20534"/>
                    </a:lnTo>
                    <a:lnTo>
                      <a:pt x="33977" y="19683"/>
                    </a:lnTo>
                    <a:lnTo>
                      <a:pt x="34090" y="18832"/>
                    </a:lnTo>
                    <a:lnTo>
                      <a:pt x="34147" y="17962"/>
                    </a:lnTo>
                    <a:lnTo>
                      <a:pt x="34166" y="17093"/>
                    </a:lnTo>
                    <a:lnTo>
                      <a:pt x="34147" y="16204"/>
                    </a:lnTo>
                    <a:lnTo>
                      <a:pt x="34090" y="15334"/>
                    </a:lnTo>
                    <a:lnTo>
                      <a:pt x="33977" y="14483"/>
                    </a:lnTo>
                    <a:lnTo>
                      <a:pt x="33826" y="13652"/>
                    </a:lnTo>
                    <a:lnTo>
                      <a:pt x="33636" y="12820"/>
                    </a:lnTo>
                    <a:lnTo>
                      <a:pt x="33410" y="12007"/>
                    </a:lnTo>
                    <a:lnTo>
                      <a:pt x="33126" y="11213"/>
                    </a:lnTo>
                    <a:lnTo>
                      <a:pt x="32823" y="10437"/>
                    </a:lnTo>
                    <a:lnTo>
                      <a:pt x="32483" y="9681"/>
                    </a:lnTo>
                    <a:lnTo>
                      <a:pt x="32105" y="8944"/>
                    </a:lnTo>
                    <a:lnTo>
                      <a:pt x="31689" y="8225"/>
                    </a:lnTo>
                    <a:lnTo>
                      <a:pt x="31254" y="7544"/>
                    </a:lnTo>
                    <a:lnTo>
                      <a:pt x="30781" y="6864"/>
                    </a:lnTo>
                    <a:lnTo>
                      <a:pt x="30271" y="6221"/>
                    </a:lnTo>
                    <a:lnTo>
                      <a:pt x="29723" y="5597"/>
                    </a:lnTo>
                    <a:lnTo>
                      <a:pt x="29174" y="5011"/>
                    </a:lnTo>
                    <a:lnTo>
                      <a:pt x="28569" y="4444"/>
                    </a:lnTo>
                    <a:lnTo>
                      <a:pt x="27945" y="3914"/>
                    </a:lnTo>
                    <a:lnTo>
                      <a:pt x="27303" y="3404"/>
                    </a:lnTo>
                    <a:lnTo>
                      <a:pt x="26641" y="2931"/>
                    </a:lnTo>
                    <a:lnTo>
                      <a:pt x="25941" y="2477"/>
                    </a:lnTo>
                    <a:lnTo>
                      <a:pt x="25223" y="2061"/>
                    </a:lnTo>
                    <a:lnTo>
                      <a:pt x="24485" y="1683"/>
                    </a:lnTo>
                    <a:lnTo>
                      <a:pt x="23729" y="1343"/>
                    </a:lnTo>
                    <a:lnTo>
                      <a:pt x="22954" y="1040"/>
                    </a:lnTo>
                    <a:lnTo>
                      <a:pt x="22160" y="776"/>
                    </a:lnTo>
                    <a:lnTo>
                      <a:pt x="21347" y="549"/>
                    </a:lnTo>
                    <a:lnTo>
                      <a:pt x="20534" y="360"/>
                    </a:lnTo>
                    <a:lnTo>
                      <a:pt x="19683" y="208"/>
                    </a:lnTo>
                    <a:lnTo>
                      <a:pt x="18832" y="95"/>
                    </a:lnTo>
                    <a:lnTo>
                      <a:pt x="17962" y="19"/>
                    </a:lnTo>
                    <a:lnTo>
                      <a:pt x="170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6"/>
              <p:cNvSpPr/>
              <p:nvPr/>
            </p:nvSpPr>
            <p:spPr>
              <a:xfrm>
                <a:off x="1875050" y="-1734150"/>
                <a:ext cx="619725" cy="619700"/>
              </a:xfrm>
              <a:custGeom>
                <a:avLst/>
                <a:gdLst/>
                <a:ahLst/>
                <a:cxnLst/>
                <a:rect l="l" t="t" r="r" b="b"/>
                <a:pathLst>
                  <a:path w="24789" h="24788" extrusionOk="0">
                    <a:moveTo>
                      <a:pt x="12404" y="0"/>
                    </a:moveTo>
                    <a:lnTo>
                      <a:pt x="11761" y="19"/>
                    </a:lnTo>
                    <a:lnTo>
                      <a:pt x="11137" y="76"/>
                    </a:lnTo>
                    <a:lnTo>
                      <a:pt x="10513" y="151"/>
                    </a:lnTo>
                    <a:lnTo>
                      <a:pt x="9889" y="265"/>
                    </a:lnTo>
                    <a:lnTo>
                      <a:pt x="9303" y="397"/>
                    </a:lnTo>
                    <a:lnTo>
                      <a:pt x="8717" y="567"/>
                    </a:lnTo>
                    <a:lnTo>
                      <a:pt x="8131" y="756"/>
                    </a:lnTo>
                    <a:lnTo>
                      <a:pt x="7564" y="983"/>
                    </a:lnTo>
                    <a:lnTo>
                      <a:pt x="7015" y="1229"/>
                    </a:lnTo>
                    <a:lnTo>
                      <a:pt x="6486" y="1513"/>
                    </a:lnTo>
                    <a:lnTo>
                      <a:pt x="5975" y="1796"/>
                    </a:lnTo>
                    <a:lnTo>
                      <a:pt x="5465" y="2118"/>
                    </a:lnTo>
                    <a:lnTo>
                      <a:pt x="4973" y="2477"/>
                    </a:lnTo>
                    <a:lnTo>
                      <a:pt x="4520" y="2836"/>
                    </a:lnTo>
                    <a:lnTo>
                      <a:pt x="4066" y="3233"/>
                    </a:lnTo>
                    <a:lnTo>
                      <a:pt x="3631" y="3630"/>
                    </a:lnTo>
                    <a:lnTo>
                      <a:pt x="3215" y="4065"/>
                    </a:lnTo>
                    <a:lnTo>
                      <a:pt x="2837" y="4519"/>
                    </a:lnTo>
                    <a:lnTo>
                      <a:pt x="2459" y="4992"/>
                    </a:lnTo>
                    <a:lnTo>
                      <a:pt x="2118" y="5464"/>
                    </a:lnTo>
                    <a:lnTo>
                      <a:pt x="1797" y="5975"/>
                    </a:lnTo>
                    <a:lnTo>
                      <a:pt x="1494" y="6485"/>
                    </a:lnTo>
                    <a:lnTo>
                      <a:pt x="1230" y="7034"/>
                    </a:lnTo>
                    <a:lnTo>
                      <a:pt x="984" y="7582"/>
                    </a:lnTo>
                    <a:lnTo>
                      <a:pt x="757" y="8149"/>
                    </a:lnTo>
                    <a:lnTo>
                      <a:pt x="568" y="8716"/>
                    </a:lnTo>
                    <a:lnTo>
                      <a:pt x="398" y="9303"/>
                    </a:lnTo>
                    <a:lnTo>
                      <a:pt x="246" y="9908"/>
                    </a:lnTo>
                    <a:lnTo>
                      <a:pt x="152" y="10513"/>
                    </a:lnTo>
                    <a:lnTo>
                      <a:pt x="57" y="11137"/>
                    </a:lnTo>
                    <a:lnTo>
                      <a:pt x="20" y="11761"/>
                    </a:lnTo>
                    <a:lnTo>
                      <a:pt x="1" y="12403"/>
                    </a:lnTo>
                    <a:lnTo>
                      <a:pt x="20" y="13046"/>
                    </a:lnTo>
                    <a:lnTo>
                      <a:pt x="57" y="13670"/>
                    </a:lnTo>
                    <a:lnTo>
                      <a:pt x="152" y="14294"/>
                    </a:lnTo>
                    <a:lnTo>
                      <a:pt x="246" y="14899"/>
                    </a:lnTo>
                    <a:lnTo>
                      <a:pt x="398" y="15504"/>
                    </a:lnTo>
                    <a:lnTo>
                      <a:pt x="568" y="16090"/>
                    </a:lnTo>
                    <a:lnTo>
                      <a:pt x="757" y="16658"/>
                    </a:lnTo>
                    <a:lnTo>
                      <a:pt x="984" y="17225"/>
                    </a:lnTo>
                    <a:lnTo>
                      <a:pt x="1230" y="17773"/>
                    </a:lnTo>
                    <a:lnTo>
                      <a:pt x="1494" y="18302"/>
                    </a:lnTo>
                    <a:lnTo>
                      <a:pt x="1797" y="18832"/>
                    </a:lnTo>
                    <a:lnTo>
                      <a:pt x="2118" y="19323"/>
                    </a:lnTo>
                    <a:lnTo>
                      <a:pt x="2459" y="19815"/>
                    </a:lnTo>
                    <a:lnTo>
                      <a:pt x="2837" y="20288"/>
                    </a:lnTo>
                    <a:lnTo>
                      <a:pt x="3215" y="20742"/>
                    </a:lnTo>
                    <a:lnTo>
                      <a:pt x="3631" y="21157"/>
                    </a:lnTo>
                    <a:lnTo>
                      <a:pt x="4066" y="21573"/>
                    </a:lnTo>
                    <a:lnTo>
                      <a:pt x="4520" y="21971"/>
                    </a:lnTo>
                    <a:lnTo>
                      <a:pt x="4973" y="22330"/>
                    </a:lnTo>
                    <a:lnTo>
                      <a:pt x="5465" y="22670"/>
                    </a:lnTo>
                    <a:lnTo>
                      <a:pt x="5975" y="22991"/>
                    </a:lnTo>
                    <a:lnTo>
                      <a:pt x="6486" y="23294"/>
                    </a:lnTo>
                    <a:lnTo>
                      <a:pt x="7015" y="23578"/>
                    </a:lnTo>
                    <a:lnTo>
                      <a:pt x="7564" y="23823"/>
                    </a:lnTo>
                    <a:lnTo>
                      <a:pt x="8131" y="24050"/>
                    </a:lnTo>
                    <a:lnTo>
                      <a:pt x="8717" y="24239"/>
                    </a:lnTo>
                    <a:lnTo>
                      <a:pt x="9303" y="24410"/>
                    </a:lnTo>
                    <a:lnTo>
                      <a:pt x="9889" y="24542"/>
                    </a:lnTo>
                    <a:lnTo>
                      <a:pt x="10513" y="24655"/>
                    </a:lnTo>
                    <a:lnTo>
                      <a:pt x="11137" y="24731"/>
                    </a:lnTo>
                    <a:lnTo>
                      <a:pt x="11761" y="24788"/>
                    </a:lnTo>
                    <a:lnTo>
                      <a:pt x="13028" y="24788"/>
                    </a:lnTo>
                    <a:lnTo>
                      <a:pt x="13671" y="24731"/>
                    </a:lnTo>
                    <a:lnTo>
                      <a:pt x="14276" y="24655"/>
                    </a:lnTo>
                    <a:lnTo>
                      <a:pt x="14900" y="24542"/>
                    </a:lnTo>
                    <a:lnTo>
                      <a:pt x="15486" y="24410"/>
                    </a:lnTo>
                    <a:lnTo>
                      <a:pt x="16072" y="24239"/>
                    </a:lnTo>
                    <a:lnTo>
                      <a:pt x="16658" y="24050"/>
                    </a:lnTo>
                    <a:lnTo>
                      <a:pt x="17225" y="23823"/>
                    </a:lnTo>
                    <a:lnTo>
                      <a:pt x="17774" y="23578"/>
                    </a:lnTo>
                    <a:lnTo>
                      <a:pt x="18303" y="23294"/>
                    </a:lnTo>
                    <a:lnTo>
                      <a:pt x="18813" y="22991"/>
                    </a:lnTo>
                    <a:lnTo>
                      <a:pt x="19324" y="22670"/>
                    </a:lnTo>
                    <a:lnTo>
                      <a:pt x="19816" y="22330"/>
                    </a:lnTo>
                    <a:lnTo>
                      <a:pt x="20288" y="21971"/>
                    </a:lnTo>
                    <a:lnTo>
                      <a:pt x="20723" y="21573"/>
                    </a:lnTo>
                    <a:lnTo>
                      <a:pt x="21158" y="21157"/>
                    </a:lnTo>
                    <a:lnTo>
                      <a:pt x="21574" y="20742"/>
                    </a:lnTo>
                    <a:lnTo>
                      <a:pt x="21952" y="20288"/>
                    </a:lnTo>
                    <a:lnTo>
                      <a:pt x="22330" y="19815"/>
                    </a:lnTo>
                    <a:lnTo>
                      <a:pt x="22671" y="19323"/>
                    </a:lnTo>
                    <a:lnTo>
                      <a:pt x="22992" y="18832"/>
                    </a:lnTo>
                    <a:lnTo>
                      <a:pt x="23294" y="18302"/>
                    </a:lnTo>
                    <a:lnTo>
                      <a:pt x="23559" y="17773"/>
                    </a:lnTo>
                    <a:lnTo>
                      <a:pt x="23824" y="17225"/>
                    </a:lnTo>
                    <a:lnTo>
                      <a:pt x="24032" y="16658"/>
                    </a:lnTo>
                    <a:lnTo>
                      <a:pt x="24240" y="16090"/>
                    </a:lnTo>
                    <a:lnTo>
                      <a:pt x="24391" y="15504"/>
                    </a:lnTo>
                    <a:lnTo>
                      <a:pt x="24542" y="14899"/>
                    </a:lnTo>
                    <a:lnTo>
                      <a:pt x="24656" y="14294"/>
                    </a:lnTo>
                    <a:lnTo>
                      <a:pt x="24731" y="13670"/>
                    </a:lnTo>
                    <a:lnTo>
                      <a:pt x="24769" y="13046"/>
                    </a:lnTo>
                    <a:lnTo>
                      <a:pt x="24788" y="12403"/>
                    </a:lnTo>
                    <a:lnTo>
                      <a:pt x="24769" y="11761"/>
                    </a:lnTo>
                    <a:lnTo>
                      <a:pt x="24731" y="11137"/>
                    </a:lnTo>
                    <a:lnTo>
                      <a:pt x="24656" y="10513"/>
                    </a:lnTo>
                    <a:lnTo>
                      <a:pt x="24542" y="9908"/>
                    </a:lnTo>
                    <a:lnTo>
                      <a:pt x="24391" y="9303"/>
                    </a:lnTo>
                    <a:lnTo>
                      <a:pt x="24240" y="8716"/>
                    </a:lnTo>
                    <a:lnTo>
                      <a:pt x="24032" y="8149"/>
                    </a:lnTo>
                    <a:lnTo>
                      <a:pt x="23824" y="7582"/>
                    </a:lnTo>
                    <a:lnTo>
                      <a:pt x="23559" y="7034"/>
                    </a:lnTo>
                    <a:lnTo>
                      <a:pt x="23294" y="6485"/>
                    </a:lnTo>
                    <a:lnTo>
                      <a:pt x="22992" y="5975"/>
                    </a:lnTo>
                    <a:lnTo>
                      <a:pt x="22671" y="5464"/>
                    </a:lnTo>
                    <a:lnTo>
                      <a:pt x="22330" y="4992"/>
                    </a:lnTo>
                    <a:lnTo>
                      <a:pt x="21952" y="4519"/>
                    </a:lnTo>
                    <a:lnTo>
                      <a:pt x="21574" y="4065"/>
                    </a:lnTo>
                    <a:lnTo>
                      <a:pt x="21158" y="3630"/>
                    </a:lnTo>
                    <a:lnTo>
                      <a:pt x="20723" y="3233"/>
                    </a:lnTo>
                    <a:lnTo>
                      <a:pt x="20288" y="2836"/>
                    </a:lnTo>
                    <a:lnTo>
                      <a:pt x="19816" y="2477"/>
                    </a:lnTo>
                    <a:lnTo>
                      <a:pt x="19324" y="2118"/>
                    </a:lnTo>
                    <a:lnTo>
                      <a:pt x="18813" y="1796"/>
                    </a:lnTo>
                    <a:lnTo>
                      <a:pt x="18303" y="1513"/>
                    </a:lnTo>
                    <a:lnTo>
                      <a:pt x="17774" y="1229"/>
                    </a:lnTo>
                    <a:lnTo>
                      <a:pt x="17225" y="983"/>
                    </a:lnTo>
                    <a:lnTo>
                      <a:pt x="16658" y="756"/>
                    </a:lnTo>
                    <a:lnTo>
                      <a:pt x="16072" y="567"/>
                    </a:lnTo>
                    <a:lnTo>
                      <a:pt x="15486" y="397"/>
                    </a:lnTo>
                    <a:lnTo>
                      <a:pt x="14900" y="265"/>
                    </a:lnTo>
                    <a:lnTo>
                      <a:pt x="14276" y="151"/>
                    </a:lnTo>
                    <a:lnTo>
                      <a:pt x="13671" y="76"/>
                    </a:lnTo>
                    <a:lnTo>
                      <a:pt x="13028" y="19"/>
                    </a:lnTo>
                    <a:lnTo>
                      <a:pt x="1240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6"/>
              <p:cNvSpPr/>
              <p:nvPr/>
            </p:nvSpPr>
            <p:spPr>
              <a:xfrm>
                <a:off x="1974325" y="-1634425"/>
                <a:ext cx="421175" cy="420725"/>
              </a:xfrm>
              <a:custGeom>
                <a:avLst/>
                <a:gdLst/>
                <a:ahLst/>
                <a:cxnLst/>
                <a:rect l="l" t="t" r="r" b="b"/>
                <a:pathLst>
                  <a:path w="16847" h="16829" extrusionOk="0">
                    <a:moveTo>
                      <a:pt x="7998" y="1"/>
                    </a:moveTo>
                    <a:lnTo>
                      <a:pt x="7563" y="38"/>
                    </a:lnTo>
                    <a:lnTo>
                      <a:pt x="7147" y="95"/>
                    </a:lnTo>
                    <a:lnTo>
                      <a:pt x="6731" y="171"/>
                    </a:lnTo>
                    <a:lnTo>
                      <a:pt x="6315" y="265"/>
                    </a:lnTo>
                    <a:lnTo>
                      <a:pt x="5918" y="379"/>
                    </a:lnTo>
                    <a:lnTo>
                      <a:pt x="5521" y="511"/>
                    </a:lnTo>
                    <a:lnTo>
                      <a:pt x="5143" y="662"/>
                    </a:lnTo>
                    <a:lnTo>
                      <a:pt x="4765" y="814"/>
                    </a:lnTo>
                    <a:lnTo>
                      <a:pt x="4406" y="1003"/>
                    </a:lnTo>
                    <a:lnTo>
                      <a:pt x="4065" y="1211"/>
                    </a:lnTo>
                    <a:lnTo>
                      <a:pt x="3725" y="1438"/>
                    </a:lnTo>
                    <a:lnTo>
                      <a:pt x="3385" y="1664"/>
                    </a:lnTo>
                    <a:lnTo>
                      <a:pt x="3063" y="1910"/>
                    </a:lnTo>
                    <a:lnTo>
                      <a:pt x="2761" y="2175"/>
                    </a:lnTo>
                    <a:lnTo>
                      <a:pt x="2477" y="2459"/>
                    </a:lnTo>
                    <a:lnTo>
                      <a:pt x="2193" y="2742"/>
                    </a:lnTo>
                    <a:lnTo>
                      <a:pt x="1929" y="3064"/>
                    </a:lnTo>
                    <a:lnTo>
                      <a:pt x="1683" y="3366"/>
                    </a:lnTo>
                    <a:lnTo>
                      <a:pt x="1437" y="3706"/>
                    </a:lnTo>
                    <a:lnTo>
                      <a:pt x="1229" y="4047"/>
                    </a:lnTo>
                    <a:lnTo>
                      <a:pt x="1021" y="4406"/>
                    </a:lnTo>
                    <a:lnTo>
                      <a:pt x="832" y="4765"/>
                    </a:lnTo>
                    <a:lnTo>
                      <a:pt x="662" y="5143"/>
                    </a:lnTo>
                    <a:lnTo>
                      <a:pt x="511" y="5522"/>
                    </a:lnTo>
                    <a:lnTo>
                      <a:pt x="378" y="5900"/>
                    </a:lnTo>
                    <a:lnTo>
                      <a:pt x="265" y="6316"/>
                    </a:lnTo>
                    <a:lnTo>
                      <a:pt x="170" y="6713"/>
                    </a:lnTo>
                    <a:lnTo>
                      <a:pt x="95" y="7129"/>
                    </a:lnTo>
                    <a:lnTo>
                      <a:pt x="38" y="7545"/>
                    </a:lnTo>
                    <a:lnTo>
                      <a:pt x="19" y="7980"/>
                    </a:lnTo>
                    <a:lnTo>
                      <a:pt x="0" y="8414"/>
                    </a:lnTo>
                    <a:lnTo>
                      <a:pt x="19" y="8849"/>
                    </a:lnTo>
                    <a:lnTo>
                      <a:pt x="38" y="9265"/>
                    </a:lnTo>
                    <a:lnTo>
                      <a:pt x="95" y="9700"/>
                    </a:lnTo>
                    <a:lnTo>
                      <a:pt x="170" y="10116"/>
                    </a:lnTo>
                    <a:lnTo>
                      <a:pt x="265" y="10513"/>
                    </a:lnTo>
                    <a:lnTo>
                      <a:pt x="378" y="10910"/>
                    </a:lnTo>
                    <a:lnTo>
                      <a:pt x="511" y="11307"/>
                    </a:lnTo>
                    <a:lnTo>
                      <a:pt x="662" y="11685"/>
                    </a:lnTo>
                    <a:lnTo>
                      <a:pt x="832" y="12064"/>
                    </a:lnTo>
                    <a:lnTo>
                      <a:pt x="1021" y="12423"/>
                    </a:lnTo>
                    <a:lnTo>
                      <a:pt x="1229" y="12782"/>
                    </a:lnTo>
                    <a:lnTo>
                      <a:pt x="1437" y="13122"/>
                    </a:lnTo>
                    <a:lnTo>
                      <a:pt x="1683" y="13444"/>
                    </a:lnTo>
                    <a:lnTo>
                      <a:pt x="1929" y="13765"/>
                    </a:lnTo>
                    <a:lnTo>
                      <a:pt x="2193" y="14068"/>
                    </a:lnTo>
                    <a:lnTo>
                      <a:pt x="2477" y="14370"/>
                    </a:lnTo>
                    <a:lnTo>
                      <a:pt x="2761" y="14654"/>
                    </a:lnTo>
                    <a:lnTo>
                      <a:pt x="3063" y="14919"/>
                    </a:lnTo>
                    <a:lnTo>
                      <a:pt x="3385" y="15164"/>
                    </a:lnTo>
                    <a:lnTo>
                      <a:pt x="3725" y="15391"/>
                    </a:lnTo>
                    <a:lnTo>
                      <a:pt x="4065" y="15618"/>
                    </a:lnTo>
                    <a:lnTo>
                      <a:pt x="4406" y="15826"/>
                    </a:lnTo>
                    <a:lnTo>
                      <a:pt x="4765" y="15996"/>
                    </a:lnTo>
                    <a:lnTo>
                      <a:pt x="5143" y="16166"/>
                    </a:lnTo>
                    <a:lnTo>
                      <a:pt x="5521" y="16318"/>
                    </a:lnTo>
                    <a:lnTo>
                      <a:pt x="5918" y="16450"/>
                    </a:lnTo>
                    <a:lnTo>
                      <a:pt x="6315" y="16563"/>
                    </a:lnTo>
                    <a:lnTo>
                      <a:pt x="6731" y="16658"/>
                    </a:lnTo>
                    <a:lnTo>
                      <a:pt x="7147" y="16734"/>
                    </a:lnTo>
                    <a:lnTo>
                      <a:pt x="7563" y="16790"/>
                    </a:lnTo>
                    <a:lnTo>
                      <a:pt x="7998" y="16828"/>
                    </a:lnTo>
                    <a:lnTo>
                      <a:pt x="8849" y="16828"/>
                    </a:lnTo>
                    <a:lnTo>
                      <a:pt x="9284" y="16790"/>
                    </a:lnTo>
                    <a:lnTo>
                      <a:pt x="9700" y="16734"/>
                    </a:lnTo>
                    <a:lnTo>
                      <a:pt x="10116" y="16658"/>
                    </a:lnTo>
                    <a:lnTo>
                      <a:pt x="10532" y="16563"/>
                    </a:lnTo>
                    <a:lnTo>
                      <a:pt x="10929" y="16450"/>
                    </a:lnTo>
                    <a:lnTo>
                      <a:pt x="11326" y="16318"/>
                    </a:lnTo>
                    <a:lnTo>
                      <a:pt x="11704" y="16166"/>
                    </a:lnTo>
                    <a:lnTo>
                      <a:pt x="12082" y="15996"/>
                    </a:lnTo>
                    <a:lnTo>
                      <a:pt x="12441" y="15826"/>
                    </a:lnTo>
                    <a:lnTo>
                      <a:pt x="12800" y="15618"/>
                    </a:lnTo>
                    <a:lnTo>
                      <a:pt x="13141" y="15391"/>
                    </a:lnTo>
                    <a:lnTo>
                      <a:pt x="13462" y="15164"/>
                    </a:lnTo>
                    <a:lnTo>
                      <a:pt x="13784" y="14919"/>
                    </a:lnTo>
                    <a:lnTo>
                      <a:pt x="14086" y="14654"/>
                    </a:lnTo>
                    <a:lnTo>
                      <a:pt x="14389" y="14370"/>
                    </a:lnTo>
                    <a:lnTo>
                      <a:pt x="14653" y="14068"/>
                    </a:lnTo>
                    <a:lnTo>
                      <a:pt x="14918" y="13765"/>
                    </a:lnTo>
                    <a:lnTo>
                      <a:pt x="15183" y="13444"/>
                    </a:lnTo>
                    <a:lnTo>
                      <a:pt x="15410" y="13122"/>
                    </a:lnTo>
                    <a:lnTo>
                      <a:pt x="15637" y="12782"/>
                    </a:lnTo>
                    <a:lnTo>
                      <a:pt x="15826" y="12423"/>
                    </a:lnTo>
                    <a:lnTo>
                      <a:pt x="16015" y="12064"/>
                    </a:lnTo>
                    <a:lnTo>
                      <a:pt x="16185" y="11685"/>
                    </a:lnTo>
                    <a:lnTo>
                      <a:pt x="16336" y="11307"/>
                    </a:lnTo>
                    <a:lnTo>
                      <a:pt x="16468" y="10910"/>
                    </a:lnTo>
                    <a:lnTo>
                      <a:pt x="16582" y="10513"/>
                    </a:lnTo>
                    <a:lnTo>
                      <a:pt x="16676" y="10116"/>
                    </a:lnTo>
                    <a:lnTo>
                      <a:pt x="16752" y="9700"/>
                    </a:lnTo>
                    <a:lnTo>
                      <a:pt x="16809" y="9265"/>
                    </a:lnTo>
                    <a:lnTo>
                      <a:pt x="16828" y="8849"/>
                    </a:lnTo>
                    <a:lnTo>
                      <a:pt x="16847" y="8414"/>
                    </a:lnTo>
                    <a:lnTo>
                      <a:pt x="16828" y="7980"/>
                    </a:lnTo>
                    <a:lnTo>
                      <a:pt x="16809" y="7545"/>
                    </a:lnTo>
                    <a:lnTo>
                      <a:pt x="16752" y="7129"/>
                    </a:lnTo>
                    <a:lnTo>
                      <a:pt x="16676" y="6713"/>
                    </a:lnTo>
                    <a:lnTo>
                      <a:pt x="16582" y="6316"/>
                    </a:lnTo>
                    <a:lnTo>
                      <a:pt x="16468" y="5900"/>
                    </a:lnTo>
                    <a:lnTo>
                      <a:pt x="16336" y="5522"/>
                    </a:lnTo>
                    <a:lnTo>
                      <a:pt x="16185" y="5143"/>
                    </a:lnTo>
                    <a:lnTo>
                      <a:pt x="16015" y="4765"/>
                    </a:lnTo>
                    <a:lnTo>
                      <a:pt x="15826" y="4406"/>
                    </a:lnTo>
                    <a:lnTo>
                      <a:pt x="15637" y="4047"/>
                    </a:lnTo>
                    <a:lnTo>
                      <a:pt x="15410" y="3706"/>
                    </a:lnTo>
                    <a:lnTo>
                      <a:pt x="15183" y="3366"/>
                    </a:lnTo>
                    <a:lnTo>
                      <a:pt x="14918" y="3064"/>
                    </a:lnTo>
                    <a:lnTo>
                      <a:pt x="14653" y="2742"/>
                    </a:lnTo>
                    <a:lnTo>
                      <a:pt x="14389" y="2459"/>
                    </a:lnTo>
                    <a:lnTo>
                      <a:pt x="14086" y="2175"/>
                    </a:lnTo>
                    <a:lnTo>
                      <a:pt x="13784" y="1910"/>
                    </a:lnTo>
                    <a:lnTo>
                      <a:pt x="13462" y="1664"/>
                    </a:lnTo>
                    <a:lnTo>
                      <a:pt x="13141" y="1438"/>
                    </a:lnTo>
                    <a:lnTo>
                      <a:pt x="12800" y="1211"/>
                    </a:lnTo>
                    <a:lnTo>
                      <a:pt x="12441" y="1003"/>
                    </a:lnTo>
                    <a:lnTo>
                      <a:pt x="12082" y="814"/>
                    </a:lnTo>
                    <a:lnTo>
                      <a:pt x="11704" y="662"/>
                    </a:lnTo>
                    <a:lnTo>
                      <a:pt x="11326" y="511"/>
                    </a:lnTo>
                    <a:lnTo>
                      <a:pt x="10929" y="379"/>
                    </a:lnTo>
                    <a:lnTo>
                      <a:pt x="10532" y="265"/>
                    </a:lnTo>
                    <a:lnTo>
                      <a:pt x="10116" y="171"/>
                    </a:lnTo>
                    <a:lnTo>
                      <a:pt x="9700" y="95"/>
                    </a:lnTo>
                    <a:lnTo>
                      <a:pt x="9284" y="38"/>
                    </a:lnTo>
                    <a:lnTo>
                      <a:pt x="88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16"/>
              <p:cNvSpPr/>
              <p:nvPr/>
            </p:nvSpPr>
            <p:spPr>
              <a:xfrm>
                <a:off x="2074050" y="-1535150"/>
                <a:ext cx="221725" cy="222175"/>
              </a:xfrm>
              <a:custGeom>
                <a:avLst/>
                <a:gdLst/>
                <a:ahLst/>
                <a:cxnLst/>
                <a:rect l="l" t="t" r="r" b="b"/>
                <a:pathLst>
                  <a:path w="8869" h="8887" extrusionOk="0">
                    <a:moveTo>
                      <a:pt x="4444" y="0"/>
                    </a:moveTo>
                    <a:lnTo>
                      <a:pt x="4198" y="19"/>
                    </a:lnTo>
                    <a:lnTo>
                      <a:pt x="3990" y="19"/>
                    </a:lnTo>
                    <a:lnTo>
                      <a:pt x="3536" y="95"/>
                    </a:lnTo>
                    <a:lnTo>
                      <a:pt x="3120" y="208"/>
                    </a:lnTo>
                    <a:lnTo>
                      <a:pt x="2704" y="359"/>
                    </a:lnTo>
                    <a:lnTo>
                      <a:pt x="2326" y="548"/>
                    </a:lnTo>
                    <a:lnTo>
                      <a:pt x="1948" y="756"/>
                    </a:lnTo>
                    <a:lnTo>
                      <a:pt x="1608" y="1021"/>
                    </a:lnTo>
                    <a:lnTo>
                      <a:pt x="1305" y="1305"/>
                    </a:lnTo>
                    <a:lnTo>
                      <a:pt x="1003" y="1626"/>
                    </a:lnTo>
                    <a:lnTo>
                      <a:pt x="757" y="1967"/>
                    </a:lnTo>
                    <a:lnTo>
                      <a:pt x="530" y="2326"/>
                    </a:lnTo>
                    <a:lnTo>
                      <a:pt x="341" y="2723"/>
                    </a:lnTo>
                    <a:lnTo>
                      <a:pt x="190" y="3120"/>
                    </a:lnTo>
                    <a:lnTo>
                      <a:pt x="95" y="3555"/>
                    </a:lnTo>
                    <a:lnTo>
                      <a:pt x="20" y="3990"/>
                    </a:lnTo>
                    <a:lnTo>
                      <a:pt x="1" y="4217"/>
                    </a:lnTo>
                    <a:lnTo>
                      <a:pt x="1" y="4443"/>
                    </a:lnTo>
                    <a:lnTo>
                      <a:pt x="1" y="4670"/>
                    </a:lnTo>
                    <a:lnTo>
                      <a:pt x="20" y="4897"/>
                    </a:lnTo>
                    <a:lnTo>
                      <a:pt x="95" y="5332"/>
                    </a:lnTo>
                    <a:lnTo>
                      <a:pt x="190" y="5767"/>
                    </a:lnTo>
                    <a:lnTo>
                      <a:pt x="341" y="6164"/>
                    </a:lnTo>
                    <a:lnTo>
                      <a:pt x="530" y="6561"/>
                    </a:lnTo>
                    <a:lnTo>
                      <a:pt x="757" y="6920"/>
                    </a:lnTo>
                    <a:lnTo>
                      <a:pt x="1003" y="7261"/>
                    </a:lnTo>
                    <a:lnTo>
                      <a:pt x="1305" y="7582"/>
                    </a:lnTo>
                    <a:lnTo>
                      <a:pt x="1608" y="7866"/>
                    </a:lnTo>
                    <a:lnTo>
                      <a:pt x="1948" y="8130"/>
                    </a:lnTo>
                    <a:lnTo>
                      <a:pt x="2326" y="8338"/>
                    </a:lnTo>
                    <a:lnTo>
                      <a:pt x="2704" y="8527"/>
                    </a:lnTo>
                    <a:lnTo>
                      <a:pt x="3120" y="8679"/>
                    </a:lnTo>
                    <a:lnTo>
                      <a:pt x="3536" y="8792"/>
                    </a:lnTo>
                    <a:lnTo>
                      <a:pt x="3990" y="8849"/>
                    </a:lnTo>
                    <a:lnTo>
                      <a:pt x="4198" y="8868"/>
                    </a:lnTo>
                    <a:lnTo>
                      <a:pt x="4444" y="8887"/>
                    </a:lnTo>
                    <a:lnTo>
                      <a:pt x="4671" y="8868"/>
                    </a:lnTo>
                    <a:lnTo>
                      <a:pt x="4898" y="8849"/>
                    </a:lnTo>
                    <a:lnTo>
                      <a:pt x="5333" y="8792"/>
                    </a:lnTo>
                    <a:lnTo>
                      <a:pt x="5748" y="8679"/>
                    </a:lnTo>
                    <a:lnTo>
                      <a:pt x="6164" y="8527"/>
                    </a:lnTo>
                    <a:lnTo>
                      <a:pt x="6543" y="8338"/>
                    </a:lnTo>
                    <a:lnTo>
                      <a:pt x="6921" y="8130"/>
                    </a:lnTo>
                    <a:lnTo>
                      <a:pt x="7261" y="7866"/>
                    </a:lnTo>
                    <a:lnTo>
                      <a:pt x="7582" y="7582"/>
                    </a:lnTo>
                    <a:lnTo>
                      <a:pt x="7866" y="7261"/>
                    </a:lnTo>
                    <a:lnTo>
                      <a:pt x="8112" y="6920"/>
                    </a:lnTo>
                    <a:lnTo>
                      <a:pt x="8339" y="6561"/>
                    </a:lnTo>
                    <a:lnTo>
                      <a:pt x="8528" y="6164"/>
                    </a:lnTo>
                    <a:lnTo>
                      <a:pt x="8679" y="5767"/>
                    </a:lnTo>
                    <a:lnTo>
                      <a:pt x="8793" y="5332"/>
                    </a:lnTo>
                    <a:lnTo>
                      <a:pt x="8849" y="4897"/>
                    </a:lnTo>
                    <a:lnTo>
                      <a:pt x="8868" y="4670"/>
                    </a:lnTo>
                    <a:lnTo>
                      <a:pt x="8868" y="4443"/>
                    </a:lnTo>
                    <a:lnTo>
                      <a:pt x="8868" y="4217"/>
                    </a:lnTo>
                    <a:lnTo>
                      <a:pt x="8849" y="3990"/>
                    </a:lnTo>
                    <a:lnTo>
                      <a:pt x="8793" y="3555"/>
                    </a:lnTo>
                    <a:lnTo>
                      <a:pt x="8679" y="3120"/>
                    </a:lnTo>
                    <a:lnTo>
                      <a:pt x="8528" y="2723"/>
                    </a:lnTo>
                    <a:lnTo>
                      <a:pt x="8339" y="2326"/>
                    </a:lnTo>
                    <a:lnTo>
                      <a:pt x="8112" y="1967"/>
                    </a:lnTo>
                    <a:lnTo>
                      <a:pt x="7866" y="1626"/>
                    </a:lnTo>
                    <a:lnTo>
                      <a:pt x="7582" y="1305"/>
                    </a:lnTo>
                    <a:lnTo>
                      <a:pt x="7261" y="1021"/>
                    </a:lnTo>
                    <a:lnTo>
                      <a:pt x="6921" y="756"/>
                    </a:lnTo>
                    <a:lnTo>
                      <a:pt x="6543" y="548"/>
                    </a:lnTo>
                    <a:lnTo>
                      <a:pt x="6164" y="359"/>
                    </a:lnTo>
                    <a:lnTo>
                      <a:pt x="5748" y="208"/>
                    </a:lnTo>
                    <a:lnTo>
                      <a:pt x="5333" y="95"/>
                    </a:lnTo>
                    <a:lnTo>
                      <a:pt x="4898" y="19"/>
                    </a:lnTo>
                    <a:lnTo>
                      <a:pt x="4671" y="19"/>
                    </a:lnTo>
                    <a:lnTo>
                      <a:pt x="444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16"/>
              <p:cNvSpPr/>
              <p:nvPr/>
            </p:nvSpPr>
            <p:spPr>
              <a:xfrm>
                <a:off x="2192700" y="-1659475"/>
                <a:ext cx="515250" cy="237775"/>
              </a:xfrm>
              <a:custGeom>
                <a:avLst/>
                <a:gdLst/>
                <a:ahLst/>
                <a:cxnLst/>
                <a:rect l="l" t="t" r="r" b="b"/>
                <a:pathLst>
                  <a:path w="20610" h="9511" extrusionOk="0">
                    <a:moveTo>
                      <a:pt x="19815" y="1"/>
                    </a:moveTo>
                    <a:lnTo>
                      <a:pt x="0" y="9114"/>
                    </a:lnTo>
                    <a:lnTo>
                      <a:pt x="152" y="9511"/>
                    </a:lnTo>
                    <a:lnTo>
                      <a:pt x="20609" y="1040"/>
                    </a:lnTo>
                    <a:lnTo>
                      <a:pt x="19815" y="1"/>
                    </a:lnTo>
                    <a:close/>
                  </a:path>
                </a:pathLst>
              </a:custGeom>
              <a:gradFill>
                <a:gsLst>
                  <a:gs pos="0">
                    <a:srgbClr val="575757"/>
                  </a:gs>
                  <a:gs pos="100000">
                    <a:srgbClr val="16161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16"/>
              <p:cNvSpPr/>
              <p:nvPr/>
            </p:nvSpPr>
            <p:spPr>
              <a:xfrm>
                <a:off x="2620475" y="-1822550"/>
                <a:ext cx="312475" cy="245350"/>
              </a:xfrm>
              <a:custGeom>
                <a:avLst/>
                <a:gdLst/>
                <a:ahLst/>
                <a:cxnLst/>
                <a:rect l="l" t="t" r="r" b="b"/>
                <a:pathLst>
                  <a:path w="12499" h="9814" extrusionOk="0">
                    <a:moveTo>
                      <a:pt x="8509" y="1"/>
                    </a:moveTo>
                    <a:lnTo>
                      <a:pt x="1078" y="4803"/>
                    </a:lnTo>
                    <a:lnTo>
                      <a:pt x="0" y="8358"/>
                    </a:lnTo>
                    <a:lnTo>
                      <a:pt x="3820" y="9813"/>
                    </a:lnTo>
                    <a:lnTo>
                      <a:pt x="12498" y="5862"/>
                    </a:lnTo>
                    <a:lnTo>
                      <a:pt x="8376" y="4160"/>
                    </a:lnTo>
                    <a:lnTo>
                      <a:pt x="8509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0B9"/>
                  </a:gs>
                  <a:gs pos="100000">
                    <a:srgbClr val="F9D03C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01" name="Google Shape;801;p16"/>
          <p:cNvGrpSpPr/>
          <p:nvPr/>
        </p:nvGrpSpPr>
        <p:grpSpPr>
          <a:xfrm>
            <a:off x="4214861" y="4463449"/>
            <a:ext cx="745923" cy="742920"/>
            <a:chOff x="778525" y="3588975"/>
            <a:chExt cx="1073425" cy="1068950"/>
          </a:xfrm>
        </p:grpSpPr>
        <p:sp>
          <p:nvSpPr>
            <p:cNvPr id="802" name="Google Shape;802;p16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03" name="Google Shape;803;p16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804" name="Google Shape;804;p16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16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16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16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16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16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16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16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16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16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16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16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16" name="Google Shape;816;p16"/>
          <p:cNvGrpSpPr/>
          <p:nvPr/>
        </p:nvGrpSpPr>
        <p:grpSpPr>
          <a:xfrm flipH="1">
            <a:off x="152729" y="4539656"/>
            <a:ext cx="560435" cy="558099"/>
            <a:chOff x="778525" y="3588975"/>
            <a:chExt cx="1073425" cy="1068950"/>
          </a:xfrm>
        </p:grpSpPr>
        <p:sp>
          <p:nvSpPr>
            <p:cNvPr id="817" name="Google Shape;817;p16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18" name="Google Shape;818;p16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819" name="Google Shape;819;p16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16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16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16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16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16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16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16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16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16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16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16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31" name="Google Shape;831;p16"/>
          <p:cNvGrpSpPr/>
          <p:nvPr/>
        </p:nvGrpSpPr>
        <p:grpSpPr>
          <a:xfrm>
            <a:off x="7836541" y="4681785"/>
            <a:ext cx="518113" cy="461719"/>
            <a:chOff x="2236010" y="3967511"/>
            <a:chExt cx="930353" cy="829089"/>
          </a:xfrm>
        </p:grpSpPr>
        <p:sp>
          <p:nvSpPr>
            <p:cNvPr id="832" name="Google Shape;832;p16"/>
            <p:cNvSpPr/>
            <p:nvPr/>
          </p:nvSpPr>
          <p:spPr>
            <a:xfrm>
              <a:off x="2265825" y="4694000"/>
              <a:ext cx="767100" cy="1026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33" name="Google Shape;833;p16"/>
            <p:cNvGrpSpPr/>
            <p:nvPr/>
          </p:nvGrpSpPr>
          <p:grpSpPr>
            <a:xfrm>
              <a:off x="2236010" y="3967511"/>
              <a:ext cx="930353" cy="794959"/>
              <a:chOff x="1627375" y="-1981850"/>
              <a:chExt cx="1305575" cy="1115575"/>
            </a:xfrm>
          </p:grpSpPr>
          <p:sp>
            <p:nvSpPr>
              <p:cNvPr id="834" name="Google Shape;834;p16"/>
              <p:cNvSpPr/>
              <p:nvPr/>
            </p:nvSpPr>
            <p:spPr>
              <a:xfrm>
                <a:off x="1627375" y="-1981850"/>
                <a:ext cx="1115075" cy="1115575"/>
              </a:xfrm>
              <a:custGeom>
                <a:avLst/>
                <a:gdLst/>
                <a:ahLst/>
                <a:cxnLst/>
                <a:rect l="l" t="t" r="r" b="b"/>
                <a:pathLst>
                  <a:path w="44603" h="44623" extrusionOk="0">
                    <a:moveTo>
                      <a:pt x="21725" y="1"/>
                    </a:moveTo>
                    <a:lnTo>
                      <a:pt x="21158" y="39"/>
                    </a:lnTo>
                    <a:lnTo>
                      <a:pt x="20590" y="57"/>
                    </a:lnTo>
                    <a:lnTo>
                      <a:pt x="20023" y="114"/>
                    </a:lnTo>
                    <a:lnTo>
                      <a:pt x="19456" y="190"/>
                    </a:lnTo>
                    <a:lnTo>
                      <a:pt x="18908" y="265"/>
                    </a:lnTo>
                    <a:lnTo>
                      <a:pt x="18359" y="341"/>
                    </a:lnTo>
                    <a:lnTo>
                      <a:pt x="17811" y="455"/>
                    </a:lnTo>
                    <a:lnTo>
                      <a:pt x="17263" y="568"/>
                    </a:lnTo>
                    <a:lnTo>
                      <a:pt x="16733" y="700"/>
                    </a:lnTo>
                    <a:lnTo>
                      <a:pt x="16204" y="852"/>
                    </a:lnTo>
                    <a:lnTo>
                      <a:pt x="15674" y="1003"/>
                    </a:lnTo>
                    <a:lnTo>
                      <a:pt x="15145" y="1173"/>
                    </a:lnTo>
                    <a:lnTo>
                      <a:pt x="14634" y="1362"/>
                    </a:lnTo>
                    <a:lnTo>
                      <a:pt x="14124" y="1551"/>
                    </a:lnTo>
                    <a:lnTo>
                      <a:pt x="13613" y="1759"/>
                    </a:lnTo>
                    <a:lnTo>
                      <a:pt x="13122" y="1967"/>
                    </a:lnTo>
                    <a:lnTo>
                      <a:pt x="12630" y="2194"/>
                    </a:lnTo>
                    <a:lnTo>
                      <a:pt x="12139" y="2440"/>
                    </a:lnTo>
                    <a:lnTo>
                      <a:pt x="11666" y="2686"/>
                    </a:lnTo>
                    <a:lnTo>
                      <a:pt x="11193" y="2950"/>
                    </a:lnTo>
                    <a:lnTo>
                      <a:pt x="10740" y="3234"/>
                    </a:lnTo>
                    <a:lnTo>
                      <a:pt x="10286" y="3517"/>
                    </a:lnTo>
                    <a:lnTo>
                      <a:pt x="9832" y="3820"/>
                    </a:lnTo>
                    <a:lnTo>
                      <a:pt x="9397" y="4123"/>
                    </a:lnTo>
                    <a:lnTo>
                      <a:pt x="8962" y="4425"/>
                    </a:lnTo>
                    <a:lnTo>
                      <a:pt x="8527" y="4765"/>
                    </a:lnTo>
                    <a:lnTo>
                      <a:pt x="8111" y="5087"/>
                    </a:lnTo>
                    <a:lnTo>
                      <a:pt x="7696" y="5446"/>
                    </a:lnTo>
                    <a:lnTo>
                      <a:pt x="7298" y="5805"/>
                    </a:lnTo>
                    <a:lnTo>
                      <a:pt x="6920" y="6165"/>
                    </a:lnTo>
                    <a:lnTo>
                      <a:pt x="6523" y="6543"/>
                    </a:lnTo>
                    <a:lnTo>
                      <a:pt x="6164" y="6921"/>
                    </a:lnTo>
                    <a:lnTo>
                      <a:pt x="5786" y="7318"/>
                    </a:lnTo>
                    <a:lnTo>
                      <a:pt x="5427" y="7715"/>
                    </a:lnTo>
                    <a:lnTo>
                      <a:pt x="5086" y="8112"/>
                    </a:lnTo>
                    <a:lnTo>
                      <a:pt x="4746" y="8528"/>
                    </a:lnTo>
                    <a:lnTo>
                      <a:pt x="4425" y="8963"/>
                    </a:lnTo>
                    <a:lnTo>
                      <a:pt x="4103" y="9398"/>
                    </a:lnTo>
                    <a:lnTo>
                      <a:pt x="3801" y="9833"/>
                    </a:lnTo>
                    <a:lnTo>
                      <a:pt x="3517" y="10286"/>
                    </a:lnTo>
                    <a:lnTo>
                      <a:pt x="3233" y="10740"/>
                    </a:lnTo>
                    <a:lnTo>
                      <a:pt x="2950" y="11213"/>
                    </a:lnTo>
                    <a:lnTo>
                      <a:pt x="2685" y="11685"/>
                    </a:lnTo>
                    <a:lnTo>
                      <a:pt x="2439" y="12158"/>
                    </a:lnTo>
                    <a:lnTo>
                      <a:pt x="2193" y="12631"/>
                    </a:lnTo>
                    <a:lnTo>
                      <a:pt x="1967" y="13122"/>
                    </a:lnTo>
                    <a:lnTo>
                      <a:pt x="1740" y="13633"/>
                    </a:lnTo>
                    <a:lnTo>
                      <a:pt x="1551" y="14125"/>
                    </a:lnTo>
                    <a:lnTo>
                      <a:pt x="1343" y="14635"/>
                    </a:lnTo>
                    <a:lnTo>
                      <a:pt x="1172" y="15164"/>
                    </a:lnTo>
                    <a:lnTo>
                      <a:pt x="1002" y="15675"/>
                    </a:lnTo>
                    <a:lnTo>
                      <a:pt x="832" y="16204"/>
                    </a:lnTo>
                    <a:lnTo>
                      <a:pt x="700" y="16734"/>
                    </a:lnTo>
                    <a:lnTo>
                      <a:pt x="567" y="17263"/>
                    </a:lnTo>
                    <a:lnTo>
                      <a:pt x="454" y="17811"/>
                    </a:lnTo>
                    <a:lnTo>
                      <a:pt x="341" y="18360"/>
                    </a:lnTo>
                    <a:lnTo>
                      <a:pt x="246" y="18908"/>
                    </a:lnTo>
                    <a:lnTo>
                      <a:pt x="170" y="19475"/>
                    </a:lnTo>
                    <a:lnTo>
                      <a:pt x="114" y="20024"/>
                    </a:lnTo>
                    <a:lnTo>
                      <a:pt x="57" y="20591"/>
                    </a:lnTo>
                    <a:lnTo>
                      <a:pt x="19" y="21158"/>
                    </a:lnTo>
                    <a:lnTo>
                      <a:pt x="0" y="21725"/>
                    </a:lnTo>
                    <a:lnTo>
                      <a:pt x="0" y="22311"/>
                    </a:lnTo>
                    <a:lnTo>
                      <a:pt x="0" y="22879"/>
                    </a:lnTo>
                    <a:lnTo>
                      <a:pt x="19" y="23465"/>
                    </a:lnTo>
                    <a:lnTo>
                      <a:pt x="57" y="24032"/>
                    </a:lnTo>
                    <a:lnTo>
                      <a:pt x="114" y="24599"/>
                    </a:lnTo>
                    <a:lnTo>
                      <a:pt x="170" y="25147"/>
                    </a:lnTo>
                    <a:lnTo>
                      <a:pt x="246" y="25715"/>
                    </a:lnTo>
                    <a:lnTo>
                      <a:pt x="341" y="26263"/>
                    </a:lnTo>
                    <a:lnTo>
                      <a:pt x="454" y="26811"/>
                    </a:lnTo>
                    <a:lnTo>
                      <a:pt x="567" y="27341"/>
                    </a:lnTo>
                    <a:lnTo>
                      <a:pt x="700" y="27889"/>
                    </a:lnTo>
                    <a:lnTo>
                      <a:pt x="832" y="28418"/>
                    </a:lnTo>
                    <a:lnTo>
                      <a:pt x="1002" y="28948"/>
                    </a:lnTo>
                    <a:lnTo>
                      <a:pt x="1172" y="29458"/>
                    </a:lnTo>
                    <a:lnTo>
                      <a:pt x="1343" y="29988"/>
                    </a:lnTo>
                    <a:lnTo>
                      <a:pt x="1551" y="30498"/>
                    </a:lnTo>
                    <a:lnTo>
                      <a:pt x="1740" y="30990"/>
                    </a:lnTo>
                    <a:lnTo>
                      <a:pt x="1967" y="31481"/>
                    </a:lnTo>
                    <a:lnTo>
                      <a:pt x="2193" y="31973"/>
                    </a:lnTo>
                    <a:lnTo>
                      <a:pt x="2439" y="32465"/>
                    </a:lnTo>
                    <a:lnTo>
                      <a:pt x="2685" y="32937"/>
                    </a:lnTo>
                    <a:lnTo>
                      <a:pt x="2950" y="33410"/>
                    </a:lnTo>
                    <a:lnTo>
                      <a:pt x="3233" y="33883"/>
                    </a:lnTo>
                    <a:lnTo>
                      <a:pt x="3517" y="34336"/>
                    </a:lnTo>
                    <a:lnTo>
                      <a:pt x="3801" y="34790"/>
                    </a:lnTo>
                    <a:lnTo>
                      <a:pt x="4103" y="35225"/>
                    </a:lnTo>
                    <a:lnTo>
                      <a:pt x="4425" y="35660"/>
                    </a:lnTo>
                    <a:lnTo>
                      <a:pt x="4746" y="36076"/>
                    </a:lnTo>
                    <a:lnTo>
                      <a:pt x="5086" y="36492"/>
                    </a:lnTo>
                    <a:lnTo>
                      <a:pt x="5427" y="36908"/>
                    </a:lnTo>
                    <a:lnTo>
                      <a:pt x="5786" y="37305"/>
                    </a:lnTo>
                    <a:lnTo>
                      <a:pt x="6164" y="37702"/>
                    </a:lnTo>
                    <a:lnTo>
                      <a:pt x="6523" y="38080"/>
                    </a:lnTo>
                    <a:lnTo>
                      <a:pt x="6920" y="38458"/>
                    </a:lnTo>
                    <a:lnTo>
                      <a:pt x="7298" y="38817"/>
                    </a:lnTo>
                    <a:lnTo>
                      <a:pt x="7696" y="39177"/>
                    </a:lnTo>
                    <a:lnTo>
                      <a:pt x="8111" y="39517"/>
                    </a:lnTo>
                    <a:lnTo>
                      <a:pt x="8527" y="39857"/>
                    </a:lnTo>
                    <a:lnTo>
                      <a:pt x="8962" y="40179"/>
                    </a:lnTo>
                    <a:lnTo>
                      <a:pt x="9397" y="40500"/>
                    </a:lnTo>
                    <a:lnTo>
                      <a:pt x="9832" y="40803"/>
                    </a:lnTo>
                    <a:lnTo>
                      <a:pt x="10286" y="41105"/>
                    </a:lnTo>
                    <a:lnTo>
                      <a:pt x="10740" y="41389"/>
                    </a:lnTo>
                    <a:lnTo>
                      <a:pt x="11193" y="41654"/>
                    </a:lnTo>
                    <a:lnTo>
                      <a:pt x="11666" y="41918"/>
                    </a:lnTo>
                    <a:lnTo>
                      <a:pt x="12139" y="42183"/>
                    </a:lnTo>
                    <a:lnTo>
                      <a:pt x="12630" y="42410"/>
                    </a:lnTo>
                    <a:lnTo>
                      <a:pt x="13122" y="42656"/>
                    </a:lnTo>
                    <a:lnTo>
                      <a:pt x="13613" y="42864"/>
                    </a:lnTo>
                    <a:lnTo>
                      <a:pt x="14124" y="43072"/>
                    </a:lnTo>
                    <a:lnTo>
                      <a:pt x="14634" y="43261"/>
                    </a:lnTo>
                    <a:lnTo>
                      <a:pt x="15145" y="43450"/>
                    </a:lnTo>
                    <a:lnTo>
                      <a:pt x="15674" y="43620"/>
                    </a:lnTo>
                    <a:lnTo>
                      <a:pt x="16204" y="43771"/>
                    </a:lnTo>
                    <a:lnTo>
                      <a:pt x="16733" y="43922"/>
                    </a:lnTo>
                    <a:lnTo>
                      <a:pt x="17263" y="44055"/>
                    </a:lnTo>
                    <a:lnTo>
                      <a:pt x="17811" y="44168"/>
                    </a:lnTo>
                    <a:lnTo>
                      <a:pt x="18359" y="44263"/>
                    </a:lnTo>
                    <a:lnTo>
                      <a:pt x="18908" y="44357"/>
                    </a:lnTo>
                    <a:lnTo>
                      <a:pt x="19456" y="44433"/>
                    </a:lnTo>
                    <a:lnTo>
                      <a:pt x="20023" y="44509"/>
                    </a:lnTo>
                    <a:lnTo>
                      <a:pt x="20590" y="44546"/>
                    </a:lnTo>
                    <a:lnTo>
                      <a:pt x="21158" y="44584"/>
                    </a:lnTo>
                    <a:lnTo>
                      <a:pt x="21725" y="44603"/>
                    </a:lnTo>
                    <a:lnTo>
                      <a:pt x="22311" y="44622"/>
                    </a:lnTo>
                    <a:lnTo>
                      <a:pt x="22878" y="44603"/>
                    </a:lnTo>
                    <a:lnTo>
                      <a:pt x="23445" y="44584"/>
                    </a:lnTo>
                    <a:lnTo>
                      <a:pt x="24013" y="44546"/>
                    </a:lnTo>
                    <a:lnTo>
                      <a:pt x="24580" y="44509"/>
                    </a:lnTo>
                    <a:lnTo>
                      <a:pt x="25147" y="44433"/>
                    </a:lnTo>
                    <a:lnTo>
                      <a:pt x="25695" y="44357"/>
                    </a:lnTo>
                    <a:lnTo>
                      <a:pt x="26244" y="44263"/>
                    </a:lnTo>
                    <a:lnTo>
                      <a:pt x="26792" y="44168"/>
                    </a:lnTo>
                    <a:lnTo>
                      <a:pt x="27340" y="44055"/>
                    </a:lnTo>
                    <a:lnTo>
                      <a:pt x="27870" y="43922"/>
                    </a:lnTo>
                    <a:lnTo>
                      <a:pt x="28418" y="43771"/>
                    </a:lnTo>
                    <a:lnTo>
                      <a:pt x="28928" y="43620"/>
                    </a:lnTo>
                    <a:lnTo>
                      <a:pt x="29458" y="43450"/>
                    </a:lnTo>
                    <a:lnTo>
                      <a:pt x="29968" y="43261"/>
                    </a:lnTo>
                    <a:lnTo>
                      <a:pt x="30479" y="43072"/>
                    </a:lnTo>
                    <a:lnTo>
                      <a:pt x="30989" y="42864"/>
                    </a:lnTo>
                    <a:lnTo>
                      <a:pt x="31481" y="42656"/>
                    </a:lnTo>
                    <a:lnTo>
                      <a:pt x="31972" y="42410"/>
                    </a:lnTo>
                    <a:lnTo>
                      <a:pt x="32464" y="42183"/>
                    </a:lnTo>
                    <a:lnTo>
                      <a:pt x="32937" y="41918"/>
                    </a:lnTo>
                    <a:lnTo>
                      <a:pt x="33409" y="41654"/>
                    </a:lnTo>
                    <a:lnTo>
                      <a:pt x="33863" y="41389"/>
                    </a:lnTo>
                    <a:lnTo>
                      <a:pt x="34336" y="41105"/>
                    </a:lnTo>
                    <a:lnTo>
                      <a:pt x="34771" y="40803"/>
                    </a:lnTo>
                    <a:lnTo>
                      <a:pt x="35225" y="40500"/>
                    </a:lnTo>
                    <a:lnTo>
                      <a:pt x="35659" y="40179"/>
                    </a:lnTo>
                    <a:lnTo>
                      <a:pt x="36075" y="39857"/>
                    </a:lnTo>
                    <a:lnTo>
                      <a:pt x="36491" y="39517"/>
                    </a:lnTo>
                    <a:lnTo>
                      <a:pt x="36907" y="39177"/>
                    </a:lnTo>
                    <a:lnTo>
                      <a:pt x="37304" y="38817"/>
                    </a:lnTo>
                    <a:lnTo>
                      <a:pt x="37701" y="38458"/>
                    </a:lnTo>
                    <a:lnTo>
                      <a:pt x="38080" y="38080"/>
                    </a:lnTo>
                    <a:lnTo>
                      <a:pt x="38458" y="37702"/>
                    </a:lnTo>
                    <a:lnTo>
                      <a:pt x="38817" y="37305"/>
                    </a:lnTo>
                    <a:lnTo>
                      <a:pt x="39176" y="36908"/>
                    </a:lnTo>
                    <a:lnTo>
                      <a:pt x="39517" y="36492"/>
                    </a:lnTo>
                    <a:lnTo>
                      <a:pt x="39857" y="36076"/>
                    </a:lnTo>
                    <a:lnTo>
                      <a:pt x="40178" y="35660"/>
                    </a:lnTo>
                    <a:lnTo>
                      <a:pt x="40500" y="35225"/>
                    </a:lnTo>
                    <a:lnTo>
                      <a:pt x="40802" y="34790"/>
                    </a:lnTo>
                    <a:lnTo>
                      <a:pt x="41105" y="34336"/>
                    </a:lnTo>
                    <a:lnTo>
                      <a:pt x="41388" y="33883"/>
                    </a:lnTo>
                    <a:lnTo>
                      <a:pt x="41653" y="33410"/>
                    </a:lnTo>
                    <a:lnTo>
                      <a:pt x="41918" y="32937"/>
                    </a:lnTo>
                    <a:lnTo>
                      <a:pt x="42164" y="32465"/>
                    </a:lnTo>
                    <a:lnTo>
                      <a:pt x="42409" y="31973"/>
                    </a:lnTo>
                    <a:lnTo>
                      <a:pt x="42636" y="31481"/>
                    </a:lnTo>
                    <a:lnTo>
                      <a:pt x="42863" y="30990"/>
                    </a:lnTo>
                    <a:lnTo>
                      <a:pt x="43071" y="30498"/>
                    </a:lnTo>
                    <a:lnTo>
                      <a:pt x="43260" y="29988"/>
                    </a:lnTo>
                    <a:lnTo>
                      <a:pt x="43430" y="29458"/>
                    </a:lnTo>
                    <a:lnTo>
                      <a:pt x="43600" y="28948"/>
                    </a:lnTo>
                    <a:lnTo>
                      <a:pt x="43771" y="28418"/>
                    </a:lnTo>
                    <a:lnTo>
                      <a:pt x="43903" y="27889"/>
                    </a:lnTo>
                    <a:lnTo>
                      <a:pt x="44035" y="27341"/>
                    </a:lnTo>
                    <a:lnTo>
                      <a:pt x="44149" y="26811"/>
                    </a:lnTo>
                    <a:lnTo>
                      <a:pt x="44262" y="26263"/>
                    </a:lnTo>
                    <a:lnTo>
                      <a:pt x="44357" y="25715"/>
                    </a:lnTo>
                    <a:lnTo>
                      <a:pt x="44432" y="25147"/>
                    </a:lnTo>
                    <a:lnTo>
                      <a:pt x="44489" y="24599"/>
                    </a:lnTo>
                    <a:lnTo>
                      <a:pt x="44546" y="24032"/>
                    </a:lnTo>
                    <a:lnTo>
                      <a:pt x="44584" y="23465"/>
                    </a:lnTo>
                    <a:lnTo>
                      <a:pt x="44603" y="22879"/>
                    </a:lnTo>
                    <a:lnTo>
                      <a:pt x="44603" y="22311"/>
                    </a:lnTo>
                    <a:lnTo>
                      <a:pt x="44603" y="21725"/>
                    </a:lnTo>
                    <a:lnTo>
                      <a:pt x="44584" y="21158"/>
                    </a:lnTo>
                    <a:lnTo>
                      <a:pt x="44546" y="20591"/>
                    </a:lnTo>
                    <a:lnTo>
                      <a:pt x="44489" y="20024"/>
                    </a:lnTo>
                    <a:lnTo>
                      <a:pt x="44432" y="19475"/>
                    </a:lnTo>
                    <a:lnTo>
                      <a:pt x="44357" y="18908"/>
                    </a:lnTo>
                    <a:lnTo>
                      <a:pt x="44262" y="18360"/>
                    </a:lnTo>
                    <a:lnTo>
                      <a:pt x="44149" y="17811"/>
                    </a:lnTo>
                    <a:lnTo>
                      <a:pt x="44035" y="17263"/>
                    </a:lnTo>
                    <a:lnTo>
                      <a:pt x="43903" y="16734"/>
                    </a:lnTo>
                    <a:lnTo>
                      <a:pt x="43771" y="16204"/>
                    </a:lnTo>
                    <a:lnTo>
                      <a:pt x="43600" y="15675"/>
                    </a:lnTo>
                    <a:lnTo>
                      <a:pt x="43430" y="15164"/>
                    </a:lnTo>
                    <a:lnTo>
                      <a:pt x="43260" y="14635"/>
                    </a:lnTo>
                    <a:lnTo>
                      <a:pt x="43071" y="14125"/>
                    </a:lnTo>
                    <a:lnTo>
                      <a:pt x="42863" y="13633"/>
                    </a:lnTo>
                    <a:lnTo>
                      <a:pt x="42636" y="13122"/>
                    </a:lnTo>
                    <a:lnTo>
                      <a:pt x="42409" y="12631"/>
                    </a:lnTo>
                    <a:lnTo>
                      <a:pt x="42164" y="12158"/>
                    </a:lnTo>
                    <a:lnTo>
                      <a:pt x="41918" y="11685"/>
                    </a:lnTo>
                    <a:lnTo>
                      <a:pt x="41653" y="11213"/>
                    </a:lnTo>
                    <a:lnTo>
                      <a:pt x="41388" y="10740"/>
                    </a:lnTo>
                    <a:lnTo>
                      <a:pt x="41105" y="10286"/>
                    </a:lnTo>
                    <a:lnTo>
                      <a:pt x="40802" y="9833"/>
                    </a:lnTo>
                    <a:lnTo>
                      <a:pt x="40500" y="9398"/>
                    </a:lnTo>
                    <a:lnTo>
                      <a:pt x="40178" y="8963"/>
                    </a:lnTo>
                    <a:lnTo>
                      <a:pt x="39857" y="8528"/>
                    </a:lnTo>
                    <a:lnTo>
                      <a:pt x="39517" y="8112"/>
                    </a:lnTo>
                    <a:lnTo>
                      <a:pt x="39176" y="7715"/>
                    </a:lnTo>
                    <a:lnTo>
                      <a:pt x="38817" y="7318"/>
                    </a:lnTo>
                    <a:lnTo>
                      <a:pt x="38458" y="6921"/>
                    </a:lnTo>
                    <a:lnTo>
                      <a:pt x="38080" y="6543"/>
                    </a:lnTo>
                    <a:lnTo>
                      <a:pt x="37701" y="6165"/>
                    </a:lnTo>
                    <a:lnTo>
                      <a:pt x="37304" y="5805"/>
                    </a:lnTo>
                    <a:lnTo>
                      <a:pt x="36907" y="5446"/>
                    </a:lnTo>
                    <a:lnTo>
                      <a:pt x="36491" y="5087"/>
                    </a:lnTo>
                    <a:lnTo>
                      <a:pt x="36075" y="4765"/>
                    </a:lnTo>
                    <a:lnTo>
                      <a:pt x="35659" y="4425"/>
                    </a:lnTo>
                    <a:lnTo>
                      <a:pt x="35225" y="4123"/>
                    </a:lnTo>
                    <a:lnTo>
                      <a:pt x="34771" y="3820"/>
                    </a:lnTo>
                    <a:lnTo>
                      <a:pt x="34336" y="3517"/>
                    </a:lnTo>
                    <a:lnTo>
                      <a:pt x="33863" y="3234"/>
                    </a:lnTo>
                    <a:lnTo>
                      <a:pt x="33409" y="2950"/>
                    </a:lnTo>
                    <a:lnTo>
                      <a:pt x="32937" y="2686"/>
                    </a:lnTo>
                    <a:lnTo>
                      <a:pt x="32464" y="2440"/>
                    </a:lnTo>
                    <a:lnTo>
                      <a:pt x="31972" y="2194"/>
                    </a:lnTo>
                    <a:lnTo>
                      <a:pt x="31481" y="1967"/>
                    </a:lnTo>
                    <a:lnTo>
                      <a:pt x="30989" y="1759"/>
                    </a:lnTo>
                    <a:lnTo>
                      <a:pt x="30479" y="1551"/>
                    </a:lnTo>
                    <a:lnTo>
                      <a:pt x="29968" y="1362"/>
                    </a:lnTo>
                    <a:lnTo>
                      <a:pt x="29458" y="1173"/>
                    </a:lnTo>
                    <a:lnTo>
                      <a:pt x="28928" y="1003"/>
                    </a:lnTo>
                    <a:lnTo>
                      <a:pt x="28418" y="852"/>
                    </a:lnTo>
                    <a:lnTo>
                      <a:pt x="27870" y="700"/>
                    </a:lnTo>
                    <a:lnTo>
                      <a:pt x="27340" y="568"/>
                    </a:lnTo>
                    <a:lnTo>
                      <a:pt x="26792" y="455"/>
                    </a:lnTo>
                    <a:lnTo>
                      <a:pt x="26244" y="341"/>
                    </a:lnTo>
                    <a:lnTo>
                      <a:pt x="25695" y="265"/>
                    </a:lnTo>
                    <a:lnTo>
                      <a:pt x="25147" y="190"/>
                    </a:lnTo>
                    <a:lnTo>
                      <a:pt x="24580" y="114"/>
                    </a:lnTo>
                    <a:lnTo>
                      <a:pt x="24013" y="57"/>
                    </a:lnTo>
                    <a:lnTo>
                      <a:pt x="23445" y="39"/>
                    </a:lnTo>
                    <a:lnTo>
                      <a:pt x="22878" y="1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16"/>
              <p:cNvSpPr/>
              <p:nvPr/>
            </p:nvSpPr>
            <p:spPr>
              <a:xfrm>
                <a:off x="1764450" y="-1858000"/>
                <a:ext cx="854150" cy="854625"/>
              </a:xfrm>
              <a:custGeom>
                <a:avLst/>
                <a:gdLst/>
                <a:ahLst/>
                <a:cxnLst/>
                <a:rect l="l" t="t" r="r" b="b"/>
                <a:pathLst>
                  <a:path w="34166" h="34185" extrusionOk="0">
                    <a:moveTo>
                      <a:pt x="17093" y="0"/>
                    </a:moveTo>
                    <a:lnTo>
                      <a:pt x="16204" y="19"/>
                    </a:lnTo>
                    <a:lnTo>
                      <a:pt x="15334" y="95"/>
                    </a:lnTo>
                    <a:lnTo>
                      <a:pt x="14483" y="208"/>
                    </a:lnTo>
                    <a:lnTo>
                      <a:pt x="13651" y="360"/>
                    </a:lnTo>
                    <a:lnTo>
                      <a:pt x="12820" y="549"/>
                    </a:lnTo>
                    <a:lnTo>
                      <a:pt x="12006" y="776"/>
                    </a:lnTo>
                    <a:lnTo>
                      <a:pt x="11212" y="1040"/>
                    </a:lnTo>
                    <a:lnTo>
                      <a:pt x="10437" y="1343"/>
                    </a:lnTo>
                    <a:lnTo>
                      <a:pt x="9681" y="1683"/>
                    </a:lnTo>
                    <a:lnTo>
                      <a:pt x="8944" y="2061"/>
                    </a:lnTo>
                    <a:lnTo>
                      <a:pt x="8225" y="2477"/>
                    </a:lnTo>
                    <a:lnTo>
                      <a:pt x="7525" y="2931"/>
                    </a:lnTo>
                    <a:lnTo>
                      <a:pt x="6864" y="3404"/>
                    </a:lnTo>
                    <a:lnTo>
                      <a:pt x="6221" y="3914"/>
                    </a:lnTo>
                    <a:lnTo>
                      <a:pt x="5597" y="4444"/>
                    </a:lnTo>
                    <a:lnTo>
                      <a:pt x="5011" y="5011"/>
                    </a:lnTo>
                    <a:lnTo>
                      <a:pt x="4444" y="5597"/>
                    </a:lnTo>
                    <a:lnTo>
                      <a:pt x="3895" y="6221"/>
                    </a:lnTo>
                    <a:lnTo>
                      <a:pt x="3404" y="6864"/>
                    </a:lnTo>
                    <a:lnTo>
                      <a:pt x="2912" y="7544"/>
                    </a:lnTo>
                    <a:lnTo>
                      <a:pt x="2477" y="8225"/>
                    </a:lnTo>
                    <a:lnTo>
                      <a:pt x="2061" y="8944"/>
                    </a:lnTo>
                    <a:lnTo>
                      <a:pt x="1683" y="9681"/>
                    </a:lnTo>
                    <a:lnTo>
                      <a:pt x="1343" y="10437"/>
                    </a:lnTo>
                    <a:lnTo>
                      <a:pt x="1040" y="11213"/>
                    </a:lnTo>
                    <a:lnTo>
                      <a:pt x="776" y="12007"/>
                    </a:lnTo>
                    <a:lnTo>
                      <a:pt x="530" y="12820"/>
                    </a:lnTo>
                    <a:lnTo>
                      <a:pt x="341" y="13652"/>
                    </a:lnTo>
                    <a:lnTo>
                      <a:pt x="189" y="14483"/>
                    </a:lnTo>
                    <a:lnTo>
                      <a:pt x="95" y="15334"/>
                    </a:lnTo>
                    <a:lnTo>
                      <a:pt x="19" y="16204"/>
                    </a:lnTo>
                    <a:lnTo>
                      <a:pt x="0" y="17093"/>
                    </a:lnTo>
                    <a:lnTo>
                      <a:pt x="19" y="17962"/>
                    </a:lnTo>
                    <a:lnTo>
                      <a:pt x="95" y="18832"/>
                    </a:lnTo>
                    <a:lnTo>
                      <a:pt x="189" y="19683"/>
                    </a:lnTo>
                    <a:lnTo>
                      <a:pt x="341" y="20534"/>
                    </a:lnTo>
                    <a:lnTo>
                      <a:pt x="530" y="21366"/>
                    </a:lnTo>
                    <a:lnTo>
                      <a:pt x="776" y="22179"/>
                    </a:lnTo>
                    <a:lnTo>
                      <a:pt x="1040" y="22973"/>
                    </a:lnTo>
                    <a:lnTo>
                      <a:pt x="1343" y="23748"/>
                    </a:lnTo>
                    <a:lnTo>
                      <a:pt x="1683" y="24504"/>
                    </a:lnTo>
                    <a:lnTo>
                      <a:pt x="2061" y="25242"/>
                    </a:lnTo>
                    <a:lnTo>
                      <a:pt x="2477" y="25941"/>
                    </a:lnTo>
                    <a:lnTo>
                      <a:pt x="2912" y="26641"/>
                    </a:lnTo>
                    <a:lnTo>
                      <a:pt x="3404" y="27322"/>
                    </a:lnTo>
                    <a:lnTo>
                      <a:pt x="3895" y="27964"/>
                    </a:lnTo>
                    <a:lnTo>
                      <a:pt x="4444" y="28569"/>
                    </a:lnTo>
                    <a:lnTo>
                      <a:pt x="5011" y="29174"/>
                    </a:lnTo>
                    <a:lnTo>
                      <a:pt x="5597" y="29742"/>
                    </a:lnTo>
                    <a:lnTo>
                      <a:pt x="6221" y="30271"/>
                    </a:lnTo>
                    <a:lnTo>
                      <a:pt x="6864" y="30782"/>
                    </a:lnTo>
                    <a:lnTo>
                      <a:pt x="7525" y="31254"/>
                    </a:lnTo>
                    <a:lnTo>
                      <a:pt x="8225" y="31708"/>
                    </a:lnTo>
                    <a:lnTo>
                      <a:pt x="8944" y="32105"/>
                    </a:lnTo>
                    <a:lnTo>
                      <a:pt x="9681" y="32483"/>
                    </a:lnTo>
                    <a:lnTo>
                      <a:pt x="10437" y="32824"/>
                    </a:lnTo>
                    <a:lnTo>
                      <a:pt x="11212" y="33145"/>
                    </a:lnTo>
                    <a:lnTo>
                      <a:pt x="12006" y="33410"/>
                    </a:lnTo>
                    <a:lnTo>
                      <a:pt x="12820" y="33637"/>
                    </a:lnTo>
                    <a:lnTo>
                      <a:pt x="13651" y="33826"/>
                    </a:lnTo>
                    <a:lnTo>
                      <a:pt x="14483" y="33977"/>
                    </a:lnTo>
                    <a:lnTo>
                      <a:pt x="15334" y="34090"/>
                    </a:lnTo>
                    <a:lnTo>
                      <a:pt x="16204" y="34147"/>
                    </a:lnTo>
                    <a:lnTo>
                      <a:pt x="17093" y="34185"/>
                    </a:lnTo>
                    <a:lnTo>
                      <a:pt x="17962" y="34147"/>
                    </a:lnTo>
                    <a:lnTo>
                      <a:pt x="18832" y="34090"/>
                    </a:lnTo>
                    <a:lnTo>
                      <a:pt x="19683" y="33977"/>
                    </a:lnTo>
                    <a:lnTo>
                      <a:pt x="20534" y="33826"/>
                    </a:lnTo>
                    <a:lnTo>
                      <a:pt x="21347" y="33637"/>
                    </a:lnTo>
                    <a:lnTo>
                      <a:pt x="22160" y="33410"/>
                    </a:lnTo>
                    <a:lnTo>
                      <a:pt x="22954" y="33145"/>
                    </a:lnTo>
                    <a:lnTo>
                      <a:pt x="23729" y="32824"/>
                    </a:lnTo>
                    <a:lnTo>
                      <a:pt x="24485" y="32483"/>
                    </a:lnTo>
                    <a:lnTo>
                      <a:pt x="25223" y="32105"/>
                    </a:lnTo>
                    <a:lnTo>
                      <a:pt x="25941" y="31708"/>
                    </a:lnTo>
                    <a:lnTo>
                      <a:pt x="26641" y="31254"/>
                    </a:lnTo>
                    <a:lnTo>
                      <a:pt x="27303" y="30782"/>
                    </a:lnTo>
                    <a:lnTo>
                      <a:pt x="27945" y="30271"/>
                    </a:lnTo>
                    <a:lnTo>
                      <a:pt x="28569" y="29742"/>
                    </a:lnTo>
                    <a:lnTo>
                      <a:pt x="29174" y="29174"/>
                    </a:lnTo>
                    <a:lnTo>
                      <a:pt x="29723" y="28569"/>
                    </a:lnTo>
                    <a:lnTo>
                      <a:pt x="30271" y="27964"/>
                    </a:lnTo>
                    <a:lnTo>
                      <a:pt x="30781" y="27322"/>
                    </a:lnTo>
                    <a:lnTo>
                      <a:pt x="31254" y="26641"/>
                    </a:lnTo>
                    <a:lnTo>
                      <a:pt x="31689" y="25941"/>
                    </a:lnTo>
                    <a:lnTo>
                      <a:pt x="32105" y="25242"/>
                    </a:lnTo>
                    <a:lnTo>
                      <a:pt x="32483" y="24504"/>
                    </a:lnTo>
                    <a:lnTo>
                      <a:pt x="32823" y="23748"/>
                    </a:lnTo>
                    <a:lnTo>
                      <a:pt x="33126" y="22973"/>
                    </a:lnTo>
                    <a:lnTo>
                      <a:pt x="33410" y="22179"/>
                    </a:lnTo>
                    <a:lnTo>
                      <a:pt x="33636" y="21366"/>
                    </a:lnTo>
                    <a:lnTo>
                      <a:pt x="33826" y="20534"/>
                    </a:lnTo>
                    <a:lnTo>
                      <a:pt x="33977" y="19683"/>
                    </a:lnTo>
                    <a:lnTo>
                      <a:pt x="34090" y="18832"/>
                    </a:lnTo>
                    <a:lnTo>
                      <a:pt x="34147" y="17962"/>
                    </a:lnTo>
                    <a:lnTo>
                      <a:pt x="34166" y="17093"/>
                    </a:lnTo>
                    <a:lnTo>
                      <a:pt x="34147" y="16204"/>
                    </a:lnTo>
                    <a:lnTo>
                      <a:pt x="34090" y="15334"/>
                    </a:lnTo>
                    <a:lnTo>
                      <a:pt x="33977" y="14483"/>
                    </a:lnTo>
                    <a:lnTo>
                      <a:pt x="33826" y="13652"/>
                    </a:lnTo>
                    <a:lnTo>
                      <a:pt x="33636" y="12820"/>
                    </a:lnTo>
                    <a:lnTo>
                      <a:pt x="33410" y="12007"/>
                    </a:lnTo>
                    <a:lnTo>
                      <a:pt x="33126" y="11213"/>
                    </a:lnTo>
                    <a:lnTo>
                      <a:pt x="32823" y="10437"/>
                    </a:lnTo>
                    <a:lnTo>
                      <a:pt x="32483" y="9681"/>
                    </a:lnTo>
                    <a:lnTo>
                      <a:pt x="32105" y="8944"/>
                    </a:lnTo>
                    <a:lnTo>
                      <a:pt x="31689" y="8225"/>
                    </a:lnTo>
                    <a:lnTo>
                      <a:pt x="31254" y="7544"/>
                    </a:lnTo>
                    <a:lnTo>
                      <a:pt x="30781" y="6864"/>
                    </a:lnTo>
                    <a:lnTo>
                      <a:pt x="30271" y="6221"/>
                    </a:lnTo>
                    <a:lnTo>
                      <a:pt x="29723" y="5597"/>
                    </a:lnTo>
                    <a:lnTo>
                      <a:pt x="29174" y="5011"/>
                    </a:lnTo>
                    <a:lnTo>
                      <a:pt x="28569" y="4444"/>
                    </a:lnTo>
                    <a:lnTo>
                      <a:pt x="27945" y="3914"/>
                    </a:lnTo>
                    <a:lnTo>
                      <a:pt x="27303" y="3404"/>
                    </a:lnTo>
                    <a:lnTo>
                      <a:pt x="26641" y="2931"/>
                    </a:lnTo>
                    <a:lnTo>
                      <a:pt x="25941" y="2477"/>
                    </a:lnTo>
                    <a:lnTo>
                      <a:pt x="25223" y="2061"/>
                    </a:lnTo>
                    <a:lnTo>
                      <a:pt x="24485" y="1683"/>
                    </a:lnTo>
                    <a:lnTo>
                      <a:pt x="23729" y="1343"/>
                    </a:lnTo>
                    <a:lnTo>
                      <a:pt x="22954" y="1040"/>
                    </a:lnTo>
                    <a:lnTo>
                      <a:pt x="22160" y="776"/>
                    </a:lnTo>
                    <a:lnTo>
                      <a:pt x="21347" y="549"/>
                    </a:lnTo>
                    <a:lnTo>
                      <a:pt x="20534" y="360"/>
                    </a:lnTo>
                    <a:lnTo>
                      <a:pt x="19683" y="208"/>
                    </a:lnTo>
                    <a:lnTo>
                      <a:pt x="18832" y="95"/>
                    </a:lnTo>
                    <a:lnTo>
                      <a:pt x="17962" y="19"/>
                    </a:lnTo>
                    <a:lnTo>
                      <a:pt x="170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16"/>
              <p:cNvSpPr/>
              <p:nvPr/>
            </p:nvSpPr>
            <p:spPr>
              <a:xfrm>
                <a:off x="1875050" y="-1734150"/>
                <a:ext cx="619725" cy="619700"/>
              </a:xfrm>
              <a:custGeom>
                <a:avLst/>
                <a:gdLst/>
                <a:ahLst/>
                <a:cxnLst/>
                <a:rect l="l" t="t" r="r" b="b"/>
                <a:pathLst>
                  <a:path w="24789" h="24788" extrusionOk="0">
                    <a:moveTo>
                      <a:pt x="12404" y="0"/>
                    </a:moveTo>
                    <a:lnTo>
                      <a:pt x="11761" y="19"/>
                    </a:lnTo>
                    <a:lnTo>
                      <a:pt x="11137" y="76"/>
                    </a:lnTo>
                    <a:lnTo>
                      <a:pt x="10513" y="151"/>
                    </a:lnTo>
                    <a:lnTo>
                      <a:pt x="9889" y="265"/>
                    </a:lnTo>
                    <a:lnTo>
                      <a:pt x="9303" y="397"/>
                    </a:lnTo>
                    <a:lnTo>
                      <a:pt x="8717" y="567"/>
                    </a:lnTo>
                    <a:lnTo>
                      <a:pt x="8131" y="756"/>
                    </a:lnTo>
                    <a:lnTo>
                      <a:pt x="7564" y="983"/>
                    </a:lnTo>
                    <a:lnTo>
                      <a:pt x="7015" y="1229"/>
                    </a:lnTo>
                    <a:lnTo>
                      <a:pt x="6486" y="1513"/>
                    </a:lnTo>
                    <a:lnTo>
                      <a:pt x="5975" y="1796"/>
                    </a:lnTo>
                    <a:lnTo>
                      <a:pt x="5465" y="2118"/>
                    </a:lnTo>
                    <a:lnTo>
                      <a:pt x="4973" y="2477"/>
                    </a:lnTo>
                    <a:lnTo>
                      <a:pt x="4520" y="2836"/>
                    </a:lnTo>
                    <a:lnTo>
                      <a:pt x="4066" y="3233"/>
                    </a:lnTo>
                    <a:lnTo>
                      <a:pt x="3631" y="3630"/>
                    </a:lnTo>
                    <a:lnTo>
                      <a:pt x="3215" y="4065"/>
                    </a:lnTo>
                    <a:lnTo>
                      <a:pt x="2837" y="4519"/>
                    </a:lnTo>
                    <a:lnTo>
                      <a:pt x="2459" y="4992"/>
                    </a:lnTo>
                    <a:lnTo>
                      <a:pt x="2118" y="5464"/>
                    </a:lnTo>
                    <a:lnTo>
                      <a:pt x="1797" y="5975"/>
                    </a:lnTo>
                    <a:lnTo>
                      <a:pt x="1494" y="6485"/>
                    </a:lnTo>
                    <a:lnTo>
                      <a:pt x="1230" y="7034"/>
                    </a:lnTo>
                    <a:lnTo>
                      <a:pt x="984" y="7582"/>
                    </a:lnTo>
                    <a:lnTo>
                      <a:pt x="757" y="8149"/>
                    </a:lnTo>
                    <a:lnTo>
                      <a:pt x="568" y="8716"/>
                    </a:lnTo>
                    <a:lnTo>
                      <a:pt x="398" y="9303"/>
                    </a:lnTo>
                    <a:lnTo>
                      <a:pt x="246" y="9908"/>
                    </a:lnTo>
                    <a:lnTo>
                      <a:pt x="152" y="10513"/>
                    </a:lnTo>
                    <a:lnTo>
                      <a:pt x="57" y="11137"/>
                    </a:lnTo>
                    <a:lnTo>
                      <a:pt x="20" y="11761"/>
                    </a:lnTo>
                    <a:lnTo>
                      <a:pt x="1" y="12403"/>
                    </a:lnTo>
                    <a:lnTo>
                      <a:pt x="20" y="13046"/>
                    </a:lnTo>
                    <a:lnTo>
                      <a:pt x="57" y="13670"/>
                    </a:lnTo>
                    <a:lnTo>
                      <a:pt x="152" y="14294"/>
                    </a:lnTo>
                    <a:lnTo>
                      <a:pt x="246" y="14899"/>
                    </a:lnTo>
                    <a:lnTo>
                      <a:pt x="398" y="15504"/>
                    </a:lnTo>
                    <a:lnTo>
                      <a:pt x="568" y="16090"/>
                    </a:lnTo>
                    <a:lnTo>
                      <a:pt x="757" y="16658"/>
                    </a:lnTo>
                    <a:lnTo>
                      <a:pt x="984" y="17225"/>
                    </a:lnTo>
                    <a:lnTo>
                      <a:pt x="1230" y="17773"/>
                    </a:lnTo>
                    <a:lnTo>
                      <a:pt x="1494" y="18302"/>
                    </a:lnTo>
                    <a:lnTo>
                      <a:pt x="1797" y="18832"/>
                    </a:lnTo>
                    <a:lnTo>
                      <a:pt x="2118" y="19323"/>
                    </a:lnTo>
                    <a:lnTo>
                      <a:pt x="2459" y="19815"/>
                    </a:lnTo>
                    <a:lnTo>
                      <a:pt x="2837" y="20288"/>
                    </a:lnTo>
                    <a:lnTo>
                      <a:pt x="3215" y="20742"/>
                    </a:lnTo>
                    <a:lnTo>
                      <a:pt x="3631" y="21157"/>
                    </a:lnTo>
                    <a:lnTo>
                      <a:pt x="4066" y="21573"/>
                    </a:lnTo>
                    <a:lnTo>
                      <a:pt x="4520" y="21971"/>
                    </a:lnTo>
                    <a:lnTo>
                      <a:pt x="4973" y="22330"/>
                    </a:lnTo>
                    <a:lnTo>
                      <a:pt x="5465" y="22670"/>
                    </a:lnTo>
                    <a:lnTo>
                      <a:pt x="5975" y="22991"/>
                    </a:lnTo>
                    <a:lnTo>
                      <a:pt x="6486" y="23294"/>
                    </a:lnTo>
                    <a:lnTo>
                      <a:pt x="7015" y="23578"/>
                    </a:lnTo>
                    <a:lnTo>
                      <a:pt x="7564" y="23823"/>
                    </a:lnTo>
                    <a:lnTo>
                      <a:pt x="8131" y="24050"/>
                    </a:lnTo>
                    <a:lnTo>
                      <a:pt x="8717" y="24239"/>
                    </a:lnTo>
                    <a:lnTo>
                      <a:pt x="9303" y="24410"/>
                    </a:lnTo>
                    <a:lnTo>
                      <a:pt x="9889" y="24542"/>
                    </a:lnTo>
                    <a:lnTo>
                      <a:pt x="10513" y="24655"/>
                    </a:lnTo>
                    <a:lnTo>
                      <a:pt x="11137" y="24731"/>
                    </a:lnTo>
                    <a:lnTo>
                      <a:pt x="11761" y="24788"/>
                    </a:lnTo>
                    <a:lnTo>
                      <a:pt x="13028" y="24788"/>
                    </a:lnTo>
                    <a:lnTo>
                      <a:pt x="13671" y="24731"/>
                    </a:lnTo>
                    <a:lnTo>
                      <a:pt x="14276" y="24655"/>
                    </a:lnTo>
                    <a:lnTo>
                      <a:pt x="14900" y="24542"/>
                    </a:lnTo>
                    <a:lnTo>
                      <a:pt x="15486" y="24410"/>
                    </a:lnTo>
                    <a:lnTo>
                      <a:pt x="16072" y="24239"/>
                    </a:lnTo>
                    <a:lnTo>
                      <a:pt x="16658" y="24050"/>
                    </a:lnTo>
                    <a:lnTo>
                      <a:pt x="17225" y="23823"/>
                    </a:lnTo>
                    <a:lnTo>
                      <a:pt x="17774" y="23578"/>
                    </a:lnTo>
                    <a:lnTo>
                      <a:pt x="18303" y="23294"/>
                    </a:lnTo>
                    <a:lnTo>
                      <a:pt x="18813" y="22991"/>
                    </a:lnTo>
                    <a:lnTo>
                      <a:pt x="19324" y="22670"/>
                    </a:lnTo>
                    <a:lnTo>
                      <a:pt x="19816" y="22330"/>
                    </a:lnTo>
                    <a:lnTo>
                      <a:pt x="20288" y="21971"/>
                    </a:lnTo>
                    <a:lnTo>
                      <a:pt x="20723" y="21573"/>
                    </a:lnTo>
                    <a:lnTo>
                      <a:pt x="21158" y="21157"/>
                    </a:lnTo>
                    <a:lnTo>
                      <a:pt x="21574" y="20742"/>
                    </a:lnTo>
                    <a:lnTo>
                      <a:pt x="21952" y="20288"/>
                    </a:lnTo>
                    <a:lnTo>
                      <a:pt x="22330" y="19815"/>
                    </a:lnTo>
                    <a:lnTo>
                      <a:pt x="22671" y="19323"/>
                    </a:lnTo>
                    <a:lnTo>
                      <a:pt x="22992" y="18832"/>
                    </a:lnTo>
                    <a:lnTo>
                      <a:pt x="23294" y="18302"/>
                    </a:lnTo>
                    <a:lnTo>
                      <a:pt x="23559" y="17773"/>
                    </a:lnTo>
                    <a:lnTo>
                      <a:pt x="23824" y="17225"/>
                    </a:lnTo>
                    <a:lnTo>
                      <a:pt x="24032" y="16658"/>
                    </a:lnTo>
                    <a:lnTo>
                      <a:pt x="24240" y="16090"/>
                    </a:lnTo>
                    <a:lnTo>
                      <a:pt x="24391" y="15504"/>
                    </a:lnTo>
                    <a:lnTo>
                      <a:pt x="24542" y="14899"/>
                    </a:lnTo>
                    <a:lnTo>
                      <a:pt x="24656" y="14294"/>
                    </a:lnTo>
                    <a:lnTo>
                      <a:pt x="24731" y="13670"/>
                    </a:lnTo>
                    <a:lnTo>
                      <a:pt x="24769" y="13046"/>
                    </a:lnTo>
                    <a:lnTo>
                      <a:pt x="24788" y="12403"/>
                    </a:lnTo>
                    <a:lnTo>
                      <a:pt x="24769" y="11761"/>
                    </a:lnTo>
                    <a:lnTo>
                      <a:pt x="24731" y="11137"/>
                    </a:lnTo>
                    <a:lnTo>
                      <a:pt x="24656" y="10513"/>
                    </a:lnTo>
                    <a:lnTo>
                      <a:pt x="24542" y="9908"/>
                    </a:lnTo>
                    <a:lnTo>
                      <a:pt x="24391" y="9303"/>
                    </a:lnTo>
                    <a:lnTo>
                      <a:pt x="24240" y="8716"/>
                    </a:lnTo>
                    <a:lnTo>
                      <a:pt x="24032" y="8149"/>
                    </a:lnTo>
                    <a:lnTo>
                      <a:pt x="23824" y="7582"/>
                    </a:lnTo>
                    <a:lnTo>
                      <a:pt x="23559" y="7034"/>
                    </a:lnTo>
                    <a:lnTo>
                      <a:pt x="23294" y="6485"/>
                    </a:lnTo>
                    <a:lnTo>
                      <a:pt x="22992" y="5975"/>
                    </a:lnTo>
                    <a:lnTo>
                      <a:pt x="22671" y="5464"/>
                    </a:lnTo>
                    <a:lnTo>
                      <a:pt x="22330" y="4992"/>
                    </a:lnTo>
                    <a:lnTo>
                      <a:pt x="21952" y="4519"/>
                    </a:lnTo>
                    <a:lnTo>
                      <a:pt x="21574" y="4065"/>
                    </a:lnTo>
                    <a:lnTo>
                      <a:pt x="21158" y="3630"/>
                    </a:lnTo>
                    <a:lnTo>
                      <a:pt x="20723" y="3233"/>
                    </a:lnTo>
                    <a:lnTo>
                      <a:pt x="20288" y="2836"/>
                    </a:lnTo>
                    <a:lnTo>
                      <a:pt x="19816" y="2477"/>
                    </a:lnTo>
                    <a:lnTo>
                      <a:pt x="19324" y="2118"/>
                    </a:lnTo>
                    <a:lnTo>
                      <a:pt x="18813" y="1796"/>
                    </a:lnTo>
                    <a:lnTo>
                      <a:pt x="18303" y="1513"/>
                    </a:lnTo>
                    <a:lnTo>
                      <a:pt x="17774" y="1229"/>
                    </a:lnTo>
                    <a:lnTo>
                      <a:pt x="17225" y="983"/>
                    </a:lnTo>
                    <a:lnTo>
                      <a:pt x="16658" y="756"/>
                    </a:lnTo>
                    <a:lnTo>
                      <a:pt x="16072" y="567"/>
                    </a:lnTo>
                    <a:lnTo>
                      <a:pt x="15486" y="397"/>
                    </a:lnTo>
                    <a:lnTo>
                      <a:pt x="14900" y="265"/>
                    </a:lnTo>
                    <a:lnTo>
                      <a:pt x="14276" y="151"/>
                    </a:lnTo>
                    <a:lnTo>
                      <a:pt x="13671" y="76"/>
                    </a:lnTo>
                    <a:lnTo>
                      <a:pt x="13028" y="19"/>
                    </a:lnTo>
                    <a:lnTo>
                      <a:pt x="1240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16"/>
              <p:cNvSpPr/>
              <p:nvPr/>
            </p:nvSpPr>
            <p:spPr>
              <a:xfrm>
                <a:off x="1974325" y="-1634425"/>
                <a:ext cx="421175" cy="420725"/>
              </a:xfrm>
              <a:custGeom>
                <a:avLst/>
                <a:gdLst/>
                <a:ahLst/>
                <a:cxnLst/>
                <a:rect l="l" t="t" r="r" b="b"/>
                <a:pathLst>
                  <a:path w="16847" h="16829" extrusionOk="0">
                    <a:moveTo>
                      <a:pt x="7998" y="1"/>
                    </a:moveTo>
                    <a:lnTo>
                      <a:pt x="7563" y="38"/>
                    </a:lnTo>
                    <a:lnTo>
                      <a:pt x="7147" y="95"/>
                    </a:lnTo>
                    <a:lnTo>
                      <a:pt x="6731" y="171"/>
                    </a:lnTo>
                    <a:lnTo>
                      <a:pt x="6315" y="265"/>
                    </a:lnTo>
                    <a:lnTo>
                      <a:pt x="5918" y="379"/>
                    </a:lnTo>
                    <a:lnTo>
                      <a:pt x="5521" y="511"/>
                    </a:lnTo>
                    <a:lnTo>
                      <a:pt x="5143" y="662"/>
                    </a:lnTo>
                    <a:lnTo>
                      <a:pt x="4765" y="814"/>
                    </a:lnTo>
                    <a:lnTo>
                      <a:pt x="4406" y="1003"/>
                    </a:lnTo>
                    <a:lnTo>
                      <a:pt x="4065" y="1211"/>
                    </a:lnTo>
                    <a:lnTo>
                      <a:pt x="3725" y="1438"/>
                    </a:lnTo>
                    <a:lnTo>
                      <a:pt x="3385" y="1664"/>
                    </a:lnTo>
                    <a:lnTo>
                      <a:pt x="3063" y="1910"/>
                    </a:lnTo>
                    <a:lnTo>
                      <a:pt x="2761" y="2175"/>
                    </a:lnTo>
                    <a:lnTo>
                      <a:pt x="2477" y="2459"/>
                    </a:lnTo>
                    <a:lnTo>
                      <a:pt x="2193" y="2742"/>
                    </a:lnTo>
                    <a:lnTo>
                      <a:pt x="1929" y="3064"/>
                    </a:lnTo>
                    <a:lnTo>
                      <a:pt x="1683" y="3366"/>
                    </a:lnTo>
                    <a:lnTo>
                      <a:pt x="1437" y="3706"/>
                    </a:lnTo>
                    <a:lnTo>
                      <a:pt x="1229" y="4047"/>
                    </a:lnTo>
                    <a:lnTo>
                      <a:pt x="1021" y="4406"/>
                    </a:lnTo>
                    <a:lnTo>
                      <a:pt x="832" y="4765"/>
                    </a:lnTo>
                    <a:lnTo>
                      <a:pt x="662" y="5143"/>
                    </a:lnTo>
                    <a:lnTo>
                      <a:pt x="511" y="5522"/>
                    </a:lnTo>
                    <a:lnTo>
                      <a:pt x="378" y="5900"/>
                    </a:lnTo>
                    <a:lnTo>
                      <a:pt x="265" y="6316"/>
                    </a:lnTo>
                    <a:lnTo>
                      <a:pt x="170" y="6713"/>
                    </a:lnTo>
                    <a:lnTo>
                      <a:pt x="95" y="7129"/>
                    </a:lnTo>
                    <a:lnTo>
                      <a:pt x="38" y="7545"/>
                    </a:lnTo>
                    <a:lnTo>
                      <a:pt x="19" y="7980"/>
                    </a:lnTo>
                    <a:lnTo>
                      <a:pt x="0" y="8414"/>
                    </a:lnTo>
                    <a:lnTo>
                      <a:pt x="19" y="8849"/>
                    </a:lnTo>
                    <a:lnTo>
                      <a:pt x="38" y="9265"/>
                    </a:lnTo>
                    <a:lnTo>
                      <a:pt x="95" y="9700"/>
                    </a:lnTo>
                    <a:lnTo>
                      <a:pt x="170" y="10116"/>
                    </a:lnTo>
                    <a:lnTo>
                      <a:pt x="265" y="10513"/>
                    </a:lnTo>
                    <a:lnTo>
                      <a:pt x="378" y="10910"/>
                    </a:lnTo>
                    <a:lnTo>
                      <a:pt x="511" y="11307"/>
                    </a:lnTo>
                    <a:lnTo>
                      <a:pt x="662" y="11685"/>
                    </a:lnTo>
                    <a:lnTo>
                      <a:pt x="832" y="12064"/>
                    </a:lnTo>
                    <a:lnTo>
                      <a:pt x="1021" y="12423"/>
                    </a:lnTo>
                    <a:lnTo>
                      <a:pt x="1229" y="12782"/>
                    </a:lnTo>
                    <a:lnTo>
                      <a:pt x="1437" y="13122"/>
                    </a:lnTo>
                    <a:lnTo>
                      <a:pt x="1683" y="13444"/>
                    </a:lnTo>
                    <a:lnTo>
                      <a:pt x="1929" y="13765"/>
                    </a:lnTo>
                    <a:lnTo>
                      <a:pt x="2193" y="14068"/>
                    </a:lnTo>
                    <a:lnTo>
                      <a:pt x="2477" y="14370"/>
                    </a:lnTo>
                    <a:lnTo>
                      <a:pt x="2761" y="14654"/>
                    </a:lnTo>
                    <a:lnTo>
                      <a:pt x="3063" y="14919"/>
                    </a:lnTo>
                    <a:lnTo>
                      <a:pt x="3385" y="15164"/>
                    </a:lnTo>
                    <a:lnTo>
                      <a:pt x="3725" y="15391"/>
                    </a:lnTo>
                    <a:lnTo>
                      <a:pt x="4065" y="15618"/>
                    </a:lnTo>
                    <a:lnTo>
                      <a:pt x="4406" y="15826"/>
                    </a:lnTo>
                    <a:lnTo>
                      <a:pt x="4765" y="15996"/>
                    </a:lnTo>
                    <a:lnTo>
                      <a:pt x="5143" y="16166"/>
                    </a:lnTo>
                    <a:lnTo>
                      <a:pt x="5521" y="16318"/>
                    </a:lnTo>
                    <a:lnTo>
                      <a:pt x="5918" y="16450"/>
                    </a:lnTo>
                    <a:lnTo>
                      <a:pt x="6315" y="16563"/>
                    </a:lnTo>
                    <a:lnTo>
                      <a:pt x="6731" y="16658"/>
                    </a:lnTo>
                    <a:lnTo>
                      <a:pt x="7147" y="16734"/>
                    </a:lnTo>
                    <a:lnTo>
                      <a:pt x="7563" y="16790"/>
                    </a:lnTo>
                    <a:lnTo>
                      <a:pt x="7998" y="16828"/>
                    </a:lnTo>
                    <a:lnTo>
                      <a:pt x="8849" y="16828"/>
                    </a:lnTo>
                    <a:lnTo>
                      <a:pt x="9284" y="16790"/>
                    </a:lnTo>
                    <a:lnTo>
                      <a:pt x="9700" y="16734"/>
                    </a:lnTo>
                    <a:lnTo>
                      <a:pt x="10116" y="16658"/>
                    </a:lnTo>
                    <a:lnTo>
                      <a:pt x="10532" y="16563"/>
                    </a:lnTo>
                    <a:lnTo>
                      <a:pt x="10929" y="16450"/>
                    </a:lnTo>
                    <a:lnTo>
                      <a:pt x="11326" y="16318"/>
                    </a:lnTo>
                    <a:lnTo>
                      <a:pt x="11704" y="16166"/>
                    </a:lnTo>
                    <a:lnTo>
                      <a:pt x="12082" y="15996"/>
                    </a:lnTo>
                    <a:lnTo>
                      <a:pt x="12441" y="15826"/>
                    </a:lnTo>
                    <a:lnTo>
                      <a:pt x="12800" y="15618"/>
                    </a:lnTo>
                    <a:lnTo>
                      <a:pt x="13141" y="15391"/>
                    </a:lnTo>
                    <a:lnTo>
                      <a:pt x="13462" y="15164"/>
                    </a:lnTo>
                    <a:lnTo>
                      <a:pt x="13784" y="14919"/>
                    </a:lnTo>
                    <a:lnTo>
                      <a:pt x="14086" y="14654"/>
                    </a:lnTo>
                    <a:lnTo>
                      <a:pt x="14389" y="14370"/>
                    </a:lnTo>
                    <a:lnTo>
                      <a:pt x="14653" y="14068"/>
                    </a:lnTo>
                    <a:lnTo>
                      <a:pt x="14918" y="13765"/>
                    </a:lnTo>
                    <a:lnTo>
                      <a:pt x="15183" y="13444"/>
                    </a:lnTo>
                    <a:lnTo>
                      <a:pt x="15410" y="13122"/>
                    </a:lnTo>
                    <a:lnTo>
                      <a:pt x="15637" y="12782"/>
                    </a:lnTo>
                    <a:lnTo>
                      <a:pt x="15826" y="12423"/>
                    </a:lnTo>
                    <a:lnTo>
                      <a:pt x="16015" y="12064"/>
                    </a:lnTo>
                    <a:lnTo>
                      <a:pt x="16185" y="11685"/>
                    </a:lnTo>
                    <a:lnTo>
                      <a:pt x="16336" y="11307"/>
                    </a:lnTo>
                    <a:lnTo>
                      <a:pt x="16468" y="10910"/>
                    </a:lnTo>
                    <a:lnTo>
                      <a:pt x="16582" y="10513"/>
                    </a:lnTo>
                    <a:lnTo>
                      <a:pt x="16676" y="10116"/>
                    </a:lnTo>
                    <a:lnTo>
                      <a:pt x="16752" y="9700"/>
                    </a:lnTo>
                    <a:lnTo>
                      <a:pt x="16809" y="9265"/>
                    </a:lnTo>
                    <a:lnTo>
                      <a:pt x="16828" y="8849"/>
                    </a:lnTo>
                    <a:lnTo>
                      <a:pt x="16847" y="8414"/>
                    </a:lnTo>
                    <a:lnTo>
                      <a:pt x="16828" y="7980"/>
                    </a:lnTo>
                    <a:lnTo>
                      <a:pt x="16809" y="7545"/>
                    </a:lnTo>
                    <a:lnTo>
                      <a:pt x="16752" y="7129"/>
                    </a:lnTo>
                    <a:lnTo>
                      <a:pt x="16676" y="6713"/>
                    </a:lnTo>
                    <a:lnTo>
                      <a:pt x="16582" y="6316"/>
                    </a:lnTo>
                    <a:lnTo>
                      <a:pt x="16468" y="5900"/>
                    </a:lnTo>
                    <a:lnTo>
                      <a:pt x="16336" y="5522"/>
                    </a:lnTo>
                    <a:lnTo>
                      <a:pt x="16185" y="5143"/>
                    </a:lnTo>
                    <a:lnTo>
                      <a:pt x="16015" y="4765"/>
                    </a:lnTo>
                    <a:lnTo>
                      <a:pt x="15826" y="4406"/>
                    </a:lnTo>
                    <a:lnTo>
                      <a:pt x="15637" y="4047"/>
                    </a:lnTo>
                    <a:lnTo>
                      <a:pt x="15410" y="3706"/>
                    </a:lnTo>
                    <a:lnTo>
                      <a:pt x="15183" y="3366"/>
                    </a:lnTo>
                    <a:lnTo>
                      <a:pt x="14918" y="3064"/>
                    </a:lnTo>
                    <a:lnTo>
                      <a:pt x="14653" y="2742"/>
                    </a:lnTo>
                    <a:lnTo>
                      <a:pt x="14389" y="2459"/>
                    </a:lnTo>
                    <a:lnTo>
                      <a:pt x="14086" y="2175"/>
                    </a:lnTo>
                    <a:lnTo>
                      <a:pt x="13784" y="1910"/>
                    </a:lnTo>
                    <a:lnTo>
                      <a:pt x="13462" y="1664"/>
                    </a:lnTo>
                    <a:lnTo>
                      <a:pt x="13141" y="1438"/>
                    </a:lnTo>
                    <a:lnTo>
                      <a:pt x="12800" y="1211"/>
                    </a:lnTo>
                    <a:lnTo>
                      <a:pt x="12441" y="1003"/>
                    </a:lnTo>
                    <a:lnTo>
                      <a:pt x="12082" y="814"/>
                    </a:lnTo>
                    <a:lnTo>
                      <a:pt x="11704" y="662"/>
                    </a:lnTo>
                    <a:lnTo>
                      <a:pt x="11326" y="511"/>
                    </a:lnTo>
                    <a:lnTo>
                      <a:pt x="10929" y="379"/>
                    </a:lnTo>
                    <a:lnTo>
                      <a:pt x="10532" y="265"/>
                    </a:lnTo>
                    <a:lnTo>
                      <a:pt x="10116" y="171"/>
                    </a:lnTo>
                    <a:lnTo>
                      <a:pt x="9700" y="95"/>
                    </a:lnTo>
                    <a:lnTo>
                      <a:pt x="9284" y="38"/>
                    </a:lnTo>
                    <a:lnTo>
                      <a:pt x="88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16"/>
              <p:cNvSpPr/>
              <p:nvPr/>
            </p:nvSpPr>
            <p:spPr>
              <a:xfrm>
                <a:off x="2074050" y="-1535150"/>
                <a:ext cx="221725" cy="222175"/>
              </a:xfrm>
              <a:custGeom>
                <a:avLst/>
                <a:gdLst/>
                <a:ahLst/>
                <a:cxnLst/>
                <a:rect l="l" t="t" r="r" b="b"/>
                <a:pathLst>
                  <a:path w="8869" h="8887" extrusionOk="0">
                    <a:moveTo>
                      <a:pt x="4444" y="0"/>
                    </a:moveTo>
                    <a:lnTo>
                      <a:pt x="4198" y="19"/>
                    </a:lnTo>
                    <a:lnTo>
                      <a:pt x="3990" y="19"/>
                    </a:lnTo>
                    <a:lnTo>
                      <a:pt x="3536" y="95"/>
                    </a:lnTo>
                    <a:lnTo>
                      <a:pt x="3120" y="208"/>
                    </a:lnTo>
                    <a:lnTo>
                      <a:pt x="2704" y="359"/>
                    </a:lnTo>
                    <a:lnTo>
                      <a:pt x="2326" y="548"/>
                    </a:lnTo>
                    <a:lnTo>
                      <a:pt x="1948" y="756"/>
                    </a:lnTo>
                    <a:lnTo>
                      <a:pt x="1608" y="1021"/>
                    </a:lnTo>
                    <a:lnTo>
                      <a:pt x="1305" y="1305"/>
                    </a:lnTo>
                    <a:lnTo>
                      <a:pt x="1003" y="1626"/>
                    </a:lnTo>
                    <a:lnTo>
                      <a:pt x="757" y="1967"/>
                    </a:lnTo>
                    <a:lnTo>
                      <a:pt x="530" y="2326"/>
                    </a:lnTo>
                    <a:lnTo>
                      <a:pt x="341" y="2723"/>
                    </a:lnTo>
                    <a:lnTo>
                      <a:pt x="190" y="3120"/>
                    </a:lnTo>
                    <a:lnTo>
                      <a:pt x="95" y="3555"/>
                    </a:lnTo>
                    <a:lnTo>
                      <a:pt x="20" y="3990"/>
                    </a:lnTo>
                    <a:lnTo>
                      <a:pt x="1" y="4217"/>
                    </a:lnTo>
                    <a:lnTo>
                      <a:pt x="1" y="4443"/>
                    </a:lnTo>
                    <a:lnTo>
                      <a:pt x="1" y="4670"/>
                    </a:lnTo>
                    <a:lnTo>
                      <a:pt x="20" y="4897"/>
                    </a:lnTo>
                    <a:lnTo>
                      <a:pt x="95" y="5332"/>
                    </a:lnTo>
                    <a:lnTo>
                      <a:pt x="190" y="5767"/>
                    </a:lnTo>
                    <a:lnTo>
                      <a:pt x="341" y="6164"/>
                    </a:lnTo>
                    <a:lnTo>
                      <a:pt x="530" y="6561"/>
                    </a:lnTo>
                    <a:lnTo>
                      <a:pt x="757" y="6920"/>
                    </a:lnTo>
                    <a:lnTo>
                      <a:pt x="1003" y="7261"/>
                    </a:lnTo>
                    <a:lnTo>
                      <a:pt x="1305" y="7582"/>
                    </a:lnTo>
                    <a:lnTo>
                      <a:pt x="1608" y="7866"/>
                    </a:lnTo>
                    <a:lnTo>
                      <a:pt x="1948" y="8130"/>
                    </a:lnTo>
                    <a:lnTo>
                      <a:pt x="2326" y="8338"/>
                    </a:lnTo>
                    <a:lnTo>
                      <a:pt x="2704" y="8527"/>
                    </a:lnTo>
                    <a:lnTo>
                      <a:pt x="3120" y="8679"/>
                    </a:lnTo>
                    <a:lnTo>
                      <a:pt x="3536" y="8792"/>
                    </a:lnTo>
                    <a:lnTo>
                      <a:pt x="3990" y="8849"/>
                    </a:lnTo>
                    <a:lnTo>
                      <a:pt x="4198" y="8868"/>
                    </a:lnTo>
                    <a:lnTo>
                      <a:pt x="4444" y="8887"/>
                    </a:lnTo>
                    <a:lnTo>
                      <a:pt x="4671" y="8868"/>
                    </a:lnTo>
                    <a:lnTo>
                      <a:pt x="4898" y="8849"/>
                    </a:lnTo>
                    <a:lnTo>
                      <a:pt x="5333" y="8792"/>
                    </a:lnTo>
                    <a:lnTo>
                      <a:pt x="5748" y="8679"/>
                    </a:lnTo>
                    <a:lnTo>
                      <a:pt x="6164" y="8527"/>
                    </a:lnTo>
                    <a:lnTo>
                      <a:pt x="6543" y="8338"/>
                    </a:lnTo>
                    <a:lnTo>
                      <a:pt x="6921" y="8130"/>
                    </a:lnTo>
                    <a:lnTo>
                      <a:pt x="7261" y="7866"/>
                    </a:lnTo>
                    <a:lnTo>
                      <a:pt x="7582" y="7582"/>
                    </a:lnTo>
                    <a:lnTo>
                      <a:pt x="7866" y="7261"/>
                    </a:lnTo>
                    <a:lnTo>
                      <a:pt x="8112" y="6920"/>
                    </a:lnTo>
                    <a:lnTo>
                      <a:pt x="8339" y="6561"/>
                    </a:lnTo>
                    <a:lnTo>
                      <a:pt x="8528" y="6164"/>
                    </a:lnTo>
                    <a:lnTo>
                      <a:pt x="8679" y="5767"/>
                    </a:lnTo>
                    <a:lnTo>
                      <a:pt x="8793" y="5332"/>
                    </a:lnTo>
                    <a:lnTo>
                      <a:pt x="8849" y="4897"/>
                    </a:lnTo>
                    <a:lnTo>
                      <a:pt x="8868" y="4670"/>
                    </a:lnTo>
                    <a:lnTo>
                      <a:pt x="8868" y="4443"/>
                    </a:lnTo>
                    <a:lnTo>
                      <a:pt x="8868" y="4217"/>
                    </a:lnTo>
                    <a:lnTo>
                      <a:pt x="8849" y="3990"/>
                    </a:lnTo>
                    <a:lnTo>
                      <a:pt x="8793" y="3555"/>
                    </a:lnTo>
                    <a:lnTo>
                      <a:pt x="8679" y="3120"/>
                    </a:lnTo>
                    <a:lnTo>
                      <a:pt x="8528" y="2723"/>
                    </a:lnTo>
                    <a:lnTo>
                      <a:pt x="8339" y="2326"/>
                    </a:lnTo>
                    <a:lnTo>
                      <a:pt x="8112" y="1967"/>
                    </a:lnTo>
                    <a:lnTo>
                      <a:pt x="7866" y="1626"/>
                    </a:lnTo>
                    <a:lnTo>
                      <a:pt x="7582" y="1305"/>
                    </a:lnTo>
                    <a:lnTo>
                      <a:pt x="7261" y="1021"/>
                    </a:lnTo>
                    <a:lnTo>
                      <a:pt x="6921" y="756"/>
                    </a:lnTo>
                    <a:lnTo>
                      <a:pt x="6543" y="548"/>
                    </a:lnTo>
                    <a:lnTo>
                      <a:pt x="6164" y="359"/>
                    </a:lnTo>
                    <a:lnTo>
                      <a:pt x="5748" y="208"/>
                    </a:lnTo>
                    <a:lnTo>
                      <a:pt x="5333" y="95"/>
                    </a:lnTo>
                    <a:lnTo>
                      <a:pt x="4898" y="19"/>
                    </a:lnTo>
                    <a:lnTo>
                      <a:pt x="4671" y="19"/>
                    </a:lnTo>
                    <a:lnTo>
                      <a:pt x="444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16"/>
              <p:cNvSpPr/>
              <p:nvPr/>
            </p:nvSpPr>
            <p:spPr>
              <a:xfrm>
                <a:off x="2192700" y="-1659475"/>
                <a:ext cx="515250" cy="237775"/>
              </a:xfrm>
              <a:custGeom>
                <a:avLst/>
                <a:gdLst/>
                <a:ahLst/>
                <a:cxnLst/>
                <a:rect l="l" t="t" r="r" b="b"/>
                <a:pathLst>
                  <a:path w="20610" h="9511" extrusionOk="0">
                    <a:moveTo>
                      <a:pt x="19815" y="1"/>
                    </a:moveTo>
                    <a:lnTo>
                      <a:pt x="0" y="9114"/>
                    </a:lnTo>
                    <a:lnTo>
                      <a:pt x="152" y="9511"/>
                    </a:lnTo>
                    <a:lnTo>
                      <a:pt x="20609" y="1040"/>
                    </a:lnTo>
                    <a:lnTo>
                      <a:pt x="19815" y="1"/>
                    </a:lnTo>
                    <a:close/>
                  </a:path>
                </a:pathLst>
              </a:custGeom>
              <a:gradFill>
                <a:gsLst>
                  <a:gs pos="0">
                    <a:srgbClr val="575757"/>
                  </a:gs>
                  <a:gs pos="100000">
                    <a:srgbClr val="16161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16"/>
              <p:cNvSpPr/>
              <p:nvPr/>
            </p:nvSpPr>
            <p:spPr>
              <a:xfrm>
                <a:off x="2620475" y="-1822550"/>
                <a:ext cx="312475" cy="245350"/>
              </a:xfrm>
              <a:custGeom>
                <a:avLst/>
                <a:gdLst/>
                <a:ahLst/>
                <a:cxnLst/>
                <a:rect l="l" t="t" r="r" b="b"/>
                <a:pathLst>
                  <a:path w="12499" h="9814" extrusionOk="0">
                    <a:moveTo>
                      <a:pt x="8509" y="1"/>
                    </a:moveTo>
                    <a:lnTo>
                      <a:pt x="1078" y="4803"/>
                    </a:lnTo>
                    <a:lnTo>
                      <a:pt x="0" y="8358"/>
                    </a:lnTo>
                    <a:lnTo>
                      <a:pt x="3820" y="9813"/>
                    </a:lnTo>
                    <a:lnTo>
                      <a:pt x="12498" y="5862"/>
                    </a:lnTo>
                    <a:lnTo>
                      <a:pt x="8376" y="4160"/>
                    </a:lnTo>
                    <a:lnTo>
                      <a:pt x="8509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0B9"/>
                  </a:gs>
                  <a:gs pos="100000">
                    <a:srgbClr val="F9D03C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41" name="Google Shape;841;p16"/>
          <p:cNvSpPr/>
          <p:nvPr/>
        </p:nvSpPr>
        <p:spPr>
          <a:xfrm>
            <a:off x="108325" y="77551"/>
            <a:ext cx="611683" cy="279336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16"/>
          <p:cNvSpPr/>
          <p:nvPr/>
        </p:nvSpPr>
        <p:spPr>
          <a:xfrm>
            <a:off x="1016650" y="116874"/>
            <a:ext cx="439416" cy="200667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16"/>
          <p:cNvSpPr/>
          <p:nvPr/>
        </p:nvSpPr>
        <p:spPr>
          <a:xfrm>
            <a:off x="5352475" y="116874"/>
            <a:ext cx="439416" cy="200667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4" name="Google Shape;844;p16"/>
          <p:cNvGrpSpPr/>
          <p:nvPr/>
        </p:nvGrpSpPr>
        <p:grpSpPr>
          <a:xfrm>
            <a:off x="8192555" y="356877"/>
            <a:ext cx="611648" cy="365223"/>
            <a:chOff x="4504125" y="1762525"/>
            <a:chExt cx="985575" cy="588500"/>
          </a:xfrm>
        </p:grpSpPr>
        <p:sp>
          <p:nvSpPr>
            <p:cNvPr id="845" name="Google Shape;845;p16"/>
            <p:cNvSpPr/>
            <p:nvPr/>
          </p:nvSpPr>
          <p:spPr>
            <a:xfrm>
              <a:off x="4691775" y="2150600"/>
              <a:ext cx="87950" cy="105425"/>
            </a:xfrm>
            <a:custGeom>
              <a:avLst/>
              <a:gdLst/>
              <a:ahLst/>
              <a:cxnLst/>
              <a:rect l="l" t="t" r="r" b="b"/>
              <a:pathLst>
                <a:path w="3518" h="4217" extrusionOk="0">
                  <a:moveTo>
                    <a:pt x="1910" y="0"/>
                  </a:moveTo>
                  <a:lnTo>
                    <a:pt x="1" y="4216"/>
                  </a:lnTo>
                  <a:lnTo>
                    <a:pt x="3517" y="1607"/>
                  </a:lnTo>
                  <a:lnTo>
                    <a:pt x="3498" y="1569"/>
                  </a:lnTo>
                  <a:lnTo>
                    <a:pt x="191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6"/>
            <p:cNvSpPr/>
            <p:nvPr/>
          </p:nvSpPr>
          <p:spPr>
            <a:xfrm>
              <a:off x="4504125" y="1762525"/>
              <a:ext cx="985575" cy="310100"/>
            </a:xfrm>
            <a:custGeom>
              <a:avLst/>
              <a:gdLst/>
              <a:ahLst/>
              <a:cxnLst/>
              <a:rect l="l" t="t" r="r" b="b"/>
              <a:pathLst>
                <a:path w="39423" h="12404" extrusionOk="0">
                  <a:moveTo>
                    <a:pt x="39422" y="0"/>
                  </a:moveTo>
                  <a:lnTo>
                    <a:pt x="0" y="4859"/>
                  </a:lnTo>
                  <a:lnTo>
                    <a:pt x="6372" y="12403"/>
                  </a:lnTo>
                  <a:lnTo>
                    <a:pt x="39422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EFEFE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6"/>
            <p:cNvSpPr/>
            <p:nvPr/>
          </p:nvSpPr>
          <p:spPr>
            <a:xfrm>
              <a:off x="4663425" y="1762525"/>
              <a:ext cx="826275" cy="588500"/>
            </a:xfrm>
            <a:custGeom>
              <a:avLst/>
              <a:gdLst/>
              <a:ahLst/>
              <a:cxnLst/>
              <a:rect l="l" t="t" r="r" b="b"/>
              <a:pathLst>
                <a:path w="33051" h="235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4632" y="17092"/>
                  </a:lnTo>
                  <a:lnTo>
                    <a:pt x="10513" y="23540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6"/>
            <p:cNvSpPr/>
            <p:nvPr/>
          </p:nvSpPr>
          <p:spPr>
            <a:xfrm>
              <a:off x="4663425" y="1762525"/>
              <a:ext cx="826275" cy="493500"/>
            </a:xfrm>
            <a:custGeom>
              <a:avLst/>
              <a:gdLst/>
              <a:ahLst/>
              <a:cxnLst/>
              <a:rect l="l" t="t" r="r" b="b"/>
              <a:pathLst>
                <a:path w="33051" h="197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9" name="Google Shape;849;p16"/>
          <p:cNvGrpSpPr/>
          <p:nvPr/>
        </p:nvGrpSpPr>
        <p:grpSpPr>
          <a:xfrm>
            <a:off x="7980380" y="996702"/>
            <a:ext cx="611648" cy="365223"/>
            <a:chOff x="4504125" y="1762525"/>
            <a:chExt cx="985575" cy="588500"/>
          </a:xfrm>
        </p:grpSpPr>
        <p:sp>
          <p:nvSpPr>
            <p:cNvPr id="850" name="Google Shape;850;p16"/>
            <p:cNvSpPr/>
            <p:nvPr/>
          </p:nvSpPr>
          <p:spPr>
            <a:xfrm>
              <a:off x="4691775" y="2150600"/>
              <a:ext cx="87950" cy="105425"/>
            </a:xfrm>
            <a:custGeom>
              <a:avLst/>
              <a:gdLst/>
              <a:ahLst/>
              <a:cxnLst/>
              <a:rect l="l" t="t" r="r" b="b"/>
              <a:pathLst>
                <a:path w="3518" h="4217" extrusionOk="0">
                  <a:moveTo>
                    <a:pt x="1910" y="0"/>
                  </a:moveTo>
                  <a:lnTo>
                    <a:pt x="1" y="4216"/>
                  </a:lnTo>
                  <a:lnTo>
                    <a:pt x="3517" y="1607"/>
                  </a:lnTo>
                  <a:lnTo>
                    <a:pt x="3498" y="1569"/>
                  </a:lnTo>
                  <a:lnTo>
                    <a:pt x="191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6"/>
            <p:cNvSpPr/>
            <p:nvPr/>
          </p:nvSpPr>
          <p:spPr>
            <a:xfrm>
              <a:off x="4504125" y="1762525"/>
              <a:ext cx="985575" cy="310100"/>
            </a:xfrm>
            <a:custGeom>
              <a:avLst/>
              <a:gdLst/>
              <a:ahLst/>
              <a:cxnLst/>
              <a:rect l="l" t="t" r="r" b="b"/>
              <a:pathLst>
                <a:path w="39423" h="12404" extrusionOk="0">
                  <a:moveTo>
                    <a:pt x="39422" y="0"/>
                  </a:moveTo>
                  <a:lnTo>
                    <a:pt x="0" y="4859"/>
                  </a:lnTo>
                  <a:lnTo>
                    <a:pt x="6372" y="12403"/>
                  </a:lnTo>
                  <a:lnTo>
                    <a:pt x="39422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EFEFE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6"/>
            <p:cNvSpPr/>
            <p:nvPr/>
          </p:nvSpPr>
          <p:spPr>
            <a:xfrm>
              <a:off x="4663425" y="1762525"/>
              <a:ext cx="826275" cy="588500"/>
            </a:xfrm>
            <a:custGeom>
              <a:avLst/>
              <a:gdLst/>
              <a:ahLst/>
              <a:cxnLst/>
              <a:rect l="l" t="t" r="r" b="b"/>
              <a:pathLst>
                <a:path w="33051" h="235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4632" y="17092"/>
                  </a:lnTo>
                  <a:lnTo>
                    <a:pt x="10513" y="23540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6"/>
            <p:cNvSpPr/>
            <p:nvPr/>
          </p:nvSpPr>
          <p:spPr>
            <a:xfrm>
              <a:off x="4663425" y="1762525"/>
              <a:ext cx="826275" cy="493500"/>
            </a:xfrm>
            <a:custGeom>
              <a:avLst/>
              <a:gdLst/>
              <a:ahLst/>
              <a:cxnLst/>
              <a:rect l="l" t="t" r="r" b="b"/>
              <a:pathLst>
                <a:path w="33051" h="197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4" name="Google Shape;854;p16"/>
          <p:cNvSpPr/>
          <p:nvPr/>
        </p:nvSpPr>
        <p:spPr>
          <a:xfrm>
            <a:off x="8704575" y="1612599"/>
            <a:ext cx="439416" cy="200667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16"/>
          <p:cNvSpPr/>
          <p:nvPr/>
        </p:nvSpPr>
        <p:spPr>
          <a:xfrm>
            <a:off x="97525" y="932056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16"/>
          <p:cNvSpPr/>
          <p:nvPr/>
        </p:nvSpPr>
        <p:spPr>
          <a:xfrm>
            <a:off x="3523875" y="125131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16"/>
          <p:cNvSpPr/>
          <p:nvPr/>
        </p:nvSpPr>
        <p:spPr>
          <a:xfrm>
            <a:off x="8626275" y="2320956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99640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24"/>
          <p:cNvSpPr txBox="1">
            <a:spLocks noGrp="1"/>
          </p:cNvSpPr>
          <p:nvPr>
            <p:ph type="title"/>
          </p:nvPr>
        </p:nvSpPr>
        <p:spPr>
          <a:xfrm>
            <a:off x="916192" y="2825496"/>
            <a:ext cx="21753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93" name="Google Shape;1193;p24"/>
          <p:cNvSpPr txBox="1">
            <a:spLocks noGrp="1"/>
          </p:cNvSpPr>
          <p:nvPr>
            <p:ph type="subTitle" idx="1"/>
          </p:nvPr>
        </p:nvSpPr>
        <p:spPr>
          <a:xfrm>
            <a:off x="719092" y="3182112"/>
            <a:ext cx="25695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94" name="Google Shape;1194;p24"/>
          <p:cNvSpPr txBox="1">
            <a:spLocks noGrp="1"/>
          </p:cNvSpPr>
          <p:nvPr>
            <p:ph type="title" idx="2"/>
          </p:nvPr>
        </p:nvSpPr>
        <p:spPr>
          <a:xfrm>
            <a:off x="3485725" y="2825496"/>
            <a:ext cx="21753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95" name="Google Shape;1195;p24"/>
          <p:cNvSpPr txBox="1">
            <a:spLocks noGrp="1"/>
          </p:cNvSpPr>
          <p:nvPr>
            <p:ph type="subTitle" idx="3"/>
          </p:nvPr>
        </p:nvSpPr>
        <p:spPr>
          <a:xfrm>
            <a:off x="3287250" y="3182100"/>
            <a:ext cx="25695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96" name="Google Shape;1196;p24"/>
          <p:cNvSpPr txBox="1">
            <a:spLocks noGrp="1"/>
          </p:cNvSpPr>
          <p:nvPr>
            <p:ph type="title" idx="4"/>
          </p:nvPr>
        </p:nvSpPr>
        <p:spPr>
          <a:xfrm>
            <a:off x="6055257" y="2825496"/>
            <a:ext cx="21753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97" name="Google Shape;1197;p24"/>
          <p:cNvSpPr txBox="1">
            <a:spLocks noGrp="1"/>
          </p:cNvSpPr>
          <p:nvPr>
            <p:ph type="subTitle" idx="5"/>
          </p:nvPr>
        </p:nvSpPr>
        <p:spPr>
          <a:xfrm>
            <a:off x="5858157" y="3182112"/>
            <a:ext cx="25695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98" name="Google Shape;1198;p24"/>
          <p:cNvSpPr txBox="1">
            <a:spLocks noGrp="1"/>
          </p:cNvSpPr>
          <p:nvPr>
            <p:ph type="title" idx="6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99" name="Google Shape;1199;p24"/>
          <p:cNvSpPr/>
          <p:nvPr/>
        </p:nvSpPr>
        <p:spPr>
          <a:xfrm>
            <a:off x="-430467" y="4404474"/>
            <a:ext cx="10328075" cy="1073175"/>
          </a:xfrm>
          <a:custGeom>
            <a:avLst/>
            <a:gdLst/>
            <a:ahLst/>
            <a:cxnLst/>
            <a:rect l="l" t="t" r="r" b="b"/>
            <a:pathLst>
              <a:path w="413123" h="42927" extrusionOk="0">
                <a:moveTo>
                  <a:pt x="16653" y="8540"/>
                </a:moveTo>
                <a:cubicBezTo>
                  <a:pt x="27685" y="4368"/>
                  <a:pt x="51801" y="265"/>
                  <a:pt x="73087" y="53"/>
                </a:cubicBezTo>
                <a:cubicBezTo>
                  <a:pt x="94374" y="-159"/>
                  <a:pt x="116084" y="5570"/>
                  <a:pt x="144372" y="7267"/>
                </a:cubicBezTo>
                <a:cubicBezTo>
                  <a:pt x="172660" y="8964"/>
                  <a:pt x="217142" y="10661"/>
                  <a:pt x="242813" y="10237"/>
                </a:cubicBezTo>
                <a:cubicBezTo>
                  <a:pt x="268484" y="9813"/>
                  <a:pt x="276547" y="5216"/>
                  <a:pt x="298399" y="4721"/>
                </a:cubicBezTo>
                <a:cubicBezTo>
                  <a:pt x="320251" y="4226"/>
                  <a:pt x="355116" y="6772"/>
                  <a:pt x="373927" y="7267"/>
                </a:cubicBezTo>
                <a:cubicBezTo>
                  <a:pt x="392738" y="7762"/>
                  <a:pt x="405751" y="4650"/>
                  <a:pt x="411267" y="7691"/>
                </a:cubicBezTo>
                <a:cubicBezTo>
                  <a:pt x="416783" y="10732"/>
                  <a:pt x="408226" y="20420"/>
                  <a:pt x="407024" y="25512"/>
                </a:cubicBezTo>
                <a:cubicBezTo>
                  <a:pt x="405822" y="30604"/>
                  <a:pt x="412893" y="35343"/>
                  <a:pt x="404053" y="38242"/>
                </a:cubicBezTo>
                <a:cubicBezTo>
                  <a:pt x="395213" y="41142"/>
                  <a:pt x="404902" y="42980"/>
                  <a:pt x="353984" y="42909"/>
                </a:cubicBezTo>
                <a:cubicBezTo>
                  <a:pt x="303066" y="42838"/>
                  <a:pt x="156324" y="38171"/>
                  <a:pt x="98546" y="37817"/>
                </a:cubicBezTo>
                <a:cubicBezTo>
                  <a:pt x="40768" y="37464"/>
                  <a:pt x="22593" y="42910"/>
                  <a:pt x="7318" y="40788"/>
                </a:cubicBezTo>
                <a:cubicBezTo>
                  <a:pt x="-7957" y="38667"/>
                  <a:pt x="5338" y="30463"/>
                  <a:pt x="6894" y="25088"/>
                </a:cubicBezTo>
                <a:cubicBezTo>
                  <a:pt x="8450" y="19713"/>
                  <a:pt x="5621" y="12713"/>
                  <a:pt x="16653" y="854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</p:sp>
      <p:sp>
        <p:nvSpPr>
          <p:cNvPr id="1200" name="Google Shape;1200;p24"/>
          <p:cNvSpPr/>
          <p:nvPr/>
        </p:nvSpPr>
        <p:spPr>
          <a:xfrm rot="10800000">
            <a:off x="7536826" y="12"/>
            <a:ext cx="1640524" cy="735463"/>
          </a:xfrm>
          <a:custGeom>
            <a:avLst/>
            <a:gdLst/>
            <a:ahLst/>
            <a:cxnLst/>
            <a:rect l="l" t="t" r="r" b="b"/>
            <a:pathLst>
              <a:path w="70545" h="31626" extrusionOk="0">
                <a:moveTo>
                  <a:pt x="10365" y="1"/>
                </a:moveTo>
                <a:lnTo>
                  <a:pt x="9853" y="20"/>
                </a:lnTo>
                <a:lnTo>
                  <a:pt x="9360" y="39"/>
                </a:lnTo>
                <a:lnTo>
                  <a:pt x="8868" y="76"/>
                </a:lnTo>
                <a:lnTo>
                  <a:pt x="8375" y="152"/>
                </a:lnTo>
                <a:lnTo>
                  <a:pt x="7882" y="209"/>
                </a:lnTo>
                <a:lnTo>
                  <a:pt x="7390" y="304"/>
                </a:lnTo>
                <a:lnTo>
                  <a:pt x="6916" y="399"/>
                </a:lnTo>
                <a:lnTo>
                  <a:pt x="6423" y="512"/>
                </a:lnTo>
                <a:lnTo>
                  <a:pt x="5950" y="645"/>
                </a:lnTo>
                <a:lnTo>
                  <a:pt x="5457" y="778"/>
                </a:lnTo>
                <a:lnTo>
                  <a:pt x="4983" y="929"/>
                </a:lnTo>
                <a:lnTo>
                  <a:pt x="4510" y="1100"/>
                </a:lnTo>
                <a:lnTo>
                  <a:pt x="4055" y="1270"/>
                </a:lnTo>
                <a:lnTo>
                  <a:pt x="3581" y="1441"/>
                </a:lnTo>
                <a:lnTo>
                  <a:pt x="2653" y="1858"/>
                </a:lnTo>
                <a:lnTo>
                  <a:pt x="1762" y="2293"/>
                </a:lnTo>
                <a:lnTo>
                  <a:pt x="872" y="2767"/>
                </a:lnTo>
                <a:lnTo>
                  <a:pt x="0" y="3279"/>
                </a:lnTo>
                <a:lnTo>
                  <a:pt x="0" y="31625"/>
                </a:lnTo>
                <a:lnTo>
                  <a:pt x="70545" y="31625"/>
                </a:lnTo>
                <a:lnTo>
                  <a:pt x="70488" y="31247"/>
                </a:lnTo>
                <a:lnTo>
                  <a:pt x="70412" y="30849"/>
                </a:lnTo>
                <a:lnTo>
                  <a:pt x="70317" y="30470"/>
                </a:lnTo>
                <a:lnTo>
                  <a:pt x="70222" y="30091"/>
                </a:lnTo>
                <a:lnTo>
                  <a:pt x="70090" y="29712"/>
                </a:lnTo>
                <a:lnTo>
                  <a:pt x="69976" y="29333"/>
                </a:lnTo>
                <a:lnTo>
                  <a:pt x="69825" y="28973"/>
                </a:lnTo>
                <a:lnTo>
                  <a:pt x="69673" y="28613"/>
                </a:lnTo>
                <a:lnTo>
                  <a:pt x="69483" y="28196"/>
                </a:lnTo>
                <a:lnTo>
                  <a:pt x="69275" y="27798"/>
                </a:lnTo>
                <a:lnTo>
                  <a:pt x="69048" y="27381"/>
                </a:lnTo>
                <a:lnTo>
                  <a:pt x="68801" y="27002"/>
                </a:lnTo>
                <a:lnTo>
                  <a:pt x="68536" y="26604"/>
                </a:lnTo>
                <a:lnTo>
                  <a:pt x="68252" y="26225"/>
                </a:lnTo>
                <a:lnTo>
                  <a:pt x="67968" y="25865"/>
                </a:lnTo>
                <a:lnTo>
                  <a:pt x="67664" y="25505"/>
                </a:lnTo>
                <a:lnTo>
                  <a:pt x="67323" y="25164"/>
                </a:lnTo>
                <a:lnTo>
                  <a:pt x="67001" y="24823"/>
                </a:lnTo>
                <a:lnTo>
                  <a:pt x="66641" y="24501"/>
                </a:lnTo>
                <a:lnTo>
                  <a:pt x="66281" y="24217"/>
                </a:lnTo>
                <a:lnTo>
                  <a:pt x="65902" y="23932"/>
                </a:lnTo>
                <a:lnTo>
                  <a:pt x="65523" y="23667"/>
                </a:lnTo>
                <a:lnTo>
                  <a:pt x="65125" y="23421"/>
                </a:lnTo>
                <a:lnTo>
                  <a:pt x="64727" y="23193"/>
                </a:lnTo>
                <a:lnTo>
                  <a:pt x="64311" y="22985"/>
                </a:lnTo>
                <a:lnTo>
                  <a:pt x="63894" y="22796"/>
                </a:lnTo>
                <a:lnTo>
                  <a:pt x="63458" y="22644"/>
                </a:lnTo>
                <a:lnTo>
                  <a:pt x="63022" y="22511"/>
                </a:lnTo>
                <a:lnTo>
                  <a:pt x="62586" y="22417"/>
                </a:lnTo>
                <a:lnTo>
                  <a:pt x="62131" y="22341"/>
                </a:lnTo>
                <a:lnTo>
                  <a:pt x="61677" y="22284"/>
                </a:lnTo>
                <a:lnTo>
                  <a:pt x="61222" y="22265"/>
                </a:lnTo>
                <a:lnTo>
                  <a:pt x="60767" y="22284"/>
                </a:lnTo>
                <a:lnTo>
                  <a:pt x="60312" y="22322"/>
                </a:lnTo>
                <a:lnTo>
                  <a:pt x="59839" y="22398"/>
                </a:lnTo>
                <a:lnTo>
                  <a:pt x="59384" y="22511"/>
                </a:lnTo>
                <a:lnTo>
                  <a:pt x="58910" y="22663"/>
                </a:lnTo>
                <a:lnTo>
                  <a:pt x="58456" y="22833"/>
                </a:lnTo>
                <a:lnTo>
                  <a:pt x="57982" y="23061"/>
                </a:lnTo>
                <a:lnTo>
                  <a:pt x="57527" y="23326"/>
                </a:lnTo>
                <a:lnTo>
                  <a:pt x="57432" y="22663"/>
                </a:lnTo>
                <a:lnTo>
                  <a:pt x="57319" y="22038"/>
                </a:lnTo>
                <a:lnTo>
                  <a:pt x="57186" y="21412"/>
                </a:lnTo>
                <a:lnTo>
                  <a:pt x="57015" y="20806"/>
                </a:lnTo>
                <a:lnTo>
                  <a:pt x="56826" y="20219"/>
                </a:lnTo>
                <a:lnTo>
                  <a:pt x="56599" y="19669"/>
                </a:lnTo>
                <a:lnTo>
                  <a:pt x="56352" y="19120"/>
                </a:lnTo>
                <a:lnTo>
                  <a:pt x="56068" y="18589"/>
                </a:lnTo>
                <a:lnTo>
                  <a:pt x="55746" y="18077"/>
                </a:lnTo>
                <a:lnTo>
                  <a:pt x="55405" y="17585"/>
                </a:lnTo>
                <a:lnTo>
                  <a:pt x="55045" y="17111"/>
                </a:lnTo>
                <a:lnTo>
                  <a:pt x="54647" y="16656"/>
                </a:lnTo>
                <a:lnTo>
                  <a:pt x="54211" y="16220"/>
                </a:lnTo>
                <a:lnTo>
                  <a:pt x="53756" y="15804"/>
                </a:lnTo>
                <a:lnTo>
                  <a:pt x="53264" y="15406"/>
                </a:lnTo>
                <a:lnTo>
                  <a:pt x="52752" y="15046"/>
                </a:lnTo>
                <a:lnTo>
                  <a:pt x="52089" y="14553"/>
                </a:lnTo>
                <a:lnTo>
                  <a:pt x="51407" y="14098"/>
                </a:lnTo>
                <a:lnTo>
                  <a:pt x="50706" y="13662"/>
                </a:lnTo>
                <a:lnTo>
                  <a:pt x="50005" y="13265"/>
                </a:lnTo>
                <a:lnTo>
                  <a:pt x="49285" y="12905"/>
                </a:lnTo>
                <a:lnTo>
                  <a:pt x="48546" y="12544"/>
                </a:lnTo>
                <a:lnTo>
                  <a:pt x="47807" y="12222"/>
                </a:lnTo>
                <a:lnTo>
                  <a:pt x="47049" y="11938"/>
                </a:lnTo>
                <a:lnTo>
                  <a:pt x="46291" y="11673"/>
                </a:lnTo>
                <a:lnTo>
                  <a:pt x="45533" y="11445"/>
                </a:lnTo>
                <a:lnTo>
                  <a:pt x="44756" y="11237"/>
                </a:lnTo>
                <a:lnTo>
                  <a:pt x="43979" y="11067"/>
                </a:lnTo>
                <a:lnTo>
                  <a:pt x="43202" y="10915"/>
                </a:lnTo>
                <a:lnTo>
                  <a:pt x="42406" y="10782"/>
                </a:lnTo>
                <a:lnTo>
                  <a:pt x="41629" y="10688"/>
                </a:lnTo>
                <a:lnTo>
                  <a:pt x="40834" y="10631"/>
                </a:lnTo>
                <a:lnTo>
                  <a:pt x="40057" y="10593"/>
                </a:lnTo>
                <a:lnTo>
                  <a:pt x="39261" y="10593"/>
                </a:lnTo>
                <a:lnTo>
                  <a:pt x="38465" y="10612"/>
                </a:lnTo>
                <a:lnTo>
                  <a:pt x="37688" y="10669"/>
                </a:lnTo>
                <a:lnTo>
                  <a:pt x="36911" y="10744"/>
                </a:lnTo>
                <a:lnTo>
                  <a:pt x="36134" y="10858"/>
                </a:lnTo>
                <a:lnTo>
                  <a:pt x="35358" y="10991"/>
                </a:lnTo>
                <a:lnTo>
                  <a:pt x="34581" y="11161"/>
                </a:lnTo>
                <a:lnTo>
                  <a:pt x="33823" y="11370"/>
                </a:lnTo>
                <a:lnTo>
                  <a:pt x="33084" y="11597"/>
                </a:lnTo>
                <a:lnTo>
                  <a:pt x="32345" y="11862"/>
                </a:lnTo>
                <a:lnTo>
                  <a:pt x="31606" y="12147"/>
                </a:lnTo>
                <a:lnTo>
                  <a:pt x="30886" y="12469"/>
                </a:lnTo>
                <a:lnTo>
                  <a:pt x="30166" y="12829"/>
                </a:lnTo>
                <a:lnTo>
                  <a:pt x="29465" y="13208"/>
                </a:lnTo>
                <a:lnTo>
                  <a:pt x="28782" y="13625"/>
                </a:lnTo>
                <a:lnTo>
                  <a:pt x="28574" y="13037"/>
                </a:lnTo>
                <a:lnTo>
                  <a:pt x="28366" y="12450"/>
                </a:lnTo>
                <a:lnTo>
                  <a:pt x="28119" y="11881"/>
                </a:lnTo>
                <a:lnTo>
                  <a:pt x="27873" y="11332"/>
                </a:lnTo>
                <a:lnTo>
                  <a:pt x="27589" y="10782"/>
                </a:lnTo>
                <a:lnTo>
                  <a:pt x="27305" y="10252"/>
                </a:lnTo>
                <a:lnTo>
                  <a:pt x="27001" y="9721"/>
                </a:lnTo>
                <a:lnTo>
                  <a:pt x="26698" y="9210"/>
                </a:lnTo>
                <a:lnTo>
                  <a:pt x="26357" y="8717"/>
                </a:lnTo>
                <a:lnTo>
                  <a:pt x="26016" y="8224"/>
                </a:lnTo>
                <a:lnTo>
                  <a:pt x="25656" y="7751"/>
                </a:lnTo>
                <a:lnTo>
                  <a:pt x="25296" y="7277"/>
                </a:lnTo>
                <a:lnTo>
                  <a:pt x="24898" y="6822"/>
                </a:lnTo>
                <a:lnTo>
                  <a:pt x="24500" y="6386"/>
                </a:lnTo>
                <a:lnTo>
                  <a:pt x="24102" y="5950"/>
                </a:lnTo>
                <a:lnTo>
                  <a:pt x="23666" y="5534"/>
                </a:lnTo>
                <a:lnTo>
                  <a:pt x="23231" y="5136"/>
                </a:lnTo>
                <a:lnTo>
                  <a:pt x="22795" y="4757"/>
                </a:lnTo>
                <a:lnTo>
                  <a:pt x="22340" y="4378"/>
                </a:lnTo>
                <a:lnTo>
                  <a:pt x="21866" y="4018"/>
                </a:lnTo>
                <a:lnTo>
                  <a:pt x="21374" y="3658"/>
                </a:lnTo>
                <a:lnTo>
                  <a:pt x="20881" y="3317"/>
                </a:lnTo>
                <a:lnTo>
                  <a:pt x="20369" y="2995"/>
                </a:lnTo>
                <a:lnTo>
                  <a:pt x="19858" y="2691"/>
                </a:lnTo>
                <a:lnTo>
                  <a:pt x="19346" y="2407"/>
                </a:lnTo>
                <a:lnTo>
                  <a:pt x="18797" y="2123"/>
                </a:lnTo>
                <a:lnTo>
                  <a:pt x="18247" y="1858"/>
                </a:lnTo>
                <a:lnTo>
                  <a:pt x="17698" y="1611"/>
                </a:lnTo>
                <a:lnTo>
                  <a:pt x="17129" y="1365"/>
                </a:lnTo>
                <a:lnTo>
                  <a:pt x="16561" y="1157"/>
                </a:lnTo>
                <a:lnTo>
                  <a:pt x="15973" y="948"/>
                </a:lnTo>
                <a:lnTo>
                  <a:pt x="15386" y="759"/>
                </a:lnTo>
                <a:lnTo>
                  <a:pt x="14893" y="607"/>
                </a:lnTo>
                <a:lnTo>
                  <a:pt x="14382" y="474"/>
                </a:lnTo>
                <a:lnTo>
                  <a:pt x="13870" y="342"/>
                </a:lnTo>
                <a:lnTo>
                  <a:pt x="13378" y="247"/>
                </a:lnTo>
                <a:lnTo>
                  <a:pt x="12866" y="171"/>
                </a:lnTo>
                <a:lnTo>
                  <a:pt x="12354" y="95"/>
                </a:lnTo>
                <a:lnTo>
                  <a:pt x="11862" y="58"/>
                </a:lnTo>
                <a:lnTo>
                  <a:pt x="11350" y="20"/>
                </a:lnTo>
                <a:lnTo>
                  <a:pt x="10857" y="1"/>
                </a:lnTo>
                <a:close/>
              </a:path>
            </a:pathLst>
          </a:custGeom>
          <a:solidFill>
            <a:srgbClr val="FFFFFF">
              <a:alpha val="3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1" name="Google Shape;1201;p24"/>
          <p:cNvSpPr/>
          <p:nvPr/>
        </p:nvSpPr>
        <p:spPr>
          <a:xfrm rot="5400000">
            <a:off x="-547425" y="547385"/>
            <a:ext cx="1984431" cy="889639"/>
          </a:xfrm>
          <a:custGeom>
            <a:avLst/>
            <a:gdLst/>
            <a:ahLst/>
            <a:cxnLst/>
            <a:rect l="l" t="t" r="r" b="b"/>
            <a:pathLst>
              <a:path w="70545" h="31626" extrusionOk="0">
                <a:moveTo>
                  <a:pt x="10365" y="1"/>
                </a:moveTo>
                <a:lnTo>
                  <a:pt x="9853" y="20"/>
                </a:lnTo>
                <a:lnTo>
                  <a:pt x="9360" y="39"/>
                </a:lnTo>
                <a:lnTo>
                  <a:pt x="8868" y="76"/>
                </a:lnTo>
                <a:lnTo>
                  <a:pt x="8375" y="152"/>
                </a:lnTo>
                <a:lnTo>
                  <a:pt x="7882" y="209"/>
                </a:lnTo>
                <a:lnTo>
                  <a:pt x="7390" y="304"/>
                </a:lnTo>
                <a:lnTo>
                  <a:pt x="6916" y="399"/>
                </a:lnTo>
                <a:lnTo>
                  <a:pt x="6423" y="512"/>
                </a:lnTo>
                <a:lnTo>
                  <a:pt x="5950" y="645"/>
                </a:lnTo>
                <a:lnTo>
                  <a:pt x="5457" y="778"/>
                </a:lnTo>
                <a:lnTo>
                  <a:pt x="4983" y="929"/>
                </a:lnTo>
                <a:lnTo>
                  <a:pt x="4510" y="1100"/>
                </a:lnTo>
                <a:lnTo>
                  <a:pt x="4055" y="1270"/>
                </a:lnTo>
                <a:lnTo>
                  <a:pt x="3581" y="1441"/>
                </a:lnTo>
                <a:lnTo>
                  <a:pt x="2653" y="1858"/>
                </a:lnTo>
                <a:lnTo>
                  <a:pt x="1762" y="2293"/>
                </a:lnTo>
                <a:lnTo>
                  <a:pt x="872" y="2767"/>
                </a:lnTo>
                <a:lnTo>
                  <a:pt x="0" y="3279"/>
                </a:lnTo>
                <a:lnTo>
                  <a:pt x="0" y="31625"/>
                </a:lnTo>
                <a:lnTo>
                  <a:pt x="70545" y="31625"/>
                </a:lnTo>
                <a:lnTo>
                  <a:pt x="70488" y="31247"/>
                </a:lnTo>
                <a:lnTo>
                  <a:pt x="70412" y="30849"/>
                </a:lnTo>
                <a:lnTo>
                  <a:pt x="70317" y="30470"/>
                </a:lnTo>
                <a:lnTo>
                  <a:pt x="70222" y="30091"/>
                </a:lnTo>
                <a:lnTo>
                  <a:pt x="70090" y="29712"/>
                </a:lnTo>
                <a:lnTo>
                  <a:pt x="69976" y="29333"/>
                </a:lnTo>
                <a:lnTo>
                  <a:pt x="69825" y="28973"/>
                </a:lnTo>
                <a:lnTo>
                  <a:pt x="69673" y="28613"/>
                </a:lnTo>
                <a:lnTo>
                  <a:pt x="69483" y="28196"/>
                </a:lnTo>
                <a:lnTo>
                  <a:pt x="69275" y="27798"/>
                </a:lnTo>
                <a:lnTo>
                  <a:pt x="69048" y="27381"/>
                </a:lnTo>
                <a:lnTo>
                  <a:pt x="68801" y="27002"/>
                </a:lnTo>
                <a:lnTo>
                  <a:pt x="68536" y="26604"/>
                </a:lnTo>
                <a:lnTo>
                  <a:pt x="68252" y="26225"/>
                </a:lnTo>
                <a:lnTo>
                  <a:pt x="67968" y="25865"/>
                </a:lnTo>
                <a:lnTo>
                  <a:pt x="67664" y="25505"/>
                </a:lnTo>
                <a:lnTo>
                  <a:pt x="67323" y="25164"/>
                </a:lnTo>
                <a:lnTo>
                  <a:pt x="67001" y="24823"/>
                </a:lnTo>
                <a:lnTo>
                  <a:pt x="66641" y="24501"/>
                </a:lnTo>
                <a:lnTo>
                  <a:pt x="66281" y="24217"/>
                </a:lnTo>
                <a:lnTo>
                  <a:pt x="65902" y="23932"/>
                </a:lnTo>
                <a:lnTo>
                  <a:pt x="65523" y="23667"/>
                </a:lnTo>
                <a:lnTo>
                  <a:pt x="65125" y="23421"/>
                </a:lnTo>
                <a:lnTo>
                  <a:pt x="64727" y="23193"/>
                </a:lnTo>
                <a:lnTo>
                  <a:pt x="64311" y="22985"/>
                </a:lnTo>
                <a:lnTo>
                  <a:pt x="63894" y="22796"/>
                </a:lnTo>
                <a:lnTo>
                  <a:pt x="63458" y="22644"/>
                </a:lnTo>
                <a:lnTo>
                  <a:pt x="63022" y="22511"/>
                </a:lnTo>
                <a:lnTo>
                  <a:pt x="62586" y="22417"/>
                </a:lnTo>
                <a:lnTo>
                  <a:pt x="62131" y="22341"/>
                </a:lnTo>
                <a:lnTo>
                  <a:pt x="61677" y="22284"/>
                </a:lnTo>
                <a:lnTo>
                  <a:pt x="61222" y="22265"/>
                </a:lnTo>
                <a:lnTo>
                  <a:pt x="60767" y="22284"/>
                </a:lnTo>
                <a:lnTo>
                  <a:pt x="60312" y="22322"/>
                </a:lnTo>
                <a:lnTo>
                  <a:pt x="59839" y="22398"/>
                </a:lnTo>
                <a:lnTo>
                  <a:pt x="59384" y="22511"/>
                </a:lnTo>
                <a:lnTo>
                  <a:pt x="58910" y="22663"/>
                </a:lnTo>
                <a:lnTo>
                  <a:pt x="58456" y="22833"/>
                </a:lnTo>
                <a:lnTo>
                  <a:pt x="57982" y="23061"/>
                </a:lnTo>
                <a:lnTo>
                  <a:pt x="57527" y="23326"/>
                </a:lnTo>
                <a:lnTo>
                  <a:pt x="57432" y="22663"/>
                </a:lnTo>
                <a:lnTo>
                  <a:pt x="57319" y="22038"/>
                </a:lnTo>
                <a:lnTo>
                  <a:pt x="57186" y="21412"/>
                </a:lnTo>
                <a:lnTo>
                  <a:pt x="57015" y="20806"/>
                </a:lnTo>
                <a:lnTo>
                  <a:pt x="56826" y="20219"/>
                </a:lnTo>
                <a:lnTo>
                  <a:pt x="56599" y="19669"/>
                </a:lnTo>
                <a:lnTo>
                  <a:pt x="56352" y="19120"/>
                </a:lnTo>
                <a:lnTo>
                  <a:pt x="56068" y="18589"/>
                </a:lnTo>
                <a:lnTo>
                  <a:pt x="55746" y="18077"/>
                </a:lnTo>
                <a:lnTo>
                  <a:pt x="55405" y="17585"/>
                </a:lnTo>
                <a:lnTo>
                  <a:pt x="55045" y="17111"/>
                </a:lnTo>
                <a:lnTo>
                  <a:pt x="54647" y="16656"/>
                </a:lnTo>
                <a:lnTo>
                  <a:pt x="54211" y="16220"/>
                </a:lnTo>
                <a:lnTo>
                  <a:pt x="53756" y="15804"/>
                </a:lnTo>
                <a:lnTo>
                  <a:pt x="53264" y="15406"/>
                </a:lnTo>
                <a:lnTo>
                  <a:pt x="52752" y="15046"/>
                </a:lnTo>
                <a:lnTo>
                  <a:pt x="52089" y="14553"/>
                </a:lnTo>
                <a:lnTo>
                  <a:pt x="51407" y="14098"/>
                </a:lnTo>
                <a:lnTo>
                  <a:pt x="50706" y="13662"/>
                </a:lnTo>
                <a:lnTo>
                  <a:pt x="50005" y="13265"/>
                </a:lnTo>
                <a:lnTo>
                  <a:pt x="49285" y="12905"/>
                </a:lnTo>
                <a:lnTo>
                  <a:pt x="48546" y="12544"/>
                </a:lnTo>
                <a:lnTo>
                  <a:pt x="47807" y="12222"/>
                </a:lnTo>
                <a:lnTo>
                  <a:pt x="47049" y="11938"/>
                </a:lnTo>
                <a:lnTo>
                  <a:pt x="46291" y="11673"/>
                </a:lnTo>
                <a:lnTo>
                  <a:pt x="45533" y="11445"/>
                </a:lnTo>
                <a:lnTo>
                  <a:pt x="44756" y="11237"/>
                </a:lnTo>
                <a:lnTo>
                  <a:pt x="43979" y="11067"/>
                </a:lnTo>
                <a:lnTo>
                  <a:pt x="43202" y="10915"/>
                </a:lnTo>
                <a:lnTo>
                  <a:pt x="42406" y="10782"/>
                </a:lnTo>
                <a:lnTo>
                  <a:pt x="41629" y="10688"/>
                </a:lnTo>
                <a:lnTo>
                  <a:pt x="40834" y="10631"/>
                </a:lnTo>
                <a:lnTo>
                  <a:pt x="40057" y="10593"/>
                </a:lnTo>
                <a:lnTo>
                  <a:pt x="39261" y="10593"/>
                </a:lnTo>
                <a:lnTo>
                  <a:pt x="38465" y="10612"/>
                </a:lnTo>
                <a:lnTo>
                  <a:pt x="37688" y="10669"/>
                </a:lnTo>
                <a:lnTo>
                  <a:pt x="36911" y="10744"/>
                </a:lnTo>
                <a:lnTo>
                  <a:pt x="36134" y="10858"/>
                </a:lnTo>
                <a:lnTo>
                  <a:pt x="35358" y="10991"/>
                </a:lnTo>
                <a:lnTo>
                  <a:pt x="34581" y="11161"/>
                </a:lnTo>
                <a:lnTo>
                  <a:pt x="33823" y="11370"/>
                </a:lnTo>
                <a:lnTo>
                  <a:pt x="33084" y="11597"/>
                </a:lnTo>
                <a:lnTo>
                  <a:pt x="32345" y="11862"/>
                </a:lnTo>
                <a:lnTo>
                  <a:pt x="31606" y="12147"/>
                </a:lnTo>
                <a:lnTo>
                  <a:pt x="30886" y="12469"/>
                </a:lnTo>
                <a:lnTo>
                  <a:pt x="30166" y="12829"/>
                </a:lnTo>
                <a:lnTo>
                  <a:pt x="29465" y="13208"/>
                </a:lnTo>
                <a:lnTo>
                  <a:pt x="28782" y="13625"/>
                </a:lnTo>
                <a:lnTo>
                  <a:pt x="28574" y="13037"/>
                </a:lnTo>
                <a:lnTo>
                  <a:pt x="28366" y="12450"/>
                </a:lnTo>
                <a:lnTo>
                  <a:pt x="28119" y="11881"/>
                </a:lnTo>
                <a:lnTo>
                  <a:pt x="27873" y="11332"/>
                </a:lnTo>
                <a:lnTo>
                  <a:pt x="27589" y="10782"/>
                </a:lnTo>
                <a:lnTo>
                  <a:pt x="27305" y="10252"/>
                </a:lnTo>
                <a:lnTo>
                  <a:pt x="27001" y="9721"/>
                </a:lnTo>
                <a:lnTo>
                  <a:pt x="26698" y="9210"/>
                </a:lnTo>
                <a:lnTo>
                  <a:pt x="26357" y="8717"/>
                </a:lnTo>
                <a:lnTo>
                  <a:pt x="26016" y="8224"/>
                </a:lnTo>
                <a:lnTo>
                  <a:pt x="25656" y="7751"/>
                </a:lnTo>
                <a:lnTo>
                  <a:pt x="25296" y="7277"/>
                </a:lnTo>
                <a:lnTo>
                  <a:pt x="24898" y="6822"/>
                </a:lnTo>
                <a:lnTo>
                  <a:pt x="24500" y="6386"/>
                </a:lnTo>
                <a:lnTo>
                  <a:pt x="24102" y="5950"/>
                </a:lnTo>
                <a:lnTo>
                  <a:pt x="23666" y="5534"/>
                </a:lnTo>
                <a:lnTo>
                  <a:pt x="23231" y="5136"/>
                </a:lnTo>
                <a:lnTo>
                  <a:pt x="22795" y="4757"/>
                </a:lnTo>
                <a:lnTo>
                  <a:pt x="22340" y="4378"/>
                </a:lnTo>
                <a:lnTo>
                  <a:pt x="21866" y="4018"/>
                </a:lnTo>
                <a:lnTo>
                  <a:pt x="21374" y="3658"/>
                </a:lnTo>
                <a:lnTo>
                  <a:pt x="20881" y="3317"/>
                </a:lnTo>
                <a:lnTo>
                  <a:pt x="20369" y="2995"/>
                </a:lnTo>
                <a:lnTo>
                  <a:pt x="19858" y="2691"/>
                </a:lnTo>
                <a:lnTo>
                  <a:pt x="19346" y="2407"/>
                </a:lnTo>
                <a:lnTo>
                  <a:pt x="18797" y="2123"/>
                </a:lnTo>
                <a:lnTo>
                  <a:pt x="18247" y="1858"/>
                </a:lnTo>
                <a:lnTo>
                  <a:pt x="17698" y="1611"/>
                </a:lnTo>
                <a:lnTo>
                  <a:pt x="17129" y="1365"/>
                </a:lnTo>
                <a:lnTo>
                  <a:pt x="16561" y="1157"/>
                </a:lnTo>
                <a:lnTo>
                  <a:pt x="15973" y="948"/>
                </a:lnTo>
                <a:lnTo>
                  <a:pt x="15386" y="759"/>
                </a:lnTo>
                <a:lnTo>
                  <a:pt x="14893" y="607"/>
                </a:lnTo>
                <a:lnTo>
                  <a:pt x="14382" y="474"/>
                </a:lnTo>
                <a:lnTo>
                  <a:pt x="13870" y="342"/>
                </a:lnTo>
                <a:lnTo>
                  <a:pt x="13378" y="247"/>
                </a:lnTo>
                <a:lnTo>
                  <a:pt x="12866" y="171"/>
                </a:lnTo>
                <a:lnTo>
                  <a:pt x="12354" y="95"/>
                </a:lnTo>
                <a:lnTo>
                  <a:pt x="11862" y="58"/>
                </a:lnTo>
                <a:lnTo>
                  <a:pt x="11350" y="20"/>
                </a:lnTo>
                <a:lnTo>
                  <a:pt x="10857" y="1"/>
                </a:lnTo>
                <a:close/>
              </a:path>
            </a:pathLst>
          </a:custGeom>
          <a:solidFill>
            <a:srgbClr val="FFFFFF">
              <a:alpha val="3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02" name="Google Shape;1202;p24"/>
          <p:cNvGrpSpPr/>
          <p:nvPr/>
        </p:nvGrpSpPr>
        <p:grpSpPr>
          <a:xfrm>
            <a:off x="4106824" y="4111661"/>
            <a:ext cx="930353" cy="829089"/>
            <a:chOff x="2236010" y="3967511"/>
            <a:chExt cx="930353" cy="829089"/>
          </a:xfrm>
        </p:grpSpPr>
        <p:sp>
          <p:nvSpPr>
            <p:cNvPr id="1203" name="Google Shape;1203;p24"/>
            <p:cNvSpPr/>
            <p:nvPr/>
          </p:nvSpPr>
          <p:spPr>
            <a:xfrm>
              <a:off x="2265825" y="4694000"/>
              <a:ext cx="767100" cy="1026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04" name="Google Shape;1204;p24"/>
            <p:cNvGrpSpPr/>
            <p:nvPr/>
          </p:nvGrpSpPr>
          <p:grpSpPr>
            <a:xfrm>
              <a:off x="2236010" y="3967511"/>
              <a:ext cx="930353" cy="794959"/>
              <a:chOff x="1627375" y="-1981850"/>
              <a:chExt cx="1305575" cy="1115575"/>
            </a:xfrm>
          </p:grpSpPr>
          <p:sp>
            <p:nvSpPr>
              <p:cNvPr id="1205" name="Google Shape;1205;p24"/>
              <p:cNvSpPr/>
              <p:nvPr/>
            </p:nvSpPr>
            <p:spPr>
              <a:xfrm>
                <a:off x="1627375" y="-1981850"/>
                <a:ext cx="1115075" cy="1115575"/>
              </a:xfrm>
              <a:custGeom>
                <a:avLst/>
                <a:gdLst/>
                <a:ahLst/>
                <a:cxnLst/>
                <a:rect l="l" t="t" r="r" b="b"/>
                <a:pathLst>
                  <a:path w="44603" h="44623" extrusionOk="0">
                    <a:moveTo>
                      <a:pt x="21725" y="1"/>
                    </a:moveTo>
                    <a:lnTo>
                      <a:pt x="21158" y="39"/>
                    </a:lnTo>
                    <a:lnTo>
                      <a:pt x="20590" y="57"/>
                    </a:lnTo>
                    <a:lnTo>
                      <a:pt x="20023" y="114"/>
                    </a:lnTo>
                    <a:lnTo>
                      <a:pt x="19456" y="190"/>
                    </a:lnTo>
                    <a:lnTo>
                      <a:pt x="18908" y="265"/>
                    </a:lnTo>
                    <a:lnTo>
                      <a:pt x="18359" y="341"/>
                    </a:lnTo>
                    <a:lnTo>
                      <a:pt x="17811" y="455"/>
                    </a:lnTo>
                    <a:lnTo>
                      <a:pt x="17263" y="568"/>
                    </a:lnTo>
                    <a:lnTo>
                      <a:pt x="16733" y="700"/>
                    </a:lnTo>
                    <a:lnTo>
                      <a:pt x="16204" y="852"/>
                    </a:lnTo>
                    <a:lnTo>
                      <a:pt x="15674" y="1003"/>
                    </a:lnTo>
                    <a:lnTo>
                      <a:pt x="15145" y="1173"/>
                    </a:lnTo>
                    <a:lnTo>
                      <a:pt x="14634" y="1362"/>
                    </a:lnTo>
                    <a:lnTo>
                      <a:pt x="14124" y="1551"/>
                    </a:lnTo>
                    <a:lnTo>
                      <a:pt x="13613" y="1759"/>
                    </a:lnTo>
                    <a:lnTo>
                      <a:pt x="13122" y="1967"/>
                    </a:lnTo>
                    <a:lnTo>
                      <a:pt x="12630" y="2194"/>
                    </a:lnTo>
                    <a:lnTo>
                      <a:pt x="12139" y="2440"/>
                    </a:lnTo>
                    <a:lnTo>
                      <a:pt x="11666" y="2686"/>
                    </a:lnTo>
                    <a:lnTo>
                      <a:pt x="11193" y="2950"/>
                    </a:lnTo>
                    <a:lnTo>
                      <a:pt x="10740" y="3234"/>
                    </a:lnTo>
                    <a:lnTo>
                      <a:pt x="10286" y="3517"/>
                    </a:lnTo>
                    <a:lnTo>
                      <a:pt x="9832" y="3820"/>
                    </a:lnTo>
                    <a:lnTo>
                      <a:pt x="9397" y="4123"/>
                    </a:lnTo>
                    <a:lnTo>
                      <a:pt x="8962" y="4425"/>
                    </a:lnTo>
                    <a:lnTo>
                      <a:pt x="8527" y="4765"/>
                    </a:lnTo>
                    <a:lnTo>
                      <a:pt x="8111" y="5087"/>
                    </a:lnTo>
                    <a:lnTo>
                      <a:pt x="7696" y="5446"/>
                    </a:lnTo>
                    <a:lnTo>
                      <a:pt x="7298" y="5805"/>
                    </a:lnTo>
                    <a:lnTo>
                      <a:pt x="6920" y="6165"/>
                    </a:lnTo>
                    <a:lnTo>
                      <a:pt x="6523" y="6543"/>
                    </a:lnTo>
                    <a:lnTo>
                      <a:pt x="6164" y="6921"/>
                    </a:lnTo>
                    <a:lnTo>
                      <a:pt x="5786" y="7318"/>
                    </a:lnTo>
                    <a:lnTo>
                      <a:pt x="5427" y="7715"/>
                    </a:lnTo>
                    <a:lnTo>
                      <a:pt x="5086" y="8112"/>
                    </a:lnTo>
                    <a:lnTo>
                      <a:pt x="4746" y="8528"/>
                    </a:lnTo>
                    <a:lnTo>
                      <a:pt x="4425" y="8963"/>
                    </a:lnTo>
                    <a:lnTo>
                      <a:pt x="4103" y="9398"/>
                    </a:lnTo>
                    <a:lnTo>
                      <a:pt x="3801" y="9833"/>
                    </a:lnTo>
                    <a:lnTo>
                      <a:pt x="3517" y="10286"/>
                    </a:lnTo>
                    <a:lnTo>
                      <a:pt x="3233" y="10740"/>
                    </a:lnTo>
                    <a:lnTo>
                      <a:pt x="2950" y="11213"/>
                    </a:lnTo>
                    <a:lnTo>
                      <a:pt x="2685" y="11685"/>
                    </a:lnTo>
                    <a:lnTo>
                      <a:pt x="2439" y="12158"/>
                    </a:lnTo>
                    <a:lnTo>
                      <a:pt x="2193" y="12631"/>
                    </a:lnTo>
                    <a:lnTo>
                      <a:pt x="1967" y="13122"/>
                    </a:lnTo>
                    <a:lnTo>
                      <a:pt x="1740" y="13633"/>
                    </a:lnTo>
                    <a:lnTo>
                      <a:pt x="1551" y="14125"/>
                    </a:lnTo>
                    <a:lnTo>
                      <a:pt x="1343" y="14635"/>
                    </a:lnTo>
                    <a:lnTo>
                      <a:pt x="1172" y="15164"/>
                    </a:lnTo>
                    <a:lnTo>
                      <a:pt x="1002" y="15675"/>
                    </a:lnTo>
                    <a:lnTo>
                      <a:pt x="832" y="16204"/>
                    </a:lnTo>
                    <a:lnTo>
                      <a:pt x="700" y="16734"/>
                    </a:lnTo>
                    <a:lnTo>
                      <a:pt x="567" y="17263"/>
                    </a:lnTo>
                    <a:lnTo>
                      <a:pt x="454" y="17811"/>
                    </a:lnTo>
                    <a:lnTo>
                      <a:pt x="341" y="18360"/>
                    </a:lnTo>
                    <a:lnTo>
                      <a:pt x="246" y="18908"/>
                    </a:lnTo>
                    <a:lnTo>
                      <a:pt x="170" y="19475"/>
                    </a:lnTo>
                    <a:lnTo>
                      <a:pt x="114" y="20024"/>
                    </a:lnTo>
                    <a:lnTo>
                      <a:pt x="57" y="20591"/>
                    </a:lnTo>
                    <a:lnTo>
                      <a:pt x="19" y="21158"/>
                    </a:lnTo>
                    <a:lnTo>
                      <a:pt x="0" y="21725"/>
                    </a:lnTo>
                    <a:lnTo>
                      <a:pt x="0" y="22311"/>
                    </a:lnTo>
                    <a:lnTo>
                      <a:pt x="0" y="22879"/>
                    </a:lnTo>
                    <a:lnTo>
                      <a:pt x="19" y="23465"/>
                    </a:lnTo>
                    <a:lnTo>
                      <a:pt x="57" y="24032"/>
                    </a:lnTo>
                    <a:lnTo>
                      <a:pt x="114" y="24599"/>
                    </a:lnTo>
                    <a:lnTo>
                      <a:pt x="170" y="25147"/>
                    </a:lnTo>
                    <a:lnTo>
                      <a:pt x="246" y="25715"/>
                    </a:lnTo>
                    <a:lnTo>
                      <a:pt x="341" y="26263"/>
                    </a:lnTo>
                    <a:lnTo>
                      <a:pt x="454" y="26811"/>
                    </a:lnTo>
                    <a:lnTo>
                      <a:pt x="567" y="27341"/>
                    </a:lnTo>
                    <a:lnTo>
                      <a:pt x="700" y="27889"/>
                    </a:lnTo>
                    <a:lnTo>
                      <a:pt x="832" y="28418"/>
                    </a:lnTo>
                    <a:lnTo>
                      <a:pt x="1002" y="28948"/>
                    </a:lnTo>
                    <a:lnTo>
                      <a:pt x="1172" y="29458"/>
                    </a:lnTo>
                    <a:lnTo>
                      <a:pt x="1343" y="29988"/>
                    </a:lnTo>
                    <a:lnTo>
                      <a:pt x="1551" y="30498"/>
                    </a:lnTo>
                    <a:lnTo>
                      <a:pt x="1740" y="30990"/>
                    </a:lnTo>
                    <a:lnTo>
                      <a:pt x="1967" y="31481"/>
                    </a:lnTo>
                    <a:lnTo>
                      <a:pt x="2193" y="31973"/>
                    </a:lnTo>
                    <a:lnTo>
                      <a:pt x="2439" y="32465"/>
                    </a:lnTo>
                    <a:lnTo>
                      <a:pt x="2685" y="32937"/>
                    </a:lnTo>
                    <a:lnTo>
                      <a:pt x="2950" y="33410"/>
                    </a:lnTo>
                    <a:lnTo>
                      <a:pt x="3233" y="33883"/>
                    </a:lnTo>
                    <a:lnTo>
                      <a:pt x="3517" y="34336"/>
                    </a:lnTo>
                    <a:lnTo>
                      <a:pt x="3801" y="34790"/>
                    </a:lnTo>
                    <a:lnTo>
                      <a:pt x="4103" y="35225"/>
                    </a:lnTo>
                    <a:lnTo>
                      <a:pt x="4425" y="35660"/>
                    </a:lnTo>
                    <a:lnTo>
                      <a:pt x="4746" y="36076"/>
                    </a:lnTo>
                    <a:lnTo>
                      <a:pt x="5086" y="36492"/>
                    </a:lnTo>
                    <a:lnTo>
                      <a:pt x="5427" y="36908"/>
                    </a:lnTo>
                    <a:lnTo>
                      <a:pt x="5786" y="37305"/>
                    </a:lnTo>
                    <a:lnTo>
                      <a:pt x="6164" y="37702"/>
                    </a:lnTo>
                    <a:lnTo>
                      <a:pt x="6523" y="38080"/>
                    </a:lnTo>
                    <a:lnTo>
                      <a:pt x="6920" y="38458"/>
                    </a:lnTo>
                    <a:lnTo>
                      <a:pt x="7298" y="38817"/>
                    </a:lnTo>
                    <a:lnTo>
                      <a:pt x="7696" y="39177"/>
                    </a:lnTo>
                    <a:lnTo>
                      <a:pt x="8111" y="39517"/>
                    </a:lnTo>
                    <a:lnTo>
                      <a:pt x="8527" y="39857"/>
                    </a:lnTo>
                    <a:lnTo>
                      <a:pt x="8962" y="40179"/>
                    </a:lnTo>
                    <a:lnTo>
                      <a:pt x="9397" y="40500"/>
                    </a:lnTo>
                    <a:lnTo>
                      <a:pt x="9832" y="40803"/>
                    </a:lnTo>
                    <a:lnTo>
                      <a:pt x="10286" y="41105"/>
                    </a:lnTo>
                    <a:lnTo>
                      <a:pt x="10740" y="41389"/>
                    </a:lnTo>
                    <a:lnTo>
                      <a:pt x="11193" y="41654"/>
                    </a:lnTo>
                    <a:lnTo>
                      <a:pt x="11666" y="41918"/>
                    </a:lnTo>
                    <a:lnTo>
                      <a:pt x="12139" y="42183"/>
                    </a:lnTo>
                    <a:lnTo>
                      <a:pt x="12630" y="42410"/>
                    </a:lnTo>
                    <a:lnTo>
                      <a:pt x="13122" y="42656"/>
                    </a:lnTo>
                    <a:lnTo>
                      <a:pt x="13613" y="42864"/>
                    </a:lnTo>
                    <a:lnTo>
                      <a:pt x="14124" y="43072"/>
                    </a:lnTo>
                    <a:lnTo>
                      <a:pt x="14634" y="43261"/>
                    </a:lnTo>
                    <a:lnTo>
                      <a:pt x="15145" y="43450"/>
                    </a:lnTo>
                    <a:lnTo>
                      <a:pt x="15674" y="43620"/>
                    </a:lnTo>
                    <a:lnTo>
                      <a:pt x="16204" y="43771"/>
                    </a:lnTo>
                    <a:lnTo>
                      <a:pt x="16733" y="43922"/>
                    </a:lnTo>
                    <a:lnTo>
                      <a:pt x="17263" y="44055"/>
                    </a:lnTo>
                    <a:lnTo>
                      <a:pt x="17811" y="44168"/>
                    </a:lnTo>
                    <a:lnTo>
                      <a:pt x="18359" y="44263"/>
                    </a:lnTo>
                    <a:lnTo>
                      <a:pt x="18908" y="44357"/>
                    </a:lnTo>
                    <a:lnTo>
                      <a:pt x="19456" y="44433"/>
                    </a:lnTo>
                    <a:lnTo>
                      <a:pt x="20023" y="44509"/>
                    </a:lnTo>
                    <a:lnTo>
                      <a:pt x="20590" y="44546"/>
                    </a:lnTo>
                    <a:lnTo>
                      <a:pt x="21158" y="44584"/>
                    </a:lnTo>
                    <a:lnTo>
                      <a:pt x="21725" y="44603"/>
                    </a:lnTo>
                    <a:lnTo>
                      <a:pt x="22311" y="44622"/>
                    </a:lnTo>
                    <a:lnTo>
                      <a:pt x="22878" y="44603"/>
                    </a:lnTo>
                    <a:lnTo>
                      <a:pt x="23445" y="44584"/>
                    </a:lnTo>
                    <a:lnTo>
                      <a:pt x="24013" y="44546"/>
                    </a:lnTo>
                    <a:lnTo>
                      <a:pt x="24580" y="44509"/>
                    </a:lnTo>
                    <a:lnTo>
                      <a:pt x="25147" y="44433"/>
                    </a:lnTo>
                    <a:lnTo>
                      <a:pt x="25695" y="44357"/>
                    </a:lnTo>
                    <a:lnTo>
                      <a:pt x="26244" y="44263"/>
                    </a:lnTo>
                    <a:lnTo>
                      <a:pt x="26792" y="44168"/>
                    </a:lnTo>
                    <a:lnTo>
                      <a:pt x="27340" y="44055"/>
                    </a:lnTo>
                    <a:lnTo>
                      <a:pt x="27870" y="43922"/>
                    </a:lnTo>
                    <a:lnTo>
                      <a:pt x="28418" y="43771"/>
                    </a:lnTo>
                    <a:lnTo>
                      <a:pt x="28928" y="43620"/>
                    </a:lnTo>
                    <a:lnTo>
                      <a:pt x="29458" y="43450"/>
                    </a:lnTo>
                    <a:lnTo>
                      <a:pt x="29968" y="43261"/>
                    </a:lnTo>
                    <a:lnTo>
                      <a:pt x="30479" y="43072"/>
                    </a:lnTo>
                    <a:lnTo>
                      <a:pt x="30989" y="42864"/>
                    </a:lnTo>
                    <a:lnTo>
                      <a:pt x="31481" y="42656"/>
                    </a:lnTo>
                    <a:lnTo>
                      <a:pt x="31972" y="42410"/>
                    </a:lnTo>
                    <a:lnTo>
                      <a:pt x="32464" y="42183"/>
                    </a:lnTo>
                    <a:lnTo>
                      <a:pt x="32937" y="41918"/>
                    </a:lnTo>
                    <a:lnTo>
                      <a:pt x="33409" y="41654"/>
                    </a:lnTo>
                    <a:lnTo>
                      <a:pt x="33863" y="41389"/>
                    </a:lnTo>
                    <a:lnTo>
                      <a:pt x="34336" y="41105"/>
                    </a:lnTo>
                    <a:lnTo>
                      <a:pt x="34771" y="40803"/>
                    </a:lnTo>
                    <a:lnTo>
                      <a:pt x="35225" y="40500"/>
                    </a:lnTo>
                    <a:lnTo>
                      <a:pt x="35659" y="40179"/>
                    </a:lnTo>
                    <a:lnTo>
                      <a:pt x="36075" y="39857"/>
                    </a:lnTo>
                    <a:lnTo>
                      <a:pt x="36491" y="39517"/>
                    </a:lnTo>
                    <a:lnTo>
                      <a:pt x="36907" y="39177"/>
                    </a:lnTo>
                    <a:lnTo>
                      <a:pt x="37304" y="38817"/>
                    </a:lnTo>
                    <a:lnTo>
                      <a:pt x="37701" y="38458"/>
                    </a:lnTo>
                    <a:lnTo>
                      <a:pt x="38080" y="38080"/>
                    </a:lnTo>
                    <a:lnTo>
                      <a:pt x="38458" y="37702"/>
                    </a:lnTo>
                    <a:lnTo>
                      <a:pt x="38817" y="37305"/>
                    </a:lnTo>
                    <a:lnTo>
                      <a:pt x="39176" y="36908"/>
                    </a:lnTo>
                    <a:lnTo>
                      <a:pt x="39517" y="36492"/>
                    </a:lnTo>
                    <a:lnTo>
                      <a:pt x="39857" y="36076"/>
                    </a:lnTo>
                    <a:lnTo>
                      <a:pt x="40178" y="35660"/>
                    </a:lnTo>
                    <a:lnTo>
                      <a:pt x="40500" y="35225"/>
                    </a:lnTo>
                    <a:lnTo>
                      <a:pt x="40802" y="34790"/>
                    </a:lnTo>
                    <a:lnTo>
                      <a:pt x="41105" y="34336"/>
                    </a:lnTo>
                    <a:lnTo>
                      <a:pt x="41388" y="33883"/>
                    </a:lnTo>
                    <a:lnTo>
                      <a:pt x="41653" y="33410"/>
                    </a:lnTo>
                    <a:lnTo>
                      <a:pt x="41918" y="32937"/>
                    </a:lnTo>
                    <a:lnTo>
                      <a:pt x="42164" y="32465"/>
                    </a:lnTo>
                    <a:lnTo>
                      <a:pt x="42409" y="31973"/>
                    </a:lnTo>
                    <a:lnTo>
                      <a:pt x="42636" y="31481"/>
                    </a:lnTo>
                    <a:lnTo>
                      <a:pt x="42863" y="30990"/>
                    </a:lnTo>
                    <a:lnTo>
                      <a:pt x="43071" y="30498"/>
                    </a:lnTo>
                    <a:lnTo>
                      <a:pt x="43260" y="29988"/>
                    </a:lnTo>
                    <a:lnTo>
                      <a:pt x="43430" y="29458"/>
                    </a:lnTo>
                    <a:lnTo>
                      <a:pt x="43600" y="28948"/>
                    </a:lnTo>
                    <a:lnTo>
                      <a:pt x="43771" y="28418"/>
                    </a:lnTo>
                    <a:lnTo>
                      <a:pt x="43903" y="27889"/>
                    </a:lnTo>
                    <a:lnTo>
                      <a:pt x="44035" y="27341"/>
                    </a:lnTo>
                    <a:lnTo>
                      <a:pt x="44149" y="26811"/>
                    </a:lnTo>
                    <a:lnTo>
                      <a:pt x="44262" y="26263"/>
                    </a:lnTo>
                    <a:lnTo>
                      <a:pt x="44357" y="25715"/>
                    </a:lnTo>
                    <a:lnTo>
                      <a:pt x="44432" y="25147"/>
                    </a:lnTo>
                    <a:lnTo>
                      <a:pt x="44489" y="24599"/>
                    </a:lnTo>
                    <a:lnTo>
                      <a:pt x="44546" y="24032"/>
                    </a:lnTo>
                    <a:lnTo>
                      <a:pt x="44584" y="23465"/>
                    </a:lnTo>
                    <a:lnTo>
                      <a:pt x="44603" y="22879"/>
                    </a:lnTo>
                    <a:lnTo>
                      <a:pt x="44603" y="22311"/>
                    </a:lnTo>
                    <a:lnTo>
                      <a:pt x="44603" y="21725"/>
                    </a:lnTo>
                    <a:lnTo>
                      <a:pt x="44584" y="21158"/>
                    </a:lnTo>
                    <a:lnTo>
                      <a:pt x="44546" y="20591"/>
                    </a:lnTo>
                    <a:lnTo>
                      <a:pt x="44489" y="20024"/>
                    </a:lnTo>
                    <a:lnTo>
                      <a:pt x="44432" y="19475"/>
                    </a:lnTo>
                    <a:lnTo>
                      <a:pt x="44357" y="18908"/>
                    </a:lnTo>
                    <a:lnTo>
                      <a:pt x="44262" y="18360"/>
                    </a:lnTo>
                    <a:lnTo>
                      <a:pt x="44149" y="17811"/>
                    </a:lnTo>
                    <a:lnTo>
                      <a:pt x="44035" y="17263"/>
                    </a:lnTo>
                    <a:lnTo>
                      <a:pt x="43903" y="16734"/>
                    </a:lnTo>
                    <a:lnTo>
                      <a:pt x="43771" y="16204"/>
                    </a:lnTo>
                    <a:lnTo>
                      <a:pt x="43600" y="15675"/>
                    </a:lnTo>
                    <a:lnTo>
                      <a:pt x="43430" y="15164"/>
                    </a:lnTo>
                    <a:lnTo>
                      <a:pt x="43260" y="14635"/>
                    </a:lnTo>
                    <a:lnTo>
                      <a:pt x="43071" y="14125"/>
                    </a:lnTo>
                    <a:lnTo>
                      <a:pt x="42863" y="13633"/>
                    </a:lnTo>
                    <a:lnTo>
                      <a:pt x="42636" y="13122"/>
                    </a:lnTo>
                    <a:lnTo>
                      <a:pt x="42409" y="12631"/>
                    </a:lnTo>
                    <a:lnTo>
                      <a:pt x="42164" y="12158"/>
                    </a:lnTo>
                    <a:lnTo>
                      <a:pt x="41918" y="11685"/>
                    </a:lnTo>
                    <a:lnTo>
                      <a:pt x="41653" y="11213"/>
                    </a:lnTo>
                    <a:lnTo>
                      <a:pt x="41388" y="10740"/>
                    </a:lnTo>
                    <a:lnTo>
                      <a:pt x="41105" y="10286"/>
                    </a:lnTo>
                    <a:lnTo>
                      <a:pt x="40802" y="9833"/>
                    </a:lnTo>
                    <a:lnTo>
                      <a:pt x="40500" y="9398"/>
                    </a:lnTo>
                    <a:lnTo>
                      <a:pt x="40178" y="8963"/>
                    </a:lnTo>
                    <a:lnTo>
                      <a:pt x="39857" y="8528"/>
                    </a:lnTo>
                    <a:lnTo>
                      <a:pt x="39517" y="8112"/>
                    </a:lnTo>
                    <a:lnTo>
                      <a:pt x="39176" y="7715"/>
                    </a:lnTo>
                    <a:lnTo>
                      <a:pt x="38817" y="7318"/>
                    </a:lnTo>
                    <a:lnTo>
                      <a:pt x="38458" y="6921"/>
                    </a:lnTo>
                    <a:lnTo>
                      <a:pt x="38080" y="6543"/>
                    </a:lnTo>
                    <a:lnTo>
                      <a:pt x="37701" y="6165"/>
                    </a:lnTo>
                    <a:lnTo>
                      <a:pt x="37304" y="5805"/>
                    </a:lnTo>
                    <a:lnTo>
                      <a:pt x="36907" y="5446"/>
                    </a:lnTo>
                    <a:lnTo>
                      <a:pt x="36491" y="5087"/>
                    </a:lnTo>
                    <a:lnTo>
                      <a:pt x="36075" y="4765"/>
                    </a:lnTo>
                    <a:lnTo>
                      <a:pt x="35659" y="4425"/>
                    </a:lnTo>
                    <a:lnTo>
                      <a:pt x="35225" y="4123"/>
                    </a:lnTo>
                    <a:lnTo>
                      <a:pt x="34771" y="3820"/>
                    </a:lnTo>
                    <a:lnTo>
                      <a:pt x="34336" y="3517"/>
                    </a:lnTo>
                    <a:lnTo>
                      <a:pt x="33863" y="3234"/>
                    </a:lnTo>
                    <a:lnTo>
                      <a:pt x="33409" y="2950"/>
                    </a:lnTo>
                    <a:lnTo>
                      <a:pt x="32937" y="2686"/>
                    </a:lnTo>
                    <a:lnTo>
                      <a:pt x="32464" y="2440"/>
                    </a:lnTo>
                    <a:lnTo>
                      <a:pt x="31972" y="2194"/>
                    </a:lnTo>
                    <a:lnTo>
                      <a:pt x="31481" y="1967"/>
                    </a:lnTo>
                    <a:lnTo>
                      <a:pt x="30989" y="1759"/>
                    </a:lnTo>
                    <a:lnTo>
                      <a:pt x="30479" y="1551"/>
                    </a:lnTo>
                    <a:lnTo>
                      <a:pt x="29968" y="1362"/>
                    </a:lnTo>
                    <a:lnTo>
                      <a:pt x="29458" y="1173"/>
                    </a:lnTo>
                    <a:lnTo>
                      <a:pt x="28928" y="1003"/>
                    </a:lnTo>
                    <a:lnTo>
                      <a:pt x="28418" y="852"/>
                    </a:lnTo>
                    <a:lnTo>
                      <a:pt x="27870" y="700"/>
                    </a:lnTo>
                    <a:lnTo>
                      <a:pt x="27340" y="568"/>
                    </a:lnTo>
                    <a:lnTo>
                      <a:pt x="26792" y="455"/>
                    </a:lnTo>
                    <a:lnTo>
                      <a:pt x="26244" y="341"/>
                    </a:lnTo>
                    <a:lnTo>
                      <a:pt x="25695" y="265"/>
                    </a:lnTo>
                    <a:lnTo>
                      <a:pt x="25147" y="190"/>
                    </a:lnTo>
                    <a:lnTo>
                      <a:pt x="24580" y="114"/>
                    </a:lnTo>
                    <a:lnTo>
                      <a:pt x="24013" y="57"/>
                    </a:lnTo>
                    <a:lnTo>
                      <a:pt x="23445" y="39"/>
                    </a:lnTo>
                    <a:lnTo>
                      <a:pt x="22878" y="1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24"/>
              <p:cNvSpPr/>
              <p:nvPr/>
            </p:nvSpPr>
            <p:spPr>
              <a:xfrm>
                <a:off x="1764450" y="-1858000"/>
                <a:ext cx="854150" cy="854625"/>
              </a:xfrm>
              <a:custGeom>
                <a:avLst/>
                <a:gdLst/>
                <a:ahLst/>
                <a:cxnLst/>
                <a:rect l="l" t="t" r="r" b="b"/>
                <a:pathLst>
                  <a:path w="34166" h="34185" extrusionOk="0">
                    <a:moveTo>
                      <a:pt x="17093" y="0"/>
                    </a:moveTo>
                    <a:lnTo>
                      <a:pt x="16204" y="19"/>
                    </a:lnTo>
                    <a:lnTo>
                      <a:pt x="15334" y="95"/>
                    </a:lnTo>
                    <a:lnTo>
                      <a:pt x="14483" y="208"/>
                    </a:lnTo>
                    <a:lnTo>
                      <a:pt x="13651" y="360"/>
                    </a:lnTo>
                    <a:lnTo>
                      <a:pt x="12820" y="549"/>
                    </a:lnTo>
                    <a:lnTo>
                      <a:pt x="12006" y="776"/>
                    </a:lnTo>
                    <a:lnTo>
                      <a:pt x="11212" y="1040"/>
                    </a:lnTo>
                    <a:lnTo>
                      <a:pt x="10437" y="1343"/>
                    </a:lnTo>
                    <a:lnTo>
                      <a:pt x="9681" y="1683"/>
                    </a:lnTo>
                    <a:lnTo>
                      <a:pt x="8944" y="2061"/>
                    </a:lnTo>
                    <a:lnTo>
                      <a:pt x="8225" y="2477"/>
                    </a:lnTo>
                    <a:lnTo>
                      <a:pt x="7525" y="2931"/>
                    </a:lnTo>
                    <a:lnTo>
                      <a:pt x="6864" y="3404"/>
                    </a:lnTo>
                    <a:lnTo>
                      <a:pt x="6221" y="3914"/>
                    </a:lnTo>
                    <a:lnTo>
                      <a:pt x="5597" y="4444"/>
                    </a:lnTo>
                    <a:lnTo>
                      <a:pt x="5011" y="5011"/>
                    </a:lnTo>
                    <a:lnTo>
                      <a:pt x="4444" y="5597"/>
                    </a:lnTo>
                    <a:lnTo>
                      <a:pt x="3895" y="6221"/>
                    </a:lnTo>
                    <a:lnTo>
                      <a:pt x="3404" y="6864"/>
                    </a:lnTo>
                    <a:lnTo>
                      <a:pt x="2912" y="7544"/>
                    </a:lnTo>
                    <a:lnTo>
                      <a:pt x="2477" y="8225"/>
                    </a:lnTo>
                    <a:lnTo>
                      <a:pt x="2061" y="8944"/>
                    </a:lnTo>
                    <a:lnTo>
                      <a:pt x="1683" y="9681"/>
                    </a:lnTo>
                    <a:lnTo>
                      <a:pt x="1343" y="10437"/>
                    </a:lnTo>
                    <a:lnTo>
                      <a:pt x="1040" y="11213"/>
                    </a:lnTo>
                    <a:lnTo>
                      <a:pt x="776" y="12007"/>
                    </a:lnTo>
                    <a:lnTo>
                      <a:pt x="530" y="12820"/>
                    </a:lnTo>
                    <a:lnTo>
                      <a:pt x="341" y="13652"/>
                    </a:lnTo>
                    <a:lnTo>
                      <a:pt x="189" y="14483"/>
                    </a:lnTo>
                    <a:lnTo>
                      <a:pt x="95" y="15334"/>
                    </a:lnTo>
                    <a:lnTo>
                      <a:pt x="19" y="16204"/>
                    </a:lnTo>
                    <a:lnTo>
                      <a:pt x="0" y="17093"/>
                    </a:lnTo>
                    <a:lnTo>
                      <a:pt x="19" y="17962"/>
                    </a:lnTo>
                    <a:lnTo>
                      <a:pt x="95" y="18832"/>
                    </a:lnTo>
                    <a:lnTo>
                      <a:pt x="189" y="19683"/>
                    </a:lnTo>
                    <a:lnTo>
                      <a:pt x="341" y="20534"/>
                    </a:lnTo>
                    <a:lnTo>
                      <a:pt x="530" y="21366"/>
                    </a:lnTo>
                    <a:lnTo>
                      <a:pt x="776" y="22179"/>
                    </a:lnTo>
                    <a:lnTo>
                      <a:pt x="1040" y="22973"/>
                    </a:lnTo>
                    <a:lnTo>
                      <a:pt x="1343" y="23748"/>
                    </a:lnTo>
                    <a:lnTo>
                      <a:pt x="1683" y="24504"/>
                    </a:lnTo>
                    <a:lnTo>
                      <a:pt x="2061" y="25242"/>
                    </a:lnTo>
                    <a:lnTo>
                      <a:pt x="2477" y="25941"/>
                    </a:lnTo>
                    <a:lnTo>
                      <a:pt x="2912" y="26641"/>
                    </a:lnTo>
                    <a:lnTo>
                      <a:pt x="3404" y="27322"/>
                    </a:lnTo>
                    <a:lnTo>
                      <a:pt x="3895" y="27964"/>
                    </a:lnTo>
                    <a:lnTo>
                      <a:pt x="4444" y="28569"/>
                    </a:lnTo>
                    <a:lnTo>
                      <a:pt x="5011" y="29174"/>
                    </a:lnTo>
                    <a:lnTo>
                      <a:pt x="5597" y="29742"/>
                    </a:lnTo>
                    <a:lnTo>
                      <a:pt x="6221" y="30271"/>
                    </a:lnTo>
                    <a:lnTo>
                      <a:pt x="6864" y="30782"/>
                    </a:lnTo>
                    <a:lnTo>
                      <a:pt x="7525" y="31254"/>
                    </a:lnTo>
                    <a:lnTo>
                      <a:pt x="8225" y="31708"/>
                    </a:lnTo>
                    <a:lnTo>
                      <a:pt x="8944" y="32105"/>
                    </a:lnTo>
                    <a:lnTo>
                      <a:pt x="9681" y="32483"/>
                    </a:lnTo>
                    <a:lnTo>
                      <a:pt x="10437" y="32824"/>
                    </a:lnTo>
                    <a:lnTo>
                      <a:pt x="11212" y="33145"/>
                    </a:lnTo>
                    <a:lnTo>
                      <a:pt x="12006" y="33410"/>
                    </a:lnTo>
                    <a:lnTo>
                      <a:pt x="12820" y="33637"/>
                    </a:lnTo>
                    <a:lnTo>
                      <a:pt x="13651" y="33826"/>
                    </a:lnTo>
                    <a:lnTo>
                      <a:pt x="14483" y="33977"/>
                    </a:lnTo>
                    <a:lnTo>
                      <a:pt x="15334" y="34090"/>
                    </a:lnTo>
                    <a:lnTo>
                      <a:pt x="16204" y="34147"/>
                    </a:lnTo>
                    <a:lnTo>
                      <a:pt x="17093" y="34185"/>
                    </a:lnTo>
                    <a:lnTo>
                      <a:pt x="17962" y="34147"/>
                    </a:lnTo>
                    <a:lnTo>
                      <a:pt x="18832" y="34090"/>
                    </a:lnTo>
                    <a:lnTo>
                      <a:pt x="19683" y="33977"/>
                    </a:lnTo>
                    <a:lnTo>
                      <a:pt x="20534" y="33826"/>
                    </a:lnTo>
                    <a:lnTo>
                      <a:pt x="21347" y="33637"/>
                    </a:lnTo>
                    <a:lnTo>
                      <a:pt x="22160" y="33410"/>
                    </a:lnTo>
                    <a:lnTo>
                      <a:pt x="22954" y="33145"/>
                    </a:lnTo>
                    <a:lnTo>
                      <a:pt x="23729" y="32824"/>
                    </a:lnTo>
                    <a:lnTo>
                      <a:pt x="24485" y="32483"/>
                    </a:lnTo>
                    <a:lnTo>
                      <a:pt x="25223" y="32105"/>
                    </a:lnTo>
                    <a:lnTo>
                      <a:pt x="25941" y="31708"/>
                    </a:lnTo>
                    <a:lnTo>
                      <a:pt x="26641" y="31254"/>
                    </a:lnTo>
                    <a:lnTo>
                      <a:pt x="27303" y="30782"/>
                    </a:lnTo>
                    <a:lnTo>
                      <a:pt x="27945" y="30271"/>
                    </a:lnTo>
                    <a:lnTo>
                      <a:pt x="28569" y="29742"/>
                    </a:lnTo>
                    <a:lnTo>
                      <a:pt x="29174" y="29174"/>
                    </a:lnTo>
                    <a:lnTo>
                      <a:pt x="29723" y="28569"/>
                    </a:lnTo>
                    <a:lnTo>
                      <a:pt x="30271" y="27964"/>
                    </a:lnTo>
                    <a:lnTo>
                      <a:pt x="30781" y="27322"/>
                    </a:lnTo>
                    <a:lnTo>
                      <a:pt x="31254" y="26641"/>
                    </a:lnTo>
                    <a:lnTo>
                      <a:pt x="31689" y="25941"/>
                    </a:lnTo>
                    <a:lnTo>
                      <a:pt x="32105" y="25242"/>
                    </a:lnTo>
                    <a:lnTo>
                      <a:pt x="32483" y="24504"/>
                    </a:lnTo>
                    <a:lnTo>
                      <a:pt x="32823" y="23748"/>
                    </a:lnTo>
                    <a:lnTo>
                      <a:pt x="33126" y="22973"/>
                    </a:lnTo>
                    <a:lnTo>
                      <a:pt x="33410" y="22179"/>
                    </a:lnTo>
                    <a:lnTo>
                      <a:pt x="33636" y="21366"/>
                    </a:lnTo>
                    <a:lnTo>
                      <a:pt x="33826" y="20534"/>
                    </a:lnTo>
                    <a:lnTo>
                      <a:pt x="33977" y="19683"/>
                    </a:lnTo>
                    <a:lnTo>
                      <a:pt x="34090" y="18832"/>
                    </a:lnTo>
                    <a:lnTo>
                      <a:pt x="34147" y="17962"/>
                    </a:lnTo>
                    <a:lnTo>
                      <a:pt x="34166" y="17093"/>
                    </a:lnTo>
                    <a:lnTo>
                      <a:pt x="34147" y="16204"/>
                    </a:lnTo>
                    <a:lnTo>
                      <a:pt x="34090" y="15334"/>
                    </a:lnTo>
                    <a:lnTo>
                      <a:pt x="33977" y="14483"/>
                    </a:lnTo>
                    <a:lnTo>
                      <a:pt x="33826" y="13652"/>
                    </a:lnTo>
                    <a:lnTo>
                      <a:pt x="33636" y="12820"/>
                    </a:lnTo>
                    <a:lnTo>
                      <a:pt x="33410" y="12007"/>
                    </a:lnTo>
                    <a:lnTo>
                      <a:pt x="33126" y="11213"/>
                    </a:lnTo>
                    <a:lnTo>
                      <a:pt x="32823" y="10437"/>
                    </a:lnTo>
                    <a:lnTo>
                      <a:pt x="32483" y="9681"/>
                    </a:lnTo>
                    <a:lnTo>
                      <a:pt x="32105" y="8944"/>
                    </a:lnTo>
                    <a:lnTo>
                      <a:pt x="31689" y="8225"/>
                    </a:lnTo>
                    <a:lnTo>
                      <a:pt x="31254" y="7544"/>
                    </a:lnTo>
                    <a:lnTo>
                      <a:pt x="30781" y="6864"/>
                    </a:lnTo>
                    <a:lnTo>
                      <a:pt x="30271" y="6221"/>
                    </a:lnTo>
                    <a:lnTo>
                      <a:pt x="29723" y="5597"/>
                    </a:lnTo>
                    <a:lnTo>
                      <a:pt x="29174" y="5011"/>
                    </a:lnTo>
                    <a:lnTo>
                      <a:pt x="28569" y="4444"/>
                    </a:lnTo>
                    <a:lnTo>
                      <a:pt x="27945" y="3914"/>
                    </a:lnTo>
                    <a:lnTo>
                      <a:pt x="27303" y="3404"/>
                    </a:lnTo>
                    <a:lnTo>
                      <a:pt x="26641" y="2931"/>
                    </a:lnTo>
                    <a:lnTo>
                      <a:pt x="25941" y="2477"/>
                    </a:lnTo>
                    <a:lnTo>
                      <a:pt x="25223" y="2061"/>
                    </a:lnTo>
                    <a:lnTo>
                      <a:pt x="24485" y="1683"/>
                    </a:lnTo>
                    <a:lnTo>
                      <a:pt x="23729" y="1343"/>
                    </a:lnTo>
                    <a:lnTo>
                      <a:pt x="22954" y="1040"/>
                    </a:lnTo>
                    <a:lnTo>
                      <a:pt x="22160" y="776"/>
                    </a:lnTo>
                    <a:lnTo>
                      <a:pt x="21347" y="549"/>
                    </a:lnTo>
                    <a:lnTo>
                      <a:pt x="20534" y="360"/>
                    </a:lnTo>
                    <a:lnTo>
                      <a:pt x="19683" y="208"/>
                    </a:lnTo>
                    <a:lnTo>
                      <a:pt x="18832" y="95"/>
                    </a:lnTo>
                    <a:lnTo>
                      <a:pt x="17962" y="19"/>
                    </a:lnTo>
                    <a:lnTo>
                      <a:pt x="170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24"/>
              <p:cNvSpPr/>
              <p:nvPr/>
            </p:nvSpPr>
            <p:spPr>
              <a:xfrm>
                <a:off x="1875050" y="-1734150"/>
                <a:ext cx="619725" cy="619700"/>
              </a:xfrm>
              <a:custGeom>
                <a:avLst/>
                <a:gdLst/>
                <a:ahLst/>
                <a:cxnLst/>
                <a:rect l="l" t="t" r="r" b="b"/>
                <a:pathLst>
                  <a:path w="24789" h="24788" extrusionOk="0">
                    <a:moveTo>
                      <a:pt x="12404" y="0"/>
                    </a:moveTo>
                    <a:lnTo>
                      <a:pt x="11761" y="19"/>
                    </a:lnTo>
                    <a:lnTo>
                      <a:pt x="11137" y="76"/>
                    </a:lnTo>
                    <a:lnTo>
                      <a:pt x="10513" y="151"/>
                    </a:lnTo>
                    <a:lnTo>
                      <a:pt x="9889" y="265"/>
                    </a:lnTo>
                    <a:lnTo>
                      <a:pt x="9303" y="397"/>
                    </a:lnTo>
                    <a:lnTo>
                      <a:pt x="8717" y="567"/>
                    </a:lnTo>
                    <a:lnTo>
                      <a:pt x="8131" y="756"/>
                    </a:lnTo>
                    <a:lnTo>
                      <a:pt x="7564" y="983"/>
                    </a:lnTo>
                    <a:lnTo>
                      <a:pt x="7015" y="1229"/>
                    </a:lnTo>
                    <a:lnTo>
                      <a:pt x="6486" y="1513"/>
                    </a:lnTo>
                    <a:lnTo>
                      <a:pt x="5975" y="1796"/>
                    </a:lnTo>
                    <a:lnTo>
                      <a:pt x="5465" y="2118"/>
                    </a:lnTo>
                    <a:lnTo>
                      <a:pt x="4973" y="2477"/>
                    </a:lnTo>
                    <a:lnTo>
                      <a:pt x="4520" y="2836"/>
                    </a:lnTo>
                    <a:lnTo>
                      <a:pt x="4066" y="3233"/>
                    </a:lnTo>
                    <a:lnTo>
                      <a:pt x="3631" y="3630"/>
                    </a:lnTo>
                    <a:lnTo>
                      <a:pt x="3215" y="4065"/>
                    </a:lnTo>
                    <a:lnTo>
                      <a:pt x="2837" y="4519"/>
                    </a:lnTo>
                    <a:lnTo>
                      <a:pt x="2459" y="4992"/>
                    </a:lnTo>
                    <a:lnTo>
                      <a:pt x="2118" y="5464"/>
                    </a:lnTo>
                    <a:lnTo>
                      <a:pt x="1797" y="5975"/>
                    </a:lnTo>
                    <a:lnTo>
                      <a:pt x="1494" y="6485"/>
                    </a:lnTo>
                    <a:lnTo>
                      <a:pt x="1230" y="7034"/>
                    </a:lnTo>
                    <a:lnTo>
                      <a:pt x="984" y="7582"/>
                    </a:lnTo>
                    <a:lnTo>
                      <a:pt x="757" y="8149"/>
                    </a:lnTo>
                    <a:lnTo>
                      <a:pt x="568" y="8716"/>
                    </a:lnTo>
                    <a:lnTo>
                      <a:pt x="398" y="9303"/>
                    </a:lnTo>
                    <a:lnTo>
                      <a:pt x="246" y="9908"/>
                    </a:lnTo>
                    <a:lnTo>
                      <a:pt x="152" y="10513"/>
                    </a:lnTo>
                    <a:lnTo>
                      <a:pt x="57" y="11137"/>
                    </a:lnTo>
                    <a:lnTo>
                      <a:pt x="20" y="11761"/>
                    </a:lnTo>
                    <a:lnTo>
                      <a:pt x="1" y="12403"/>
                    </a:lnTo>
                    <a:lnTo>
                      <a:pt x="20" y="13046"/>
                    </a:lnTo>
                    <a:lnTo>
                      <a:pt x="57" y="13670"/>
                    </a:lnTo>
                    <a:lnTo>
                      <a:pt x="152" y="14294"/>
                    </a:lnTo>
                    <a:lnTo>
                      <a:pt x="246" y="14899"/>
                    </a:lnTo>
                    <a:lnTo>
                      <a:pt x="398" y="15504"/>
                    </a:lnTo>
                    <a:lnTo>
                      <a:pt x="568" y="16090"/>
                    </a:lnTo>
                    <a:lnTo>
                      <a:pt x="757" y="16658"/>
                    </a:lnTo>
                    <a:lnTo>
                      <a:pt x="984" y="17225"/>
                    </a:lnTo>
                    <a:lnTo>
                      <a:pt x="1230" y="17773"/>
                    </a:lnTo>
                    <a:lnTo>
                      <a:pt x="1494" y="18302"/>
                    </a:lnTo>
                    <a:lnTo>
                      <a:pt x="1797" y="18832"/>
                    </a:lnTo>
                    <a:lnTo>
                      <a:pt x="2118" y="19323"/>
                    </a:lnTo>
                    <a:lnTo>
                      <a:pt x="2459" y="19815"/>
                    </a:lnTo>
                    <a:lnTo>
                      <a:pt x="2837" y="20288"/>
                    </a:lnTo>
                    <a:lnTo>
                      <a:pt x="3215" y="20742"/>
                    </a:lnTo>
                    <a:lnTo>
                      <a:pt x="3631" y="21157"/>
                    </a:lnTo>
                    <a:lnTo>
                      <a:pt x="4066" y="21573"/>
                    </a:lnTo>
                    <a:lnTo>
                      <a:pt x="4520" y="21971"/>
                    </a:lnTo>
                    <a:lnTo>
                      <a:pt x="4973" y="22330"/>
                    </a:lnTo>
                    <a:lnTo>
                      <a:pt x="5465" y="22670"/>
                    </a:lnTo>
                    <a:lnTo>
                      <a:pt x="5975" y="22991"/>
                    </a:lnTo>
                    <a:lnTo>
                      <a:pt x="6486" y="23294"/>
                    </a:lnTo>
                    <a:lnTo>
                      <a:pt x="7015" y="23578"/>
                    </a:lnTo>
                    <a:lnTo>
                      <a:pt x="7564" y="23823"/>
                    </a:lnTo>
                    <a:lnTo>
                      <a:pt x="8131" y="24050"/>
                    </a:lnTo>
                    <a:lnTo>
                      <a:pt x="8717" y="24239"/>
                    </a:lnTo>
                    <a:lnTo>
                      <a:pt x="9303" y="24410"/>
                    </a:lnTo>
                    <a:lnTo>
                      <a:pt x="9889" y="24542"/>
                    </a:lnTo>
                    <a:lnTo>
                      <a:pt x="10513" y="24655"/>
                    </a:lnTo>
                    <a:lnTo>
                      <a:pt x="11137" y="24731"/>
                    </a:lnTo>
                    <a:lnTo>
                      <a:pt x="11761" y="24788"/>
                    </a:lnTo>
                    <a:lnTo>
                      <a:pt x="13028" y="24788"/>
                    </a:lnTo>
                    <a:lnTo>
                      <a:pt x="13671" y="24731"/>
                    </a:lnTo>
                    <a:lnTo>
                      <a:pt x="14276" y="24655"/>
                    </a:lnTo>
                    <a:lnTo>
                      <a:pt x="14900" y="24542"/>
                    </a:lnTo>
                    <a:lnTo>
                      <a:pt x="15486" y="24410"/>
                    </a:lnTo>
                    <a:lnTo>
                      <a:pt x="16072" y="24239"/>
                    </a:lnTo>
                    <a:lnTo>
                      <a:pt x="16658" y="24050"/>
                    </a:lnTo>
                    <a:lnTo>
                      <a:pt x="17225" y="23823"/>
                    </a:lnTo>
                    <a:lnTo>
                      <a:pt x="17774" y="23578"/>
                    </a:lnTo>
                    <a:lnTo>
                      <a:pt x="18303" y="23294"/>
                    </a:lnTo>
                    <a:lnTo>
                      <a:pt x="18813" y="22991"/>
                    </a:lnTo>
                    <a:lnTo>
                      <a:pt x="19324" y="22670"/>
                    </a:lnTo>
                    <a:lnTo>
                      <a:pt x="19816" y="22330"/>
                    </a:lnTo>
                    <a:lnTo>
                      <a:pt x="20288" y="21971"/>
                    </a:lnTo>
                    <a:lnTo>
                      <a:pt x="20723" y="21573"/>
                    </a:lnTo>
                    <a:lnTo>
                      <a:pt x="21158" y="21157"/>
                    </a:lnTo>
                    <a:lnTo>
                      <a:pt x="21574" y="20742"/>
                    </a:lnTo>
                    <a:lnTo>
                      <a:pt x="21952" y="20288"/>
                    </a:lnTo>
                    <a:lnTo>
                      <a:pt x="22330" y="19815"/>
                    </a:lnTo>
                    <a:lnTo>
                      <a:pt x="22671" y="19323"/>
                    </a:lnTo>
                    <a:lnTo>
                      <a:pt x="22992" y="18832"/>
                    </a:lnTo>
                    <a:lnTo>
                      <a:pt x="23294" y="18302"/>
                    </a:lnTo>
                    <a:lnTo>
                      <a:pt x="23559" y="17773"/>
                    </a:lnTo>
                    <a:lnTo>
                      <a:pt x="23824" y="17225"/>
                    </a:lnTo>
                    <a:lnTo>
                      <a:pt x="24032" y="16658"/>
                    </a:lnTo>
                    <a:lnTo>
                      <a:pt x="24240" y="16090"/>
                    </a:lnTo>
                    <a:lnTo>
                      <a:pt x="24391" y="15504"/>
                    </a:lnTo>
                    <a:lnTo>
                      <a:pt x="24542" y="14899"/>
                    </a:lnTo>
                    <a:lnTo>
                      <a:pt x="24656" y="14294"/>
                    </a:lnTo>
                    <a:lnTo>
                      <a:pt x="24731" y="13670"/>
                    </a:lnTo>
                    <a:lnTo>
                      <a:pt x="24769" y="13046"/>
                    </a:lnTo>
                    <a:lnTo>
                      <a:pt x="24788" y="12403"/>
                    </a:lnTo>
                    <a:lnTo>
                      <a:pt x="24769" y="11761"/>
                    </a:lnTo>
                    <a:lnTo>
                      <a:pt x="24731" y="11137"/>
                    </a:lnTo>
                    <a:lnTo>
                      <a:pt x="24656" y="10513"/>
                    </a:lnTo>
                    <a:lnTo>
                      <a:pt x="24542" y="9908"/>
                    </a:lnTo>
                    <a:lnTo>
                      <a:pt x="24391" y="9303"/>
                    </a:lnTo>
                    <a:lnTo>
                      <a:pt x="24240" y="8716"/>
                    </a:lnTo>
                    <a:lnTo>
                      <a:pt x="24032" y="8149"/>
                    </a:lnTo>
                    <a:lnTo>
                      <a:pt x="23824" y="7582"/>
                    </a:lnTo>
                    <a:lnTo>
                      <a:pt x="23559" y="7034"/>
                    </a:lnTo>
                    <a:lnTo>
                      <a:pt x="23294" y="6485"/>
                    </a:lnTo>
                    <a:lnTo>
                      <a:pt x="22992" y="5975"/>
                    </a:lnTo>
                    <a:lnTo>
                      <a:pt x="22671" y="5464"/>
                    </a:lnTo>
                    <a:lnTo>
                      <a:pt x="22330" y="4992"/>
                    </a:lnTo>
                    <a:lnTo>
                      <a:pt x="21952" y="4519"/>
                    </a:lnTo>
                    <a:lnTo>
                      <a:pt x="21574" y="4065"/>
                    </a:lnTo>
                    <a:lnTo>
                      <a:pt x="21158" y="3630"/>
                    </a:lnTo>
                    <a:lnTo>
                      <a:pt x="20723" y="3233"/>
                    </a:lnTo>
                    <a:lnTo>
                      <a:pt x="20288" y="2836"/>
                    </a:lnTo>
                    <a:lnTo>
                      <a:pt x="19816" y="2477"/>
                    </a:lnTo>
                    <a:lnTo>
                      <a:pt x="19324" y="2118"/>
                    </a:lnTo>
                    <a:lnTo>
                      <a:pt x="18813" y="1796"/>
                    </a:lnTo>
                    <a:lnTo>
                      <a:pt x="18303" y="1513"/>
                    </a:lnTo>
                    <a:lnTo>
                      <a:pt x="17774" y="1229"/>
                    </a:lnTo>
                    <a:lnTo>
                      <a:pt x="17225" y="983"/>
                    </a:lnTo>
                    <a:lnTo>
                      <a:pt x="16658" y="756"/>
                    </a:lnTo>
                    <a:lnTo>
                      <a:pt x="16072" y="567"/>
                    </a:lnTo>
                    <a:lnTo>
                      <a:pt x="15486" y="397"/>
                    </a:lnTo>
                    <a:lnTo>
                      <a:pt x="14900" y="265"/>
                    </a:lnTo>
                    <a:lnTo>
                      <a:pt x="14276" y="151"/>
                    </a:lnTo>
                    <a:lnTo>
                      <a:pt x="13671" y="76"/>
                    </a:lnTo>
                    <a:lnTo>
                      <a:pt x="13028" y="19"/>
                    </a:lnTo>
                    <a:lnTo>
                      <a:pt x="1240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24"/>
              <p:cNvSpPr/>
              <p:nvPr/>
            </p:nvSpPr>
            <p:spPr>
              <a:xfrm>
                <a:off x="1974325" y="-1634425"/>
                <a:ext cx="421175" cy="420725"/>
              </a:xfrm>
              <a:custGeom>
                <a:avLst/>
                <a:gdLst/>
                <a:ahLst/>
                <a:cxnLst/>
                <a:rect l="l" t="t" r="r" b="b"/>
                <a:pathLst>
                  <a:path w="16847" h="16829" extrusionOk="0">
                    <a:moveTo>
                      <a:pt x="7998" y="1"/>
                    </a:moveTo>
                    <a:lnTo>
                      <a:pt x="7563" y="38"/>
                    </a:lnTo>
                    <a:lnTo>
                      <a:pt x="7147" y="95"/>
                    </a:lnTo>
                    <a:lnTo>
                      <a:pt x="6731" y="171"/>
                    </a:lnTo>
                    <a:lnTo>
                      <a:pt x="6315" y="265"/>
                    </a:lnTo>
                    <a:lnTo>
                      <a:pt x="5918" y="379"/>
                    </a:lnTo>
                    <a:lnTo>
                      <a:pt x="5521" y="511"/>
                    </a:lnTo>
                    <a:lnTo>
                      <a:pt x="5143" y="662"/>
                    </a:lnTo>
                    <a:lnTo>
                      <a:pt x="4765" y="814"/>
                    </a:lnTo>
                    <a:lnTo>
                      <a:pt x="4406" y="1003"/>
                    </a:lnTo>
                    <a:lnTo>
                      <a:pt x="4065" y="1211"/>
                    </a:lnTo>
                    <a:lnTo>
                      <a:pt x="3725" y="1438"/>
                    </a:lnTo>
                    <a:lnTo>
                      <a:pt x="3385" y="1664"/>
                    </a:lnTo>
                    <a:lnTo>
                      <a:pt x="3063" y="1910"/>
                    </a:lnTo>
                    <a:lnTo>
                      <a:pt x="2761" y="2175"/>
                    </a:lnTo>
                    <a:lnTo>
                      <a:pt x="2477" y="2459"/>
                    </a:lnTo>
                    <a:lnTo>
                      <a:pt x="2193" y="2742"/>
                    </a:lnTo>
                    <a:lnTo>
                      <a:pt x="1929" y="3064"/>
                    </a:lnTo>
                    <a:lnTo>
                      <a:pt x="1683" y="3366"/>
                    </a:lnTo>
                    <a:lnTo>
                      <a:pt x="1437" y="3706"/>
                    </a:lnTo>
                    <a:lnTo>
                      <a:pt x="1229" y="4047"/>
                    </a:lnTo>
                    <a:lnTo>
                      <a:pt x="1021" y="4406"/>
                    </a:lnTo>
                    <a:lnTo>
                      <a:pt x="832" y="4765"/>
                    </a:lnTo>
                    <a:lnTo>
                      <a:pt x="662" y="5143"/>
                    </a:lnTo>
                    <a:lnTo>
                      <a:pt x="511" y="5522"/>
                    </a:lnTo>
                    <a:lnTo>
                      <a:pt x="378" y="5900"/>
                    </a:lnTo>
                    <a:lnTo>
                      <a:pt x="265" y="6316"/>
                    </a:lnTo>
                    <a:lnTo>
                      <a:pt x="170" y="6713"/>
                    </a:lnTo>
                    <a:lnTo>
                      <a:pt x="95" y="7129"/>
                    </a:lnTo>
                    <a:lnTo>
                      <a:pt x="38" y="7545"/>
                    </a:lnTo>
                    <a:lnTo>
                      <a:pt x="19" y="7980"/>
                    </a:lnTo>
                    <a:lnTo>
                      <a:pt x="0" y="8414"/>
                    </a:lnTo>
                    <a:lnTo>
                      <a:pt x="19" y="8849"/>
                    </a:lnTo>
                    <a:lnTo>
                      <a:pt x="38" y="9265"/>
                    </a:lnTo>
                    <a:lnTo>
                      <a:pt x="95" y="9700"/>
                    </a:lnTo>
                    <a:lnTo>
                      <a:pt x="170" y="10116"/>
                    </a:lnTo>
                    <a:lnTo>
                      <a:pt x="265" y="10513"/>
                    </a:lnTo>
                    <a:lnTo>
                      <a:pt x="378" y="10910"/>
                    </a:lnTo>
                    <a:lnTo>
                      <a:pt x="511" y="11307"/>
                    </a:lnTo>
                    <a:lnTo>
                      <a:pt x="662" y="11685"/>
                    </a:lnTo>
                    <a:lnTo>
                      <a:pt x="832" y="12064"/>
                    </a:lnTo>
                    <a:lnTo>
                      <a:pt x="1021" y="12423"/>
                    </a:lnTo>
                    <a:lnTo>
                      <a:pt x="1229" y="12782"/>
                    </a:lnTo>
                    <a:lnTo>
                      <a:pt x="1437" y="13122"/>
                    </a:lnTo>
                    <a:lnTo>
                      <a:pt x="1683" y="13444"/>
                    </a:lnTo>
                    <a:lnTo>
                      <a:pt x="1929" y="13765"/>
                    </a:lnTo>
                    <a:lnTo>
                      <a:pt x="2193" y="14068"/>
                    </a:lnTo>
                    <a:lnTo>
                      <a:pt x="2477" y="14370"/>
                    </a:lnTo>
                    <a:lnTo>
                      <a:pt x="2761" y="14654"/>
                    </a:lnTo>
                    <a:lnTo>
                      <a:pt x="3063" y="14919"/>
                    </a:lnTo>
                    <a:lnTo>
                      <a:pt x="3385" y="15164"/>
                    </a:lnTo>
                    <a:lnTo>
                      <a:pt x="3725" y="15391"/>
                    </a:lnTo>
                    <a:lnTo>
                      <a:pt x="4065" y="15618"/>
                    </a:lnTo>
                    <a:lnTo>
                      <a:pt x="4406" y="15826"/>
                    </a:lnTo>
                    <a:lnTo>
                      <a:pt x="4765" y="15996"/>
                    </a:lnTo>
                    <a:lnTo>
                      <a:pt x="5143" y="16166"/>
                    </a:lnTo>
                    <a:lnTo>
                      <a:pt x="5521" y="16318"/>
                    </a:lnTo>
                    <a:lnTo>
                      <a:pt x="5918" y="16450"/>
                    </a:lnTo>
                    <a:lnTo>
                      <a:pt x="6315" y="16563"/>
                    </a:lnTo>
                    <a:lnTo>
                      <a:pt x="6731" y="16658"/>
                    </a:lnTo>
                    <a:lnTo>
                      <a:pt x="7147" y="16734"/>
                    </a:lnTo>
                    <a:lnTo>
                      <a:pt x="7563" y="16790"/>
                    </a:lnTo>
                    <a:lnTo>
                      <a:pt x="7998" y="16828"/>
                    </a:lnTo>
                    <a:lnTo>
                      <a:pt x="8849" y="16828"/>
                    </a:lnTo>
                    <a:lnTo>
                      <a:pt x="9284" y="16790"/>
                    </a:lnTo>
                    <a:lnTo>
                      <a:pt x="9700" y="16734"/>
                    </a:lnTo>
                    <a:lnTo>
                      <a:pt x="10116" y="16658"/>
                    </a:lnTo>
                    <a:lnTo>
                      <a:pt x="10532" y="16563"/>
                    </a:lnTo>
                    <a:lnTo>
                      <a:pt x="10929" y="16450"/>
                    </a:lnTo>
                    <a:lnTo>
                      <a:pt x="11326" y="16318"/>
                    </a:lnTo>
                    <a:lnTo>
                      <a:pt x="11704" y="16166"/>
                    </a:lnTo>
                    <a:lnTo>
                      <a:pt x="12082" y="15996"/>
                    </a:lnTo>
                    <a:lnTo>
                      <a:pt x="12441" y="15826"/>
                    </a:lnTo>
                    <a:lnTo>
                      <a:pt x="12800" y="15618"/>
                    </a:lnTo>
                    <a:lnTo>
                      <a:pt x="13141" y="15391"/>
                    </a:lnTo>
                    <a:lnTo>
                      <a:pt x="13462" y="15164"/>
                    </a:lnTo>
                    <a:lnTo>
                      <a:pt x="13784" y="14919"/>
                    </a:lnTo>
                    <a:lnTo>
                      <a:pt x="14086" y="14654"/>
                    </a:lnTo>
                    <a:lnTo>
                      <a:pt x="14389" y="14370"/>
                    </a:lnTo>
                    <a:lnTo>
                      <a:pt x="14653" y="14068"/>
                    </a:lnTo>
                    <a:lnTo>
                      <a:pt x="14918" y="13765"/>
                    </a:lnTo>
                    <a:lnTo>
                      <a:pt x="15183" y="13444"/>
                    </a:lnTo>
                    <a:lnTo>
                      <a:pt x="15410" y="13122"/>
                    </a:lnTo>
                    <a:lnTo>
                      <a:pt x="15637" y="12782"/>
                    </a:lnTo>
                    <a:lnTo>
                      <a:pt x="15826" y="12423"/>
                    </a:lnTo>
                    <a:lnTo>
                      <a:pt x="16015" y="12064"/>
                    </a:lnTo>
                    <a:lnTo>
                      <a:pt x="16185" y="11685"/>
                    </a:lnTo>
                    <a:lnTo>
                      <a:pt x="16336" y="11307"/>
                    </a:lnTo>
                    <a:lnTo>
                      <a:pt x="16468" y="10910"/>
                    </a:lnTo>
                    <a:lnTo>
                      <a:pt x="16582" y="10513"/>
                    </a:lnTo>
                    <a:lnTo>
                      <a:pt x="16676" y="10116"/>
                    </a:lnTo>
                    <a:lnTo>
                      <a:pt x="16752" y="9700"/>
                    </a:lnTo>
                    <a:lnTo>
                      <a:pt x="16809" y="9265"/>
                    </a:lnTo>
                    <a:lnTo>
                      <a:pt x="16828" y="8849"/>
                    </a:lnTo>
                    <a:lnTo>
                      <a:pt x="16847" y="8414"/>
                    </a:lnTo>
                    <a:lnTo>
                      <a:pt x="16828" y="7980"/>
                    </a:lnTo>
                    <a:lnTo>
                      <a:pt x="16809" y="7545"/>
                    </a:lnTo>
                    <a:lnTo>
                      <a:pt x="16752" y="7129"/>
                    </a:lnTo>
                    <a:lnTo>
                      <a:pt x="16676" y="6713"/>
                    </a:lnTo>
                    <a:lnTo>
                      <a:pt x="16582" y="6316"/>
                    </a:lnTo>
                    <a:lnTo>
                      <a:pt x="16468" y="5900"/>
                    </a:lnTo>
                    <a:lnTo>
                      <a:pt x="16336" y="5522"/>
                    </a:lnTo>
                    <a:lnTo>
                      <a:pt x="16185" y="5143"/>
                    </a:lnTo>
                    <a:lnTo>
                      <a:pt x="16015" y="4765"/>
                    </a:lnTo>
                    <a:lnTo>
                      <a:pt x="15826" y="4406"/>
                    </a:lnTo>
                    <a:lnTo>
                      <a:pt x="15637" y="4047"/>
                    </a:lnTo>
                    <a:lnTo>
                      <a:pt x="15410" y="3706"/>
                    </a:lnTo>
                    <a:lnTo>
                      <a:pt x="15183" y="3366"/>
                    </a:lnTo>
                    <a:lnTo>
                      <a:pt x="14918" y="3064"/>
                    </a:lnTo>
                    <a:lnTo>
                      <a:pt x="14653" y="2742"/>
                    </a:lnTo>
                    <a:lnTo>
                      <a:pt x="14389" y="2459"/>
                    </a:lnTo>
                    <a:lnTo>
                      <a:pt x="14086" y="2175"/>
                    </a:lnTo>
                    <a:lnTo>
                      <a:pt x="13784" y="1910"/>
                    </a:lnTo>
                    <a:lnTo>
                      <a:pt x="13462" y="1664"/>
                    </a:lnTo>
                    <a:lnTo>
                      <a:pt x="13141" y="1438"/>
                    </a:lnTo>
                    <a:lnTo>
                      <a:pt x="12800" y="1211"/>
                    </a:lnTo>
                    <a:lnTo>
                      <a:pt x="12441" y="1003"/>
                    </a:lnTo>
                    <a:lnTo>
                      <a:pt x="12082" y="814"/>
                    </a:lnTo>
                    <a:lnTo>
                      <a:pt x="11704" y="662"/>
                    </a:lnTo>
                    <a:lnTo>
                      <a:pt x="11326" y="511"/>
                    </a:lnTo>
                    <a:lnTo>
                      <a:pt x="10929" y="379"/>
                    </a:lnTo>
                    <a:lnTo>
                      <a:pt x="10532" y="265"/>
                    </a:lnTo>
                    <a:lnTo>
                      <a:pt x="10116" y="171"/>
                    </a:lnTo>
                    <a:lnTo>
                      <a:pt x="9700" y="95"/>
                    </a:lnTo>
                    <a:lnTo>
                      <a:pt x="9284" y="38"/>
                    </a:lnTo>
                    <a:lnTo>
                      <a:pt x="88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24"/>
              <p:cNvSpPr/>
              <p:nvPr/>
            </p:nvSpPr>
            <p:spPr>
              <a:xfrm>
                <a:off x="2074050" y="-1535150"/>
                <a:ext cx="221725" cy="222175"/>
              </a:xfrm>
              <a:custGeom>
                <a:avLst/>
                <a:gdLst/>
                <a:ahLst/>
                <a:cxnLst/>
                <a:rect l="l" t="t" r="r" b="b"/>
                <a:pathLst>
                  <a:path w="8869" h="8887" extrusionOk="0">
                    <a:moveTo>
                      <a:pt x="4444" y="0"/>
                    </a:moveTo>
                    <a:lnTo>
                      <a:pt x="4198" y="19"/>
                    </a:lnTo>
                    <a:lnTo>
                      <a:pt x="3990" y="19"/>
                    </a:lnTo>
                    <a:lnTo>
                      <a:pt x="3536" y="95"/>
                    </a:lnTo>
                    <a:lnTo>
                      <a:pt x="3120" y="208"/>
                    </a:lnTo>
                    <a:lnTo>
                      <a:pt x="2704" y="359"/>
                    </a:lnTo>
                    <a:lnTo>
                      <a:pt x="2326" y="548"/>
                    </a:lnTo>
                    <a:lnTo>
                      <a:pt x="1948" y="756"/>
                    </a:lnTo>
                    <a:lnTo>
                      <a:pt x="1608" y="1021"/>
                    </a:lnTo>
                    <a:lnTo>
                      <a:pt x="1305" y="1305"/>
                    </a:lnTo>
                    <a:lnTo>
                      <a:pt x="1003" y="1626"/>
                    </a:lnTo>
                    <a:lnTo>
                      <a:pt x="757" y="1967"/>
                    </a:lnTo>
                    <a:lnTo>
                      <a:pt x="530" y="2326"/>
                    </a:lnTo>
                    <a:lnTo>
                      <a:pt x="341" y="2723"/>
                    </a:lnTo>
                    <a:lnTo>
                      <a:pt x="190" y="3120"/>
                    </a:lnTo>
                    <a:lnTo>
                      <a:pt x="95" y="3555"/>
                    </a:lnTo>
                    <a:lnTo>
                      <a:pt x="20" y="3990"/>
                    </a:lnTo>
                    <a:lnTo>
                      <a:pt x="1" y="4217"/>
                    </a:lnTo>
                    <a:lnTo>
                      <a:pt x="1" y="4443"/>
                    </a:lnTo>
                    <a:lnTo>
                      <a:pt x="1" y="4670"/>
                    </a:lnTo>
                    <a:lnTo>
                      <a:pt x="20" y="4897"/>
                    </a:lnTo>
                    <a:lnTo>
                      <a:pt x="95" y="5332"/>
                    </a:lnTo>
                    <a:lnTo>
                      <a:pt x="190" y="5767"/>
                    </a:lnTo>
                    <a:lnTo>
                      <a:pt x="341" y="6164"/>
                    </a:lnTo>
                    <a:lnTo>
                      <a:pt x="530" y="6561"/>
                    </a:lnTo>
                    <a:lnTo>
                      <a:pt x="757" y="6920"/>
                    </a:lnTo>
                    <a:lnTo>
                      <a:pt x="1003" y="7261"/>
                    </a:lnTo>
                    <a:lnTo>
                      <a:pt x="1305" y="7582"/>
                    </a:lnTo>
                    <a:lnTo>
                      <a:pt x="1608" y="7866"/>
                    </a:lnTo>
                    <a:lnTo>
                      <a:pt x="1948" y="8130"/>
                    </a:lnTo>
                    <a:lnTo>
                      <a:pt x="2326" y="8338"/>
                    </a:lnTo>
                    <a:lnTo>
                      <a:pt x="2704" y="8527"/>
                    </a:lnTo>
                    <a:lnTo>
                      <a:pt x="3120" y="8679"/>
                    </a:lnTo>
                    <a:lnTo>
                      <a:pt x="3536" y="8792"/>
                    </a:lnTo>
                    <a:lnTo>
                      <a:pt x="3990" y="8849"/>
                    </a:lnTo>
                    <a:lnTo>
                      <a:pt x="4198" y="8868"/>
                    </a:lnTo>
                    <a:lnTo>
                      <a:pt x="4444" y="8887"/>
                    </a:lnTo>
                    <a:lnTo>
                      <a:pt x="4671" y="8868"/>
                    </a:lnTo>
                    <a:lnTo>
                      <a:pt x="4898" y="8849"/>
                    </a:lnTo>
                    <a:lnTo>
                      <a:pt x="5333" y="8792"/>
                    </a:lnTo>
                    <a:lnTo>
                      <a:pt x="5748" y="8679"/>
                    </a:lnTo>
                    <a:lnTo>
                      <a:pt x="6164" y="8527"/>
                    </a:lnTo>
                    <a:lnTo>
                      <a:pt x="6543" y="8338"/>
                    </a:lnTo>
                    <a:lnTo>
                      <a:pt x="6921" y="8130"/>
                    </a:lnTo>
                    <a:lnTo>
                      <a:pt x="7261" y="7866"/>
                    </a:lnTo>
                    <a:lnTo>
                      <a:pt x="7582" y="7582"/>
                    </a:lnTo>
                    <a:lnTo>
                      <a:pt x="7866" y="7261"/>
                    </a:lnTo>
                    <a:lnTo>
                      <a:pt x="8112" y="6920"/>
                    </a:lnTo>
                    <a:lnTo>
                      <a:pt x="8339" y="6561"/>
                    </a:lnTo>
                    <a:lnTo>
                      <a:pt x="8528" y="6164"/>
                    </a:lnTo>
                    <a:lnTo>
                      <a:pt x="8679" y="5767"/>
                    </a:lnTo>
                    <a:lnTo>
                      <a:pt x="8793" y="5332"/>
                    </a:lnTo>
                    <a:lnTo>
                      <a:pt x="8849" y="4897"/>
                    </a:lnTo>
                    <a:lnTo>
                      <a:pt x="8868" y="4670"/>
                    </a:lnTo>
                    <a:lnTo>
                      <a:pt x="8868" y="4443"/>
                    </a:lnTo>
                    <a:lnTo>
                      <a:pt x="8868" y="4217"/>
                    </a:lnTo>
                    <a:lnTo>
                      <a:pt x="8849" y="3990"/>
                    </a:lnTo>
                    <a:lnTo>
                      <a:pt x="8793" y="3555"/>
                    </a:lnTo>
                    <a:lnTo>
                      <a:pt x="8679" y="3120"/>
                    </a:lnTo>
                    <a:lnTo>
                      <a:pt x="8528" y="2723"/>
                    </a:lnTo>
                    <a:lnTo>
                      <a:pt x="8339" y="2326"/>
                    </a:lnTo>
                    <a:lnTo>
                      <a:pt x="8112" y="1967"/>
                    </a:lnTo>
                    <a:lnTo>
                      <a:pt x="7866" y="1626"/>
                    </a:lnTo>
                    <a:lnTo>
                      <a:pt x="7582" y="1305"/>
                    </a:lnTo>
                    <a:lnTo>
                      <a:pt x="7261" y="1021"/>
                    </a:lnTo>
                    <a:lnTo>
                      <a:pt x="6921" y="756"/>
                    </a:lnTo>
                    <a:lnTo>
                      <a:pt x="6543" y="548"/>
                    </a:lnTo>
                    <a:lnTo>
                      <a:pt x="6164" y="359"/>
                    </a:lnTo>
                    <a:lnTo>
                      <a:pt x="5748" y="208"/>
                    </a:lnTo>
                    <a:lnTo>
                      <a:pt x="5333" y="95"/>
                    </a:lnTo>
                    <a:lnTo>
                      <a:pt x="4898" y="19"/>
                    </a:lnTo>
                    <a:lnTo>
                      <a:pt x="4671" y="19"/>
                    </a:lnTo>
                    <a:lnTo>
                      <a:pt x="444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24"/>
              <p:cNvSpPr/>
              <p:nvPr/>
            </p:nvSpPr>
            <p:spPr>
              <a:xfrm>
                <a:off x="2192700" y="-1659475"/>
                <a:ext cx="515250" cy="237775"/>
              </a:xfrm>
              <a:custGeom>
                <a:avLst/>
                <a:gdLst/>
                <a:ahLst/>
                <a:cxnLst/>
                <a:rect l="l" t="t" r="r" b="b"/>
                <a:pathLst>
                  <a:path w="20610" h="9511" extrusionOk="0">
                    <a:moveTo>
                      <a:pt x="19815" y="1"/>
                    </a:moveTo>
                    <a:lnTo>
                      <a:pt x="0" y="9114"/>
                    </a:lnTo>
                    <a:lnTo>
                      <a:pt x="152" y="9511"/>
                    </a:lnTo>
                    <a:lnTo>
                      <a:pt x="20609" y="1040"/>
                    </a:lnTo>
                    <a:lnTo>
                      <a:pt x="19815" y="1"/>
                    </a:lnTo>
                    <a:close/>
                  </a:path>
                </a:pathLst>
              </a:custGeom>
              <a:gradFill>
                <a:gsLst>
                  <a:gs pos="0">
                    <a:srgbClr val="575757"/>
                  </a:gs>
                  <a:gs pos="100000">
                    <a:srgbClr val="16161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24"/>
              <p:cNvSpPr/>
              <p:nvPr/>
            </p:nvSpPr>
            <p:spPr>
              <a:xfrm>
                <a:off x="2620475" y="-1822550"/>
                <a:ext cx="312475" cy="245350"/>
              </a:xfrm>
              <a:custGeom>
                <a:avLst/>
                <a:gdLst/>
                <a:ahLst/>
                <a:cxnLst/>
                <a:rect l="l" t="t" r="r" b="b"/>
                <a:pathLst>
                  <a:path w="12499" h="9814" extrusionOk="0">
                    <a:moveTo>
                      <a:pt x="8509" y="1"/>
                    </a:moveTo>
                    <a:lnTo>
                      <a:pt x="1078" y="4803"/>
                    </a:lnTo>
                    <a:lnTo>
                      <a:pt x="0" y="8358"/>
                    </a:lnTo>
                    <a:lnTo>
                      <a:pt x="3820" y="9813"/>
                    </a:lnTo>
                    <a:lnTo>
                      <a:pt x="12498" y="5862"/>
                    </a:lnTo>
                    <a:lnTo>
                      <a:pt x="8376" y="4160"/>
                    </a:lnTo>
                    <a:lnTo>
                      <a:pt x="8509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0B9"/>
                  </a:gs>
                  <a:gs pos="100000">
                    <a:srgbClr val="F9D03C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12" name="Google Shape;1212;p24"/>
          <p:cNvGrpSpPr/>
          <p:nvPr/>
        </p:nvGrpSpPr>
        <p:grpSpPr>
          <a:xfrm>
            <a:off x="4903716" y="4597173"/>
            <a:ext cx="518113" cy="461719"/>
            <a:chOff x="2236010" y="3967511"/>
            <a:chExt cx="930353" cy="829089"/>
          </a:xfrm>
        </p:grpSpPr>
        <p:sp>
          <p:nvSpPr>
            <p:cNvPr id="1213" name="Google Shape;1213;p24"/>
            <p:cNvSpPr/>
            <p:nvPr/>
          </p:nvSpPr>
          <p:spPr>
            <a:xfrm>
              <a:off x="2265825" y="4694000"/>
              <a:ext cx="767100" cy="1026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14" name="Google Shape;1214;p24"/>
            <p:cNvGrpSpPr/>
            <p:nvPr/>
          </p:nvGrpSpPr>
          <p:grpSpPr>
            <a:xfrm>
              <a:off x="2236010" y="3967511"/>
              <a:ext cx="930353" cy="794959"/>
              <a:chOff x="1627375" y="-1981850"/>
              <a:chExt cx="1305575" cy="1115575"/>
            </a:xfrm>
          </p:grpSpPr>
          <p:sp>
            <p:nvSpPr>
              <p:cNvPr id="1215" name="Google Shape;1215;p24"/>
              <p:cNvSpPr/>
              <p:nvPr/>
            </p:nvSpPr>
            <p:spPr>
              <a:xfrm>
                <a:off x="1627375" y="-1981850"/>
                <a:ext cx="1115075" cy="1115575"/>
              </a:xfrm>
              <a:custGeom>
                <a:avLst/>
                <a:gdLst/>
                <a:ahLst/>
                <a:cxnLst/>
                <a:rect l="l" t="t" r="r" b="b"/>
                <a:pathLst>
                  <a:path w="44603" h="44623" extrusionOk="0">
                    <a:moveTo>
                      <a:pt x="21725" y="1"/>
                    </a:moveTo>
                    <a:lnTo>
                      <a:pt x="21158" y="39"/>
                    </a:lnTo>
                    <a:lnTo>
                      <a:pt x="20590" y="57"/>
                    </a:lnTo>
                    <a:lnTo>
                      <a:pt x="20023" y="114"/>
                    </a:lnTo>
                    <a:lnTo>
                      <a:pt x="19456" y="190"/>
                    </a:lnTo>
                    <a:lnTo>
                      <a:pt x="18908" y="265"/>
                    </a:lnTo>
                    <a:lnTo>
                      <a:pt x="18359" y="341"/>
                    </a:lnTo>
                    <a:lnTo>
                      <a:pt x="17811" y="455"/>
                    </a:lnTo>
                    <a:lnTo>
                      <a:pt x="17263" y="568"/>
                    </a:lnTo>
                    <a:lnTo>
                      <a:pt x="16733" y="700"/>
                    </a:lnTo>
                    <a:lnTo>
                      <a:pt x="16204" y="852"/>
                    </a:lnTo>
                    <a:lnTo>
                      <a:pt x="15674" y="1003"/>
                    </a:lnTo>
                    <a:lnTo>
                      <a:pt x="15145" y="1173"/>
                    </a:lnTo>
                    <a:lnTo>
                      <a:pt x="14634" y="1362"/>
                    </a:lnTo>
                    <a:lnTo>
                      <a:pt x="14124" y="1551"/>
                    </a:lnTo>
                    <a:lnTo>
                      <a:pt x="13613" y="1759"/>
                    </a:lnTo>
                    <a:lnTo>
                      <a:pt x="13122" y="1967"/>
                    </a:lnTo>
                    <a:lnTo>
                      <a:pt x="12630" y="2194"/>
                    </a:lnTo>
                    <a:lnTo>
                      <a:pt x="12139" y="2440"/>
                    </a:lnTo>
                    <a:lnTo>
                      <a:pt x="11666" y="2686"/>
                    </a:lnTo>
                    <a:lnTo>
                      <a:pt x="11193" y="2950"/>
                    </a:lnTo>
                    <a:lnTo>
                      <a:pt x="10740" y="3234"/>
                    </a:lnTo>
                    <a:lnTo>
                      <a:pt x="10286" y="3517"/>
                    </a:lnTo>
                    <a:lnTo>
                      <a:pt x="9832" y="3820"/>
                    </a:lnTo>
                    <a:lnTo>
                      <a:pt x="9397" y="4123"/>
                    </a:lnTo>
                    <a:lnTo>
                      <a:pt x="8962" y="4425"/>
                    </a:lnTo>
                    <a:lnTo>
                      <a:pt x="8527" y="4765"/>
                    </a:lnTo>
                    <a:lnTo>
                      <a:pt x="8111" y="5087"/>
                    </a:lnTo>
                    <a:lnTo>
                      <a:pt x="7696" y="5446"/>
                    </a:lnTo>
                    <a:lnTo>
                      <a:pt x="7298" y="5805"/>
                    </a:lnTo>
                    <a:lnTo>
                      <a:pt x="6920" y="6165"/>
                    </a:lnTo>
                    <a:lnTo>
                      <a:pt x="6523" y="6543"/>
                    </a:lnTo>
                    <a:lnTo>
                      <a:pt x="6164" y="6921"/>
                    </a:lnTo>
                    <a:lnTo>
                      <a:pt x="5786" y="7318"/>
                    </a:lnTo>
                    <a:lnTo>
                      <a:pt x="5427" y="7715"/>
                    </a:lnTo>
                    <a:lnTo>
                      <a:pt x="5086" y="8112"/>
                    </a:lnTo>
                    <a:lnTo>
                      <a:pt x="4746" y="8528"/>
                    </a:lnTo>
                    <a:lnTo>
                      <a:pt x="4425" y="8963"/>
                    </a:lnTo>
                    <a:lnTo>
                      <a:pt x="4103" y="9398"/>
                    </a:lnTo>
                    <a:lnTo>
                      <a:pt x="3801" y="9833"/>
                    </a:lnTo>
                    <a:lnTo>
                      <a:pt x="3517" y="10286"/>
                    </a:lnTo>
                    <a:lnTo>
                      <a:pt x="3233" y="10740"/>
                    </a:lnTo>
                    <a:lnTo>
                      <a:pt x="2950" y="11213"/>
                    </a:lnTo>
                    <a:lnTo>
                      <a:pt x="2685" y="11685"/>
                    </a:lnTo>
                    <a:lnTo>
                      <a:pt x="2439" y="12158"/>
                    </a:lnTo>
                    <a:lnTo>
                      <a:pt x="2193" y="12631"/>
                    </a:lnTo>
                    <a:lnTo>
                      <a:pt x="1967" y="13122"/>
                    </a:lnTo>
                    <a:lnTo>
                      <a:pt x="1740" y="13633"/>
                    </a:lnTo>
                    <a:lnTo>
                      <a:pt x="1551" y="14125"/>
                    </a:lnTo>
                    <a:lnTo>
                      <a:pt x="1343" y="14635"/>
                    </a:lnTo>
                    <a:lnTo>
                      <a:pt x="1172" y="15164"/>
                    </a:lnTo>
                    <a:lnTo>
                      <a:pt x="1002" y="15675"/>
                    </a:lnTo>
                    <a:lnTo>
                      <a:pt x="832" y="16204"/>
                    </a:lnTo>
                    <a:lnTo>
                      <a:pt x="700" y="16734"/>
                    </a:lnTo>
                    <a:lnTo>
                      <a:pt x="567" y="17263"/>
                    </a:lnTo>
                    <a:lnTo>
                      <a:pt x="454" y="17811"/>
                    </a:lnTo>
                    <a:lnTo>
                      <a:pt x="341" y="18360"/>
                    </a:lnTo>
                    <a:lnTo>
                      <a:pt x="246" y="18908"/>
                    </a:lnTo>
                    <a:lnTo>
                      <a:pt x="170" y="19475"/>
                    </a:lnTo>
                    <a:lnTo>
                      <a:pt x="114" y="20024"/>
                    </a:lnTo>
                    <a:lnTo>
                      <a:pt x="57" y="20591"/>
                    </a:lnTo>
                    <a:lnTo>
                      <a:pt x="19" y="21158"/>
                    </a:lnTo>
                    <a:lnTo>
                      <a:pt x="0" y="21725"/>
                    </a:lnTo>
                    <a:lnTo>
                      <a:pt x="0" y="22311"/>
                    </a:lnTo>
                    <a:lnTo>
                      <a:pt x="0" y="22879"/>
                    </a:lnTo>
                    <a:lnTo>
                      <a:pt x="19" y="23465"/>
                    </a:lnTo>
                    <a:lnTo>
                      <a:pt x="57" y="24032"/>
                    </a:lnTo>
                    <a:lnTo>
                      <a:pt x="114" y="24599"/>
                    </a:lnTo>
                    <a:lnTo>
                      <a:pt x="170" y="25147"/>
                    </a:lnTo>
                    <a:lnTo>
                      <a:pt x="246" y="25715"/>
                    </a:lnTo>
                    <a:lnTo>
                      <a:pt x="341" y="26263"/>
                    </a:lnTo>
                    <a:lnTo>
                      <a:pt x="454" y="26811"/>
                    </a:lnTo>
                    <a:lnTo>
                      <a:pt x="567" y="27341"/>
                    </a:lnTo>
                    <a:lnTo>
                      <a:pt x="700" y="27889"/>
                    </a:lnTo>
                    <a:lnTo>
                      <a:pt x="832" y="28418"/>
                    </a:lnTo>
                    <a:lnTo>
                      <a:pt x="1002" y="28948"/>
                    </a:lnTo>
                    <a:lnTo>
                      <a:pt x="1172" y="29458"/>
                    </a:lnTo>
                    <a:lnTo>
                      <a:pt x="1343" y="29988"/>
                    </a:lnTo>
                    <a:lnTo>
                      <a:pt x="1551" y="30498"/>
                    </a:lnTo>
                    <a:lnTo>
                      <a:pt x="1740" y="30990"/>
                    </a:lnTo>
                    <a:lnTo>
                      <a:pt x="1967" y="31481"/>
                    </a:lnTo>
                    <a:lnTo>
                      <a:pt x="2193" y="31973"/>
                    </a:lnTo>
                    <a:lnTo>
                      <a:pt x="2439" y="32465"/>
                    </a:lnTo>
                    <a:lnTo>
                      <a:pt x="2685" y="32937"/>
                    </a:lnTo>
                    <a:lnTo>
                      <a:pt x="2950" y="33410"/>
                    </a:lnTo>
                    <a:lnTo>
                      <a:pt x="3233" y="33883"/>
                    </a:lnTo>
                    <a:lnTo>
                      <a:pt x="3517" y="34336"/>
                    </a:lnTo>
                    <a:lnTo>
                      <a:pt x="3801" y="34790"/>
                    </a:lnTo>
                    <a:lnTo>
                      <a:pt x="4103" y="35225"/>
                    </a:lnTo>
                    <a:lnTo>
                      <a:pt x="4425" y="35660"/>
                    </a:lnTo>
                    <a:lnTo>
                      <a:pt x="4746" y="36076"/>
                    </a:lnTo>
                    <a:lnTo>
                      <a:pt x="5086" y="36492"/>
                    </a:lnTo>
                    <a:lnTo>
                      <a:pt x="5427" y="36908"/>
                    </a:lnTo>
                    <a:lnTo>
                      <a:pt x="5786" y="37305"/>
                    </a:lnTo>
                    <a:lnTo>
                      <a:pt x="6164" y="37702"/>
                    </a:lnTo>
                    <a:lnTo>
                      <a:pt x="6523" y="38080"/>
                    </a:lnTo>
                    <a:lnTo>
                      <a:pt x="6920" y="38458"/>
                    </a:lnTo>
                    <a:lnTo>
                      <a:pt x="7298" y="38817"/>
                    </a:lnTo>
                    <a:lnTo>
                      <a:pt x="7696" y="39177"/>
                    </a:lnTo>
                    <a:lnTo>
                      <a:pt x="8111" y="39517"/>
                    </a:lnTo>
                    <a:lnTo>
                      <a:pt x="8527" y="39857"/>
                    </a:lnTo>
                    <a:lnTo>
                      <a:pt x="8962" y="40179"/>
                    </a:lnTo>
                    <a:lnTo>
                      <a:pt x="9397" y="40500"/>
                    </a:lnTo>
                    <a:lnTo>
                      <a:pt x="9832" y="40803"/>
                    </a:lnTo>
                    <a:lnTo>
                      <a:pt x="10286" y="41105"/>
                    </a:lnTo>
                    <a:lnTo>
                      <a:pt x="10740" y="41389"/>
                    </a:lnTo>
                    <a:lnTo>
                      <a:pt x="11193" y="41654"/>
                    </a:lnTo>
                    <a:lnTo>
                      <a:pt x="11666" y="41918"/>
                    </a:lnTo>
                    <a:lnTo>
                      <a:pt x="12139" y="42183"/>
                    </a:lnTo>
                    <a:lnTo>
                      <a:pt x="12630" y="42410"/>
                    </a:lnTo>
                    <a:lnTo>
                      <a:pt x="13122" y="42656"/>
                    </a:lnTo>
                    <a:lnTo>
                      <a:pt x="13613" y="42864"/>
                    </a:lnTo>
                    <a:lnTo>
                      <a:pt x="14124" y="43072"/>
                    </a:lnTo>
                    <a:lnTo>
                      <a:pt x="14634" y="43261"/>
                    </a:lnTo>
                    <a:lnTo>
                      <a:pt x="15145" y="43450"/>
                    </a:lnTo>
                    <a:lnTo>
                      <a:pt x="15674" y="43620"/>
                    </a:lnTo>
                    <a:lnTo>
                      <a:pt x="16204" y="43771"/>
                    </a:lnTo>
                    <a:lnTo>
                      <a:pt x="16733" y="43922"/>
                    </a:lnTo>
                    <a:lnTo>
                      <a:pt x="17263" y="44055"/>
                    </a:lnTo>
                    <a:lnTo>
                      <a:pt x="17811" y="44168"/>
                    </a:lnTo>
                    <a:lnTo>
                      <a:pt x="18359" y="44263"/>
                    </a:lnTo>
                    <a:lnTo>
                      <a:pt x="18908" y="44357"/>
                    </a:lnTo>
                    <a:lnTo>
                      <a:pt x="19456" y="44433"/>
                    </a:lnTo>
                    <a:lnTo>
                      <a:pt x="20023" y="44509"/>
                    </a:lnTo>
                    <a:lnTo>
                      <a:pt x="20590" y="44546"/>
                    </a:lnTo>
                    <a:lnTo>
                      <a:pt x="21158" y="44584"/>
                    </a:lnTo>
                    <a:lnTo>
                      <a:pt x="21725" y="44603"/>
                    </a:lnTo>
                    <a:lnTo>
                      <a:pt x="22311" y="44622"/>
                    </a:lnTo>
                    <a:lnTo>
                      <a:pt x="22878" y="44603"/>
                    </a:lnTo>
                    <a:lnTo>
                      <a:pt x="23445" y="44584"/>
                    </a:lnTo>
                    <a:lnTo>
                      <a:pt x="24013" y="44546"/>
                    </a:lnTo>
                    <a:lnTo>
                      <a:pt x="24580" y="44509"/>
                    </a:lnTo>
                    <a:lnTo>
                      <a:pt x="25147" y="44433"/>
                    </a:lnTo>
                    <a:lnTo>
                      <a:pt x="25695" y="44357"/>
                    </a:lnTo>
                    <a:lnTo>
                      <a:pt x="26244" y="44263"/>
                    </a:lnTo>
                    <a:lnTo>
                      <a:pt x="26792" y="44168"/>
                    </a:lnTo>
                    <a:lnTo>
                      <a:pt x="27340" y="44055"/>
                    </a:lnTo>
                    <a:lnTo>
                      <a:pt x="27870" y="43922"/>
                    </a:lnTo>
                    <a:lnTo>
                      <a:pt x="28418" y="43771"/>
                    </a:lnTo>
                    <a:lnTo>
                      <a:pt x="28928" y="43620"/>
                    </a:lnTo>
                    <a:lnTo>
                      <a:pt x="29458" y="43450"/>
                    </a:lnTo>
                    <a:lnTo>
                      <a:pt x="29968" y="43261"/>
                    </a:lnTo>
                    <a:lnTo>
                      <a:pt x="30479" y="43072"/>
                    </a:lnTo>
                    <a:lnTo>
                      <a:pt x="30989" y="42864"/>
                    </a:lnTo>
                    <a:lnTo>
                      <a:pt x="31481" y="42656"/>
                    </a:lnTo>
                    <a:lnTo>
                      <a:pt x="31972" y="42410"/>
                    </a:lnTo>
                    <a:lnTo>
                      <a:pt x="32464" y="42183"/>
                    </a:lnTo>
                    <a:lnTo>
                      <a:pt x="32937" y="41918"/>
                    </a:lnTo>
                    <a:lnTo>
                      <a:pt x="33409" y="41654"/>
                    </a:lnTo>
                    <a:lnTo>
                      <a:pt x="33863" y="41389"/>
                    </a:lnTo>
                    <a:lnTo>
                      <a:pt x="34336" y="41105"/>
                    </a:lnTo>
                    <a:lnTo>
                      <a:pt x="34771" y="40803"/>
                    </a:lnTo>
                    <a:lnTo>
                      <a:pt x="35225" y="40500"/>
                    </a:lnTo>
                    <a:lnTo>
                      <a:pt x="35659" y="40179"/>
                    </a:lnTo>
                    <a:lnTo>
                      <a:pt x="36075" y="39857"/>
                    </a:lnTo>
                    <a:lnTo>
                      <a:pt x="36491" y="39517"/>
                    </a:lnTo>
                    <a:lnTo>
                      <a:pt x="36907" y="39177"/>
                    </a:lnTo>
                    <a:lnTo>
                      <a:pt x="37304" y="38817"/>
                    </a:lnTo>
                    <a:lnTo>
                      <a:pt x="37701" y="38458"/>
                    </a:lnTo>
                    <a:lnTo>
                      <a:pt x="38080" y="38080"/>
                    </a:lnTo>
                    <a:lnTo>
                      <a:pt x="38458" y="37702"/>
                    </a:lnTo>
                    <a:lnTo>
                      <a:pt x="38817" y="37305"/>
                    </a:lnTo>
                    <a:lnTo>
                      <a:pt x="39176" y="36908"/>
                    </a:lnTo>
                    <a:lnTo>
                      <a:pt x="39517" y="36492"/>
                    </a:lnTo>
                    <a:lnTo>
                      <a:pt x="39857" y="36076"/>
                    </a:lnTo>
                    <a:lnTo>
                      <a:pt x="40178" y="35660"/>
                    </a:lnTo>
                    <a:lnTo>
                      <a:pt x="40500" y="35225"/>
                    </a:lnTo>
                    <a:lnTo>
                      <a:pt x="40802" y="34790"/>
                    </a:lnTo>
                    <a:lnTo>
                      <a:pt x="41105" y="34336"/>
                    </a:lnTo>
                    <a:lnTo>
                      <a:pt x="41388" y="33883"/>
                    </a:lnTo>
                    <a:lnTo>
                      <a:pt x="41653" y="33410"/>
                    </a:lnTo>
                    <a:lnTo>
                      <a:pt x="41918" y="32937"/>
                    </a:lnTo>
                    <a:lnTo>
                      <a:pt x="42164" y="32465"/>
                    </a:lnTo>
                    <a:lnTo>
                      <a:pt x="42409" y="31973"/>
                    </a:lnTo>
                    <a:lnTo>
                      <a:pt x="42636" y="31481"/>
                    </a:lnTo>
                    <a:lnTo>
                      <a:pt x="42863" y="30990"/>
                    </a:lnTo>
                    <a:lnTo>
                      <a:pt x="43071" y="30498"/>
                    </a:lnTo>
                    <a:lnTo>
                      <a:pt x="43260" y="29988"/>
                    </a:lnTo>
                    <a:lnTo>
                      <a:pt x="43430" y="29458"/>
                    </a:lnTo>
                    <a:lnTo>
                      <a:pt x="43600" y="28948"/>
                    </a:lnTo>
                    <a:lnTo>
                      <a:pt x="43771" y="28418"/>
                    </a:lnTo>
                    <a:lnTo>
                      <a:pt x="43903" y="27889"/>
                    </a:lnTo>
                    <a:lnTo>
                      <a:pt x="44035" y="27341"/>
                    </a:lnTo>
                    <a:lnTo>
                      <a:pt x="44149" y="26811"/>
                    </a:lnTo>
                    <a:lnTo>
                      <a:pt x="44262" y="26263"/>
                    </a:lnTo>
                    <a:lnTo>
                      <a:pt x="44357" y="25715"/>
                    </a:lnTo>
                    <a:lnTo>
                      <a:pt x="44432" y="25147"/>
                    </a:lnTo>
                    <a:lnTo>
                      <a:pt x="44489" y="24599"/>
                    </a:lnTo>
                    <a:lnTo>
                      <a:pt x="44546" y="24032"/>
                    </a:lnTo>
                    <a:lnTo>
                      <a:pt x="44584" y="23465"/>
                    </a:lnTo>
                    <a:lnTo>
                      <a:pt x="44603" y="22879"/>
                    </a:lnTo>
                    <a:lnTo>
                      <a:pt x="44603" y="22311"/>
                    </a:lnTo>
                    <a:lnTo>
                      <a:pt x="44603" y="21725"/>
                    </a:lnTo>
                    <a:lnTo>
                      <a:pt x="44584" y="21158"/>
                    </a:lnTo>
                    <a:lnTo>
                      <a:pt x="44546" y="20591"/>
                    </a:lnTo>
                    <a:lnTo>
                      <a:pt x="44489" y="20024"/>
                    </a:lnTo>
                    <a:lnTo>
                      <a:pt x="44432" y="19475"/>
                    </a:lnTo>
                    <a:lnTo>
                      <a:pt x="44357" y="18908"/>
                    </a:lnTo>
                    <a:lnTo>
                      <a:pt x="44262" y="18360"/>
                    </a:lnTo>
                    <a:lnTo>
                      <a:pt x="44149" y="17811"/>
                    </a:lnTo>
                    <a:lnTo>
                      <a:pt x="44035" y="17263"/>
                    </a:lnTo>
                    <a:lnTo>
                      <a:pt x="43903" y="16734"/>
                    </a:lnTo>
                    <a:lnTo>
                      <a:pt x="43771" y="16204"/>
                    </a:lnTo>
                    <a:lnTo>
                      <a:pt x="43600" y="15675"/>
                    </a:lnTo>
                    <a:lnTo>
                      <a:pt x="43430" y="15164"/>
                    </a:lnTo>
                    <a:lnTo>
                      <a:pt x="43260" y="14635"/>
                    </a:lnTo>
                    <a:lnTo>
                      <a:pt x="43071" y="14125"/>
                    </a:lnTo>
                    <a:lnTo>
                      <a:pt x="42863" y="13633"/>
                    </a:lnTo>
                    <a:lnTo>
                      <a:pt x="42636" y="13122"/>
                    </a:lnTo>
                    <a:lnTo>
                      <a:pt x="42409" y="12631"/>
                    </a:lnTo>
                    <a:lnTo>
                      <a:pt x="42164" y="12158"/>
                    </a:lnTo>
                    <a:lnTo>
                      <a:pt x="41918" y="11685"/>
                    </a:lnTo>
                    <a:lnTo>
                      <a:pt x="41653" y="11213"/>
                    </a:lnTo>
                    <a:lnTo>
                      <a:pt x="41388" y="10740"/>
                    </a:lnTo>
                    <a:lnTo>
                      <a:pt x="41105" y="10286"/>
                    </a:lnTo>
                    <a:lnTo>
                      <a:pt x="40802" y="9833"/>
                    </a:lnTo>
                    <a:lnTo>
                      <a:pt x="40500" y="9398"/>
                    </a:lnTo>
                    <a:lnTo>
                      <a:pt x="40178" y="8963"/>
                    </a:lnTo>
                    <a:lnTo>
                      <a:pt x="39857" y="8528"/>
                    </a:lnTo>
                    <a:lnTo>
                      <a:pt x="39517" y="8112"/>
                    </a:lnTo>
                    <a:lnTo>
                      <a:pt x="39176" y="7715"/>
                    </a:lnTo>
                    <a:lnTo>
                      <a:pt x="38817" y="7318"/>
                    </a:lnTo>
                    <a:lnTo>
                      <a:pt x="38458" y="6921"/>
                    </a:lnTo>
                    <a:lnTo>
                      <a:pt x="38080" y="6543"/>
                    </a:lnTo>
                    <a:lnTo>
                      <a:pt x="37701" y="6165"/>
                    </a:lnTo>
                    <a:lnTo>
                      <a:pt x="37304" y="5805"/>
                    </a:lnTo>
                    <a:lnTo>
                      <a:pt x="36907" y="5446"/>
                    </a:lnTo>
                    <a:lnTo>
                      <a:pt x="36491" y="5087"/>
                    </a:lnTo>
                    <a:lnTo>
                      <a:pt x="36075" y="4765"/>
                    </a:lnTo>
                    <a:lnTo>
                      <a:pt x="35659" y="4425"/>
                    </a:lnTo>
                    <a:lnTo>
                      <a:pt x="35225" y="4123"/>
                    </a:lnTo>
                    <a:lnTo>
                      <a:pt x="34771" y="3820"/>
                    </a:lnTo>
                    <a:lnTo>
                      <a:pt x="34336" y="3517"/>
                    </a:lnTo>
                    <a:lnTo>
                      <a:pt x="33863" y="3234"/>
                    </a:lnTo>
                    <a:lnTo>
                      <a:pt x="33409" y="2950"/>
                    </a:lnTo>
                    <a:lnTo>
                      <a:pt x="32937" y="2686"/>
                    </a:lnTo>
                    <a:lnTo>
                      <a:pt x="32464" y="2440"/>
                    </a:lnTo>
                    <a:lnTo>
                      <a:pt x="31972" y="2194"/>
                    </a:lnTo>
                    <a:lnTo>
                      <a:pt x="31481" y="1967"/>
                    </a:lnTo>
                    <a:lnTo>
                      <a:pt x="30989" y="1759"/>
                    </a:lnTo>
                    <a:lnTo>
                      <a:pt x="30479" y="1551"/>
                    </a:lnTo>
                    <a:lnTo>
                      <a:pt x="29968" y="1362"/>
                    </a:lnTo>
                    <a:lnTo>
                      <a:pt x="29458" y="1173"/>
                    </a:lnTo>
                    <a:lnTo>
                      <a:pt x="28928" y="1003"/>
                    </a:lnTo>
                    <a:lnTo>
                      <a:pt x="28418" y="852"/>
                    </a:lnTo>
                    <a:lnTo>
                      <a:pt x="27870" y="700"/>
                    </a:lnTo>
                    <a:lnTo>
                      <a:pt x="27340" y="568"/>
                    </a:lnTo>
                    <a:lnTo>
                      <a:pt x="26792" y="455"/>
                    </a:lnTo>
                    <a:lnTo>
                      <a:pt x="26244" y="341"/>
                    </a:lnTo>
                    <a:lnTo>
                      <a:pt x="25695" y="265"/>
                    </a:lnTo>
                    <a:lnTo>
                      <a:pt x="25147" y="190"/>
                    </a:lnTo>
                    <a:lnTo>
                      <a:pt x="24580" y="114"/>
                    </a:lnTo>
                    <a:lnTo>
                      <a:pt x="24013" y="57"/>
                    </a:lnTo>
                    <a:lnTo>
                      <a:pt x="23445" y="39"/>
                    </a:lnTo>
                    <a:lnTo>
                      <a:pt x="22878" y="1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24"/>
              <p:cNvSpPr/>
              <p:nvPr/>
            </p:nvSpPr>
            <p:spPr>
              <a:xfrm>
                <a:off x="1764450" y="-1858000"/>
                <a:ext cx="854150" cy="854625"/>
              </a:xfrm>
              <a:custGeom>
                <a:avLst/>
                <a:gdLst/>
                <a:ahLst/>
                <a:cxnLst/>
                <a:rect l="l" t="t" r="r" b="b"/>
                <a:pathLst>
                  <a:path w="34166" h="34185" extrusionOk="0">
                    <a:moveTo>
                      <a:pt x="17093" y="0"/>
                    </a:moveTo>
                    <a:lnTo>
                      <a:pt x="16204" y="19"/>
                    </a:lnTo>
                    <a:lnTo>
                      <a:pt x="15334" y="95"/>
                    </a:lnTo>
                    <a:lnTo>
                      <a:pt x="14483" y="208"/>
                    </a:lnTo>
                    <a:lnTo>
                      <a:pt x="13651" y="360"/>
                    </a:lnTo>
                    <a:lnTo>
                      <a:pt x="12820" y="549"/>
                    </a:lnTo>
                    <a:lnTo>
                      <a:pt x="12006" y="776"/>
                    </a:lnTo>
                    <a:lnTo>
                      <a:pt x="11212" y="1040"/>
                    </a:lnTo>
                    <a:lnTo>
                      <a:pt x="10437" y="1343"/>
                    </a:lnTo>
                    <a:lnTo>
                      <a:pt x="9681" y="1683"/>
                    </a:lnTo>
                    <a:lnTo>
                      <a:pt x="8944" y="2061"/>
                    </a:lnTo>
                    <a:lnTo>
                      <a:pt x="8225" y="2477"/>
                    </a:lnTo>
                    <a:lnTo>
                      <a:pt x="7525" y="2931"/>
                    </a:lnTo>
                    <a:lnTo>
                      <a:pt x="6864" y="3404"/>
                    </a:lnTo>
                    <a:lnTo>
                      <a:pt x="6221" y="3914"/>
                    </a:lnTo>
                    <a:lnTo>
                      <a:pt x="5597" y="4444"/>
                    </a:lnTo>
                    <a:lnTo>
                      <a:pt x="5011" y="5011"/>
                    </a:lnTo>
                    <a:lnTo>
                      <a:pt x="4444" y="5597"/>
                    </a:lnTo>
                    <a:lnTo>
                      <a:pt x="3895" y="6221"/>
                    </a:lnTo>
                    <a:lnTo>
                      <a:pt x="3404" y="6864"/>
                    </a:lnTo>
                    <a:lnTo>
                      <a:pt x="2912" y="7544"/>
                    </a:lnTo>
                    <a:lnTo>
                      <a:pt x="2477" y="8225"/>
                    </a:lnTo>
                    <a:lnTo>
                      <a:pt x="2061" y="8944"/>
                    </a:lnTo>
                    <a:lnTo>
                      <a:pt x="1683" y="9681"/>
                    </a:lnTo>
                    <a:lnTo>
                      <a:pt x="1343" y="10437"/>
                    </a:lnTo>
                    <a:lnTo>
                      <a:pt x="1040" y="11213"/>
                    </a:lnTo>
                    <a:lnTo>
                      <a:pt x="776" y="12007"/>
                    </a:lnTo>
                    <a:lnTo>
                      <a:pt x="530" y="12820"/>
                    </a:lnTo>
                    <a:lnTo>
                      <a:pt x="341" y="13652"/>
                    </a:lnTo>
                    <a:lnTo>
                      <a:pt x="189" y="14483"/>
                    </a:lnTo>
                    <a:lnTo>
                      <a:pt x="95" y="15334"/>
                    </a:lnTo>
                    <a:lnTo>
                      <a:pt x="19" y="16204"/>
                    </a:lnTo>
                    <a:lnTo>
                      <a:pt x="0" y="17093"/>
                    </a:lnTo>
                    <a:lnTo>
                      <a:pt x="19" y="17962"/>
                    </a:lnTo>
                    <a:lnTo>
                      <a:pt x="95" y="18832"/>
                    </a:lnTo>
                    <a:lnTo>
                      <a:pt x="189" y="19683"/>
                    </a:lnTo>
                    <a:lnTo>
                      <a:pt x="341" y="20534"/>
                    </a:lnTo>
                    <a:lnTo>
                      <a:pt x="530" y="21366"/>
                    </a:lnTo>
                    <a:lnTo>
                      <a:pt x="776" y="22179"/>
                    </a:lnTo>
                    <a:lnTo>
                      <a:pt x="1040" y="22973"/>
                    </a:lnTo>
                    <a:lnTo>
                      <a:pt x="1343" y="23748"/>
                    </a:lnTo>
                    <a:lnTo>
                      <a:pt x="1683" y="24504"/>
                    </a:lnTo>
                    <a:lnTo>
                      <a:pt x="2061" y="25242"/>
                    </a:lnTo>
                    <a:lnTo>
                      <a:pt x="2477" y="25941"/>
                    </a:lnTo>
                    <a:lnTo>
                      <a:pt x="2912" y="26641"/>
                    </a:lnTo>
                    <a:lnTo>
                      <a:pt x="3404" y="27322"/>
                    </a:lnTo>
                    <a:lnTo>
                      <a:pt x="3895" y="27964"/>
                    </a:lnTo>
                    <a:lnTo>
                      <a:pt x="4444" y="28569"/>
                    </a:lnTo>
                    <a:lnTo>
                      <a:pt x="5011" y="29174"/>
                    </a:lnTo>
                    <a:lnTo>
                      <a:pt x="5597" y="29742"/>
                    </a:lnTo>
                    <a:lnTo>
                      <a:pt x="6221" y="30271"/>
                    </a:lnTo>
                    <a:lnTo>
                      <a:pt x="6864" y="30782"/>
                    </a:lnTo>
                    <a:lnTo>
                      <a:pt x="7525" y="31254"/>
                    </a:lnTo>
                    <a:lnTo>
                      <a:pt x="8225" y="31708"/>
                    </a:lnTo>
                    <a:lnTo>
                      <a:pt x="8944" y="32105"/>
                    </a:lnTo>
                    <a:lnTo>
                      <a:pt x="9681" y="32483"/>
                    </a:lnTo>
                    <a:lnTo>
                      <a:pt x="10437" y="32824"/>
                    </a:lnTo>
                    <a:lnTo>
                      <a:pt x="11212" y="33145"/>
                    </a:lnTo>
                    <a:lnTo>
                      <a:pt x="12006" y="33410"/>
                    </a:lnTo>
                    <a:lnTo>
                      <a:pt x="12820" y="33637"/>
                    </a:lnTo>
                    <a:lnTo>
                      <a:pt x="13651" y="33826"/>
                    </a:lnTo>
                    <a:lnTo>
                      <a:pt x="14483" y="33977"/>
                    </a:lnTo>
                    <a:lnTo>
                      <a:pt x="15334" y="34090"/>
                    </a:lnTo>
                    <a:lnTo>
                      <a:pt x="16204" y="34147"/>
                    </a:lnTo>
                    <a:lnTo>
                      <a:pt x="17093" y="34185"/>
                    </a:lnTo>
                    <a:lnTo>
                      <a:pt x="17962" y="34147"/>
                    </a:lnTo>
                    <a:lnTo>
                      <a:pt x="18832" y="34090"/>
                    </a:lnTo>
                    <a:lnTo>
                      <a:pt x="19683" y="33977"/>
                    </a:lnTo>
                    <a:lnTo>
                      <a:pt x="20534" y="33826"/>
                    </a:lnTo>
                    <a:lnTo>
                      <a:pt x="21347" y="33637"/>
                    </a:lnTo>
                    <a:lnTo>
                      <a:pt x="22160" y="33410"/>
                    </a:lnTo>
                    <a:lnTo>
                      <a:pt x="22954" y="33145"/>
                    </a:lnTo>
                    <a:lnTo>
                      <a:pt x="23729" y="32824"/>
                    </a:lnTo>
                    <a:lnTo>
                      <a:pt x="24485" y="32483"/>
                    </a:lnTo>
                    <a:lnTo>
                      <a:pt x="25223" y="32105"/>
                    </a:lnTo>
                    <a:lnTo>
                      <a:pt x="25941" y="31708"/>
                    </a:lnTo>
                    <a:lnTo>
                      <a:pt x="26641" y="31254"/>
                    </a:lnTo>
                    <a:lnTo>
                      <a:pt x="27303" y="30782"/>
                    </a:lnTo>
                    <a:lnTo>
                      <a:pt x="27945" y="30271"/>
                    </a:lnTo>
                    <a:lnTo>
                      <a:pt x="28569" y="29742"/>
                    </a:lnTo>
                    <a:lnTo>
                      <a:pt x="29174" y="29174"/>
                    </a:lnTo>
                    <a:lnTo>
                      <a:pt x="29723" y="28569"/>
                    </a:lnTo>
                    <a:lnTo>
                      <a:pt x="30271" y="27964"/>
                    </a:lnTo>
                    <a:lnTo>
                      <a:pt x="30781" y="27322"/>
                    </a:lnTo>
                    <a:lnTo>
                      <a:pt x="31254" y="26641"/>
                    </a:lnTo>
                    <a:lnTo>
                      <a:pt x="31689" y="25941"/>
                    </a:lnTo>
                    <a:lnTo>
                      <a:pt x="32105" y="25242"/>
                    </a:lnTo>
                    <a:lnTo>
                      <a:pt x="32483" y="24504"/>
                    </a:lnTo>
                    <a:lnTo>
                      <a:pt x="32823" y="23748"/>
                    </a:lnTo>
                    <a:lnTo>
                      <a:pt x="33126" y="22973"/>
                    </a:lnTo>
                    <a:lnTo>
                      <a:pt x="33410" y="22179"/>
                    </a:lnTo>
                    <a:lnTo>
                      <a:pt x="33636" y="21366"/>
                    </a:lnTo>
                    <a:lnTo>
                      <a:pt x="33826" y="20534"/>
                    </a:lnTo>
                    <a:lnTo>
                      <a:pt x="33977" y="19683"/>
                    </a:lnTo>
                    <a:lnTo>
                      <a:pt x="34090" y="18832"/>
                    </a:lnTo>
                    <a:lnTo>
                      <a:pt x="34147" y="17962"/>
                    </a:lnTo>
                    <a:lnTo>
                      <a:pt x="34166" y="17093"/>
                    </a:lnTo>
                    <a:lnTo>
                      <a:pt x="34147" y="16204"/>
                    </a:lnTo>
                    <a:lnTo>
                      <a:pt x="34090" y="15334"/>
                    </a:lnTo>
                    <a:lnTo>
                      <a:pt x="33977" y="14483"/>
                    </a:lnTo>
                    <a:lnTo>
                      <a:pt x="33826" y="13652"/>
                    </a:lnTo>
                    <a:lnTo>
                      <a:pt x="33636" y="12820"/>
                    </a:lnTo>
                    <a:lnTo>
                      <a:pt x="33410" y="12007"/>
                    </a:lnTo>
                    <a:lnTo>
                      <a:pt x="33126" y="11213"/>
                    </a:lnTo>
                    <a:lnTo>
                      <a:pt x="32823" y="10437"/>
                    </a:lnTo>
                    <a:lnTo>
                      <a:pt x="32483" y="9681"/>
                    </a:lnTo>
                    <a:lnTo>
                      <a:pt x="32105" y="8944"/>
                    </a:lnTo>
                    <a:lnTo>
                      <a:pt x="31689" y="8225"/>
                    </a:lnTo>
                    <a:lnTo>
                      <a:pt x="31254" y="7544"/>
                    </a:lnTo>
                    <a:lnTo>
                      <a:pt x="30781" y="6864"/>
                    </a:lnTo>
                    <a:lnTo>
                      <a:pt x="30271" y="6221"/>
                    </a:lnTo>
                    <a:lnTo>
                      <a:pt x="29723" y="5597"/>
                    </a:lnTo>
                    <a:lnTo>
                      <a:pt x="29174" y="5011"/>
                    </a:lnTo>
                    <a:lnTo>
                      <a:pt x="28569" y="4444"/>
                    </a:lnTo>
                    <a:lnTo>
                      <a:pt x="27945" y="3914"/>
                    </a:lnTo>
                    <a:lnTo>
                      <a:pt x="27303" y="3404"/>
                    </a:lnTo>
                    <a:lnTo>
                      <a:pt x="26641" y="2931"/>
                    </a:lnTo>
                    <a:lnTo>
                      <a:pt x="25941" y="2477"/>
                    </a:lnTo>
                    <a:lnTo>
                      <a:pt x="25223" y="2061"/>
                    </a:lnTo>
                    <a:lnTo>
                      <a:pt x="24485" y="1683"/>
                    </a:lnTo>
                    <a:lnTo>
                      <a:pt x="23729" y="1343"/>
                    </a:lnTo>
                    <a:lnTo>
                      <a:pt x="22954" y="1040"/>
                    </a:lnTo>
                    <a:lnTo>
                      <a:pt x="22160" y="776"/>
                    </a:lnTo>
                    <a:lnTo>
                      <a:pt x="21347" y="549"/>
                    </a:lnTo>
                    <a:lnTo>
                      <a:pt x="20534" y="360"/>
                    </a:lnTo>
                    <a:lnTo>
                      <a:pt x="19683" y="208"/>
                    </a:lnTo>
                    <a:lnTo>
                      <a:pt x="18832" y="95"/>
                    </a:lnTo>
                    <a:lnTo>
                      <a:pt x="17962" y="19"/>
                    </a:lnTo>
                    <a:lnTo>
                      <a:pt x="170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24"/>
              <p:cNvSpPr/>
              <p:nvPr/>
            </p:nvSpPr>
            <p:spPr>
              <a:xfrm>
                <a:off x="1875050" y="-1734150"/>
                <a:ext cx="619725" cy="619700"/>
              </a:xfrm>
              <a:custGeom>
                <a:avLst/>
                <a:gdLst/>
                <a:ahLst/>
                <a:cxnLst/>
                <a:rect l="l" t="t" r="r" b="b"/>
                <a:pathLst>
                  <a:path w="24789" h="24788" extrusionOk="0">
                    <a:moveTo>
                      <a:pt x="12404" y="0"/>
                    </a:moveTo>
                    <a:lnTo>
                      <a:pt x="11761" y="19"/>
                    </a:lnTo>
                    <a:lnTo>
                      <a:pt x="11137" y="76"/>
                    </a:lnTo>
                    <a:lnTo>
                      <a:pt x="10513" y="151"/>
                    </a:lnTo>
                    <a:lnTo>
                      <a:pt x="9889" y="265"/>
                    </a:lnTo>
                    <a:lnTo>
                      <a:pt x="9303" y="397"/>
                    </a:lnTo>
                    <a:lnTo>
                      <a:pt x="8717" y="567"/>
                    </a:lnTo>
                    <a:lnTo>
                      <a:pt x="8131" y="756"/>
                    </a:lnTo>
                    <a:lnTo>
                      <a:pt x="7564" y="983"/>
                    </a:lnTo>
                    <a:lnTo>
                      <a:pt x="7015" y="1229"/>
                    </a:lnTo>
                    <a:lnTo>
                      <a:pt x="6486" y="1513"/>
                    </a:lnTo>
                    <a:lnTo>
                      <a:pt x="5975" y="1796"/>
                    </a:lnTo>
                    <a:lnTo>
                      <a:pt x="5465" y="2118"/>
                    </a:lnTo>
                    <a:lnTo>
                      <a:pt x="4973" y="2477"/>
                    </a:lnTo>
                    <a:lnTo>
                      <a:pt x="4520" y="2836"/>
                    </a:lnTo>
                    <a:lnTo>
                      <a:pt x="4066" y="3233"/>
                    </a:lnTo>
                    <a:lnTo>
                      <a:pt x="3631" y="3630"/>
                    </a:lnTo>
                    <a:lnTo>
                      <a:pt x="3215" y="4065"/>
                    </a:lnTo>
                    <a:lnTo>
                      <a:pt x="2837" y="4519"/>
                    </a:lnTo>
                    <a:lnTo>
                      <a:pt x="2459" y="4992"/>
                    </a:lnTo>
                    <a:lnTo>
                      <a:pt x="2118" y="5464"/>
                    </a:lnTo>
                    <a:lnTo>
                      <a:pt x="1797" y="5975"/>
                    </a:lnTo>
                    <a:lnTo>
                      <a:pt x="1494" y="6485"/>
                    </a:lnTo>
                    <a:lnTo>
                      <a:pt x="1230" y="7034"/>
                    </a:lnTo>
                    <a:lnTo>
                      <a:pt x="984" y="7582"/>
                    </a:lnTo>
                    <a:lnTo>
                      <a:pt x="757" y="8149"/>
                    </a:lnTo>
                    <a:lnTo>
                      <a:pt x="568" y="8716"/>
                    </a:lnTo>
                    <a:lnTo>
                      <a:pt x="398" y="9303"/>
                    </a:lnTo>
                    <a:lnTo>
                      <a:pt x="246" y="9908"/>
                    </a:lnTo>
                    <a:lnTo>
                      <a:pt x="152" y="10513"/>
                    </a:lnTo>
                    <a:lnTo>
                      <a:pt x="57" y="11137"/>
                    </a:lnTo>
                    <a:lnTo>
                      <a:pt x="20" y="11761"/>
                    </a:lnTo>
                    <a:lnTo>
                      <a:pt x="1" y="12403"/>
                    </a:lnTo>
                    <a:lnTo>
                      <a:pt x="20" y="13046"/>
                    </a:lnTo>
                    <a:lnTo>
                      <a:pt x="57" y="13670"/>
                    </a:lnTo>
                    <a:lnTo>
                      <a:pt x="152" y="14294"/>
                    </a:lnTo>
                    <a:lnTo>
                      <a:pt x="246" y="14899"/>
                    </a:lnTo>
                    <a:lnTo>
                      <a:pt x="398" y="15504"/>
                    </a:lnTo>
                    <a:lnTo>
                      <a:pt x="568" y="16090"/>
                    </a:lnTo>
                    <a:lnTo>
                      <a:pt x="757" y="16658"/>
                    </a:lnTo>
                    <a:lnTo>
                      <a:pt x="984" y="17225"/>
                    </a:lnTo>
                    <a:lnTo>
                      <a:pt x="1230" y="17773"/>
                    </a:lnTo>
                    <a:lnTo>
                      <a:pt x="1494" y="18302"/>
                    </a:lnTo>
                    <a:lnTo>
                      <a:pt x="1797" y="18832"/>
                    </a:lnTo>
                    <a:lnTo>
                      <a:pt x="2118" y="19323"/>
                    </a:lnTo>
                    <a:lnTo>
                      <a:pt x="2459" y="19815"/>
                    </a:lnTo>
                    <a:lnTo>
                      <a:pt x="2837" y="20288"/>
                    </a:lnTo>
                    <a:lnTo>
                      <a:pt x="3215" y="20742"/>
                    </a:lnTo>
                    <a:lnTo>
                      <a:pt x="3631" y="21157"/>
                    </a:lnTo>
                    <a:lnTo>
                      <a:pt x="4066" y="21573"/>
                    </a:lnTo>
                    <a:lnTo>
                      <a:pt x="4520" y="21971"/>
                    </a:lnTo>
                    <a:lnTo>
                      <a:pt x="4973" y="22330"/>
                    </a:lnTo>
                    <a:lnTo>
                      <a:pt x="5465" y="22670"/>
                    </a:lnTo>
                    <a:lnTo>
                      <a:pt x="5975" y="22991"/>
                    </a:lnTo>
                    <a:lnTo>
                      <a:pt x="6486" y="23294"/>
                    </a:lnTo>
                    <a:lnTo>
                      <a:pt x="7015" y="23578"/>
                    </a:lnTo>
                    <a:lnTo>
                      <a:pt x="7564" y="23823"/>
                    </a:lnTo>
                    <a:lnTo>
                      <a:pt x="8131" y="24050"/>
                    </a:lnTo>
                    <a:lnTo>
                      <a:pt x="8717" y="24239"/>
                    </a:lnTo>
                    <a:lnTo>
                      <a:pt x="9303" y="24410"/>
                    </a:lnTo>
                    <a:lnTo>
                      <a:pt x="9889" y="24542"/>
                    </a:lnTo>
                    <a:lnTo>
                      <a:pt x="10513" y="24655"/>
                    </a:lnTo>
                    <a:lnTo>
                      <a:pt x="11137" y="24731"/>
                    </a:lnTo>
                    <a:lnTo>
                      <a:pt x="11761" y="24788"/>
                    </a:lnTo>
                    <a:lnTo>
                      <a:pt x="13028" y="24788"/>
                    </a:lnTo>
                    <a:lnTo>
                      <a:pt x="13671" y="24731"/>
                    </a:lnTo>
                    <a:lnTo>
                      <a:pt x="14276" y="24655"/>
                    </a:lnTo>
                    <a:lnTo>
                      <a:pt x="14900" y="24542"/>
                    </a:lnTo>
                    <a:lnTo>
                      <a:pt x="15486" y="24410"/>
                    </a:lnTo>
                    <a:lnTo>
                      <a:pt x="16072" y="24239"/>
                    </a:lnTo>
                    <a:lnTo>
                      <a:pt x="16658" y="24050"/>
                    </a:lnTo>
                    <a:lnTo>
                      <a:pt x="17225" y="23823"/>
                    </a:lnTo>
                    <a:lnTo>
                      <a:pt x="17774" y="23578"/>
                    </a:lnTo>
                    <a:lnTo>
                      <a:pt x="18303" y="23294"/>
                    </a:lnTo>
                    <a:lnTo>
                      <a:pt x="18813" y="22991"/>
                    </a:lnTo>
                    <a:lnTo>
                      <a:pt x="19324" y="22670"/>
                    </a:lnTo>
                    <a:lnTo>
                      <a:pt x="19816" y="22330"/>
                    </a:lnTo>
                    <a:lnTo>
                      <a:pt x="20288" y="21971"/>
                    </a:lnTo>
                    <a:lnTo>
                      <a:pt x="20723" y="21573"/>
                    </a:lnTo>
                    <a:lnTo>
                      <a:pt x="21158" y="21157"/>
                    </a:lnTo>
                    <a:lnTo>
                      <a:pt x="21574" y="20742"/>
                    </a:lnTo>
                    <a:lnTo>
                      <a:pt x="21952" y="20288"/>
                    </a:lnTo>
                    <a:lnTo>
                      <a:pt x="22330" y="19815"/>
                    </a:lnTo>
                    <a:lnTo>
                      <a:pt x="22671" y="19323"/>
                    </a:lnTo>
                    <a:lnTo>
                      <a:pt x="22992" y="18832"/>
                    </a:lnTo>
                    <a:lnTo>
                      <a:pt x="23294" y="18302"/>
                    </a:lnTo>
                    <a:lnTo>
                      <a:pt x="23559" y="17773"/>
                    </a:lnTo>
                    <a:lnTo>
                      <a:pt x="23824" y="17225"/>
                    </a:lnTo>
                    <a:lnTo>
                      <a:pt x="24032" y="16658"/>
                    </a:lnTo>
                    <a:lnTo>
                      <a:pt x="24240" y="16090"/>
                    </a:lnTo>
                    <a:lnTo>
                      <a:pt x="24391" y="15504"/>
                    </a:lnTo>
                    <a:lnTo>
                      <a:pt x="24542" y="14899"/>
                    </a:lnTo>
                    <a:lnTo>
                      <a:pt x="24656" y="14294"/>
                    </a:lnTo>
                    <a:lnTo>
                      <a:pt x="24731" y="13670"/>
                    </a:lnTo>
                    <a:lnTo>
                      <a:pt x="24769" y="13046"/>
                    </a:lnTo>
                    <a:lnTo>
                      <a:pt x="24788" y="12403"/>
                    </a:lnTo>
                    <a:lnTo>
                      <a:pt x="24769" y="11761"/>
                    </a:lnTo>
                    <a:lnTo>
                      <a:pt x="24731" y="11137"/>
                    </a:lnTo>
                    <a:lnTo>
                      <a:pt x="24656" y="10513"/>
                    </a:lnTo>
                    <a:lnTo>
                      <a:pt x="24542" y="9908"/>
                    </a:lnTo>
                    <a:lnTo>
                      <a:pt x="24391" y="9303"/>
                    </a:lnTo>
                    <a:lnTo>
                      <a:pt x="24240" y="8716"/>
                    </a:lnTo>
                    <a:lnTo>
                      <a:pt x="24032" y="8149"/>
                    </a:lnTo>
                    <a:lnTo>
                      <a:pt x="23824" y="7582"/>
                    </a:lnTo>
                    <a:lnTo>
                      <a:pt x="23559" y="7034"/>
                    </a:lnTo>
                    <a:lnTo>
                      <a:pt x="23294" y="6485"/>
                    </a:lnTo>
                    <a:lnTo>
                      <a:pt x="22992" y="5975"/>
                    </a:lnTo>
                    <a:lnTo>
                      <a:pt x="22671" y="5464"/>
                    </a:lnTo>
                    <a:lnTo>
                      <a:pt x="22330" y="4992"/>
                    </a:lnTo>
                    <a:lnTo>
                      <a:pt x="21952" y="4519"/>
                    </a:lnTo>
                    <a:lnTo>
                      <a:pt x="21574" y="4065"/>
                    </a:lnTo>
                    <a:lnTo>
                      <a:pt x="21158" y="3630"/>
                    </a:lnTo>
                    <a:lnTo>
                      <a:pt x="20723" y="3233"/>
                    </a:lnTo>
                    <a:lnTo>
                      <a:pt x="20288" y="2836"/>
                    </a:lnTo>
                    <a:lnTo>
                      <a:pt x="19816" y="2477"/>
                    </a:lnTo>
                    <a:lnTo>
                      <a:pt x="19324" y="2118"/>
                    </a:lnTo>
                    <a:lnTo>
                      <a:pt x="18813" y="1796"/>
                    </a:lnTo>
                    <a:lnTo>
                      <a:pt x="18303" y="1513"/>
                    </a:lnTo>
                    <a:lnTo>
                      <a:pt x="17774" y="1229"/>
                    </a:lnTo>
                    <a:lnTo>
                      <a:pt x="17225" y="983"/>
                    </a:lnTo>
                    <a:lnTo>
                      <a:pt x="16658" y="756"/>
                    </a:lnTo>
                    <a:lnTo>
                      <a:pt x="16072" y="567"/>
                    </a:lnTo>
                    <a:lnTo>
                      <a:pt x="15486" y="397"/>
                    </a:lnTo>
                    <a:lnTo>
                      <a:pt x="14900" y="265"/>
                    </a:lnTo>
                    <a:lnTo>
                      <a:pt x="14276" y="151"/>
                    </a:lnTo>
                    <a:lnTo>
                      <a:pt x="13671" y="76"/>
                    </a:lnTo>
                    <a:lnTo>
                      <a:pt x="13028" y="19"/>
                    </a:lnTo>
                    <a:lnTo>
                      <a:pt x="1240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24"/>
              <p:cNvSpPr/>
              <p:nvPr/>
            </p:nvSpPr>
            <p:spPr>
              <a:xfrm>
                <a:off x="1974325" y="-1634425"/>
                <a:ext cx="421175" cy="420725"/>
              </a:xfrm>
              <a:custGeom>
                <a:avLst/>
                <a:gdLst/>
                <a:ahLst/>
                <a:cxnLst/>
                <a:rect l="l" t="t" r="r" b="b"/>
                <a:pathLst>
                  <a:path w="16847" h="16829" extrusionOk="0">
                    <a:moveTo>
                      <a:pt x="7998" y="1"/>
                    </a:moveTo>
                    <a:lnTo>
                      <a:pt x="7563" y="38"/>
                    </a:lnTo>
                    <a:lnTo>
                      <a:pt x="7147" y="95"/>
                    </a:lnTo>
                    <a:lnTo>
                      <a:pt x="6731" y="171"/>
                    </a:lnTo>
                    <a:lnTo>
                      <a:pt x="6315" y="265"/>
                    </a:lnTo>
                    <a:lnTo>
                      <a:pt x="5918" y="379"/>
                    </a:lnTo>
                    <a:lnTo>
                      <a:pt x="5521" y="511"/>
                    </a:lnTo>
                    <a:lnTo>
                      <a:pt x="5143" y="662"/>
                    </a:lnTo>
                    <a:lnTo>
                      <a:pt x="4765" y="814"/>
                    </a:lnTo>
                    <a:lnTo>
                      <a:pt x="4406" y="1003"/>
                    </a:lnTo>
                    <a:lnTo>
                      <a:pt x="4065" y="1211"/>
                    </a:lnTo>
                    <a:lnTo>
                      <a:pt x="3725" y="1438"/>
                    </a:lnTo>
                    <a:lnTo>
                      <a:pt x="3385" y="1664"/>
                    </a:lnTo>
                    <a:lnTo>
                      <a:pt x="3063" y="1910"/>
                    </a:lnTo>
                    <a:lnTo>
                      <a:pt x="2761" y="2175"/>
                    </a:lnTo>
                    <a:lnTo>
                      <a:pt x="2477" y="2459"/>
                    </a:lnTo>
                    <a:lnTo>
                      <a:pt x="2193" y="2742"/>
                    </a:lnTo>
                    <a:lnTo>
                      <a:pt x="1929" y="3064"/>
                    </a:lnTo>
                    <a:lnTo>
                      <a:pt x="1683" y="3366"/>
                    </a:lnTo>
                    <a:lnTo>
                      <a:pt x="1437" y="3706"/>
                    </a:lnTo>
                    <a:lnTo>
                      <a:pt x="1229" y="4047"/>
                    </a:lnTo>
                    <a:lnTo>
                      <a:pt x="1021" y="4406"/>
                    </a:lnTo>
                    <a:lnTo>
                      <a:pt x="832" y="4765"/>
                    </a:lnTo>
                    <a:lnTo>
                      <a:pt x="662" y="5143"/>
                    </a:lnTo>
                    <a:lnTo>
                      <a:pt x="511" y="5522"/>
                    </a:lnTo>
                    <a:lnTo>
                      <a:pt x="378" y="5900"/>
                    </a:lnTo>
                    <a:lnTo>
                      <a:pt x="265" y="6316"/>
                    </a:lnTo>
                    <a:lnTo>
                      <a:pt x="170" y="6713"/>
                    </a:lnTo>
                    <a:lnTo>
                      <a:pt x="95" y="7129"/>
                    </a:lnTo>
                    <a:lnTo>
                      <a:pt x="38" y="7545"/>
                    </a:lnTo>
                    <a:lnTo>
                      <a:pt x="19" y="7980"/>
                    </a:lnTo>
                    <a:lnTo>
                      <a:pt x="0" y="8414"/>
                    </a:lnTo>
                    <a:lnTo>
                      <a:pt x="19" y="8849"/>
                    </a:lnTo>
                    <a:lnTo>
                      <a:pt x="38" y="9265"/>
                    </a:lnTo>
                    <a:lnTo>
                      <a:pt x="95" y="9700"/>
                    </a:lnTo>
                    <a:lnTo>
                      <a:pt x="170" y="10116"/>
                    </a:lnTo>
                    <a:lnTo>
                      <a:pt x="265" y="10513"/>
                    </a:lnTo>
                    <a:lnTo>
                      <a:pt x="378" y="10910"/>
                    </a:lnTo>
                    <a:lnTo>
                      <a:pt x="511" y="11307"/>
                    </a:lnTo>
                    <a:lnTo>
                      <a:pt x="662" y="11685"/>
                    </a:lnTo>
                    <a:lnTo>
                      <a:pt x="832" y="12064"/>
                    </a:lnTo>
                    <a:lnTo>
                      <a:pt x="1021" y="12423"/>
                    </a:lnTo>
                    <a:lnTo>
                      <a:pt x="1229" y="12782"/>
                    </a:lnTo>
                    <a:lnTo>
                      <a:pt x="1437" y="13122"/>
                    </a:lnTo>
                    <a:lnTo>
                      <a:pt x="1683" y="13444"/>
                    </a:lnTo>
                    <a:lnTo>
                      <a:pt x="1929" y="13765"/>
                    </a:lnTo>
                    <a:lnTo>
                      <a:pt x="2193" y="14068"/>
                    </a:lnTo>
                    <a:lnTo>
                      <a:pt x="2477" y="14370"/>
                    </a:lnTo>
                    <a:lnTo>
                      <a:pt x="2761" y="14654"/>
                    </a:lnTo>
                    <a:lnTo>
                      <a:pt x="3063" y="14919"/>
                    </a:lnTo>
                    <a:lnTo>
                      <a:pt x="3385" y="15164"/>
                    </a:lnTo>
                    <a:lnTo>
                      <a:pt x="3725" y="15391"/>
                    </a:lnTo>
                    <a:lnTo>
                      <a:pt x="4065" y="15618"/>
                    </a:lnTo>
                    <a:lnTo>
                      <a:pt x="4406" y="15826"/>
                    </a:lnTo>
                    <a:lnTo>
                      <a:pt x="4765" y="15996"/>
                    </a:lnTo>
                    <a:lnTo>
                      <a:pt x="5143" y="16166"/>
                    </a:lnTo>
                    <a:lnTo>
                      <a:pt x="5521" y="16318"/>
                    </a:lnTo>
                    <a:lnTo>
                      <a:pt x="5918" y="16450"/>
                    </a:lnTo>
                    <a:lnTo>
                      <a:pt x="6315" y="16563"/>
                    </a:lnTo>
                    <a:lnTo>
                      <a:pt x="6731" y="16658"/>
                    </a:lnTo>
                    <a:lnTo>
                      <a:pt x="7147" y="16734"/>
                    </a:lnTo>
                    <a:lnTo>
                      <a:pt x="7563" y="16790"/>
                    </a:lnTo>
                    <a:lnTo>
                      <a:pt x="7998" y="16828"/>
                    </a:lnTo>
                    <a:lnTo>
                      <a:pt x="8849" y="16828"/>
                    </a:lnTo>
                    <a:lnTo>
                      <a:pt x="9284" y="16790"/>
                    </a:lnTo>
                    <a:lnTo>
                      <a:pt x="9700" y="16734"/>
                    </a:lnTo>
                    <a:lnTo>
                      <a:pt x="10116" y="16658"/>
                    </a:lnTo>
                    <a:lnTo>
                      <a:pt x="10532" y="16563"/>
                    </a:lnTo>
                    <a:lnTo>
                      <a:pt x="10929" y="16450"/>
                    </a:lnTo>
                    <a:lnTo>
                      <a:pt x="11326" y="16318"/>
                    </a:lnTo>
                    <a:lnTo>
                      <a:pt x="11704" y="16166"/>
                    </a:lnTo>
                    <a:lnTo>
                      <a:pt x="12082" y="15996"/>
                    </a:lnTo>
                    <a:lnTo>
                      <a:pt x="12441" y="15826"/>
                    </a:lnTo>
                    <a:lnTo>
                      <a:pt x="12800" y="15618"/>
                    </a:lnTo>
                    <a:lnTo>
                      <a:pt x="13141" y="15391"/>
                    </a:lnTo>
                    <a:lnTo>
                      <a:pt x="13462" y="15164"/>
                    </a:lnTo>
                    <a:lnTo>
                      <a:pt x="13784" y="14919"/>
                    </a:lnTo>
                    <a:lnTo>
                      <a:pt x="14086" y="14654"/>
                    </a:lnTo>
                    <a:lnTo>
                      <a:pt x="14389" y="14370"/>
                    </a:lnTo>
                    <a:lnTo>
                      <a:pt x="14653" y="14068"/>
                    </a:lnTo>
                    <a:lnTo>
                      <a:pt x="14918" y="13765"/>
                    </a:lnTo>
                    <a:lnTo>
                      <a:pt x="15183" y="13444"/>
                    </a:lnTo>
                    <a:lnTo>
                      <a:pt x="15410" y="13122"/>
                    </a:lnTo>
                    <a:lnTo>
                      <a:pt x="15637" y="12782"/>
                    </a:lnTo>
                    <a:lnTo>
                      <a:pt x="15826" y="12423"/>
                    </a:lnTo>
                    <a:lnTo>
                      <a:pt x="16015" y="12064"/>
                    </a:lnTo>
                    <a:lnTo>
                      <a:pt x="16185" y="11685"/>
                    </a:lnTo>
                    <a:lnTo>
                      <a:pt x="16336" y="11307"/>
                    </a:lnTo>
                    <a:lnTo>
                      <a:pt x="16468" y="10910"/>
                    </a:lnTo>
                    <a:lnTo>
                      <a:pt x="16582" y="10513"/>
                    </a:lnTo>
                    <a:lnTo>
                      <a:pt x="16676" y="10116"/>
                    </a:lnTo>
                    <a:lnTo>
                      <a:pt x="16752" y="9700"/>
                    </a:lnTo>
                    <a:lnTo>
                      <a:pt x="16809" y="9265"/>
                    </a:lnTo>
                    <a:lnTo>
                      <a:pt x="16828" y="8849"/>
                    </a:lnTo>
                    <a:lnTo>
                      <a:pt x="16847" y="8414"/>
                    </a:lnTo>
                    <a:lnTo>
                      <a:pt x="16828" y="7980"/>
                    </a:lnTo>
                    <a:lnTo>
                      <a:pt x="16809" y="7545"/>
                    </a:lnTo>
                    <a:lnTo>
                      <a:pt x="16752" y="7129"/>
                    </a:lnTo>
                    <a:lnTo>
                      <a:pt x="16676" y="6713"/>
                    </a:lnTo>
                    <a:lnTo>
                      <a:pt x="16582" y="6316"/>
                    </a:lnTo>
                    <a:lnTo>
                      <a:pt x="16468" y="5900"/>
                    </a:lnTo>
                    <a:lnTo>
                      <a:pt x="16336" y="5522"/>
                    </a:lnTo>
                    <a:lnTo>
                      <a:pt x="16185" y="5143"/>
                    </a:lnTo>
                    <a:lnTo>
                      <a:pt x="16015" y="4765"/>
                    </a:lnTo>
                    <a:lnTo>
                      <a:pt x="15826" y="4406"/>
                    </a:lnTo>
                    <a:lnTo>
                      <a:pt x="15637" y="4047"/>
                    </a:lnTo>
                    <a:lnTo>
                      <a:pt x="15410" y="3706"/>
                    </a:lnTo>
                    <a:lnTo>
                      <a:pt x="15183" y="3366"/>
                    </a:lnTo>
                    <a:lnTo>
                      <a:pt x="14918" y="3064"/>
                    </a:lnTo>
                    <a:lnTo>
                      <a:pt x="14653" y="2742"/>
                    </a:lnTo>
                    <a:lnTo>
                      <a:pt x="14389" y="2459"/>
                    </a:lnTo>
                    <a:lnTo>
                      <a:pt x="14086" y="2175"/>
                    </a:lnTo>
                    <a:lnTo>
                      <a:pt x="13784" y="1910"/>
                    </a:lnTo>
                    <a:lnTo>
                      <a:pt x="13462" y="1664"/>
                    </a:lnTo>
                    <a:lnTo>
                      <a:pt x="13141" y="1438"/>
                    </a:lnTo>
                    <a:lnTo>
                      <a:pt x="12800" y="1211"/>
                    </a:lnTo>
                    <a:lnTo>
                      <a:pt x="12441" y="1003"/>
                    </a:lnTo>
                    <a:lnTo>
                      <a:pt x="12082" y="814"/>
                    </a:lnTo>
                    <a:lnTo>
                      <a:pt x="11704" y="662"/>
                    </a:lnTo>
                    <a:lnTo>
                      <a:pt x="11326" y="511"/>
                    </a:lnTo>
                    <a:lnTo>
                      <a:pt x="10929" y="379"/>
                    </a:lnTo>
                    <a:lnTo>
                      <a:pt x="10532" y="265"/>
                    </a:lnTo>
                    <a:lnTo>
                      <a:pt x="10116" y="171"/>
                    </a:lnTo>
                    <a:lnTo>
                      <a:pt x="9700" y="95"/>
                    </a:lnTo>
                    <a:lnTo>
                      <a:pt x="9284" y="38"/>
                    </a:lnTo>
                    <a:lnTo>
                      <a:pt x="88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24"/>
              <p:cNvSpPr/>
              <p:nvPr/>
            </p:nvSpPr>
            <p:spPr>
              <a:xfrm>
                <a:off x="2074050" y="-1535150"/>
                <a:ext cx="221725" cy="222175"/>
              </a:xfrm>
              <a:custGeom>
                <a:avLst/>
                <a:gdLst/>
                <a:ahLst/>
                <a:cxnLst/>
                <a:rect l="l" t="t" r="r" b="b"/>
                <a:pathLst>
                  <a:path w="8869" h="8887" extrusionOk="0">
                    <a:moveTo>
                      <a:pt x="4444" y="0"/>
                    </a:moveTo>
                    <a:lnTo>
                      <a:pt x="4198" y="19"/>
                    </a:lnTo>
                    <a:lnTo>
                      <a:pt x="3990" y="19"/>
                    </a:lnTo>
                    <a:lnTo>
                      <a:pt x="3536" y="95"/>
                    </a:lnTo>
                    <a:lnTo>
                      <a:pt x="3120" y="208"/>
                    </a:lnTo>
                    <a:lnTo>
                      <a:pt x="2704" y="359"/>
                    </a:lnTo>
                    <a:lnTo>
                      <a:pt x="2326" y="548"/>
                    </a:lnTo>
                    <a:lnTo>
                      <a:pt x="1948" y="756"/>
                    </a:lnTo>
                    <a:lnTo>
                      <a:pt x="1608" y="1021"/>
                    </a:lnTo>
                    <a:lnTo>
                      <a:pt x="1305" y="1305"/>
                    </a:lnTo>
                    <a:lnTo>
                      <a:pt x="1003" y="1626"/>
                    </a:lnTo>
                    <a:lnTo>
                      <a:pt x="757" y="1967"/>
                    </a:lnTo>
                    <a:lnTo>
                      <a:pt x="530" y="2326"/>
                    </a:lnTo>
                    <a:lnTo>
                      <a:pt x="341" y="2723"/>
                    </a:lnTo>
                    <a:lnTo>
                      <a:pt x="190" y="3120"/>
                    </a:lnTo>
                    <a:lnTo>
                      <a:pt x="95" y="3555"/>
                    </a:lnTo>
                    <a:lnTo>
                      <a:pt x="20" y="3990"/>
                    </a:lnTo>
                    <a:lnTo>
                      <a:pt x="1" y="4217"/>
                    </a:lnTo>
                    <a:lnTo>
                      <a:pt x="1" y="4443"/>
                    </a:lnTo>
                    <a:lnTo>
                      <a:pt x="1" y="4670"/>
                    </a:lnTo>
                    <a:lnTo>
                      <a:pt x="20" y="4897"/>
                    </a:lnTo>
                    <a:lnTo>
                      <a:pt x="95" y="5332"/>
                    </a:lnTo>
                    <a:lnTo>
                      <a:pt x="190" y="5767"/>
                    </a:lnTo>
                    <a:lnTo>
                      <a:pt x="341" y="6164"/>
                    </a:lnTo>
                    <a:lnTo>
                      <a:pt x="530" y="6561"/>
                    </a:lnTo>
                    <a:lnTo>
                      <a:pt x="757" y="6920"/>
                    </a:lnTo>
                    <a:lnTo>
                      <a:pt x="1003" y="7261"/>
                    </a:lnTo>
                    <a:lnTo>
                      <a:pt x="1305" y="7582"/>
                    </a:lnTo>
                    <a:lnTo>
                      <a:pt x="1608" y="7866"/>
                    </a:lnTo>
                    <a:lnTo>
                      <a:pt x="1948" y="8130"/>
                    </a:lnTo>
                    <a:lnTo>
                      <a:pt x="2326" y="8338"/>
                    </a:lnTo>
                    <a:lnTo>
                      <a:pt x="2704" y="8527"/>
                    </a:lnTo>
                    <a:lnTo>
                      <a:pt x="3120" y="8679"/>
                    </a:lnTo>
                    <a:lnTo>
                      <a:pt x="3536" y="8792"/>
                    </a:lnTo>
                    <a:lnTo>
                      <a:pt x="3990" y="8849"/>
                    </a:lnTo>
                    <a:lnTo>
                      <a:pt x="4198" y="8868"/>
                    </a:lnTo>
                    <a:lnTo>
                      <a:pt x="4444" y="8887"/>
                    </a:lnTo>
                    <a:lnTo>
                      <a:pt x="4671" y="8868"/>
                    </a:lnTo>
                    <a:lnTo>
                      <a:pt x="4898" y="8849"/>
                    </a:lnTo>
                    <a:lnTo>
                      <a:pt x="5333" y="8792"/>
                    </a:lnTo>
                    <a:lnTo>
                      <a:pt x="5748" y="8679"/>
                    </a:lnTo>
                    <a:lnTo>
                      <a:pt x="6164" y="8527"/>
                    </a:lnTo>
                    <a:lnTo>
                      <a:pt x="6543" y="8338"/>
                    </a:lnTo>
                    <a:lnTo>
                      <a:pt x="6921" y="8130"/>
                    </a:lnTo>
                    <a:lnTo>
                      <a:pt x="7261" y="7866"/>
                    </a:lnTo>
                    <a:lnTo>
                      <a:pt x="7582" y="7582"/>
                    </a:lnTo>
                    <a:lnTo>
                      <a:pt x="7866" y="7261"/>
                    </a:lnTo>
                    <a:lnTo>
                      <a:pt x="8112" y="6920"/>
                    </a:lnTo>
                    <a:lnTo>
                      <a:pt x="8339" y="6561"/>
                    </a:lnTo>
                    <a:lnTo>
                      <a:pt x="8528" y="6164"/>
                    </a:lnTo>
                    <a:lnTo>
                      <a:pt x="8679" y="5767"/>
                    </a:lnTo>
                    <a:lnTo>
                      <a:pt x="8793" y="5332"/>
                    </a:lnTo>
                    <a:lnTo>
                      <a:pt x="8849" y="4897"/>
                    </a:lnTo>
                    <a:lnTo>
                      <a:pt x="8868" y="4670"/>
                    </a:lnTo>
                    <a:lnTo>
                      <a:pt x="8868" y="4443"/>
                    </a:lnTo>
                    <a:lnTo>
                      <a:pt x="8868" y="4217"/>
                    </a:lnTo>
                    <a:lnTo>
                      <a:pt x="8849" y="3990"/>
                    </a:lnTo>
                    <a:lnTo>
                      <a:pt x="8793" y="3555"/>
                    </a:lnTo>
                    <a:lnTo>
                      <a:pt x="8679" y="3120"/>
                    </a:lnTo>
                    <a:lnTo>
                      <a:pt x="8528" y="2723"/>
                    </a:lnTo>
                    <a:lnTo>
                      <a:pt x="8339" y="2326"/>
                    </a:lnTo>
                    <a:lnTo>
                      <a:pt x="8112" y="1967"/>
                    </a:lnTo>
                    <a:lnTo>
                      <a:pt x="7866" y="1626"/>
                    </a:lnTo>
                    <a:lnTo>
                      <a:pt x="7582" y="1305"/>
                    </a:lnTo>
                    <a:lnTo>
                      <a:pt x="7261" y="1021"/>
                    </a:lnTo>
                    <a:lnTo>
                      <a:pt x="6921" y="756"/>
                    </a:lnTo>
                    <a:lnTo>
                      <a:pt x="6543" y="548"/>
                    </a:lnTo>
                    <a:lnTo>
                      <a:pt x="6164" y="359"/>
                    </a:lnTo>
                    <a:lnTo>
                      <a:pt x="5748" y="208"/>
                    </a:lnTo>
                    <a:lnTo>
                      <a:pt x="5333" y="95"/>
                    </a:lnTo>
                    <a:lnTo>
                      <a:pt x="4898" y="19"/>
                    </a:lnTo>
                    <a:lnTo>
                      <a:pt x="4671" y="19"/>
                    </a:lnTo>
                    <a:lnTo>
                      <a:pt x="444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24"/>
              <p:cNvSpPr/>
              <p:nvPr/>
            </p:nvSpPr>
            <p:spPr>
              <a:xfrm>
                <a:off x="2192700" y="-1659475"/>
                <a:ext cx="515250" cy="237775"/>
              </a:xfrm>
              <a:custGeom>
                <a:avLst/>
                <a:gdLst/>
                <a:ahLst/>
                <a:cxnLst/>
                <a:rect l="l" t="t" r="r" b="b"/>
                <a:pathLst>
                  <a:path w="20610" h="9511" extrusionOk="0">
                    <a:moveTo>
                      <a:pt x="19815" y="1"/>
                    </a:moveTo>
                    <a:lnTo>
                      <a:pt x="0" y="9114"/>
                    </a:lnTo>
                    <a:lnTo>
                      <a:pt x="152" y="9511"/>
                    </a:lnTo>
                    <a:lnTo>
                      <a:pt x="20609" y="1040"/>
                    </a:lnTo>
                    <a:lnTo>
                      <a:pt x="19815" y="1"/>
                    </a:lnTo>
                    <a:close/>
                  </a:path>
                </a:pathLst>
              </a:custGeom>
              <a:gradFill>
                <a:gsLst>
                  <a:gs pos="0">
                    <a:srgbClr val="575757"/>
                  </a:gs>
                  <a:gs pos="100000">
                    <a:srgbClr val="16161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24"/>
              <p:cNvSpPr/>
              <p:nvPr/>
            </p:nvSpPr>
            <p:spPr>
              <a:xfrm>
                <a:off x="2620475" y="-1822550"/>
                <a:ext cx="312475" cy="245350"/>
              </a:xfrm>
              <a:custGeom>
                <a:avLst/>
                <a:gdLst/>
                <a:ahLst/>
                <a:cxnLst/>
                <a:rect l="l" t="t" r="r" b="b"/>
                <a:pathLst>
                  <a:path w="12499" h="9814" extrusionOk="0">
                    <a:moveTo>
                      <a:pt x="8509" y="1"/>
                    </a:moveTo>
                    <a:lnTo>
                      <a:pt x="1078" y="4803"/>
                    </a:lnTo>
                    <a:lnTo>
                      <a:pt x="0" y="8358"/>
                    </a:lnTo>
                    <a:lnTo>
                      <a:pt x="3820" y="9813"/>
                    </a:lnTo>
                    <a:lnTo>
                      <a:pt x="12498" y="5862"/>
                    </a:lnTo>
                    <a:lnTo>
                      <a:pt x="8376" y="4160"/>
                    </a:lnTo>
                    <a:lnTo>
                      <a:pt x="8509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0B9"/>
                  </a:gs>
                  <a:gs pos="100000">
                    <a:srgbClr val="F9D03C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22" name="Google Shape;1222;p24"/>
          <p:cNvGrpSpPr/>
          <p:nvPr/>
        </p:nvGrpSpPr>
        <p:grpSpPr>
          <a:xfrm>
            <a:off x="3408161" y="4294824"/>
            <a:ext cx="745923" cy="742920"/>
            <a:chOff x="778525" y="3588975"/>
            <a:chExt cx="1073425" cy="1068950"/>
          </a:xfrm>
        </p:grpSpPr>
        <p:sp>
          <p:nvSpPr>
            <p:cNvPr id="1223" name="Google Shape;1223;p24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24" name="Google Shape;1224;p24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1225" name="Google Shape;1225;p24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24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24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24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24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24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24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24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24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24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24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24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37" name="Google Shape;1237;p24"/>
          <p:cNvSpPr/>
          <p:nvPr/>
        </p:nvSpPr>
        <p:spPr>
          <a:xfrm>
            <a:off x="8423963" y="1046676"/>
            <a:ext cx="611683" cy="279336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8" name="Google Shape;1238;p24"/>
          <p:cNvSpPr/>
          <p:nvPr/>
        </p:nvSpPr>
        <p:spPr>
          <a:xfrm>
            <a:off x="7997625" y="1325993"/>
            <a:ext cx="309445" cy="141313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9" name="Google Shape;1239;p24"/>
          <p:cNvSpPr/>
          <p:nvPr/>
        </p:nvSpPr>
        <p:spPr>
          <a:xfrm>
            <a:off x="192813" y="210201"/>
            <a:ext cx="611683" cy="279336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0" name="Google Shape;1240;p24"/>
          <p:cNvSpPr/>
          <p:nvPr/>
        </p:nvSpPr>
        <p:spPr>
          <a:xfrm>
            <a:off x="823875" y="878181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1" name="Google Shape;1241;p24"/>
          <p:cNvSpPr/>
          <p:nvPr/>
        </p:nvSpPr>
        <p:spPr>
          <a:xfrm>
            <a:off x="6247550" y="76356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2" name="Google Shape;1242;p24"/>
          <p:cNvSpPr/>
          <p:nvPr/>
        </p:nvSpPr>
        <p:spPr>
          <a:xfrm>
            <a:off x="8726175" y="2235981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5229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21"/>
          <p:cNvSpPr/>
          <p:nvPr/>
        </p:nvSpPr>
        <p:spPr>
          <a:xfrm rot="5400000" flipH="1">
            <a:off x="-852173" y="2568183"/>
            <a:ext cx="2973824" cy="1333115"/>
          </a:xfrm>
          <a:custGeom>
            <a:avLst/>
            <a:gdLst/>
            <a:ahLst/>
            <a:cxnLst/>
            <a:rect l="l" t="t" r="r" b="b"/>
            <a:pathLst>
              <a:path w="70545" h="31626" extrusionOk="0">
                <a:moveTo>
                  <a:pt x="10365" y="1"/>
                </a:moveTo>
                <a:lnTo>
                  <a:pt x="9853" y="20"/>
                </a:lnTo>
                <a:lnTo>
                  <a:pt x="9360" y="39"/>
                </a:lnTo>
                <a:lnTo>
                  <a:pt x="8868" y="76"/>
                </a:lnTo>
                <a:lnTo>
                  <a:pt x="8375" y="152"/>
                </a:lnTo>
                <a:lnTo>
                  <a:pt x="7882" y="209"/>
                </a:lnTo>
                <a:lnTo>
                  <a:pt x="7390" y="304"/>
                </a:lnTo>
                <a:lnTo>
                  <a:pt x="6916" y="399"/>
                </a:lnTo>
                <a:lnTo>
                  <a:pt x="6423" y="512"/>
                </a:lnTo>
                <a:lnTo>
                  <a:pt x="5950" y="645"/>
                </a:lnTo>
                <a:lnTo>
                  <a:pt x="5457" y="778"/>
                </a:lnTo>
                <a:lnTo>
                  <a:pt x="4983" y="929"/>
                </a:lnTo>
                <a:lnTo>
                  <a:pt x="4510" y="1100"/>
                </a:lnTo>
                <a:lnTo>
                  <a:pt x="4055" y="1270"/>
                </a:lnTo>
                <a:lnTo>
                  <a:pt x="3581" y="1441"/>
                </a:lnTo>
                <a:lnTo>
                  <a:pt x="2653" y="1858"/>
                </a:lnTo>
                <a:lnTo>
                  <a:pt x="1762" y="2293"/>
                </a:lnTo>
                <a:lnTo>
                  <a:pt x="872" y="2767"/>
                </a:lnTo>
                <a:lnTo>
                  <a:pt x="0" y="3279"/>
                </a:lnTo>
                <a:lnTo>
                  <a:pt x="0" y="31625"/>
                </a:lnTo>
                <a:lnTo>
                  <a:pt x="70545" y="31625"/>
                </a:lnTo>
                <a:lnTo>
                  <a:pt x="70488" y="31247"/>
                </a:lnTo>
                <a:lnTo>
                  <a:pt x="70412" y="30849"/>
                </a:lnTo>
                <a:lnTo>
                  <a:pt x="70317" y="30470"/>
                </a:lnTo>
                <a:lnTo>
                  <a:pt x="70222" y="30091"/>
                </a:lnTo>
                <a:lnTo>
                  <a:pt x="70090" y="29712"/>
                </a:lnTo>
                <a:lnTo>
                  <a:pt x="69976" y="29333"/>
                </a:lnTo>
                <a:lnTo>
                  <a:pt x="69825" y="28973"/>
                </a:lnTo>
                <a:lnTo>
                  <a:pt x="69673" y="28613"/>
                </a:lnTo>
                <a:lnTo>
                  <a:pt x="69483" y="28196"/>
                </a:lnTo>
                <a:lnTo>
                  <a:pt x="69275" y="27798"/>
                </a:lnTo>
                <a:lnTo>
                  <a:pt x="69048" y="27381"/>
                </a:lnTo>
                <a:lnTo>
                  <a:pt x="68801" y="27002"/>
                </a:lnTo>
                <a:lnTo>
                  <a:pt x="68536" y="26604"/>
                </a:lnTo>
                <a:lnTo>
                  <a:pt x="68252" y="26225"/>
                </a:lnTo>
                <a:lnTo>
                  <a:pt x="67968" y="25865"/>
                </a:lnTo>
                <a:lnTo>
                  <a:pt x="67664" y="25505"/>
                </a:lnTo>
                <a:lnTo>
                  <a:pt x="67323" y="25164"/>
                </a:lnTo>
                <a:lnTo>
                  <a:pt x="67001" y="24823"/>
                </a:lnTo>
                <a:lnTo>
                  <a:pt x="66641" y="24501"/>
                </a:lnTo>
                <a:lnTo>
                  <a:pt x="66281" y="24217"/>
                </a:lnTo>
                <a:lnTo>
                  <a:pt x="65902" y="23932"/>
                </a:lnTo>
                <a:lnTo>
                  <a:pt x="65523" y="23667"/>
                </a:lnTo>
                <a:lnTo>
                  <a:pt x="65125" y="23421"/>
                </a:lnTo>
                <a:lnTo>
                  <a:pt x="64727" y="23193"/>
                </a:lnTo>
                <a:lnTo>
                  <a:pt x="64311" y="22985"/>
                </a:lnTo>
                <a:lnTo>
                  <a:pt x="63894" y="22796"/>
                </a:lnTo>
                <a:lnTo>
                  <a:pt x="63458" y="22644"/>
                </a:lnTo>
                <a:lnTo>
                  <a:pt x="63022" y="22511"/>
                </a:lnTo>
                <a:lnTo>
                  <a:pt x="62586" y="22417"/>
                </a:lnTo>
                <a:lnTo>
                  <a:pt x="62131" y="22341"/>
                </a:lnTo>
                <a:lnTo>
                  <a:pt x="61677" y="22284"/>
                </a:lnTo>
                <a:lnTo>
                  <a:pt x="61222" y="22265"/>
                </a:lnTo>
                <a:lnTo>
                  <a:pt x="60767" y="22284"/>
                </a:lnTo>
                <a:lnTo>
                  <a:pt x="60312" y="22322"/>
                </a:lnTo>
                <a:lnTo>
                  <a:pt x="59839" y="22398"/>
                </a:lnTo>
                <a:lnTo>
                  <a:pt x="59384" y="22511"/>
                </a:lnTo>
                <a:lnTo>
                  <a:pt x="58910" y="22663"/>
                </a:lnTo>
                <a:lnTo>
                  <a:pt x="58456" y="22833"/>
                </a:lnTo>
                <a:lnTo>
                  <a:pt x="57982" y="23061"/>
                </a:lnTo>
                <a:lnTo>
                  <a:pt x="57527" y="23326"/>
                </a:lnTo>
                <a:lnTo>
                  <a:pt x="57432" y="22663"/>
                </a:lnTo>
                <a:lnTo>
                  <a:pt x="57319" y="22038"/>
                </a:lnTo>
                <a:lnTo>
                  <a:pt x="57186" y="21412"/>
                </a:lnTo>
                <a:lnTo>
                  <a:pt x="57015" y="20806"/>
                </a:lnTo>
                <a:lnTo>
                  <a:pt x="56826" y="20219"/>
                </a:lnTo>
                <a:lnTo>
                  <a:pt x="56599" y="19669"/>
                </a:lnTo>
                <a:lnTo>
                  <a:pt x="56352" y="19120"/>
                </a:lnTo>
                <a:lnTo>
                  <a:pt x="56068" y="18589"/>
                </a:lnTo>
                <a:lnTo>
                  <a:pt x="55746" y="18077"/>
                </a:lnTo>
                <a:lnTo>
                  <a:pt x="55405" y="17585"/>
                </a:lnTo>
                <a:lnTo>
                  <a:pt x="55045" y="17111"/>
                </a:lnTo>
                <a:lnTo>
                  <a:pt x="54647" y="16656"/>
                </a:lnTo>
                <a:lnTo>
                  <a:pt x="54211" y="16220"/>
                </a:lnTo>
                <a:lnTo>
                  <a:pt x="53756" y="15804"/>
                </a:lnTo>
                <a:lnTo>
                  <a:pt x="53264" y="15406"/>
                </a:lnTo>
                <a:lnTo>
                  <a:pt x="52752" y="15046"/>
                </a:lnTo>
                <a:lnTo>
                  <a:pt x="52089" y="14553"/>
                </a:lnTo>
                <a:lnTo>
                  <a:pt x="51407" y="14098"/>
                </a:lnTo>
                <a:lnTo>
                  <a:pt x="50706" y="13662"/>
                </a:lnTo>
                <a:lnTo>
                  <a:pt x="50005" y="13265"/>
                </a:lnTo>
                <a:lnTo>
                  <a:pt x="49285" y="12905"/>
                </a:lnTo>
                <a:lnTo>
                  <a:pt x="48546" y="12544"/>
                </a:lnTo>
                <a:lnTo>
                  <a:pt x="47807" y="12222"/>
                </a:lnTo>
                <a:lnTo>
                  <a:pt x="47049" y="11938"/>
                </a:lnTo>
                <a:lnTo>
                  <a:pt x="46291" y="11673"/>
                </a:lnTo>
                <a:lnTo>
                  <a:pt x="45533" y="11445"/>
                </a:lnTo>
                <a:lnTo>
                  <a:pt x="44756" y="11237"/>
                </a:lnTo>
                <a:lnTo>
                  <a:pt x="43979" y="11067"/>
                </a:lnTo>
                <a:lnTo>
                  <a:pt x="43202" y="10915"/>
                </a:lnTo>
                <a:lnTo>
                  <a:pt x="42406" y="10782"/>
                </a:lnTo>
                <a:lnTo>
                  <a:pt x="41629" y="10688"/>
                </a:lnTo>
                <a:lnTo>
                  <a:pt x="40834" y="10631"/>
                </a:lnTo>
                <a:lnTo>
                  <a:pt x="40057" y="10593"/>
                </a:lnTo>
                <a:lnTo>
                  <a:pt x="39261" y="10593"/>
                </a:lnTo>
                <a:lnTo>
                  <a:pt x="38465" y="10612"/>
                </a:lnTo>
                <a:lnTo>
                  <a:pt x="37688" y="10669"/>
                </a:lnTo>
                <a:lnTo>
                  <a:pt x="36911" y="10744"/>
                </a:lnTo>
                <a:lnTo>
                  <a:pt x="36134" y="10858"/>
                </a:lnTo>
                <a:lnTo>
                  <a:pt x="35358" y="10991"/>
                </a:lnTo>
                <a:lnTo>
                  <a:pt x="34581" y="11161"/>
                </a:lnTo>
                <a:lnTo>
                  <a:pt x="33823" y="11370"/>
                </a:lnTo>
                <a:lnTo>
                  <a:pt x="33084" y="11597"/>
                </a:lnTo>
                <a:lnTo>
                  <a:pt x="32345" y="11862"/>
                </a:lnTo>
                <a:lnTo>
                  <a:pt x="31606" y="12147"/>
                </a:lnTo>
                <a:lnTo>
                  <a:pt x="30886" y="12469"/>
                </a:lnTo>
                <a:lnTo>
                  <a:pt x="30166" y="12829"/>
                </a:lnTo>
                <a:lnTo>
                  <a:pt x="29465" y="13208"/>
                </a:lnTo>
                <a:lnTo>
                  <a:pt x="28782" y="13625"/>
                </a:lnTo>
                <a:lnTo>
                  <a:pt x="28574" y="13037"/>
                </a:lnTo>
                <a:lnTo>
                  <a:pt x="28366" y="12450"/>
                </a:lnTo>
                <a:lnTo>
                  <a:pt x="28119" y="11881"/>
                </a:lnTo>
                <a:lnTo>
                  <a:pt x="27873" y="11332"/>
                </a:lnTo>
                <a:lnTo>
                  <a:pt x="27589" y="10782"/>
                </a:lnTo>
                <a:lnTo>
                  <a:pt x="27305" y="10252"/>
                </a:lnTo>
                <a:lnTo>
                  <a:pt x="27001" y="9721"/>
                </a:lnTo>
                <a:lnTo>
                  <a:pt x="26698" y="9210"/>
                </a:lnTo>
                <a:lnTo>
                  <a:pt x="26357" y="8717"/>
                </a:lnTo>
                <a:lnTo>
                  <a:pt x="26016" y="8224"/>
                </a:lnTo>
                <a:lnTo>
                  <a:pt x="25656" y="7751"/>
                </a:lnTo>
                <a:lnTo>
                  <a:pt x="25296" y="7277"/>
                </a:lnTo>
                <a:lnTo>
                  <a:pt x="24898" y="6822"/>
                </a:lnTo>
                <a:lnTo>
                  <a:pt x="24500" y="6386"/>
                </a:lnTo>
                <a:lnTo>
                  <a:pt x="24102" y="5950"/>
                </a:lnTo>
                <a:lnTo>
                  <a:pt x="23666" y="5534"/>
                </a:lnTo>
                <a:lnTo>
                  <a:pt x="23231" y="5136"/>
                </a:lnTo>
                <a:lnTo>
                  <a:pt x="22795" y="4757"/>
                </a:lnTo>
                <a:lnTo>
                  <a:pt x="22340" y="4378"/>
                </a:lnTo>
                <a:lnTo>
                  <a:pt x="21866" y="4018"/>
                </a:lnTo>
                <a:lnTo>
                  <a:pt x="21374" y="3658"/>
                </a:lnTo>
                <a:lnTo>
                  <a:pt x="20881" y="3317"/>
                </a:lnTo>
                <a:lnTo>
                  <a:pt x="20369" y="2995"/>
                </a:lnTo>
                <a:lnTo>
                  <a:pt x="19858" y="2691"/>
                </a:lnTo>
                <a:lnTo>
                  <a:pt x="19346" y="2407"/>
                </a:lnTo>
                <a:lnTo>
                  <a:pt x="18797" y="2123"/>
                </a:lnTo>
                <a:lnTo>
                  <a:pt x="18247" y="1858"/>
                </a:lnTo>
                <a:lnTo>
                  <a:pt x="17698" y="1611"/>
                </a:lnTo>
                <a:lnTo>
                  <a:pt x="17129" y="1365"/>
                </a:lnTo>
                <a:lnTo>
                  <a:pt x="16561" y="1157"/>
                </a:lnTo>
                <a:lnTo>
                  <a:pt x="15973" y="948"/>
                </a:lnTo>
                <a:lnTo>
                  <a:pt x="15386" y="759"/>
                </a:lnTo>
                <a:lnTo>
                  <a:pt x="14893" y="607"/>
                </a:lnTo>
                <a:lnTo>
                  <a:pt x="14382" y="474"/>
                </a:lnTo>
                <a:lnTo>
                  <a:pt x="13870" y="342"/>
                </a:lnTo>
                <a:lnTo>
                  <a:pt x="13378" y="247"/>
                </a:lnTo>
                <a:lnTo>
                  <a:pt x="12866" y="171"/>
                </a:lnTo>
                <a:lnTo>
                  <a:pt x="12354" y="95"/>
                </a:lnTo>
                <a:lnTo>
                  <a:pt x="11862" y="58"/>
                </a:lnTo>
                <a:lnTo>
                  <a:pt x="11350" y="20"/>
                </a:lnTo>
                <a:lnTo>
                  <a:pt x="10857" y="1"/>
                </a:lnTo>
                <a:close/>
              </a:path>
            </a:pathLst>
          </a:custGeom>
          <a:solidFill>
            <a:srgbClr val="FFFFFF">
              <a:alpha val="3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21"/>
          <p:cNvSpPr txBox="1">
            <a:spLocks noGrp="1"/>
          </p:cNvSpPr>
          <p:nvPr>
            <p:ph type="title"/>
          </p:nvPr>
        </p:nvSpPr>
        <p:spPr>
          <a:xfrm>
            <a:off x="1436250" y="1572768"/>
            <a:ext cx="2630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98" name="Google Shape;998;p21"/>
          <p:cNvSpPr txBox="1">
            <a:spLocks noGrp="1"/>
          </p:cNvSpPr>
          <p:nvPr>
            <p:ph type="subTitle" idx="1"/>
          </p:nvPr>
        </p:nvSpPr>
        <p:spPr>
          <a:xfrm>
            <a:off x="914400" y="2121408"/>
            <a:ext cx="3886200" cy="14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99" name="Google Shape;999;p21"/>
          <p:cNvSpPr/>
          <p:nvPr/>
        </p:nvSpPr>
        <p:spPr>
          <a:xfrm flipH="1">
            <a:off x="-562438" y="3286239"/>
            <a:ext cx="10608025" cy="2621800"/>
          </a:xfrm>
          <a:custGeom>
            <a:avLst/>
            <a:gdLst/>
            <a:ahLst/>
            <a:cxnLst/>
            <a:rect l="l" t="t" r="r" b="b"/>
            <a:pathLst>
              <a:path w="424321" h="104872" extrusionOk="0">
                <a:moveTo>
                  <a:pt x="406786" y="37993"/>
                </a:moveTo>
                <a:cubicBezTo>
                  <a:pt x="398512" y="26183"/>
                  <a:pt x="379842" y="27527"/>
                  <a:pt x="360536" y="26961"/>
                </a:cubicBezTo>
                <a:cubicBezTo>
                  <a:pt x="341230" y="26395"/>
                  <a:pt x="310891" y="35165"/>
                  <a:pt x="290948" y="34599"/>
                </a:cubicBezTo>
                <a:cubicBezTo>
                  <a:pt x="271005" y="34033"/>
                  <a:pt x="255306" y="26820"/>
                  <a:pt x="240879" y="23567"/>
                </a:cubicBezTo>
                <a:cubicBezTo>
                  <a:pt x="226452" y="20314"/>
                  <a:pt x="215986" y="18828"/>
                  <a:pt x="204388" y="15080"/>
                </a:cubicBezTo>
                <a:cubicBezTo>
                  <a:pt x="192790" y="11332"/>
                  <a:pt x="183596" y="3412"/>
                  <a:pt x="171291" y="1078"/>
                </a:cubicBezTo>
                <a:cubicBezTo>
                  <a:pt x="158986" y="-1256"/>
                  <a:pt x="145550" y="1149"/>
                  <a:pt x="130557" y="1078"/>
                </a:cubicBezTo>
                <a:cubicBezTo>
                  <a:pt x="115565" y="1007"/>
                  <a:pt x="94066" y="-265"/>
                  <a:pt x="81336" y="654"/>
                </a:cubicBezTo>
                <a:cubicBezTo>
                  <a:pt x="68607" y="1573"/>
                  <a:pt x="65142" y="4331"/>
                  <a:pt x="54180" y="6594"/>
                </a:cubicBezTo>
                <a:cubicBezTo>
                  <a:pt x="43219" y="8857"/>
                  <a:pt x="22427" y="2988"/>
                  <a:pt x="15567" y="14232"/>
                </a:cubicBezTo>
                <a:cubicBezTo>
                  <a:pt x="8707" y="25476"/>
                  <a:pt x="12739" y="61896"/>
                  <a:pt x="13022" y="74060"/>
                </a:cubicBezTo>
                <a:cubicBezTo>
                  <a:pt x="13305" y="86224"/>
                  <a:pt x="-18872" y="82476"/>
                  <a:pt x="17265" y="87214"/>
                </a:cubicBezTo>
                <a:cubicBezTo>
                  <a:pt x="53403" y="91952"/>
                  <a:pt x="164361" y="100721"/>
                  <a:pt x="229847" y="102489"/>
                </a:cubicBezTo>
                <a:cubicBezTo>
                  <a:pt x="295333" y="104257"/>
                  <a:pt x="380691" y="108571"/>
                  <a:pt x="410181" y="97822"/>
                </a:cubicBezTo>
                <a:cubicBezTo>
                  <a:pt x="439671" y="87073"/>
                  <a:pt x="415060" y="49803"/>
                  <a:pt x="406786" y="37993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</p:sp>
      <p:sp>
        <p:nvSpPr>
          <p:cNvPr id="1000" name="Google Shape;1000;p21"/>
          <p:cNvSpPr/>
          <p:nvPr/>
        </p:nvSpPr>
        <p:spPr>
          <a:xfrm rot="-5400000" flipH="1">
            <a:off x="6990526" y="820383"/>
            <a:ext cx="2973824" cy="1333115"/>
          </a:xfrm>
          <a:custGeom>
            <a:avLst/>
            <a:gdLst/>
            <a:ahLst/>
            <a:cxnLst/>
            <a:rect l="l" t="t" r="r" b="b"/>
            <a:pathLst>
              <a:path w="70545" h="31626" extrusionOk="0">
                <a:moveTo>
                  <a:pt x="10365" y="1"/>
                </a:moveTo>
                <a:lnTo>
                  <a:pt x="9853" y="20"/>
                </a:lnTo>
                <a:lnTo>
                  <a:pt x="9360" y="39"/>
                </a:lnTo>
                <a:lnTo>
                  <a:pt x="8868" y="76"/>
                </a:lnTo>
                <a:lnTo>
                  <a:pt x="8375" y="152"/>
                </a:lnTo>
                <a:lnTo>
                  <a:pt x="7882" y="209"/>
                </a:lnTo>
                <a:lnTo>
                  <a:pt x="7390" y="304"/>
                </a:lnTo>
                <a:lnTo>
                  <a:pt x="6916" y="399"/>
                </a:lnTo>
                <a:lnTo>
                  <a:pt x="6423" y="512"/>
                </a:lnTo>
                <a:lnTo>
                  <a:pt x="5950" y="645"/>
                </a:lnTo>
                <a:lnTo>
                  <a:pt x="5457" y="778"/>
                </a:lnTo>
                <a:lnTo>
                  <a:pt x="4983" y="929"/>
                </a:lnTo>
                <a:lnTo>
                  <a:pt x="4510" y="1100"/>
                </a:lnTo>
                <a:lnTo>
                  <a:pt x="4055" y="1270"/>
                </a:lnTo>
                <a:lnTo>
                  <a:pt x="3581" y="1441"/>
                </a:lnTo>
                <a:lnTo>
                  <a:pt x="2653" y="1858"/>
                </a:lnTo>
                <a:lnTo>
                  <a:pt x="1762" y="2293"/>
                </a:lnTo>
                <a:lnTo>
                  <a:pt x="872" y="2767"/>
                </a:lnTo>
                <a:lnTo>
                  <a:pt x="0" y="3279"/>
                </a:lnTo>
                <a:lnTo>
                  <a:pt x="0" y="31625"/>
                </a:lnTo>
                <a:lnTo>
                  <a:pt x="70545" y="31625"/>
                </a:lnTo>
                <a:lnTo>
                  <a:pt x="70488" y="31247"/>
                </a:lnTo>
                <a:lnTo>
                  <a:pt x="70412" y="30849"/>
                </a:lnTo>
                <a:lnTo>
                  <a:pt x="70317" y="30470"/>
                </a:lnTo>
                <a:lnTo>
                  <a:pt x="70222" y="30091"/>
                </a:lnTo>
                <a:lnTo>
                  <a:pt x="70090" y="29712"/>
                </a:lnTo>
                <a:lnTo>
                  <a:pt x="69976" y="29333"/>
                </a:lnTo>
                <a:lnTo>
                  <a:pt x="69825" y="28973"/>
                </a:lnTo>
                <a:lnTo>
                  <a:pt x="69673" y="28613"/>
                </a:lnTo>
                <a:lnTo>
                  <a:pt x="69483" y="28196"/>
                </a:lnTo>
                <a:lnTo>
                  <a:pt x="69275" y="27798"/>
                </a:lnTo>
                <a:lnTo>
                  <a:pt x="69048" y="27381"/>
                </a:lnTo>
                <a:lnTo>
                  <a:pt x="68801" y="27002"/>
                </a:lnTo>
                <a:lnTo>
                  <a:pt x="68536" y="26604"/>
                </a:lnTo>
                <a:lnTo>
                  <a:pt x="68252" y="26225"/>
                </a:lnTo>
                <a:lnTo>
                  <a:pt x="67968" y="25865"/>
                </a:lnTo>
                <a:lnTo>
                  <a:pt x="67664" y="25505"/>
                </a:lnTo>
                <a:lnTo>
                  <a:pt x="67323" y="25164"/>
                </a:lnTo>
                <a:lnTo>
                  <a:pt x="67001" y="24823"/>
                </a:lnTo>
                <a:lnTo>
                  <a:pt x="66641" y="24501"/>
                </a:lnTo>
                <a:lnTo>
                  <a:pt x="66281" y="24217"/>
                </a:lnTo>
                <a:lnTo>
                  <a:pt x="65902" y="23932"/>
                </a:lnTo>
                <a:lnTo>
                  <a:pt x="65523" y="23667"/>
                </a:lnTo>
                <a:lnTo>
                  <a:pt x="65125" y="23421"/>
                </a:lnTo>
                <a:lnTo>
                  <a:pt x="64727" y="23193"/>
                </a:lnTo>
                <a:lnTo>
                  <a:pt x="64311" y="22985"/>
                </a:lnTo>
                <a:lnTo>
                  <a:pt x="63894" y="22796"/>
                </a:lnTo>
                <a:lnTo>
                  <a:pt x="63458" y="22644"/>
                </a:lnTo>
                <a:lnTo>
                  <a:pt x="63022" y="22511"/>
                </a:lnTo>
                <a:lnTo>
                  <a:pt x="62586" y="22417"/>
                </a:lnTo>
                <a:lnTo>
                  <a:pt x="62131" y="22341"/>
                </a:lnTo>
                <a:lnTo>
                  <a:pt x="61677" y="22284"/>
                </a:lnTo>
                <a:lnTo>
                  <a:pt x="61222" y="22265"/>
                </a:lnTo>
                <a:lnTo>
                  <a:pt x="60767" y="22284"/>
                </a:lnTo>
                <a:lnTo>
                  <a:pt x="60312" y="22322"/>
                </a:lnTo>
                <a:lnTo>
                  <a:pt x="59839" y="22398"/>
                </a:lnTo>
                <a:lnTo>
                  <a:pt x="59384" y="22511"/>
                </a:lnTo>
                <a:lnTo>
                  <a:pt x="58910" y="22663"/>
                </a:lnTo>
                <a:lnTo>
                  <a:pt x="58456" y="22833"/>
                </a:lnTo>
                <a:lnTo>
                  <a:pt x="57982" y="23061"/>
                </a:lnTo>
                <a:lnTo>
                  <a:pt x="57527" y="23326"/>
                </a:lnTo>
                <a:lnTo>
                  <a:pt x="57432" y="22663"/>
                </a:lnTo>
                <a:lnTo>
                  <a:pt x="57319" y="22038"/>
                </a:lnTo>
                <a:lnTo>
                  <a:pt x="57186" y="21412"/>
                </a:lnTo>
                <a:lnTo>
                  <a:pt x="57015" y="20806"/>
                </a:lnTo>
                <a:lnTo>
                  <a:pt x="56826" y="20219"/>
                </a:lnTo>
                <a:lnTo>
                  <a:pt x="56599" y="19669"/>
                </a:lnTo>
                <a:lnTo>
                  <a:pt x="56352" y="19120"/>
                </a:lnTo>
                <a:lnTo>
                  <a:pt x="56068" y="18589"/>
                </a:lnTo>
                <a:lnTo>
                  <a:pt x="55746" y="18077"/>
                </a:lnTo>
                <a:lnTo>
                  <a:pt x="55405" y="17585"/>
                </a:lnTo>
                <a:lnTo>
                  <a:pt x="55045" y="17111"/>
                </a:lnTo>
                <a:lnTo>
                  <a:pt x="54647" y="16656"/>
                </a:lnTo>
                <a:lnTo>
                  <a:pt x="54211" y="16220"/>
                </a:lnTo>
                <a:lnTo>
                  <a:pt x="53756" y="15804"/>
                </a:lnTo>
                <a:lnTo>
                  <a:pt x="53264" y="15406"/>
                </a:lnTo>
                <a:lnTo>
                  <a:pt x="52752" y="15046"/>
                </a:lnTo>
                <a:lnTo>
                  <a:pt x="52089" y="14553"/>
                </a:lnTo>
                <a:lnTo>
                  <a:pt x="51407" y="14098"/>
                </a:lnTo>
                <a:lnTo>
                  <a:pt x="50706" y="13662"/>
                </a:lnTo>
                <a:lnTo>
                  <a:pt x="50005" y="13265"/>
                </a:lnTo>
                <a:lnTo>
                  <a:pt x="49285" y="12905"/>
                </a:lnTo>
                <a:lnTo>
                  <a:pt x="48546" y="12544"/>
                </a:lnTo>
                <a:lnTo>
                  <a:pt x="47807" y="12222"/>
                </a:lnTo>
                <a:lnTo>
                  <a:pt x="47049" y="11938"/>
                </a:lnTo>
                <a:lnTo>
                  <a:pt x="46291" y="11673"/>
                </a:lnTo>
                <a:lnTo>
                  <a:pt x="45533" y="11445"/>
                </a:lnTo>
                <a:lnTo>
                  <a:pt x="44756" y="11237"/>
                </a:lnTo>
                <a:lnTo>
                  <a:pt x="43979" y="11067"/>
                </a:lnTo>
                <a:lnTo>
                  <a:pt x="43202" y="10915"/>
                </a:lnTo>
                <a:lnTo>
                  <a:pt x="42406" y="10782"/>
                </a:lnTo>
                <a:lnTo>
                  <a:pt x="41629" y="10688"/>
                </a:lnTo>
                <a:lnTo>
                  <a:pt x="40834" y="10631"/>
                </a:lnTo>
                <a:lnTo>
                  <a:pt x="40057" y="10593"/>
                </a:lnTo>
                <a:lnTo>
                  <a:pt x="39261" y="10593"/>
                </a:lnTo>
                <a:lnTo>
                  <a:pt x="38465" y="10612"/>
                </a:lnTo>
                <a:lnTo>
                  <a:pt x="37688" y="10669"/>
                </a:lnTo>
                <a:lnTo>
                  <a:pt x="36911" y="10744"/>
                </a:lnTo>
                <a:lnTo>
                  <a:pt x="36134" y="10858"/>
                </a:lnTo>
                <a:lnTo>
                  <a:pt x="35358" y="10991"/>
                </a:lnTo>
                <a:lnTo>
                  <a:pt x="34581" y="11161"/>
                </a:lnTo>
                <a:lnTo>
                  <a:pt x="33823" y="11370"/>
                </a:lnTo>
                <a:lnTo>
                  <a:pt x="33084" y="11597"/>
                </a:lnTo>
                <a:lnTo>
                  <a:pt x="32345" y="11862"/>
                </a:lnTo>
                <a:lnTo>
                  <a:pt x="31606" y="12147"/>
                </a:lnTo>
                <a:lnTo>
                  <a:pt x="30886" y="12469"/>
                </a:lnTo>
                <a:lnTo>
                  <a:pt x="30166" y="12829"/>
                </a:lnTo>
                <a:lnTo>
                  <a:pt x="29465" y="13208"/>
                </a:lnTo>
                <a:lnTo>
                  <a:pt x="28782" y="13625"/>
                </a:lnTo>
                <a:lnTo>
                  <a:pt x="28574" y="13037"/>
                </a:lnTo>
                <a:lnTo>
                  <a:pt x="28366" y="12450"/>
                </a:lnTo>
                <a:lnTo>
                  <a:pt x="28119" y="11881"/>
                </a:lnTo>
                <a:lnTo>
                  <a:pt x="27873" y="11332"/>
                </a:lnTo>
                <a:lnTo>
                  <a:pt x="27589" y="10782"/>
                </a:lnTo>
                <a:lnTo>
                  <a:pt x="27305" y="10252"/>
                </a:lnTo>
                <a:lnTo>
                  <a:pt x="27001" y="9721"/>
                </a:lnTo>
                <a:lnTo>
                  <a:pt x="26698" y="9210"/>
                </a:lnTo>
                <a:lnTo>
                  <a:pt x="26357" y="8717"/>
                </a:lnTo>
                <a:lnTo>
                  <a:pt x="26016" y="8224"/>
                </a:lnTo>
                <a:lnTo>
                  <a:pt x="25656" y="7751"/>
                </a:lnTo>
                <a:lnTo>
                  <a:pt x="25296" y="7277"/>
                </a:lnTo>
                <a:lnTo>
                  <a:pt x="24898" y="6822"/>
                </a:lnTo>
                <a:lnTo>
                  <a:pt x="24500" y="6386"/>
                </a:lnTo>
                <a:lnTo>
                  <a:pt x="24102" y="5950"/>
                </a:lnTo>
                <a:lnTo>
                  <a:pt x="23666" y="5534"/>
                </a:lnTo>
                <a:lnTo>
                  <a:pt x="23231" y="5136"/>
                </a:lnTo>
                <a:lnTo>
                  <a:pt x="22795" y="4757"/>
                </a:lnTo>
                <a:lnTo>
                  <a:pt x="22340" y="4378"/>
                </a:lnTo>
                <a:lnTo>
                  <a:pt x="21866" y="4018"/>
                </a:lnTo>
                <a:lnTo>
                  <a:pt x="21374" y="3658"/>
                </a:lnTo>
                <a:lnTo>
                  <a:pt x="20881" y="3317"/>
                </a:lnTo>
                <a:lnTo>
                  <a:pt x="20369" y="2995"/>
                </a:lnTo>
                <a:lnTo>
                  <a:pt x="19858" y="2691"/>
                </a:lnTo>
                <a:lnTo>
                  <a:pt x="19346" y="2407"/>
                </a:lnTo>
                <a:lnTo>
                  <a:pt x="18797" y="2123"/>
                </a:lnTo>
                <a:lnTo>
                  <a:pt x="18247" y="1858"/>
                </a:lnTo>
                <a:lnTo>
                  <a:pt x="17698" y="1611"/>
                </a:lnTo>
                <a:lnTo>
                  <a:pt x="17129" y="1365"/>
                </a:lnTo>
                <a:lnTo>
                  <a:pt x="16561" y="1157"/>
                </a:lnTo>
                <a:lnTo>
                  <a:pt x="15973" y="948"/>
                </a:lnTo>
                <a:lnTo>
                  <a:pt x="15386" y="759"/>
                </a:lnTo>
                <a:lnTo>
                  <a:pt x="14893" y="607"/>
                </a:lnTo>
                <a:lnTo>
                  <a:pt x="14382" y="474"/>
                </a:lnTo>
                <a:lnTo>
                  <a:pt x="13870" y="342"/>
                </a:lnTo>
                <a:lnTo>
                  <a:pt x="13378" y="247"/>
                </a:lnTo>
                <a:lnTo>
                  <a:pt x="12866" y="171"/>
                </a:lnTo>
                <a:lnTo>
                  <a:pt x="12354" y="95"/>
                </a:lnTo>
                <a:lnTo>
                  <a:pt x="11862" y="58"/>
                </a:lnTo>
                <a:lnTo>
                  <a:pt x="11350" y="20"/>
                </a:lnTo>
                <a:lnTo>
                  <a:pt x="10857" y="1"/>
                </a:lnTo>
                <a:close/>
              </a:path>
            </a:pathLst>
          </a:custGeom>
          <a:solidFill>
            <a:srgbClr val="FFFFFF">
              <a:alpha val="3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p21"/>
          <p:cNvSpPr/>
          <p:nvPr/>
        </p:nvSpPr>
        <p:spPr>
          <a:xfrm>
            <a:off x="914400" y="1443899"/>
            <a:ext cx="439416" cy="200667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" name="Google Shape;1002;p21"/>
          <p:cNvSpPr/>
          <p:nvPr/>
        </p:nvSpPr>
        <p:spPr>
          <a:xfrm>
            <a:off x="1048475" y="399839"/>
            <a:ext cx="611683" cy="279336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3" name="Google Shape;1003;p21"/>
          <p:cNvSpPr/>
          <p:nvPr/>
        </p:nvSpPr>
        <p:spPr>
          <a:xfrm>
            <a:off x="168475" y="475081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4" name="Google Shape;1004;p21"/>
          <p:cNvSpPr/>
          <p:nvPr/>
        </p:nvSpPr>
        <p:spPr>
          <a:xfrm>
            <a:off x="3913075" y="165631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21"/>
          <p:cNvSpPr/>
          <p:nvPr/>
        </p:nvSpPr>
        <p:spPr>
          <a:xfrm>
            <a:off x="8516900" y="1085456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21"/>
          <p:cNvSpPr/>
          <p:nvPr/>
        </p:nvSpPr>
        <p:spPr>
          <a:xfrm>
            <a:off x="2531738" y="884774"/>
            <a:ext cx="439416" cy="200667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7" name="Google Shape;1007;p21"/>
          <p:cNvSpPr/>
          <p:nvPr/>
        </p:nvSpPr>
        <p:spPr>
          <a:xfrm>
            <a:off x="6552563" y="220012"/>
            <a:ext cx="439416" cy="200667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p21"/>
          <p:cNvSpPr/>
          <p:nvPr/>
        </p:nvSpPr>
        <p:spPr>
          <a:xfrm>
            <a:off x="8939338" y="1803062"/>
            <a:ext cx="439416" cy="200667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9" name="Google Shape;1009;p21"/>
          <p:cNvGrpSpPr/>
          <p:nvPr/>
        </p:nvGrpSpPr>
        <p:grpSpPr>
          <a:xfrm>
            <a:off x="168486" y="4227961"/>
            <a:ext cx="745923" cy="742920"/>
            <a:chOff x="778525" y="3588975"/>
            <a:chExt cx="1073425" cy="1068950"/>
          </a:xfrm>
        </p:grpSpPr>
        <p:sp>
          <p:nvSpPr>
            <p:cNvPr id="1010" name="Google Shape;1010;p21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1" name="Google Shape;1011;p21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1012" name="Google Shape;1012;p21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21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21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21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21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21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21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21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21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21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21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21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24" name="Google Shape;1024;p21"/>
          <p:cNvSpPr/>
          <p:nvPr/>
        </p:nvSpPr>
        <p:spPr>
          <a:xfrm>
            <a:off x="285175" y="3156956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5" name="Google Shape;1025;p21"/>
          <p:cNvGrpSpPr/>
          <p:nvPr/>
        </p:nvGrpSpPr>
        <p:grpSpPr>
          <a:xfrm flipH="1">
            <a:off x="8583554" y="4448306"/>
            <a:ext cx="560435" cy="558099"/>
            <a:chOff x="778525" y="3588975"/>
            <a:chExt cx="1073425" cy="1068950"/>
          </a:xfrm>
        </p:grpSpPr>
        <p:sp>
          <p:nvSpPr>
            <p:cNvPr id="1026" name="Google Shape;1026;p21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7" name="Google Shape;1027;p21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1028" name="Google Shape;1028;p21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21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21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21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21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21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21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21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21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21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21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21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21774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36D5E6"/>
            </a:gs>
            <a:gs pos="100000">
              <a:schemeClr val="lt1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7750" y="539496"/>
            <a:ext cx="7708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ays One"/>
              <a:buNone/>
              <a:defRPr sz="2800" b="1">
                <a:solidFill>
                  <a:schemeClr val="lt1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92700" y="1351875"/>
            <a:ext cx="7711800" cy="3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Char char="●"/>
              <a:defRPr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Char char="○"/>
              <a:defRPr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Char char="■"/>
              <a:defRPr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Char char="●"/>
              <a:defRPr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Char char="○"/>
              <a:defRPr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Char char="■"/>
              <a:defRPr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Char char="●"/>
              <a:defRPr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Char char="○"/>
              <a:defRPr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Char char="■"/>
              <a:defRPr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6" r:id="rId3"/>
    <p:sldLayoutId id="2147483664" r:id="rId4"/>
    <p:sldLayoutId id="2147483665" r:id="rId5"/>
    <p:sldLayoutId id="2147483674" r:id="rId6"/>
    <p:sldLayoutId id="2147483677" r:id="rId7"/>
    <p:sldLayoutId id="2147483678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6D5E6"/>
            </a:gs>
            <a:gs pos="100000">
              <a:schemeClr val="lt1"/>
            </a:gs>
          </a:gsLst>
          <a:lin ang="5400012" scaled="0"/>
        </a:gradFill>
        <a:effectLst/>
      </p:bgPr>
    </p:bg>
    <p:spTree>
      <p:nvGrpSpPr>
        <p:cNvPr id="1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3" name="Google Shape;1653;p36"/>
          <p:cNvGrpSpPr/>
          <p:nvPr/>
        </p:nvGrpSpPr>
        <p:grpSpPr>
          <a:xfrm>
            <a:off x="711660" y="2876454"/>
            <a:ext cx="4067613" cy="467523"/>
            <a:chOff x="1119355" y="481275"/>
            <a:chExt cx="4990936" cy="573648"/>
          </a:xfrm>
        </p:grpSpPr>
        <p:sp>
          <p:nvSpPr>
            <p:cNvPr id="1654" name="Google Shape;1654;p36"/>
            <p:cNvSpPr/>
            <p:nvPr/>
          </p:nvSpPr>
          <p:spPr>
            <a:xfrm flipH="1">
              <a:off x="5373980" y="481275"/>
              <a:ext cx="736311" cy="573648"/>
            </a:xfrm>
            <a:custGeom>
              <a:avLst/>
              <a:gdLst/>
              <a:ahLst/>
              <a:cxnLst/>
              <a:rect l="l" t="t" r="r" b="b"/>
              <a:pathLst>
                <a:path w="52332" h="40771" extrusionOk="0">
                  <a:moveTo>
                    <a:pt x="0" y="0"/>
                  </a:moveTo>
                  <a:lnTo>
                    <a:pt x="16432" y="20386"/>
                  </a:lnTo>
                  <a:lnTo>
                    <a:pt x="0" y="40771"/>
                  </a:lnTo>
                  <a:lnTo>
                    <a:pt x="52331" y="40771"/>
                  </a:lnTo>
                  <a:lnTo>
                    <a:pt x="5233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36"/>
            <p:cNvSpPr/>
            <p:nvPr/>
          </p:nvSpPr>
          <p:spPr>
            <a:xfrm>
              <a:off x="1119355" y="481275"/>
              <a:ext cx="736311" cy="573648"/>
            </a:xfrm>
            <a:custGeom>
              <a:avLst/>
              <a:gdLst/>
              <a:ahLst/>
              <a:cxnLst/>
              <a:rect l="l" t="t" r="r" b="b"/>
              <a:pathLst>
                <a:path w="52332" h="40771" extrusionOk="0">
                  <a:moveTo>
                    <a:pt x="0" y="0"/>
                  </a:moveTo>
                  <a:lnTo>
                    <a:pt x="16432" y="20386"/>
                  </a:lnTo>
                  <a:lnTo>
                    <a:pt x="0" y="40771"/>
                  </a:lnTo>
                  <a:lnTo>
                    <a:pt x="52331" y="40771"/>
                  </a:lnTo>
                  <a:lnTo>
                    <a:pt x="5233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36"/>
            <p:cNvSpPr/>
            <p:nvPr/>
          </p:nvSpPr>
          <p:spPr>
            <a:xfrm>
              <a:off x="1849799" y="481300"/>
              <a:ext cx="3855900" cy="573600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7" name="Google Shape;1657;p36"/>
          <p:cNvSpPr/>
          <p:nvPr/>
        </p:nvSpPr>
        <p:spPr>
          <a:xfrm>
            <a:off x="4779225" y="4431125"/>
            <a:ext cx="3396000" cy="234300"/>
          </a:xfrm>
          <a:prstGeom prst="ellipse">
            <a:avLst/>
          </a:prstGeom>
          <a:solidFill>
            <a:srgbClr val="363636">
              <a:alpha val="184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8" name="Google Shape;1658;p36"/>
          <p:cNvSpPr txBox="1">
            <a:spLocks noGrp="1"/>
          </p:cNvSpPr>
          <p:nvPr>
            <p:ph type="ctrTitle"/>
          </p:nvPr>
        </p:nvSpPr>
        <p:spPr>
          <a:xfrm>
            <a:off x="692999" y="702801"/>
            <a:ext cx="6136221" cy="208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4400" dirty="0">
                <a:solidFill>
                  <a:schemeClr val="l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Организация эффективной </a:t>
            </a:r>
            <a:r>
              <a:rPr lang="ru-RU" sz="4400" dirty="0" err="1">
                <a:solidFill>
                  <a:schemeClr val="l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Scrum</a:t>
            </a:r>
            <a:r>
              <a:rPr lang="ru-RU" sz="4400" dirty="0">
                <a:solidFill>
                  <a:schemeClr val="l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-команды через призму бизнес-активизации</a:t>
            </a:r>
            <a:endParaRPr sz="54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9" name="Google Shape;1659;p36"/>
          <p:cNvSpPr txBox="1">
            <a:spLocks noGrp="1"/>
          </p:cNvSpPr>
          <p:nvPr>
            <p:ph type="subTitle" idx="1"/>
          </p:nvPr>
        </p:nvSpPr>
        <p:spPr>
          <a:xfrm>
            <a:off x="910966" y="2927375"/>
            <a:ext cx="3669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Доклад выполнили Тихомирова Е. Ю., Янко И. Ю., ИС-23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60" name="Google Shape;1660;p36"/>
          <p:cNvGrpSpPr/>
          <p:nvPr/>
        </p:nvGrpSpPr>
        <p:grpSpPr>
          <a:xfrm>
            <a:off x="4855416" y="1870156"/>
            <a:ext cx="3794059" cy="2710211"/>
            <a:chOff x="1294700" y="238125"/>
            <a:chExt cx="3440075" cy="2457350"/>
          </a:xfrm>
        </p:grpSpPr>
        <p:sp>
          <p:nvSpPr>
            <p:cNvPr id="1661" name="Google Shape;1661;p36"/>
            <p:cNvSpPr/>
            <p:nvPr/>
          </p:nvSpPr>
          <p:spPr>
            <a:xfrm>
              <a:off x="3277750" y="2109975"/>
              <a:ext cx="630150" cy="585500"/>
            </a:xfrm>
            <a:custGeom>
              <a:avLst/>
              <a:gdLst/>
              <a:ahLst/>
              <a:cxnLst/>
              <a:rect l="l" t="t" r="r" b="b"/>
              <a:pathLst>
                <a:path w="25206" h="23420" extrusionOk="0">
                  <a:moveTo>
                    <a:pt x="6273" y="1"/>
                  </a:moveTo>
                  <a:lnTo>
                    <a:pt x="0" y="23419"/>
                  </a:lnTo>
                  <a:lnTo>
                    <a:pt x="18933" y="23419"/>
                  </a:lnTo>
                  <a:lnTo>
                    <a:pt x="25206" y="1"/>
                  </a:lnTo>
                  <a:close/>
                </a:path>
              </a:pathLst>
            </a:custGeom>
            <a:solidFill>
              <a:srgbClr val="317C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36"/>
            <p:cNvSpPr/>
            <p:nvPr/>
          </p:nvSpPr>
          <p:spPr>
            <a:xfrm>
              <a:off x="3290575" y="2336175"/>
              <a:ext cx="325550" cy="350250"/>
            </a:xfrm>
            <a:custGeom>
              <a:avLst/>
              <a:gdLst/>
              <a:ahLst/>
              <a:cxnLst/>
              <a:rect l="l" t="t" r="r" b="b"/>
              <a:pathLst>
                <a:path w="13022" h="14010" extrusionOk="0">
                  <a:moveTo>
                    <a:pt x="6939" y="1"/>
                  </a:moveTo>
                  <a:lnTo>
                    <a:pt x="6616" y="20"/>
                  </a:lnTo>
                  <a:lnTo>
                    <a:pt x="6293" y="58"/>
                  </a:lnTo>
                  <a:lnTo>
                    <a:pt x="5969" y="96"/>
                  </a:lnTo>
                  <a:lnTo>
                    <a:pt x="5646" y="153"/>
                  </a:lnTo>
                  <a:lnTo>
                    <a:pt x="5323" y="248"/>
                  </a:lnTo>
                  <a:lnTo>
                    <a:pt x="5000" y="343"/>
                  </a:lnTo>
                  <a:lnTo>
                    <a:pt x="4677" y="457"/>
                  </a:lnTo>
                  <a:lnTo>
                    <a:pt x="4373" y="590"/>
                  </a:lnTo>
                  <a:lnTo>
                    <a:pt x="4050" y="742"/>
                  </a:lnTo>
                  <a:lnTo>
                    <a:pt x="3745" y="913"/>
                  </a:lnTo>
                  <a:lnTo>
                    <a:pt x="3460" y="1103"/>
                  </a:lnTo>
                  <a:lnTo>
                    <a:pt x="3175" y="1293"/>
                  </a:lnTo>
                  <a:lnTo>
                    <a:pt x="2890" y="1502"/>
                  </a:lnTo>
                  <a:lnTo>
                    <a:pt x="2624" y="1711"/>
                  </a:lnTo>
                  <a:lnTo>
                    <a:pt x="2377" y="1940"/>
                  </a:lnTo>
                  <a:lnTo>
                    <a:pt x="2130" y="2187"/>
                  </a:lnTo>
                  <a:lnTo>
                    <a:pt x="1902" y="2434"/>
                  </a:lnTo>
                  <a:lnTo>
                    <a:pt x="1692" y="2700"/>
                  </a:lnTo>
                  <a:lnTo>
                    <a:pt x="1483" y="2985"/>
                  </a:lnTo>
                  <a:lnTo>
                    <a:pt x="1293" y="3251"/>
                  </a:lnTo>
                  <a:lnTo>
                    <a:pt x="1103" y="3555"/>
                  </a:lnTo>
                  <a:lnTo>
                    <a:pt x="951" y="3840"/>
                  </a:lnTo>
                  <a:lnTo>
                    <a:pt x="780" y="4145"/>
                  </a:lnTo>
                  <a:lnTo>
                    <a:pt x="647" y="4449"/>
                  </a:lnTo>
                  <a:lnTo>
                    <a:pt x="514" y="4772"/>
                  </a:lnTo>
                  <a:lnTo>
                    <a:pt x="400" y="5095"/>
                  </a:lnTo>
                  <a:lnTo>
                    <a:pt x="305" y="5418"/>
                  </a:lnTo>
                  <a:lnTo>
                    <a:pt x="210" y="5741"/>
                  </a:lnTo>
                  <a:lnTo>
                    <a:pt x="134" y="6083"/>
                  </a:lnTo>
                  <a:lnTo>
                    <a:pt x="77" y="6407"/>
                  </a:lnTo>
                  <a:lnTo>
                    <a:pt x="39" y="6749"/>
                  </a:lnTo>
                  <a:lnTo>
                    <a:pt x="20" y="7091"/>
                  </a:lnTo>
                  <a:lnTo>
                    <a:pt x="1" y="7433"/>
                  </a:lnTo>
                  <a:lnTo>
                    <a:pt x="1" y="7775"/>
                  </a:lnTo>
                  <a:lnTo>
                    <a:pt x="20" y="8117"/>
                  </a:lnTo>
                  <a:lnTo>
                    <a:pt x="58" y="8459"/>
                  </a:lnTo>
                  <a:lnTo>
                    <a:pt x="115" y="8802"/>
                  </a:lnTo>
                  <a:lnTo>
                    <a:pt x="191" y="9144"/>
                  </a:lnTo>
                  <a:lnTo>
                    <a:pt x="267" y="9467"/>
                  </a:lnTo>
                  <a:lnTo>
                    <a:pt x="381" y="9809"/>
                  </a:lnTo>
                  <a:lnTo>
                    <a:pt x="495" y="10132"/>
                  </a:lnTo>
                  <a:lnTo>
                    <a:pt x="628" y="10455"/>
                  </a:lnTo>
                  <a:lnTo>
                    <a:pt x="780" y="10759"/>
                  </a:lnTo>
                  <a:lnTo>
                    <a:pt x="932" y="11045"/>
                  </a:lnTo>
                  <a:lnTo>
                    <a:pt x="1122" y="11330"/>
                  </a:lnTo>
                  <a:lnTo>
                    <a:pt x="1293" y="11596"/>
                  </a:lnTo>
                  <a:lnTo>
                    <a:pt x="1502" y="11843"/>
                  </a:lnTo>
                  <a:lnTo>
                    <a:pt x="1711" y="12090"/>
                  </a:lnTo>
                  <a:lnTo>
                    <a:pt x="1921" y="12318"/>
                  </a:lnTo>
                  <a:lnTo>
                    <a:pt x="2149" y="12527"/>
                  </a:lnTo>
                  <a:lnTo>
                    <a:pt x="2396" y="12736"/>
                  </a:lnTo>
                  <a:lnTo>
                    <a:pt x="2643" y="12907"/>
                  </a:lnTo>
                  <a:lnTo>
                    <a:pt x="2890" y="13098"/>
                  </a:lnTo>
                  <a:lnTo>
                    <a:pt x="3156" y="13250"/>
                  </a:lnTo>
                  <a:lnTo>
                    <a:pt x="3422" y="13402"/>
                  </a:lnTo>
                  <a:lnTo>
                    <a:pt x="3707" y="13516"/>
                  </a:lnTo>
                  <a:lnTo>
                    <a:pt x="3993" y="13649"/>
                  </a:lnTo>
                  <a:lnTo>
                    <a:pt x="4278" y="13744"/>
                  </a:lnTo>
                  <a:lnTo>
                    <a:pt x="4582" y="13820"/>
                  </a:lnTo>
                  <a:lnTo>
                    <a:pt x="4886" y="13896"/>
                  </a:lnTo>
                  <a:lnTo>
                    <a:pt x="5190" y="13953"/>
                  </a:lnTo>
                  <a:lnTo>
                    <a:pt x="5494" y="13991"/>
                  </a:lnTo>
                  <a:lnTo>
                    <a:pt x="5798" y="14010"/>
                  </a:lnTo>
                  <a:lnTo>
                    <a:pt x="6426" y="14010"/>
                  </a:lnTo>
                  <a:lnTo>
                    <a:pt x="6749" y="13972"/>
                  </a:lnTo>
                  <a:lnTo>
                    <a:pt x="7072" y="13934"/>
                  </a:lnTo>
                  <a:lnTo>
                    <a:pt x="7395" y="13858"/>
                  </a:lnTo>
                  <a:lnTo>
                    <a:pt x="7718" y="13782"/>
                  </a:lnTo>
                  <a:lnTo>
                    <a:pt x="8041" y="13687"/>
                  </a:lnTo>
                  <a:lnTo>
                    <a:pt x="8345" y="13573"/>
                  </a:lnTo>
                  <a:lnTo>
                    <a:pt x="8669" y="13440"/>
                  </a:lnTo>
                  <a:lnTo>
                    <a:pt x="8973" y="13288"/>
                  </a:lnTo>
                  <a:lnTo>
                    <a:pt x="9277" y="13117"/>
                  </a:lnTo>
                  <a:lnTo>
                    <a:pt x="9581" y="12926"/>
                  </a:lnTo>
                  <a:lnTo>
                    <a:pt x="9866" y="12736"/>
                  </a:lnTo>
                  <a:lnTo>
                    <a:pt x="10132" y="12527"/>
                  </a:lnTo>
                  <a:lnTo>
                    <a:pt x="10398" y="12318"/>
                  </a:lnTo>
                  <a:lnTo>
                    <a:pt x="10645" y="12090"/>
                  </a:lnTo>
                  <a:lnTo>
                    <a:pt x="10893" y="11843"/>
                  </a:lnTo>
                  <a:lnTo>
                    <a:pt x="11121" y="11596"/>
                  </a:lnTo>
                  <a:lnTo>
                    <a:pt x="11330" y="11330"/>
                  </a:lnTo>
                  <a:lnTo>
                    <a:pt x="11539" y="11064"/>
                  </a:lnTo>
                  <a:lnTo>
                    <a:pt x="11729" y="10778"/>
                  </a:lnTo>
                  <a:lnTo>
                    <a:pt x="11900" y="10493"/>
                  </a:lnTo>
                  <a:lnTo>
                    <a:pt x="12071" y="10189"/>
                  </a:lnTo>
                  <a:lnTo>
                    <a:pt x="12223" y="9885"/>
                  </a:lnTo>
                  <a:lnTo>
                    <a:pt x="12375" y="9581"/>
                  </a:lnTo>
                  <a:lnTo>
                    <a:pt x="12508" y="9258"/>
                  </a:lnTo>
                  <a:lnTo>
                    <a:pt x="12622" y="8954"/>
                  </a:lnTo>
                  <a:lnTo>
                    <a:pt x="12717" y="8612"/>
                  </a:lnTo>
                  <a:lnTo>
                    <a:pt x="12812" y="8288"/>
                  </a:lnTo>
                  <a:lnTo>
                    <a:pt x="12869" y="7965"/>
                  </a:lnTo>
                  <a:lnTo>
                    <a:pt x="12926" y="7623"/>
                  </a:lnTo>
                  <a:lnTo>
                    <a:pt x="12984" y="7281"/>
                  </a:lnTo>
                  <a:lnTo>
                    <a:pt x="13003" y="6939"/>
                  </a:lnTo>
                  <a:lnTo>
                    <a:pt x="13022" y="6597"/>
                  </a:lnTo>
                  <a:lnTo>
                    <a:pt x="13022" y="6254"/>
                  </a:lnTo>
                  <a:lnTo>
                    <a:pt x="13003" y="5912"/>
                  </a:lnTo>
                  <a:lnTo>
                    <a:pt x="12965" y="5570"/>
                  </a:lnTo>
                  <a:lnTo>
                    <a:pt x="12907" y="5228"/>
                  </a:lnTo>
                  <a:lnTo>
                    <a:pt x="12850" y="4886"/>
                  </a:lnTo>
                  <a:lnTo>
                    <a:pt x="12755" y="4563"/>
                  </a:lnTo>
                  <a:lnTo>
                    <a:pt x="12660" y="4221"/>
                  </a:lnTo>
                  <a:lnTo>
                    <a:pt x="12546" y="3897"/>
                  </a:lnTo>
                  <a:lnTo>
                    <a:pt x="12413" y="3574"/>
                  </a:lnTo>
                  <a:lnTo>
                    <a:pt x="12261" y="3270"/>
                  </a:lnTo>
                  <a:lnTo>
                    <a:pt x="12109" y="2985"/>
                  </a:lnTo>
                  <a:lnTo>
                    <a:pt x="11938" y="2700"/>
                  </a:lnTo>
                  <a:lnTo>
                    <a:pt x="11748" y="2434"/>
                  </a:lnTo>
                  <a:lnTo>
                    <a:pt x="11558" y="2187"/>
                  </a:lnTo>
                  <a:lnTo>
                    <a:pt x="11349" y="1940"/>
                  </a:lnTo>
                  <a:lnTo>
                    <a:pt x="11121" y="1711"/>
                  </a:lnTo>
                  <a:lnTo>
                    <a:pt x="10893" y="1502"/>
                  </a:lnTo>
                  <a:lnTo>
                    <a:pt x="10664" y="1293"/>
                  </a:lnTo>
                  <a:lnTo>
                    <a:pt x="10417" y="1103"/>
                  </a:lnTo>
                  <a:lnTo>
                    <a:pt x="10170" y="932"/>
                  </a:lnTo>
                  <a:lnTo>
                    <a:pt x="9904" y="780"/>
                  </a:lnTo>
                  <a:lnTo>
                    <a:pt x="9619" y="628"/>
                  </a:lnTo>
                  <a:lnTo>
                    <a:pt x="9353" y="495"/>
                  </a:lnTo>
                  <a:lnTo>
                    <a:pt x="9068" y="381"/>
                  </a:lnTo>
                  <a:lnTo>
                    <a:pt x="8783" y="286"/>
                  </a:lnTo>
                  <a:lnTo>
                    <a:pt x="8479" y="191"/>
                  </a:lnTo>
                  <a:lnTo>
                    <a:pt x="8174" y="134"/>
                  </a:lnTo>
                  <a:lnTo>
                    <a:pt x="7870" y="77"/>
                  </a:lnTo>
                  <a:lnTo>
                    <a:pt x="7566" y="39"/>
                  </a:lnTo>
                  <a:lnTo>
                    <a:pt x="7243" y="20"/>
                  </a:lnTo>
                  <a:lnTo>
                    <a:pt x="693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36"/>
            <p:cNvSpPr/>
            <p:nvPr/>
          </p:nvSpPr>
          <p:spPr>
            <a:xfrm>
              <a:off x="3310550" y="2358525"/>
              <a:ext cx="285625" cy="306050"/>
            </a:xfrm>
            <a:custGeom>
              <a:avLst/>
              <a:gdLst/>
              <a:ahLst/>
              <a:cxnLst/>
              <a:rect l="l" t="t" r="r" b="b"/>
              <a:pathLst>
                <a:path w="11425" h="12242" extrusionOk="0">
                  <a:moveTo>
                    <a:pt x="6539" y="342"/>
                  </a:moveTo>
                  <a:lnTo>
                    <a:pt x="6919" y="399"/>
                  </a:lnTo>
                  <a:lnTo>
                    <a:pt x="7299" y="475"/>
                  </a:lnTo>
                  <a:lnTo>
                    <a:pt x="7660" y="570"/>
                  </a:lnTo>
                  <a:lnTo>
                    <a:pt x="8022" y="703"/>
                  </a:lnTo>
                  <a:lnTo>
                    <a:pt x="8364" y="874"/>
                  </a:lnTo>
                  <a:lnTo>
                    <a:pt x="8687" y="1065"/>
                  </a:lnTo>
                  <a:lnTo>
                    <a:pt x="8991" y="1274"/>
                  </a:lnTo>
                  <a:lnTo>
                    <a:pt x="9295" y="1502"/>
                  </a:lnTo>
                  <a:lnTo>
                    <a:pt x="9561" y="1768"/>
                  </a:lnTo>
                  <a:lnTo>
                    <a:pt x="9827" y="2053"/>
                  </a:lnTo>
                  <a:lnTo>
                    <a:pt x="10056" y="2357"/>
                  </a:lnTo>
                  <a:lnTo>
                    <a:pt x="10265" y="2699"/>
                  </a:lnTo>
                  <a:lnTo>
                    <a:pt x="10474" y="3041"/>
                  </a:lnTo>
                  <a:lnTo>
                    <a:pt x="10626" y="3403"/>
                  </a:lnTo>
                  <a:lnTo>
                    <a:pt x="10778" y="3802"/>
                  </a:lnTo>
                  <a:lnTo>
                    <a:pt x="10873" y="4068"/>
                  </a:lnTo>
                  <a:lnTo>
                    <a:pt x="10930" y="4353"/>
                  </a:lnTo>
                  <a:lnTo>
                    <a:pt x="10987" y="4638"/>
                  </a:lnTo>
                  <a:lnTo>
                    <a:pt x="11025" y="4923"/>
                  </a:lnTo>
                  <a:lnTo>
                    <a:pt x="11063" y="5189"/>
                  </a:lnTo>
                  <a:lnTo>
                    <a:pt x="11082" y="5475"/>
                  </a:lnTo>
                  <a:lnTo>
                    <a:pt x="11082" y="5760"/>
                  </a:lnTo>
                  <a:lnTo>
                    <a:pt x="11063" y="6045"/>
                  </a:lnTo>
                  <a:lnTo>
                    <a:pt x="11044" y="6330"/>
                  </a:lnTo>
                  <a:lnTo>
                    <a:pt x="11006" y="6615"/>
                  </a:lnTo>
                  <a:lnTo>
                    <a:pt x="10968" y="6881"/>
                  </a:lnTo>
                  <a:lnTo>
                    <a:pt x="10892" y="7166"/>
                  </a:lnTo>
                  <a:lnTo>
                    <a:pt x="10835" y="7432"/>
                  </a:lnTo>
                  <a:lnTo>
                    <a:pt x="10740" y="7699"/>
                  </a:lnTo>
                  <a:lnTo>
                    <a:pt x="10645" y="7965"/>
                  </a:lnTo>
                  <a:lnTo>
                    <a:pt x="10550" y="8231"/>
                  </a:lnTo>
                  <a:lnTo>
                    <a:pt x="10417" y="8497"/>
                  </a:lnTo>
                  <a:lnTo>
                    <a:pt x="10303" y="8744"/>
                  </a:lnTo>
                  <a:lnTo>
                    <a:pt x="10151" y="8991"/>
                  </a:lnTo>
                  <a:lnTo>
                    <a:pt x="9999" y="9219"/>
                  </a:lnTo>
                  <a:lnTo>
                    <a:pt x="9846" y="9466"/>
                  </a:lnTo>
                  <a:lnTo>
                    <a:pt x="9675" y="9675"/>
                  </a:lnTo>
                  <a:lnTo>
                    <a:pt x="9504" y="9903"/>
                  </a:lnTo>
                  <a:lnTo>
                    <a:pt x="9314" y="10113"/>
                  </a:lnTo>
                  <a:lnTo>
                    <a:pt x="9105" y="10303"/>
                  </a:lnTo>
                  <a:lnTo>
                    <a:pt x="8896" y="10493"/>
                  </a:lnTo>
                  <a:lnTo>
                    <a:pt x="8687" y="10683"/>
                  </a:lnTo>
                  <a:lnTo>
                    <a:pt x="8459" y="10854"/>
                  </a:lnTo>
                  <a:lnTo>
                    <a:pt x="8231" y="11006"/>
                  </a:lnTo>
                  <a:lnTo>
                    <a:pt x="7984" y="11158"/>
                  </a:lnTo>
                  <a:lnTo>
                    <a:pt x="7737" y="11291"/>
                  </a:lnTo>
                  <a:lnTo>
                    <a:pt x="7470" y="11424"/>
                  </a:lnTo>
                  <a:lnTo>
                    <a:pt x="7128" y="11557"/>
                  </a:lnTo>
                  <a:lnTo>
                    <a:pt x="6786" y="11690"/>
                  </a:lnTo>
                  <a:lnTo>
                    <a:pt x="6425" y="11785"/>
                  </a:lnTo>
                  <a:lnTo>
                    <a:pt x="6083" y="11842"/>
                  </a:lnTo>
                  <a:lnTo>
                    <a:pt x="5722" y="11880"/>
                  </a:lnTo>
                  <a:lnTo>
                    <a:pt x="5379" y="11899"/>
                  </a:lnTo>
                  <a:lnTo>
                    <a:pt x="5018" y="11899"/>
                  </a:lnTo>
                  <a:lnTo>
                    <a:pt x="4676" y="11861"/>
                  </a:lnTo>
                  <a:lnTo>
                    <a:pt x="4334" y="11804"/>
                  </a:lnTo>
                  <a:lnTo>
                    <a:pt x="3992" y="11709"/>
                  </a:lnTo>
                  <a:lnTo>
                    <a:pt x="3669" y="11614"/>
                  </a:lnTo>
                  <a:lnTo>
                    <a:pt x="3346" y="11481"/>
                  </a:lnTo>
                  <a:lnTo>
                    <a:pt x="3022" y="11310"/>
                  </a:lnTo>
                  <a:lnTo>
                    <a:pt x="2718" y="11139"/>
                  </a:lnTo>
                  <a:lnTo>
                    <a:pt x="2433" y="10930"/>
                  </a:lnTo>
                  <a:lnTo>
                    <a:pt x="2148" y="10702"/>
                  </a:lnTo>
                  <a:lnTo>
                    <a:pt x="1901" y="10474"/>
                  </a:lnTo>
                  <a:lnTo>
                    <a:pt x="1673" y="10227"/>
                  </a:lnTo>
                  <a:lnTo>
                    <a:pt x="1464" y="9961"/>
                  </a:lnTo>
                  <a:lnTo>
                    <a:pt x="1274" y="9694"/>
                  </a:lnTo>
                  <a:lnTo>
                    <a:pt x="1084" y="9390"/>
                  </a:lnTo>
                  <a:lnTo>
                    <a:pt x="931" y="9086"/>
                  </a:lnTo>
                  <a:lnTo>
                    <a:pt x="779" y="8763"/>
                  </a:lnTo>
                  <a:lnTo>
                    <a:pt x="665" y="8440"/>
                  </a:lnTo>
                  <a:lnTo>
                    <a:pt x="532" y="7984"/>
                  </a:lnTo>
                  <a:lnTo>
                    <a:pt x="437" y="7527"/>
                  </a:lnTo>
                  <a:lnTo>
                    <a:pt x="380" y="7071"/>
                  </a:lnTo>
                  <a:lnTo>
                    <a:pt x="342" y="6596"/>
                  </a:lnTo>
                  <a:lnTo>
                    <a:pt x="361" y="6121"/>
                  </a:lnTo>
                  <a:lnTo>
                    <a:pt x="418" y="5665"/>
                  </a:lnTo>
                  <a:lnTo>
                    <a:pt x="494" y="5189"/>
                  </a:lnTo>
                  <a:lnTo>
                    <a:pt x="627" y="4714"/>
                  </a:lnTo>
                  <a:lnTo>
                    <a:pt x="741" y="4391"/>
                  </a:lnTo>
                  <a:lnTo>
                    <a:pt x="855" y="4068"/>
                  </a:lnTo>
                  <a:lnTo>
                    <a:pt x="989" y="3764"/>
                  </a:lnTo>
                  <a:lnTo>
                    <a:pt x="1141" y="3460"/>
                  </a:lnTo>
                  <a:lnTo>
                    <a:pt x="1312" y="3174"/>
                  </a:lnTo>
                  <a:lnTo>
                    <a:pt x="1502" y="2908"/>
                  </a:lnTo>
                  <a:lnTo>
                    <a:pt x="1692" y="2642"/>
                  </a:lnTo>
                  <a:lnTo>
                    <a:pt x="1901" y="2376"/>
                  </a:lnTo>
                  <a:lnTo>
                    <a:pt x="2110" y="2129"/>
                  </a:lnTo>
                  <a:lnTo>
                    <a:pt x="2338" y="1901"/>
                  </a:lnTo>
                  <a:lnTo>
                    <a:pt x="2585" y="1692"/>
                  </a:lnTo>
                  <a:lnTo>
                    <a:pt x="2851" y="1483"/>
                  </a:lnTo>
                  <a:lnTo>
                    <a:pt x="3098" y="1293"/>
                  </a:lnTo>
                  <a:lnTo>
                    <a:pt x="3384" y="1122"/>
                  </a:lnTo>
                  <a:lnTo>
                    <a:pt x="3669" y="969"/>
                  </a:lnTo>
                  <a:lnTo>
                    <a:pt x="3954" y="817"/>
                  </a:lnTo>
                  <a:lnTo>
                    <a:pt x="4201" y="703"/>
                  </a:lnTo>
                  <a:lnTo>
                    <a:pt x="4467" y="608"/>
                  </a:lnTo>
                  <a:lnTo>
                    <a:pt x="4714" y="532"/>
                  </a:lnTo>
                  <a:lnTo>
                    <a:pt x="4961" y="475"/>
                  </a:lnTo>
                  <a:lnTo>
                    <a:pt x="5227" y="418"/>
                  </a:lnTo>
                  <a:lnTo>
                    <a:pt x="5475" y="380"/>
                  </a:lnTo>
                  <a:lnTo>
                    <a:pt x="5741" y="342"/>
                  </a:lnTo>
                  <a:close/>
                  <a:moveTo>
                    <a:pt x="5988" y="0"/>
                  </a:moveTo>
                  <a:lnTo>
                    <a:pt x="5722" y="19"/>
                  </a:lnTo>
                  <a:lnTo>
                    <a:pt x="5437" y="38"/>
                  </a:lnTo>
                  <a:lnTo>
                    <a:pt x="5170" y="76"/>
                  </a:lnTo>
                  <a:lnTo>
                    <a:pt x="4885" y="133"/>
                  </a:lnTo>
                  <a:lnTo>
                    <a:pt x="4619" y="209"/>
                  </a:lnTo>
                  <a:lnTo>
                    <a:pt x="4353" y="304"/>
                  </a:lnTo>
                  <a:lnTo>
                    <a:pt x="4087" y="399"/>
                  </a:lnTo>
                  <a:lnTo>
                    <a:pt x="3821" y="513"/>
                  </a:lnTo>
                  <a:lnTo>
                    <a:pt x="3517" y="665"/>
                  </a:lnTo>
                  <a:lnTo>
                    <a:pt x="3213" y="817"/>
                  </a:lnTo>
                  <a:lnTo>
                    <a:pt x="2927" y="1008"/>
                  </a:lnTo>
                  <a:lnTo>
                    <a:pt x="2642" y="1217"/>
                  </a:lnTo>
                  <a:lnTo>
                    <a:pt x="2376" y="1426"/>
                  </a:lnTo>
                  <a:lnTo>
                    <a:pt x="2110" y="1654"/>
                  </a:lnTo>
                  <a:lnTo>
                    <a:pt x="1863" y="1901"/>
                  </a:lnTo>
                  <a:lnTo>
                    <a:pt x="1635" y="2148"/>
                  </a:lnTo>
                  <a:lnTo>
                    <a:pt x="1426" y="2414"/>
                  </a:lnTo>
                  <a:lnTo>
                    <a:pt x="1217" y="2699"/>
                  </a:lnTo>
                  <a:lnTo>
                    <a:pt x="1027" y="3003"/>
                  </a:lnTo>
                  <a:lnTo>
                    <a:pt x="855" y="3308"/>
                  </a:lnTo>
                  <a:lnTo>
                    <a:pt x="684" y="3612"/>
                  </a:lnTo>
                  <a:lnTo>
                    <a:pt x="532" y="3935"/>
                  </a:lnTo>
                  <a:lnTo>
                    <a:pt x="418" y="4277"/>
                  </a:lnTo>
                  <a:lnTo>
                    <a:pt x="304" y="4619"/>
                  </a:lnTo>
                  <a:lnTo>
                    <a:pt x="171" y="5113"/>
                  </a:lnTo>
                  <a:lnTo>
                    <a:pt x="76" y="5608"/>
                  </a:lnTo>
                  <a:lnTo>
                    <a:pt x="19" y="6102"/>
                  </a:lnTo>
                  <a:lnTo>
                    <a:pt x="0" y="6615"/>
                  </a:lnTo>
                  <a:lnTo>
                    <a:pt x="38" y="7109"/>
                  </a:lnTo>
                  <a:lnTo>
                    <a:pt x="95" y="7584"/>
                  </a:lnTo>
                  <a:lnTo>
                    <a:pt x="190" y="8079"/>
                  </a:lnTo>
                  <a:lnTo>
                    <a:pt x="342" y="8554"/>
                  </a:lnTo>
                  <a:lnTo>
                    <a:pt x="475" y="8896"/>
                  </a:lnTo>
                  <a:lnTo>
                    <a:pt x="627" y="9238"/>
                  </a:lnTo>
                  <a:lnTo>
                    <a:pt x="798" y="9561"/>
                  </a:lnTo>
                  <a:lnTo>
                    <a:pt x="989" y="9884"/>
                  </a:lnTo>
                  <a:lnTo>
                    <a:pt x="1198" y="10170"/>
                  </a:lnTo>
                  <a:lnTo>
                    <a:pt x="1426" y="10455"/>
                  </a:lnTo>
                  <a:lnTo>
                    <a:pt x="1673" y="10721"/>
                  </a:lnTo>
                  <a:lnTo>
                    <a:pt x="1920" y="10968"/>
                  </a:lnTo>
                  <a:lnTo>
                    <a:pt x="2300" y="11253"/>
                  </a:lnTo>
                  <a:lnTo>
                    <a:pt x="2680" y="11519"/>
                  </a:lnTo>
                  <a:lnTo>
                    <a:pt x="3098" y="11747"/>
                  </a:lnTo>
                  <a:lnTo>
                    <a:pt x="3517" y="11918"/>
                  </a:lnTo>
                  <a:lnTo>
                    <a:pt x="3954" y="12051"/>
                  </a:lnTo>
                  <a:lnTo>
                    <a:pt x="4410" y="12166"/>
                  </a:lnTo>
                  <a:lnTo>
                    <a:pt x="4866" y="12223"/>
                  </a:lnTo>
                  <a:lnTo>
                    <a:pt x="5322" y="12242"/>
                  </a:lnTo>
                  <a:lnTo>
                    <a:pt x="5608" y="12242"/>
                  </a:lnTo>
                  <a:lnTo>
                    <a:pt x="5893" y="12204"/>
                  </a:lnTo>
                  <a:lnTo>
                    <a:pt x="6197" y="12166"/>
                  </a:lnTo>
                  <a:lnTo>
                    <a:pt x="6482" y="12108"/>
                  </a:lnTo>
                  <a:lnTo>
                    <a:pt x="6767" y="12051"/>
                  </a:lnTo>
                  <a:lnTo>
                    <a:pt x="7052" y="11956"/>
                  </a:lnTo>
                  <a:lnTo>
                    <a:pt x="7337" y="11861"/>
                  </a:lnTo>
                  <a:lnTo>
                    <a:pt x="7622" y="11728"/>
                  </a:lnTo>
                  <a:lnTo>
                    <a:pt x="7889" y="11595"/>
                  </a:lnTo>
                  <a:lnTo>
                    <a:pt x="8155" y="11462"/>
                  </a:lnTo>
                  <a:lnTo>
                    <a:pt x="8402" y="11291"/>
                  </a:lnTo>
                  <a:lnTo>
                    <a:pt x="8649" y="11139"/>
                  </a:lnTo>
                  <a:lnTo>
                    <a:pt x="8896" y="10949"/>
                  </a:lnTo>
                  <a:lnTo>
                    <a:pt x="9124" y="10759"/>
                  </a:lnTo>
                  <a:lnTo>
                    <a:pt x="9333" y="10550"/>
                  </a:lnTo>
                  <a:lnTo>
                    <a:pt x="9542" y="10341"/>
                  </a:lnTo>
                  <a:lnTo>
                    <a:pt x="9751" y="10132"/>
                  </a:lnTo>
                  <a:lnTo>
                    <a:pt x="9942" y="9903"/>
                  </a:lnTo>
                  <a:lnTo>
                    <a:pt x="10113" y="9656"/>
                  </a:lnTo>
                  <a:lnTo>
                    <a:pt x="10284" y="9409"/>
                  </a:lnTo>
                  <a:lnTo>
                    <a:pt x="10436" y="9162"/>
                  </a:lnTo>
                  <a:lnTo>
                    <a:pt x="10588" y="8896"/>
                  </a:lnTo>
                  <a:lnTo>
                    <a:pt x="10721" y="8649"/>
                  </a:lnTo>
                  <a:lnTo>
                    <a:pt x="10854" y="8364"/>
                  </a:lnTo>
                  <a:lnTo>
                    <a:pt x="10968" y="8098"/>
                  </a:lnTo>
                  <a:lnTo>
                    <a:pt x="11063" y="7813"/>
                  </a:lnTo>
                  <a:lnTo>
                    <a:pt x="11158" y="7527"/>
                  </a:lnTo>
                  <a:lnTo>
                    <a:pt x="11234" y="7242"/>
                  </a:lnTo>
                  <a:lnTo>
                    <a:pt x="11291" y="6957"/>
                  </a:lnTo>
                  <a:lnTo>
                    <a:pt x="11348" y="6653"/>
                  </a:lnTo>
                  <a:lnTo>
                    <a:pt x="11386" y="6368"/>
                  </a:lnTo>
                  <a:lnTo>
                    <a:pt x="11405" y="6064"/>
                  </a:lnTo>
                  <a:lnTo>
                    <a:pt x="11424" y="5760"/>
                  </a:lnTo>
                  <a:lnTo>
                    <a:pt x="11424" y="5475"/>
                  </a:lnTo>
                  <a:lnTo>
                    <a:pt x="11405" y="5170"/>
                  </a:lnTo>
                  <a:lnTo>
                    <a:pt x="11367" y="4866"/>
                  </a:lnTo>
                  <a:lnTo>
                    <a:pt x="11329" y="4581"/>
                  </a:lnTo>
                  <a:lnTo>
                    <a:pt x="11272" y="4277"/>
                  </a:lnTo>
                  <a:lnTo>
                    <a:pt x="11196" y="3992"/>
                  </a:lnTo>
                  <a:lnTo>
                    <a:pt x="11101" y="3688"/>
                  </a:lnTo>
                  <a:lnTo>
                    <a:pt x="10949" y="3270"/>
                  </a:lnTo>
                  <a:lnTo>
                    <a:pt x="10759" y="2870"/>
                  </a:lnTo>
                  <a:lnTo>
                    <a:pt x="10550" y="2490"/>
                  </a:lnTo>
                  <a:lnTo>
                    <a:pt x="10303" y="2129"/>
                  </a:lnTo>
                  <a:lnTo>
                    <a:pt x="10056" y="1806"/>
                  </a:lnTo>
                  <a:lnTo>
                    <a:pt x="9770" y="1483"/>
                  </a:lnTo>
                  <a:lnTo>
                    <a:pt x="9466" y="1217"/>
                  </a:lnTo>
                  <a:lnTo>
                    <a:pt x="9143" y="950"/>
                  </a:lnTo>
                  <a:lnTo>
                    <a:pt x="8801" y="722"/>
                  </a:lnTo>
                  <a:lnTo>
                    <a:pt x="8440" y="532"/>
                  </a:lnTo>
                  <a:lnTo>
                    <a:pt x="8060" y="361"/>
                  </a:lnTo>
                  <a:lnTo>
                    <a:pt x="7660" y="228"/>
                  </a:lnTo>
                  <a:lnTo>
                    <a:pt x="7261" y="114"/>
                  </a:lnTo>
                  <a:lnTo>
                    <a:pt x="6843" y="38"/>
                  </a:lnTo>
                  <a:lnTo>
                    <a:pt x="64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36"/>
            <p:cNvSpPr/>
            <p:nvPr/>
          </p:nvSpPr>
          <p:spPr>
            <a:xfrm>
              <a:off x="3388950" y="2406975"/>
              <a:ext cx="127850" cy="209125"/>
            </a:xfrm>
            <a:custGeom>
              <a:avLst/>
              <a:gdLst/>
              <a:ahLst/>
              <a:cxnLst/>
              <a:rect l="l" t="t" r="r" b="b"/>
              <a:pathLst>
                <a:path w="5114" h="8365" extrusionOk="0">
                  <a:moveTo>
                    <a:pt x="1388" y="1"/>
                  </a:moveTo>
                  <a:lnTo>
                    <a:pt x="1293" y="20"/>
                  </a:lnTo>
                  <a:lnTo>
                    <a:pt x="1198" y="39"/>
                  </a:lnTo>
                  <a:lnTo>
                    <a:pt x="1103" y="96"/>
                  </a:lnTo>
                  <a:lnTo>
                    <a:pt x="1027" y="153"/>
                  </a:lnTo>
                  <a:lnTo>
                    <a:pt x="970" y="229"/>
                  </a:lnTo>
                  <a:lnTo>
                    <a:pt x="932" y="324"/>
                  </a:lnTo>
                  <a:lnTo>
                    <a:pt x="894" y="419"/>
                  </a:lnTo>
                  <a:lnTo>
                    <a:pt x="875" y="514"/>
                  </a:lnTo>
                  <a:lnTo>
                    <a:pt x="875" y="609"/>
                  </a:lnTo>
                  <a:lnTo>
                    <a:pt x="894" y="723"/>
                  </a:lnTo>
                  <a:lnTo>
                    <a:pt x="1046" y="1160"/>
                  </a:lnTo>
                  <a:lnTo>
                    <a:pt x="799" y="1351"/>
                  </a:lnTo>
                  <a:lnTo>
                    <a:pt x="590" y="1541"/>
                  </a:lnTo>
                  <a:lnTo>
                    <a:pt x="419" y="1769"/>
                  </a:lnTo>
                  <a:lnTo>
                    <a:pt x="267" y="1997"/>
                  </a:lnTo>
                  <a:lnTo>
                    <a:pt x="172" y="2187"/>
                  </a:lnTo>
                  <a:lnTo>
                    <a:pt x="96" y="2377"/>
                  </a:lnTo>
                  <a:lnTo>
                    <a:pt x="38" y="2586"/>
                  </a:lnTo>
                  <a:lnTo>
                    <a:pt x="19" y="2776"/>
                  </a:lnTo>
                  <a:lnTo>
                    <a:pt x="0" y="2985"/>
                  </a:lnTo>
                  <a:lnTo>
                    <a:pt x="19" y="3194"/>
                  </a:lnTo>
                  <a:lnTo>
                    <a:pt x="58" y="3403"/>
                  </a:lnTo>
                  <a:lnTo>
                    <a:pt x="115" y="3613"/>
                  </a:lnTo>
                  <a:lnTo>
                    <a:pt x="210" y="3822"/>
                  </a:lnTo>
                  <a:lnTo>
                    <a:pt x="305" y="3993"/>
                  </a:lnTo>
                  <a:lnTo>
                    <a:pt x="400" y="4164"/>
                  </a:lnTo>
                  <a:lnTo>
                    <a:pt x="533" y="4297"/>
                  </a:lnTo>
                  <a:lnTo>
                    <a:pt x="666" y="4411"/>
                  </a:lnTo>
                  <a:lnTo>
                    <a:pt x="818" y="4506"/>
                  </a:lnTo>
                  <a:lnTo>
                    <a:pt x="989" y="4601"/>
                  </a:lnTo>
                  <a:lnTo>
                    <a:pt x="1179" y="4658"/>
                  </a:lnTo>
                  <a:lnTo>
                    <a:pt x="1388" y="4715"/>
                  </a:lnTo>
                  <a:lnTo>
                    <a:pt x="1635" y="4734"/>
                  </a:lnTo>
                  <a:lnTo>
                    <a:pt x="1920" y="4753"/>
                  </a:lnTo>
                  <a:lnTo>
                    <a:pt x="2928" y="4753"/>
                  </a:lnTo>
                  <a:lnTo>
                    <a:pt x="3137" y="4772"/>
                  </a:lnTo>
                  <a:lnTo>
                    <a:pt x="3308" y="4791"/>
                  </a:lnTo>
                  <a:lnTo>
                    <a:pt x="3327" y="4791"/>
                  </a:lnTo>
                  <a:lnTo>
                    <a:pt x="3460" y="4829"/>
                  </a:lnTo>
                  <a:lnTo>
                    <a:pt x="3574" y="4867"/>
                  </a:lnTo>
                  <a:lnTo>
                    <a:pt x="3688" y="4924"/>
                  </a:lnTo>
                  <a:lnTo>
                    <a:pt x="3764" y="4981"/>
                  </a:lnTo>
                  <a:lnTo>
                    <a:pt x="3840" y="5057"/>
                  </a:lnTo>
                  <a:lnTo>
                    <a:pt x="3916" y="5152"/>
                  </a:lnTo>
                  <a:lnTo>
                    <a:pt x="3973" y="5247"/>
                  </a:lnTo>
                  <a:lnTo>
                    <a:pt x="4011" y="5361"/>
                  </a:lnTo>
                  <a:lnTo>
                    <a:pt x="4049" y="5551"/>
                  </a:lnTo>
                  <a:lnTo>
                    <a:pt x="4068" y="5722"/>
                  </a:lnTo>
                  <a:lnTo>
                    <a:pt x="4030" y="5894"/>
                  </a:lnTo>
                  <a:lnTo>
                    <a:pt x="3954" y="6065"/>
                  </a:lnTo>
                  <a:lnTo>
                    <a:pt x="3897" y="6179"/>
                  </a:lnTo>
                  <a:lnTo>
                    <a:pt x="3802" y="6274"/>
                  </a:lnTo>
                  <a:lnTo>
                    <a:pt x="3707" y="6369"/>
                  </a:lnTo>
                  <a:lnTo>
                    <a:pt x="3574" y="6464"/>
                  </a:lnTo>
                  <a:lnTo>
                    <a:pt x="3441" y="6540"/>
                  </a:lnTo>
                  <a:lnTo>
                    <a:pt x="3289" y="6616"/>
                  </a:lnTo>
                  <a:lnTo>
                    <a:pt x="3118" y="6692"/>
                  </a:lnTo>
                  <a:lnTo>
                    <a:pt x="2928" y="6768"/>
                  </a:lnTo>
                  <a:lnTo>
                    <a:pt x="2567" y="6844"/>
                  </a:lnTo>
                  <a:lnTo>
                    <a:pt x="2167" y="6901"/>
                  </a:lnTo>
                  <a:lnTo>
                    <a:pt x="2072" y="6920"/>
                  </a:lnTo>
                  <a:lnTo>
                    <a:pt x="1996" y="6958"/>
                  </a:lnTo>
                  <a:lnTo>
                    <a:pt x="1901" y="7015"/>
                  </a:lnTo>
                  <a:lnTo>
                    <a:pt x="1844" y="7072"/>
                  </a:lnTo>
                  <a:lnTo>
                    <a:pt x="1787" y="7148"/>
                  </a:lnTo>
                  <a:lnTo>
                    <a:pt x="1749" y="7224"/>
                  </a:lnTo>
                  <a:lnTo>
                    <a:pt x="1711" y="7319"/>
                  </a:lnTo>
                  <a:lnTo>
                    <a:pt x="1692" y="7414"/>
                  </a:lnTo>
                  <a:lnTo>
                    <a:pt x="1692" y="7433"/>
                  </a:lnTo>
                  <a:lnTo>
                    <a:pt x="1711" y="7528"/>
                  </a:lnTo>
                  <a:lnTo>
                    <a:pt x="1730" y="7623"/>
                  </a:lnTo>
                  <a:lnTo>
                    <a:pt x="1768" y="7718"/>
                  </a:lnTo>
                  <a:lnTo>
                    <a:pt x="1825" y="7775"/>
                  </a:lnTo>
                  <a:lnTo>
                    <a:pt x="1901" y="7832"/>
                  </a:lnTo>
                  <a:lnTo>
                    <a:pt x="1977" y="7889"/>
                  </a:lnTo>
                  <a:lnTo>
                    <a:pt x="2072" y="7908"/>
                  </a:lnTo>
                  <a:lnTo>
                    <a:pt x="2167" y="7908"/>
                  </a:lnTo>
                  <a:lnTo>
                    <a:pt x="2434" y="7870"/>
                  </a:lnTo>
                  <a:lnTo>
                    <a:pt x="2700" y="7832"/>
                  </a:lnTo>
                  <a:lnTo>
                    <a:pt x="2966" y="7756"/>
                  </a:lnTo>
                  <a:lnTo>
                    <a:pt x="3232" y="7680"/>
                  </a:lnTo>
                  <a:lnTo>
                    <a:pt x="3365" y="8061"/>
                  </a:lnTo>
                  <a:lnTo>
                    <a:pt x="3403" y="8156"/>
                  </a:lnTo>
                  <a:lnTo>
                    <a:pt x="3460" y="8232"/>
                  </a:lnTo>
                  <a:lnTo>
                    <a:pt x="3536" y="8289"/>
                  </a:lnTo>
                  <a:lnTo>
                    <a:pt x="3612" y="8327"/>
                  </a:lnTo>
                  <a:lnTo>
                    <a:pt x="3688" y="8365"/>
                  </a:lnTo>
                  <a:lnTo>
                    <a:pt x="3783" y="8365"/>
                  </a:lnTo>
                  <a:lnTo>
                    <a:pt x="3878" y="8346"/>
                  </a:lnTo>
                  <a:lnTo>
                    <a:pt x="3973" y="8327"/>
                  </a:lnTo>
                  <a:lnTo>
                    <a:pt x="4049" y="8270"/>
                  </a:lnTo>
                  <a:lnTo>
                    <a:pt x="4125" y="8213"/>
                  </a:lnTo>
                  <a:lnTo>
                    <a:pt x="4201" y="8137"/>
                  </a:lnTo>
                  <a:lnTo>
                    <a:pt x="4239" y="8042"/>
                  </a:lnTo>
                  <a:lnTo>
                    <a:pt x="4277" y="7946"/>
                  </a:lnTo>
                  <a:lnTo>
                    <a:pt x="4277" y="7851"/>
                  </a:lnTo>
                  <a:lnTo>
                    <a:pt x="4277" y="7756"/>
                  </a:lnTo>
                  <a:lnTo>
                    <a:pt x="4258" y="7642"/>
                  </a:lnTo>
                  <a:lnTo>
                    <a:pt x="4125" y="7224"/>
                  </a:lnTo>
                  <a:lnTo>
                    <a:pt x="4353" y="7053"/>
                  </a:lnTo>
                  <a:lnTo>
                    <a:pt x="4563" y="6844"/>
                  </a:lnTo>
                  <a:lnTo>
                    <a:pt x="4734" y="6635"/>
                  </a:lnTo>
                  <a:lnTo>
                    <a:pt x="4886" y="6407"/>
                  </a:lnTo>
                  <a:lnTo>
                    <a:pt x="4962" y="6236"/>
                  </a:lnTo>
                  <a:lnTo>
                    <a:pt x="5038" y="6046"/>
                  </a:lnTo>
                  <a:lnTo>
                    <a:pt x="5076" y="5856"/>
                  </a:lnTo>
                  <a:lnTo>
                    <a:pt x="5114" y="5684"/>
                  </a:lnTo>
                  <a:lnTo>
                    <a:pt x="5114" y="5494"/>
                  </a:lnTo>
                  <a:lnTo>
                    <a:pt x="5095" y="5285"/>
                  </a:lnTo>
                  <a:lnTo>
                    <a:pt x="5057" y="5095"/>
                  </a:lnTo>
                  <a:lnTo>
                    <a:pt x="5000" y="4886"/>
                  </a:lnTo>
                  <a:lnTo>
                    <a:pt x="4943" y="4734"/>
                  </a:lnTo>
                  <a:lnTo>
                    <a:pt x="4886" y="4601"/>
                  </a:lnTo>
                  <a:lnTo>
                    <a:pt x="4810" y="4468"/>
                  </a:lnTo>
                  <a:lnTo>
                    <a:pt x="4715" y="4335"/>
                  </a:lnTo>
                  <a:lnTo>
                    <a:pt x="4620" y="4221"/>
                  </a:lnTo>
                  <a:lnTo>
                    <a:pt x="4524" y="4126"/>
                  </a:lnTo>
                  <a:lnTo>
                    <a:pt x="4410" y="4031"/>
                  </a:lnTo>
                  <a:lnTo>
                    <a:pt x="4296" y="3955"/>
                  </a:lnTo>
                  <a:lnTo>
                    <a:pt x="4163" y="3879"/>
                  </a:lnTo>
                  <a:lnTo>
                    <a:pt x="4030" y="3822"/>
                  </a:lnTo>
                  <a:lnTo>
                    <a:pt x="3878" y="3784"/>
                  </a:lnTo>
                  <a:lnTo>
                    <a:pt x="3707" y="3746"/>
                  </a:lnTo>
                  <a:lnTo>
                    <a:pt x="3346" y="3689"/>
                  </a:lnTo>
                  <a:lnTo>
                    <a:pt x="2301" y="3689"/>
                  </a:lnTo>
                  <a:lnTo>
                    <a:pt x="1882" y="3651"/>
                  </a:lnTo>
                  <a:lnTo>
                    <a:pt x="1711" y="3613"/>
                  </a:lnTo>
                  <a:lnTo>
                    <a:pt x="1559" y="3575"/>
                  </a:lnTo>
                  <a:lnTo>
                    <a:pt x="1407" y="3498"/>
                  </a:lnTo>
                  <a:lnTo>
                    <a:pt x="1274" y="3384"/>
                  </a:lnTo>
                  <a:lnTo>
                    <a:pt x="1179" y="3251"/>
                  </a:lnTo>
                  <a:lnTo>
                    <a:pt x="1103" y="3080"/>
                  </a:lnTo>
                  <a:lnTo>
                    <a:pt x="1046" y="2890"/>
                  </a:lnTo>
                  <a:lnTo>
                    <a:pt x="1046" y="2700"/>
                  </a:lnTo>
                  <a:lnTo>
                    <a:pt x="1084" y="2510"/>
                  </a:lnTo>
                  <a:lnTo>
                    <a:pt x="1160" y="2320"/>
                  </a:lnTo>
                  <a:lnTo>
                    <a:pt x="1255" y="2187"/>
                  </a:lnTo>
                  <a:lnTo>
                    <a:pt x="1350" y="2073"/>
                  </a:lnTo>
                  <a:lnTo>
                    <a:pt x="1483" y="1978"/>
                  </a:lnTo>
                  <a:lnTo>
                    <a:pt x="1616" y="1864"/>
                  </a:lnTo>
                  <a:lnTo>
                    <a:pt x="1787" y="1769"/>
                  </a:lnTo>
                  <a:lnTo>
                    <a:pt x="1958" y="1674"/>
                  </a:lnTo>
                  <a:lnTo>
                    <a:pt x="2224" y="1579"/>
                  </a:lnTo>
                  <a:lnTo>
                    <a:pt x="2548" y="1484"/>
                  </a:lnTo>
                  <a:lnTo>
                    <a:pt x="2890" y="1408"/>
                  </a:lnTo>
                  <a:lnTo>
                    <a:pt x="3232" y="1351"/>
                  </a:lnTo>
                  <a:lnTo>
                    <a:pt x="3308" y="1332"/>
                  </a:lnTo>
                  <a:lnTo>
                    <a:pt x="3384" y="1313"/>
                  </a:lnTo>
                  <a:lnTo>
                    <a:pt x="3460" y="1255"/>
                  </a:lnTo>
                  <a:lnTo>
                    <a:pt x="3536" y="1198"/>
                  </a:lnTo>
                  <a:lnTo>
                    <a:pt x="3593" y="1122"/>
                  </a:lnTo>
                  <a:lnTo>
                    <a:pt x="3650" y="1027"/>
                  </a:lnTo>
                  <a:lnTo>
                    <a:pt x="3669" y="932"/>
                  </a:lnTo>
                  <a:lnTo>
                    <a:pt x="3688" y="837"/>
                  </a:lnTo>
                  <a:lnTo>
                    <a:pt x="3688" y="742"/>
                  </a:lnTo>
                  <a:lnTo>
                    <a:pt x="3669" y="647"/>
                  </a:lnTo>
                  <a:lnTo>
                    <a:pt x="3631" y="571"/>
                  </a:lnTo>
                  <a:lnTo>
                    <a:pt x="3593" y="514"/>
                  </a:lnTo>
                  <a:lnTo>
                    <a:pt x="3555" y="457"/>
                  </a:lnTo>
                  <a:lnTo>
                    <a:pt x="3498" y="400"/>
                  </a:lnTo>
                  <a:lnTo>
                    <a:pt x="3441" y="362"/>
                  </a:lnTo>
                  <a:lnTo>
                    <a:pt x="3365" y="343"/>
                  </a:lnTo>
                  <a:lnTo>
                    <a:pt x="3308" y="324"/>
                  </a:lnTo>
                  <a:lnTo>
                    <a:pt x="3232" y="324"/>
                  </a:lnTo>
                  <a:lnTo>
                    <a:pt x="2928" y="381"/>
                  </a:lnTo>
                  <a:lnTo>
                    <a:pt x="2605" y="438"/>
                  </a:lnTo>
                  <a:lnTo>
                    <a:pt x="2281" y="552"/>
                  </a:lnTo>
                  <a:lnTo>
                    <a:pt x="1920" y="685"/>
                  </a:lnTo>
                  <a:lnTo>
                    <a:pt x="1806" y="305"/>
                  </a:lnTo>
                  <a:lnTo>
                    <a:pt x="1768" y="210"/>
                  </a:lnTo>
                  <a:lnTo>
                    <a:pt x="1711" y="134"/>
                  </a:lnTo>
                  <a:lnTo>
                    <a:pt x="1635" y="77"/>
                  </a:lnTo>
                  <a:lnTo>
                    <a:pt x="1559" y="39"/>
                  </a:lnTo>
                  <a:lnTo>
                    <a:pt x="1464" y="1"/>
                  </a:lnTo>
                  <a:close/>
                </a:path>
              </a:pathLst>
            </a:custGeom>
            <a:solidFill>
              <a:srgbClr val="317C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36"/>
            <p:cNvSpPr/>
            <p:nvPr/>
          </p:nvSpPr>
          <p:spPr>
            <a:xfrm>
              <a:off x="2240350" y="2251125"/>
              <a:ext cx="585500" cy="444350"/>
            </a:xfrm>
            <a:custGeom>
              <a:avLst/>
              <a:gdLst/>
              <a:ahLst/>
              <a:cxnLst/>
              <a:rect l="l" t="t" r="r" b="b"/>
              <a:pathLst>
                <a:path w="23420" h="17774" extrusionOk="0">
                  <a:moveTo>
                    <a:pt x="4506" y="0"/>
                  </a:moveTo>
                  <a:lnTo>
                    <a:pt x="1" y="17773"/>
                  </a:lnTo>
                  <a:lnTo>
                    <a:pt x="18914" y="17773"/>
                  </a:lnTo>
                  <a:lnTo>
                    <a:pt x="23419" y="0"/>
                  </a:lnTo>
                  <a:close/>
                </a:path>
              </a:pathLst>
            </a:custGeom>
            <a:solidFill>
              <a:srgbClr val="317C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36"/>
            <p:cNvSpPr/>
            <p:nvPr/>
          </p:nvSpPr>
          <p:spPr>
            <a:xfrm>
              <a:off x="1917225" y="2297200"/>
              <a:ext cx="118350" cy="122650"/>
            </a:xfrm>
            <a:custGeom>
              <a:avLst/>
              <a:gdLst/>
              <a:ahLst/>
              <a:cxnLst/>
              <a:rect l="l" t="t" r="r" b="b"/>
              <a:pathLst>
                <a:path w="4734" h="4906" extrusionOk="0">
                  <a:moveTo>
                    <a:pt x="1578" y="1"/>
                  </a:moveTo>
                  <a:lnTo>
                    <a:pt x="0" y="4867"/>
                  </a:lnTo>
                  <a:lnTo>
                    <a:pt x="2965" y="4905"/>
                  </a:lnTo>
                  <a:lnTo>
                    <a:pt x="4733" y="1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36"/>
            <p:cNvSpPr/>
            <p:nvPr/>
          </p:nvSpPr>
          <p:spPr>
            <a:xfrm>
              <a:off x="1314650" y="2512475"/>
              <a:ext cx="117875" cy="123125"/>
            </a:xfrm>
            <a:custGeom>
              <a:avLst/>
              <a:gdLst/>
              <a:ahLst/>
              <a:cxnLst/>
              <a:rect l="l" t="t" r="r" b="b"/>
              <a:pathLst>
                <a:path w="4715" h="4925" extrusionOk="0">
                  <a:moveTo>
                    <a:pt x="1578" y="1"/>
                  </a:moveTo>
                  <a:lnTo>
                    <a:pt x="0" y="4886"/>
                  </a:lnTo>
                  <a:lnTo>
                    <a:pt x="2947" y="4924"/>
                  </a:lnTo>
                  <a:lnTo>
                    <a:pt x="4714" y="1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36"/>
            <p:cNvSpPr/>
            <p:nvPr/>
          </p:nvSpPr>
          <p:spPr>
            <a:xfrm>
              <a:off x="1312750" y="1769725"/>
              <a:ext cx="868700" cy="799800"/>
            </a:xfrm>
            <a:custGeom>
              <a:avLst/>
              <a:gdLst/>
              <a:ahLst/>
              <a:cxnLst/>
              <a:rect l="l" t="t" r="r" b="b"/>
              <a:pathLst>
                <a:path w="34748" h="31992" extrusionOk="0">
                  <a:moveTo>
                    <a:pt x="11919" y="0"/>
                  </a:moveTo>
                  <a:lnTo>
                    <a:pt x="11824" y="134"/>
                  </a:lnTo>
                  <a:lnTo>
                    <a:pt x="11538" y="495"/>
                  </a:lnTo>
                  <a:lnTo>
                    <a:pt x="11367" y="780"/>
                  </a:lnTo>
                  <a:lnTo>
                    <a:pt x="11158" y="1122"/>
                  </a:lnTo>
                  <a:lnTo>
                    <a:pt x="10930" y="1540"/>
                  </a:lnTo>
                  <a:lnTo>
                    <a:pt x="10683" y="2034"/>
                  </a:lnTo>
                  <a:lnTo>
                    <a:pt x="10436" y="2624"/>
                  </a:lnTo>
                  <a:lnTo>
                    <a:pt x="10189" y="3270"/>
                  </a:lnTo>
                  <a:lnTo>
                    <a:pt x="9942" y="3992"/>
                  </a:lnTo>
                  <a:lnTo>
                    <a:pt x="9714" y="4810"/>
                  </a:lnTo>
                  <a:lnTo>
                    <a:pt x="9486" y="5703"/>
                  </a:lnTo>
                  <a:lnTo>
                    <a:pt x="9295" y="6691"/>
                  </a:lnTo>
                  <a:lnTo>
                    <a:pt x="9219" y="7205"/>
                  </a:lnTo>
                  <a:lnTo>
                    <a:pt x="9124" y="7756"/>
                  </a:lnTo>
                  <a:lnTo>
                    <a:pt x="9067" y="8326"/>
                  </a:lnTo>
                  <a:lnTo>
                    <a:pt x="9010" y="8915"/>
                  </a:lnTo>
                  <a:lnTo>
                    <a:pt x="8535" y="10341"/>
                  </a:lnTo>
                  <a:lnTo>
                    <a:pt x="8041" y="11748"/>
                  </a:lnTo>
                  <a:lnTo>
                    <a:pt x="7509" y="13135"/>
                  </a:lnTo>
                  <a:lnTo>
                    <a:pt x="6957" y="14504"/>
                  </a:lnTo>
                  <a:lnTo>
                    <a:pt x="6406" y="15873"/>
                  </a:lnTo>
                  <a:lnTo>
                    <a:pt x="5817" y="17222"/>
                  </a:lnTo>
                  <a:lnTo>
                    <a:pt x="4619" y="19940"/>
                  </a:lnTo>
                  <a:lnTo>
                    <a:pt x="3422" y="22659"/>
                  </a:lnTo>
                  <a:lnTo>
                    <a:pt x="2814" y="24046"/>
                  </a:lnTo>
                  <a:lnTo>
                    <a:pt x="2224" y="25434"/>
                  </a:lnTo>
                  <a:lnTo>
                    <a:pt x="1635" y="26860"/>
                  </a:lnTo>
                  <a:lnTo>
                    <a:pt x="1084" y="28285"/>
                  </a:lnTo>
                  <a:lnTo>
                    <a:pt x="533" y="29749"/>
                  </a:lnTo>
                  <a:lnTo>
                    <a:pt x="0" y="31251"/>
                  </a:lnTo>
                  <a:lnTo>
                    <a:pt x="76" y="31346"/>
                  </a:lnTo>
                  <a:lnTo>
                    <a:pt x="171" y="31422"/>
                  </a:lnTo>
                  <a:lnTo>
                    <a:pt x="266" y="31517"/>
                  </a:lnTo>
                  <a:lnTo>
                    <a:pt x="400" y="31574"/>
                  </a:lnTo>
                  <a:lnTo>
                    <a:pt x="533" y="31650"/>
                  </a:lnTo>
                  <a:lnTo>
                    <a:pt x="685" y="31707"/>
                  </a:lnTo>
                  <a:lnTo>
                    <a:pt x="1008" y="31802"/>
                  </a:lnTo>
                  <a:lnTo>
                    <a:pt x="1369" y="31878"/>
                  </a:lnTo>
                  <a:lnTo>
                    <a:pt x="1768" y="31935"/>
                  </a:lnTo>
                  <a:lnTo>
                    <a:pt x="2167" y="31973"/>
                  </a:lnTo>
                  <a:lnTo>
                    <a:pt x="2585" y="31992"/>
                  </a:lnTo>
                  <a:lnTo>
                    <a:pt x="3365" y="31992"/>
                  </a:lnTo>
                  <a:lnTo>
                    <a:pt x="4011" y="31973"/>
                  </a:lnTo>
                  <a:lnTo>
                    <a:pt x="4657" y="31935"/>
                  </a:lnTo>
                  <a:lnTo>
                    <a:pt x="16329" y="8915"/>
                  </a:lnTo>
                  <a:lnTo>
                    <a:pt x="27068" y="9011"/>
                  </a:lnTo>
                  <a:lnTo>
                    <a:pt x="26764" y="10227"/>
                  </a:lnTo>
                  <a:lnTo>
                    <a:pt x="25985" y="13478"/>
                  </a:lnTo>
                  <a:lnTo>
                    <a:pt x="25472" y="15625"/>
                  </a:lnTo>
                  <a:lnTo>
                    <a:pt x="24920" y="18040"/>
                  </a:lnTo>
                  <a:lnTo>
                    <a:pt x="24369" y="20606"/>
                  </a:lnTo>
                  <a:lnTo>
                    <a:pt x="23818" y="23248"/>
                  </a:lnTo>
                  <a:lnTo>
                    <a:pt x="23913" y="23324"/>
                  </a:lnTo>
                  <a:lnTo>
                    <a:pt x="24008" y="23400"/>
                  </a:lnTo>
                  <a:lnTo>
                    <a:pt x="24141" y="23476"/>
                  </a:lnTo>
                  <a:lnTo>
                    <a:pt x="24274" y="23533"/>
                  </a:lnTo>
                  <a:lnTo>
                    <a:pt x="24426" y="23590"/>
                  </a:lnTo>
                  <a:lnTo>
                    <a:pt x="24597" y="23628"/>
                  </a:lnTo>
                  <a:lnTo>
                    <a:pt x="24958" y="23704"/>
                  </a:lnTo>
                  <a:lnTo>
                    <a:pt x="25377" y="23742"/>
                  </a:lnTo>
                  <a:lnTo>
                    <a:pt x="25814" y="23761"/>
                  </a:lnTo>
                  <a:lnTo>
                    <a:pt x="26251" y="23761"/>
                  </a:lnTo>
                  <a:lnTo>
                    <a:pt x="26707" y="23742"/>
                  </a:lnTo>
                  <a:lnTo>
                    <a:pt x="27582" y="23685"/>
                  </a:lnTo>
                  <a:lnTo>
                    <a:pt x="28304" y="23609"/>
                  </a:lnTo>
                  <a:lnTo>
                    <a:pt x="29007" y="23495"/>
                  </a:lnTo>
                  <a:lnTo>
                    <a:pt x="29273" y="22792"/>
                  </a:lnTo>
                  <a:lnTo>
                    <a:pt x="29958" y="20929"/>
                  </a:lnTo>
                  <a:lnTo>
                    <a:pt x="30908" y="18230"/>
                  </a:lnTo>
                  <a:lnTo>
                    <a:pt x="31459" y="16671"/>
                  </a:lnTo>
                  <a:lnTo>
                    <a:pt x="32011" y="15055"/>
                  </a:lnTo>
                  <a:lnTo>
                    <a:pt x="32562" y="13401"/>
                  </a:lnTo>
                  <a:lnTo>
                    <a:pt x="33075" y="11767"/>
                  </a:lnTo>
                  <a:lnTo>
                    <a:pt x="33569" y="10189"/>
                  </a:lnTo>
                  <a:lnTo>
                    <a:pt x="33988" y="8706"/>
                  </a:lnTo>
                  <a:lnTo>
                    <a:pt x="34349" y="7376"/>
                  </a:lnTo>
                  <a:lnTo>
                    <a:pt x="34482" y="6768"/>
                  </a:lnTo>
                  <a:lnTo>
                    <a:pt x="34596" y="6216"/>
                  </a:lnTo>
                  <a:lnTo>
                    <a:pt x="34672" y="5741"/>
                  </a:lnTo>
                  <a:lnTo>
                    <a:pt x="34729" y="5304"/>
                  </a:lnTo>
                  <a:lnTo>
                    <a:pt x="34748" y="4962"/>
                  </a:lnTo>
                  <a:lnTo>
                    <a:pt x="34729" y="4677"/>
                  </a:lnTo>
                  <a:lnTo>
                    <a:pt x="34691" y="4448"/>
                  </a:lnTo>
                  <a:lnTo>
                    <a:pt x="34634" y="4239"/>
                  </a:lnTo>
                  <a:lnTo>
                    <a:pt x="34558" y="4049"/>
                  </a:lnTo>
                  <a:lnTo>
                    <a:pt x="34463" y="3878"/>
                  </a:lnTo>
                  <a:lnTo>
                    <a:pt x="34368" y="3707"/>
                  </a:lnTo>
                  <a:lnTo>
                    <a:pt x="34235" y="3555"/>
                  </a:lnTo>
                  <a:lnTo>
                    <a:pt x="34121" y="3422"/>
                  </a:lnTo>
                  <a:lnTo>
                    <a:pt x="33969" y="3289"/>
                  </a:lnTo>
                  <a:lnTo>
                    <a:pt x="33816" y="3175"/>
                  </a:lnTo>
                  <a:lnTo>
                    <a:pt x="33664" y="3061"/>
                  </a:lnTo>
                  <a:lnTo>
                    <a:pt x="33322" y="2871"/>
                  </a:lnTo>
                  <a:lnTo>
                    <a:pt x="32980" y="2719"/>
                  </a:lnTo>
                  <a:lnTo>
                    <a:pt x="32619" y="2605"/>
                  </a:lnTo>
                  <a:lnTo>
                    <a:pt x="32258" y="2510"/>
                  </a:lnTo>
                  <a:lnTo>
                    <a:pt x="31916" y="2434"/>
                  </a:lnTo>
                  <a:lnTo>
                    <a:pt x="31592" y="2396"/>
                  </a:lnTo>
                  <a:lnTo>
                    <a:pt x="31307" y="2358"/>
                  </a:lnTo>
                  <a:lnTo>
                    <a:pt x="30889" y="2339"/>
                  </a:lnTo>
                  <a:lnTo>
                    <a:pt x="30737" y="2339"/>
                  </a:lnTo>
                  <a:lnTo>
                    <a:pt x="20587" y="2015"/>
                  </a:lnTo>
                  <a:lnTo>
                    <a:pt x="11919" y="0"/>
                  </a:lnTo>
                  <a:close/>
                </a:path>
              </a:pathLst>
            </a:custGeom>
            <a:gradFill>
              <a:gsLst>
                <a:gs pos="0">
                  <a:srgbClr val="71BFC3"/>
                </a:gs>
                <a:gs pos="100000">
                  <a:srgbClr val="3B7477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36"/>
            <p:cNvSpPr/>
            <p:nvPr/>
          </p:nvSpPr>
          <p:spPr>
            <a:xfrm>
              <a:off x="1603100" y="1900875"/>
              <a:ext cx="119300" cy="93175"/>
            </a:xfrm>
            <a:custGeom>
              <a:avLst/>
              <a:gdLst/>
              <a:ahLst/>
              <a:cxnLst/>
              <a:rect l="l" t="t" r="r" b="b"/>
              <a:pathLst>
                <a:path w="4772" h="3727" extrusionOk="0">
                  <a:moveTo>
                    <a:pt x="39" y="1"/>
                  </a:moveTo>
                  <a:lnTo>
                    <a:pt x="1" y="20"/>
                  </a:lnTo>
                  <a:lnTo>
                    <a:pt x="1" y="58"/>
                  </a:lnTo>
                  <a:lnTo>
                    <a:pt x="115" y="381"/>
                  </a:lnTo>
                  <a:lnTo>
                    <a:pt x="229" y="685"/>
                  </a:lnTo>
                  <a:lnTo>
                    <a:pt x="343" y="970"/>
                  </a:lnTo>
                  <a:lnTo>
                    <a:pt x="476" y="1236"/>
                  </a:lnTo>
                  <a:lnTo>
                    <a:pt x="628" y="1484"/>
                  </a:lnTo>
                  <a:lnTo>
                    <a:pt x="780" y="1712"/>
                  </a:lnTo>
                  <a:lnTo>
                    <a:pt x="951" y="1940"/>
                  </a:lnTo>
                  <a:lnTo>
                    <a:pt x="1103" y="2130"/>
                  </a:lnTo>
                  <a:lnTo>
                    <a:pt x="1274" y="2320"/>
                  </a:lnTo>
                  <a:lnTo>
                    <a:pt x="1464" y="2491"/>
                  </a:lnTo>
                  <a:lnTo>
                    <a:pt x="1635" y="2643"/>
                  </a:lnTo>
                  <a:lnTo>
                    <a:pt x="1825" y="2776"/>
                  </a:lnTo>
                  <a:lnTo>
                    <a:pt x="2186" y="3023"/>
                  </a:lnTo>
                  <a:lnTo>
                    <a:pt x="2567" y="3232"/>
                  </a:lnTo>
                  <a:lnTo>
                    <a:pt x="2928" y="3384"/>
                  </a:lnTo>
                  <a:lnTo>
                    <a:pt x="3270" y="3498"/>
                  </a:lnTo>
                  <a:lnTo>
                    <a:pt x="3593" y="3593"/>
                  </a:lnTo>
                  <a:lnTo>
                    <a:pt x="3897" y="3650"/>
                  </a:lnTo>
                  <a:lnTo>
                    <a:pt x="4163" y="3688"/>
                  </a:lnTo>
                  <a:lnTo>
                    <a:pt x="4391" y="3727"/>
                  </a:lnTo>
                  <a:lnTo>
                    <a:pt x="4715" y="3727"/>
                  </a:lnTo>
                  <a:lnTo>
                    <a:pt x="4753" y="3708"/>
                  </a:lnTo>
                  <a:lnTo>
                    <a:pt x="4772" y="3669"/>
                  </a:lnTo>
                  <a:lnTo>
                    <a:pt x="4753" y="3631"/>
                  </a:lnTo>
                  <a:lnTo>
                    <a:pt x="4715" y="3612"/>
                  </a:lnTo>
                  <a:lnTo>
                    <a:pt x="4372" y="3612"/>
                  </a:lnTo>
                  <a:lnTo>
                    <a:pt x="4144" y="3574"/>
                  </a:lnTo>
                  <a:lnTo>
                    <a:pt x="3859" y="3536"/>
                  </a:lnTo>
                  <a:lnTo>
                    <a:pt x="3536" y="3460"/>
                  </a:lnTo>
                  <a:lnTo>
                    <a:pt x="3175" y="3365"/>
                  </a:lnTo>
                  <a:lnTo>
                    <a:pt x="2814" y="3213"/>
                  </a:lnTo>
                  <a:lnTo>
                    <a:pt x="2434" y="3023"/>
                  </a:lnTo>
                  <a:lnTo>
                    <a:pt x="2225" y="2928"/>
                  </a:lnTo>
                  <a:lnTo>
                    <a:pt x="2034" y="2795"/>
                  </a:lnTo>
                  <a:lnTo>
                    <a:pt x="1844" y="2662"/>
                  </a:lnTo>
                  <a:lnTo>
                    <a:pt x="1654" y="2510"/>
                  </a:lnTo>
                  <a:lnTo>
                    <a:pt x="1464" y="2339"/>
                  </a:lnTo>
                  <a:lnTo>
                    <a:pt x="1293" y="2149"/>
                  </a:lnTo>
                  <a:lnTo>
                    <a:pt x="1103" y="1959"/>
                  </a:lnTo>
                  <a:lnTo>
                    <a:pt x="932" y="1750"/>
                  </a:lnTo>
                  <a:lnTo>
                    <a:pt x="780" y="1503"/>
                  </a:lnTo>
                  <a:lnTo>
                    <a:pt x="628" y="1255"/>
                  </a:lnTo>
                  <a:lnTo>
                    <a:pt x="476" y="970"/>
                  </a:lnTo>
                  <a:lnTo>
                    <a:pt x="343" y="685"/>
                  </a:lnTo>
                  <a:lnTo>
                    <a:pt x="210" y="362"/>
                  </a:lnTo>
                  <a:lnTo>
                    <a:pt x="115" y="39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36"/>
            <p:cNvSpPr/>
            <p:nvPr/>
          </p:nvSpPr>
          <p:spPr>
            <a:xfrm>
              <a:off x="1887750" y="2399850"/>
              <a:ext cx="208650" cy="82725"/>
            </a:xfrm>
            <a:custGeom>
              <a:avLst/>
              <a:gdLst/>
              <a:ahLst/>
              <a:cxnLst/>
              <a:rect l="l" t="t" r="r" b="b"/>
              <a:pathLst>
                <a:path w="8346" h="3309" extrusionOk="0">
                  <a:moveTo>
                    <a:pt x="875" y="1"/>
                  </a:moveTo>
                  <a:lnTo>
                    <a:pt x="799" y="20"/>
                  </a:lnTo>
                  <a:lnTo>
                    <a:pt x="742" y="58"/>
                  </a:lnTo>
                  <a:lnTo>
                    <a:pt x="685" y="115"/>
                  </a:lnTo>
                  <a:lnTo>
                    <a:pt x="628" y="172"/>
                  </a:lnTo>
                  <a:lnTo>
                    <a:pt x="609" y="248"/>
                  </a:lnTo>
                  <a:lnTo>
                    <a:pt x="20" y="2491"/>
                  </a:lnTo>
                  <a:lnTo>
                    <a:pt x="1" y="2643"/>
                  </a:lnTo>
                  <a:lnTo>
                    <a:pt x="20" y="2776"/>
                  </a:lnTo>
                  <a:lnTo>
                    <a:pt x="58" y="2909"/>
                  </a:lnTo>
                  <a:lnTo>
                    <a:pt x="134" y="3023"/>
                  </a:lnTo>
                  <a:lnTo>
                    <a:pt x="229" y="3118"/>
                  </a:lnTo>
                  <a:lnTo>
                    <a:pt x="343" y="3194"/>
                  </a:lnTo>
                  <a:lnTo>
                    <a:pt x="476" y="3251"/>
                  </a:lnTo>
                  <a:lnTo>
                    <a:pt x="628" y="3270"/>
                  </a:lnTo>
                  <a:lnTo>
                    <a:pt x="1312" y="3270"/>
                  </a:lnTo>
                  <a:lnTo>
                    <a:pt x="1863" y="3251"/>
                  </a:lnTo>
                  <a:lnTo>
                    <a:pt x="2320" y="3213"/>
                  </a:lnTo>
                  <a:lnTo>
                    <a:pt x="2681" y="3156"/>
                  </a:lnTo>
                  <a:lnTo>
                    <a:pt x="3251" y="3023"/>
                  </a:lnTo>
                  <a:lnTo>
                    <a:pt x="3536" y="2985"/>
                  </a:lnTo>
                  <a:lnTo>
                    <a:pt x="3821" y="2966"/>
                  </a:lnTo>
                  <a:lnTo>
                    <a:pt x="4144" y="2985"/>
                  </a:lnTo>
                  <a:lnTo>
                    <a:pt x="4468" y="3023"/>
                  </a:lnTo>
                  <a:lnTo>
                    <a:pt x="5114" y="3118"/>
                  </a:lnTo>
                  <a:lnTo>
                    <a:pt x="5494" y="3175"/>
                  </a:lnTo>
                  <a:lnTo>
                    <a:pt x="5931" y="3232"/>
                  </a:lnTo>
                  <a:lnTo>
                    <a:pt x="6464" y="3270"/>
                  </a:lnTo>
                  <a:lnTo>
                    <a:pt x="7091" y="3308"/>
                  </a:lnTo>
                  <a:lnTo>
                    <a:pt x="7262" y="3308"/>
                  </a:lnTo>
                  <a:lnTo>
                    <a:pt x="7395" y="3289"/>
                  </a:lnTo>
                  <a:lnTo>
                    <a:pt x="7547" y="3270"/>
                  </a:lnTo>
                  <a:lnTo>
                    <a:pt x="7680" y="3232"/>
                  </a:lnTo>
                  <a:lnTo>
                    <a:pt x="7908" y="3137"/>
                  </a:lnTo>
                  <a:lnTo>
                    <a:pt x="8079" y="3023"/>
                  </a:lnTo>
                  <a:lnTo>
                    <a:pt x="8155" y="2966"/>
                  </a:lnTo>
                  <a:lnTo>
                    <a:pt x="8231" y="2890"/>
                  </a:lnTo>
                  <a:lnTo>
                    <a:pt x="8269" y="2814"/>
                  </a:lnTo>
                  <a:lnTo>
                    <a:pt x="8307" y="2738"/>
                  </a:lnTo>
                  <a:lnTo>
                    <a:pt x="8345" y="2662"/>
                  </a:lnTo>
                  <a:lnTo>
                    <a:pt x="8345" y="2567"/>
                  </a:lnTo>
                  <a:lnTo>
                    <a:pt x="8345" y="2491"/>
                  </a:lnTo>
                  <a:lnTo>
                    <a:pt x="8345" y="2415"/>
                  </a:lnTo>
                  <a:lnTo>
                    <a:pt x="8250" y="2168"/>
                  </a:lnTo>
                  <a:lnTo>
                    <a:pt x="8136" y="1921"/>
                  </a:lnTo>
                  <a:lnTo>
                    <a:pt x="8060" y="1788"/>
                  </a:lnTo>
                  <a:lnTo>
                    <a:pt x="7965" y="1674"/>
                  </a:lnTo>
                  <a:lnTo>
                    <a:pt x="7870" y="1579"/>
                  </a:lnTo>
                  <a:lnTo>
                    <a:pt x="7756" y="1464"/>
                  </a:lnTo>
                  <a:lnTo>
                    <a:pt x="7623" y="1369"/>
                  </a:lnTo>
                  <a:lnTo>
                    <a:pt x="7471" y="1293"/>
                  </a:lnTo>
                  <a:lnTo>
                    <a:pt x="7319" y="1217"/>
                  </a:lnTo>
                  <a:lnTo>
                    <a:pt x="7129" y="1160"/>
                  </a:lnTo>
                  <a:lnTo>
                    <a:pt x="6920" y="1122"/>
                  </a:lnTo>
                  <a:lnTo>
                    <a:pt x="6711" y="1084"/>
                  </a:lnTo>
                  <a:lnTo>
                    <a:pt x="6464" y="1065"/>
                  </a:lnTo>
                  <a:lnTo>
                    <a:pt x="6197" y="1084"/>
                  </a:lnTo>
                  <a:lnTo>
                    <a:pt x="6121" y="1084"/>
                  </a:lnTo>
                  <a:lnTo>
                    <a:pt x="6026" y="1065"/>
                  </a:lnTo>
                  <a:lnTo>
                    <a:pt x="5817" y="989"/>
                  </a:lnTo>
                  <a:lnTo>
                    <a:pt x="5627" y="894"/>
                  </a:lnTo>
                  <a:lnTo>
                    <a:pt x="5418" y="761"/>
                  </a:lnTo>
                  <a:lnTo>
                    <a:pt x="5209" y="609"/>
                  </a:lnTo>
                  <a:lnTo>
                    <a:pt x="5000" y="457"/>
                  </a:lnTo>
                  <a:lnTo>
                    <a:pt x="4658" y="153"/>
                  </a:lnTo>
                  <a:lnTo>
                    <a:pt x="4601" y="115"/>
                  </a:lnTo>
                  <a:lnTo>
                    <a:pt x="4544" y="77"/>
                  </a:lnTo>
                  <a:lnTo>
                    <a:pt x="4468" y="58"/>
                  </a:lnTo>
                  <a:lnTo>
                    <a:pt x="4335" y="58"/>
                  </a:lnTo>
                  <a:lnTo>
                    <a:pt x="4259" y="77"/>
                  </a:lnTo>
                  <a:lnTo>
                    <a:pt x="4182" y="96"/>
                  </a:lnTo>
                  <a:lnTo>
                    <a:pt x="4125" y="153"/>
                  </a:lnTo>
                  <a:lnTo>
                    <a:pt x="3992" y="248"/>
                  </a:lnTo>
                  <a:lnTo>
                    <a:pt x="3840" y="362"/>
                  </a:lnTo>
                  <a:lnTo>
                    <a:pt x="3669" y="476"/>
                  </a:lnTo>
                  <a:lnTo>
                    <a:pt x="3460" y="571"/>
                  </a:lnTo>
                  <a:lnTo>
                    <a:pt x="3251" y="666"/>
                  </a:lnTo>
                  <a:lnTo>
                    <a:pt x="3004" y="723"/>
                  </a:lnTo>
                  <a:lnTo>
                    <a:pt x="2757" y="742"/>
                  </a:lnTo>
                  <a:lnTo>
                    <a:pt x="2491" y="742"/>
                  </a:lnTo>
                  <a:lnTo>
                    <a:pt x="2339" y="723"/>
                  </a:lnTo>
                  <a:lnTo>
                    <a:pt x="2187" y="666"/>
                  </a:lnTo>
                  <a:lnTo>
                    <a:pt x="2016" y="590"/>
                  </a:lnTo>
                  <a:lnTo>
                    <a:pt x="1825" y="495"/>
                  </a:lnTo>
                  <a:lnTo>
                    <a:pt x="1445" y="267"/>
                  </a:lnTo>
                  <a:lnTo>
                    <a:pt x="1103" y="58"/>
                  </a:lnTo>
                  <a:lnTo>
                    <a:pt x="1046" y="20"/>
                  </a:lnTo>
                  <a:lnTo>
                    <a:pt x="951" y="1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36"/>
            <p:cNvSpPr/>
            <p:nvPr/>
          </p:nvSpPr>
          <p:spPr>
            <a:xfrm>
              <a:off x="1294700" y="2606100"/>
              <a:ext cx="211000" cy="83175"/>
            </a:xfrm>
            <a:custGeom>
              <a:avLst/>
              <a:gdLst/>
              <a:ahLst/>
              <a:cxnLst/>
              <a:rect l="l" t="t" r="r" b="b"/>
              <a:pathLst>
                <a:path w="8440" h="3327" extrusionOk="0">
                  <a:moveTo>
                    <a:pt x="874" y="0"/>
                  </a:moveTo>
                  <a:lnTo>
                    <a:pt x="798" y="20"/>
                  </a:lnTo>
                  <a:lnTo>
                    <a:pt x="741" y="58"/>
                  </a:lnTo>
                  <a:lnTo>
                    <a:pt x="665" y="115"/>
                  </a:lnTo>
                  <a:lnTo>
                    <a:pt x="627" y="172"/>
                  </a:lnTo>
                  <a:lnTo>
                    <a:pt x="589" y="248"/>
                  </a:lnTo>
                  <a:lnTo>
                    <a:pt x="19" y="2510"/>
                  </a:lnTo>
                  <a:lnTo>
                    <a:pt x="0" y="2643"/>
                  </a:lnTo>
                  <a:lnTo>
                    <a:pt x="0" y="2795"/>
                  </a:lnTo>
                  <a:lnTo>
                    <a:pt x="57" y="2909"/>
                  </a:lnTo>
                  <a:lnTo>
                    <a:pt x="133" y="3023"/>
                  </a:lnTo>
                  <a:lnTo>
                    <a:pt x="228" y="3137"/>
                  </a:lnTo>
                  <a:lnTo>
                    <a:pt x="342" y="3213"/>
                  </a:lnTo>
                  <a:lnTo>
                    <a:pt x="475" y="3251"/>
                  </a:lnTo>
                  <a:lnTo>
                    <a:pt x="627" y="3270"/>
                  </a:lnTo>
                  <a:lnTo>
                    <a:pt x="1312" y="3289"/>
                  </a:lnTo>
                  <a:lnTo>
                    <a:pt x="1882" y="3270"/>
                  </a:lnTo>
                  <a:lnTo>
                    <a:pt x="2338" y="3232"/>
                  </a:lnTo>
                  <a:lnTo>
                    <a:pt x="2699" y="3156"/>
                  </a:lnTo>
                  <a:lnTo>
                    <a:pt x="3269" y="3042"/>
                  </a:lnTo>
                  <a:lnTo>
                    <a:pt x="3555" y="3004"/>
                  </a:lnTo>
                  <a:lnTo>
                    <a:pt x="3859" y="2985"/>
                  </a:lnTo>
                  <a:lnTo>
                    <a:pt x="4182" y="3004"/>
                  </a:lnTo>
                  <a:lnTo>
                    <a:pt x="4505" y="3023"/>
                  </a:lnTo>
                  <a:lnTo>
                    <a:pt x="5151" y="3137"/>
                  </a:lnTo>
                  <a:lnTo>
                    <a:pt x="5531" y="3194"/>
                  </a:lnTo>
                  <a:lnTo>
                    <a:pt x="5988" y="3251"/>
                  </a:lnTo>
                  <a:lnTo>
                    <a:pt x="6520" y="3289"/>
                  </a:lnTo>
                  <a:lnTo>
                    <a:pt x="7166" y="3327"/>
                  </a:lnTo>
                  <a:lnTo>
                    <a:pt x="7318" y="3327"/>
                  </a:lnTo>
                  <a:lnTo>
                    <a:pt x="7470" y="3308"/>
                  </a:lnTo>
                  <a:lnTo>
                    <a:pt x="7622" y="3289"/>
                  </a:lnTo>
                  <a:lnTo>
                    <a:pt x="7755" y="3251"/>
                  </a:lnTo>
                  <a:lnTo>
                    <a:pt x="7984" y="3156"/>
                  </a:lnTo>
                  <a:lnTo>
                    <a:pt x="8079" y="3099"/>
                  </a:lnTo>
                  <a:lnTo>
                    <a:pt x="8155" y="3042"/>
                  </a:lnTo>
                  <a:lnTo>
                    <a:pt x="8231" y="2966"/>
                  </a:lnTo>
                  <a:lnTo>
                    <a:pt x="8307" y="2909"/>
                  </a:lnTo>
                  <a:lnTo>
                    <a:pt x="8364" y="2833"/>
                  </a:lnTo>
                  <a:lnTo>
                    <a:pt x="8402" y="2757"/>
                  </a:lnTo>
                  <a:lnTo>
                    <a:pt x="8421" y="2662"/>
                  </a:lnTo>
                  <a:lnTo>
                    <a:pt x="8440" y="2586"/>
                  </a:lnTo>
                  <a:lnTo>
                    <a:pt x="8440" y="2510"/>
                  </a:lnTo>
                  <a:lnTo>
                    <a:pt x="8421" y="2415"/>
                  </a:lnTo>
                  <a:lnTo>
                    <a:pt x="8345" y="2167"/>
                  </a:lnTo>
                  <a:lnTo>
                    <a:pt x="8212" y="1920"/>
                  </a:lnTo>
                  <a:lnTo>
                    <a:pt x="8136" y="1806"/>
                  </a:lnTo>
                  <a:lnTo>
                    <a:pt x="8060" y="1692"/>
                  </a:lnTo>
                  <a:lnTo>
                    <a:pt x="7946" y="1578"/>
                  </a:lnTo>
                  <a:lnTo>
                    <a:pt x="7832" y="1464"/>
                  </a:lnTo>
                  <a:lnTo>
                    <a:pt x="7698" y="1369"/>
                  </a:lnTo>
                  <a:lnTo>
                    <a:pt x="7546" y="1293"/>
                  </a:lnTo>
                  <a:lnTo>
                    <a:pt x="7375" y="1217"/>
                  </a:lnTo>
                  <a:lnTo>
                    <a:pt x="7204" y="1160"/>
                  </a:lnTo>
                  <a:lnTo>
                    <a:pt x="6995" y="1122"/>
                  </a:lnTo>
                  <a:lnTo>
                    <a:pt x="6767" y="1084"/>
                  </a:lnTo>
                  <a:lnTo>
                    <a:pt x="6520" y="1065"/>
                  </a:lnTo>
                  <a:lnTo>
                    <a:pt x="6254" y="1084"/>
                  </a:lnTo>
                  <a:lnTo>
                    <a:pt x="6178" y="1084"/>
                  </a:lnTo>
                  <a:lnTo>
                    <a:pt x="6083" y="1065"/>
                  </a:lnTo>
                  <a:lnTo>
                    <a:pt x="5874" y="989"/>
                  </a:lnTo>
                  <a:lnTo>
                    <a:pt x="5665" y="894"/>
                  </a:lnTo>
                  <a:lnTo>
                    <a:pt x="5455" y="761"/>
                  </a:lnTo>
                  <a:lnTo>
                    <a:pt x="5246" y="609"/>
                  </a:lnTo>
                  <a:lnTo>
                    <a:pt x="5056" y="457"/>
                  </a:lnTo>
                  <a:lnTo>
                    <a:pt x="4695" y="153"/>
                  </a:lnTo>
                  <a:lnTo>
                    <a:pt x="4638" y="115"/>
                  </a:lnTo>
                  <a:lnTo>
                    <a:pt x="4581" y="77"/>
                  </a:lnTo>
                  <a:lnTo>
                    <a:pt x="4505" y="58"/>
                  </a:lnTo>
                  <a:lnTo>
                    <a:pt x="4429" y="39"/>
                  </a:lnTo>
                  <a:lnTo>
                    <a:pt x="4372" y="58"/>
                  </a:lnTo>
                  <a:lnTo>
                    <a:pt x="4296" y="58"/>
                  </a:lnTo>
                  <a:lnTo>
                    <a:pt x="4220" y="96"/>
                  </a:lnTo>
                  <a:lnTo>
                    <a:pt x="4163" y="134"/>
                  </a:lnTo>
                  <a:lnTo>
                    <a:pt x="4030" y="248"/>
                  </a:lnTo>
                  <a:lnTo>
                    <a:pt x="3878" y="362"/>
                  </a:lnTo>
                  <a:lnTo>
                    <a:pt x="3688" y="476"/>
                  </a:lnTo>
                  <a:lnTo>
                    <a:pt x="3498" y="571"/>
                  </a:lnTo>
                  <a:lnTo>
                    <a:pt x="3269" y="666"/>
                  </a:lnTo>
                  <a:lnTo>
                    <a:pt x="3022" y="723"/>
                  </a:lnTo>
                  <a:lnTo>
                    <a:pt x="2775" y="742"/>
                  </a:lnTo>
                  <a:lnTo>
                    <a:pt x="2509" y="742"/>
                  </a:lnTo>
                  <a:lnTo>
                    <a:pt x="2357" y="723"/>
                  </a:lnTo>
                  <a:lnTo>
                    <a:pt x="2205" y="666"/>
                  </a:lnTo>
                  <a:lnTo>
                    <a:pt x="2015" y="590"/>
                  </a:lnTo>
                  <a:lnTo>
                    <a:pt x="1825" y="495"/>
                  </a:lnTo>
                  <a:lnTo>
                    <a:pt x="1445" y="267"/>
                  </a:lnTo>
                  <a:lnTo>
                    <a:pt x="1102" y="58"/>
                  </a:lnTo>
                  <a:lnTo>
                    <a:pt x="1045" y="20"/>
                  </a:lnTo>
                  <a:lnTo>
                    <a:pt x="950" y="0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36"/>
            <p:cNvSpPr/>
            <p:nvPr/>
          </p:nvSpPr>
          <p:spPr>
            <a:xfrm>
              <a:off x="1769425" y="1849550"/>
              <a:ext cx="365950" cy="486175"/>
            </a:xfrm>
            <a:custGeom>
              <a:avLst/>
              <a:gdLst/>
              <a:ahLst/>
              <a:cxnLst/>
              <a:rect l="l" t="t" r="r" b="b"/>
              <a:pathLst>
                <a:path w="14638" h="19447" extrusionOk="0">
                  <a:moveTo>
                    <a:pt x="77" y="1"/>
                  </a:moveTo>
                  <a:lnTo>
                    <a:pt x="39" y="20"/>
                  </a:lnTo>
                  <a:lnTo>
                    <a:pt x="0" y="58"/>
                  </a:lnTo>
                  <a:lnTo>
                    <a:pt x="0" y="96"/>
                  </a:lnTo>
                  <a:lnTo>
                    <a:pt x="20" y="210"/>
                  </a:lnTo>
                  <a:lnTo>
                    <a:pt x="39" y="286"/>
                  </a:lnTo>
                  <a:lnTo>
                    <a:pt x="58" y="381"/>
                  </a:lnTo>
                  <a:lnTo>
                    <a:pt x="115" y="476"/>
                  </a:lnTo>
                  <a:lnTo>
                    <a:pt x="191" y="571"/>
                  </a:lnTo>
                  <a:lnTo>
                    <a:pt x="267" y="647"/>
                  </a:lnTo>
                  <a:lnTo>
                    <a:pt x="362" y="723"/>
                  </a:lnTo>
                  <a:lnTo>
                    <a:pt x="476" y="818"/>
                  </a:lnTo>
                  <a:lnTo>
                    <a:pt x="628" y="894"/>
                  </a:lnTo>
                  <a:lnTo>
                    <a:pt x="780" y="970"/>
                  </a:lnTo>
                  <a:lnTo>
                    <a:pt x="970" y="1027"/>
                  </a:lnTo>
                  <a:lnTo>
                    <a:pt x="1198" y="1103"/>
                  </a:lnTo>
                  <a:lnTo>
                    <a:pt x="1445" y="1160"/>
                  </a:lnTo>
                  <a:lnTo>
                    <a:pt x="1711" y="1198"/>
                  </a:lnTo>
                  <a:lnTo>
                    <a:pt x="2034" y="1236"/>
                  </a:lnTo>
                  <a:lnTo>
                    <a:pt x="2377" y="1274"/>
                  </a:lnTo>
                  <a:lnTo>
                    <a:pt x="2757" y="1293"/>
                  </a:lnTo>
                  <a:lnTo>
                    <a:pt x="3175" y="1313"/>
                  </a:lnTo>
                  <a:lnTo>
                    <a:pt x="3631" y="1293"/>
                  </a:lnTo>
                  <a:lnTo>
                    <a:pt x="4144" y="1274"/>
                  </a:lnTo>
                  <a:lnTo>
                    <a:pt x="4696" y="1236"/>
                  </a:lnTo>
                  <a:lnTo>
                    <a:pt x="6007" y="1160"/>
                  </a:lnTo>
                  <a:lnTo>
                    <a:pt x="7471" y="1084"/>
                  </a:lnTo>
                  <a:lnTo>
                    <a:pt x="9011" y="1027"/>
                  </a:lnTo>
                  <a:lnTo>
                    <a:pt x="10493" y="989"/>
                  </a:lnTo>
                  <a:lnTo>
                    <a:pt x="11843" y="1008"/>
                  </a:lnTo>
                  <a:lnTo>
                    <a:pt x="12451" y="1027"/>
                  </a:lnTo>
                  <a:lnTo>
                    <a:pt x="12964" y="1046"/>
                  </a:lnTo>
                  <a:lnTo>
                    <a:pt x="13420" y="1103"/>
                  </a:lnTo>
                  <a:lnTo>
                    <a:pt x="13763" y="1141"/>
                  </a:lnTo>
                  <a:lnTo>
                    <a:pt x="14010" y="1217"/>
                  </a:lnTo>
                  <a:lnTo>
                    <a:pt x="14086" y="1255"/>
                  </a:lnTo>
                  <a:lnTo>
                    <a:pt x="14124" y="1293"/>
                  </a:lnTo>
                  <a:lnTo>
                    <a:pt x="14219" y="1427"/>
                  </a:lnTo>
                  <a:lnTo>
                    <a:pt x="14276" y="1579"/>
                  </a:lnTo>
                  <a:lnTo>
                    <a:pt x="14352" y="1731"/>
                  </a:lnTo>
                  <a:lnTo>
                    <a:pt x="14390" y="1883"/>
                  </a:lnTo>
                  <a:lnTo>
                    <a:pt x="14466" y="2225"/>
                  </a:lnTo>
                  <a:lnTo>
                    <a:pt x="14523" y="2605"/>
                  </a:lnTo>
                  <a:lnTo>
                    <a:pt x="14523" y="3004"/>
                  </a:lnTo>
                  <a:lnTo>
                    <a:pt x="14504" y="3441"/>
                  </a:lnTo>
                  <a:lnTo>
                    <a:pt x="14466" y="3898"/>
                  </a:lnTo>
                  <a:lnTo>
                    <a:pt x="14390" y="4373"/>
                  </a:lnTo>
                  <a:lnTo>
                    <a:pt x="14314" y="4886"/>
                  </a:lnTo>
                  <a:lnTo>
                    <a:pt x="14200" y="5399"/>
                  </a:lnTo>
                  <a:lnTo>
                    <a:pt x="13934" y="6502"/>
                  </a:lnTo>
                  <a:lnTo>
                    <a:pt x="13630" y="7642"/>
                  </a:lnTo>
                  <a:lnTo>
                    <a:pt x="13306" y="8821"/>
                  </a:lnTo>
                  <a:lnTo>
                    <a:pt x="12983" y="9980"/>
                  </a:lnTo>
                  <a:lnTo>
                    <a:pt x="12508" y="11634"/>
                  </a:lnTo>
                  <a:lnTo>
                    <a:pt x="12014" y="13250"/>
                  </a:lnTo>
                  <a:lnTo>
                    <a:pt x="11520" y="14771"/>
                  </a:lnTo>
                  <a:lnTo>
                    <a:pt x="11063" y="16158"/>
                  </a:lnTo>
                  <a:lnTo>
                    <a:pt x="10303" y="18306"/>
                  </a:lnTo>
                  <a:lnTo>
                    <a:pt x="9942" y="19333"/>
                  </a:lnTo>
                  <a:lnTo>
                    <a:pt x="8954" y="19333"/>
                  </a:lnTo>
                  <a:lnTo>
                    <a:pt x="8459" y="19314"/>
                  </a:lnTo>
                  <a:lnTo>
                    <a:pt x="7946" y="19257"/>
                  </a:lnTo>
                  <a:lnTo>
                    <a:pt x="7699" y="19219"/>
                  </a:lnTo>
                  <a:lnTo>
                    <a:pt x="7471" y="19181"/>
                  </a:lnTo>
                  <a:lnTo>
                    <a:pt x="7243" y="19123"/>
                  </a:lnTo>
                  <a:lnTo>
                    <a:pt x="7034" y="19047"/>
                  </a:lnTo>
                  <a:lnTo>
                    <a:pt x="6863" y="18971"/>
                  </a:lnTo>
                  <a:lnTo>
                    <a:pt x="6710" y="18876"/>
                  </a:lnTo>
                  <a:lnTo>
                    <a:pt x="6672" y="18876"/>
                  </a:lnTo>
                  <a:lnTo>
                    <a:pt x="6634" y="18895"/>
                  </a:lnTo>
                  <a:lnTo>
                    <a:pt x="6634" y="18933"/>
                  </a:lnTo>
                  <a:lnTo>
                    <a:pt x="6653" y="18971"/>
                  </a:lnTo>
                  <a:lnTo>
                    <a:pt x="6768" y="19047"/>
                  </a:lnTo>
                  <a:lnTo>
                    <a:pt x="6882" y="19104"/>
                  </a:lnTo>
                  <a:lnTo>
                    <a:pt x="7034" y="19162"/>
                  </a:lnTo>
                  <a:lnTo>
                    <a:pt x="7186" y="19219"/>
                  </a:lnTo>
                  <a:lnTo>
                    <a:pt x="7547" y="19314"/>
                  </a:lnTo>
                  <a:lnTo>
                    <a:pt x="7927" y="19371"/>
                  </a:lnTo>
                  <a:lnTo>
                    <a:pt x="8307" y="19409"/>
                  </a:lnTo>
                  <a:lnTo>
                    <a:pt x="8706" y="19428"/>
                  </a:lnTo>
                  <a:lnTo>
                    <a:pt x="9391" y="19447"/>
                  </a:lnTo>
                  <a:lnTo>
                    <a:pt x="9980" y="19447"/>
                  </a:lnTo>
                  <a:lnTo>
                    <a:pt x="9999" y="19428"/>
                  </a:lnTo>
                  <a:lnTo>
                    <a:pt x="10018" y="19409"/>
                  </a:lnTo>
                  <a:lnTo>
                    <a:pt x="10322" y="18572"/>
                  </a:lnTo>
                  <a:lnTo>
                    <a:pt x="11082" y="16424"/>
                  </a:lnTo>
                  <a:lnTo>
                    <a:pt x="11558" y="15018"/>
                  </a:lnTo>
                  <a:lnTo>
                    <a:pt x="12071" y="13421"/>
                  </a:lnTo>
                  <a:lnTo>
                    <a:pt x="12584" y="11748"/>
                  </a:lnTo>
                  <a:lnTo>
                    <a:pt x="13078" y="10018"/>
                  </a:lnTo>
                  <a:lnTo>
                    <a:pt x="13420" y="8840"/>
                  </a:lnTo>
                  <a:lnTo>
                    <a:pt x="13744" y="7661"/>
                  </a:lnTo>
                  <a:lnTo>
                    <a:pt x="14048" y="6502"/>
                  </a:lnTo>
                  <a:lnTo>
                    <a:pt x="14314" y="5399"/>
                  </a:lnTo>
                  <a:lnTo>
                    <a:pt x="14428" y="4886"/>
                  </a:lnTo>
                  <a:lnTo>
                    <a:pt x="14504" y="4373"/>
                  </a:lnTo>
                  <a:lnTo>
                    <a:pt x="14580" y="3879"/>
                  </a:lnTo>
                  <a:lnTo>
                    <a:pt x="14618" y="3422"/>
                  </a:lnTo>
                  <a:lnTo>
                    <a:pt x="14637" y="2985"/>
                  </a:lnTo>
                  <a:lnTo>
                    <a:pt x="14618" y="2567"/>
                  </a:lnTo>
                  <a:lnTo>
                    <a:pt x="14580" y="2187"/>
                  </a:lnTo>
                  <a:lnTo>
                    <a:pt x="14504" y="1845"/>
                  </a:lnTo>
                  <a:lnTo>
                    <a:pt x="14447" y="1674"/>
                  </a:lnTo>
                  <a:lnTo>
                    <a:pt x="14390" y="1522"/>
                  </a:lnTo>
                  <a:lnTo>
                    <a:pt x="14314" y="1370"/>
                  </a:lnTo>
                  <a:lnTo>
                    <a:pt x="14219" y="1236"/>
                  </a:lnTo>
                  <a:lnTo>
                    <a:pt x="14162" y="1179"/>
                  </a:lnTo>
                  <a:lnTo>
                    <a:pt x="14067" y="1122"/>
                  </a:lnTo>
                  <a:lnTo>
                    <a:pt x="13934" y="1084"/>
                  </a:lnTo>
                  <a:lnTo>
                    <a:pt x="13763" y="1046"/>
                  </a:lnTo>
                  <a:lnTo>
                    <a:pt x="13344" y="970"/>
                  </a:lnTo>
                  <a:lnTo>
                    <a:pt x="12793" y="932"/>
                  </a:lnTo>
                  <a:lnTo>
                    <a:pt x="12185" y="894"/>
                  </a:lnTo>
                  <a:lnTo>
                    <a:pt x="11482" y="875"/>
                  </a:lnTo>
                  <a:lnTo>
                    <a:pt x="10740" y="875"/>
                  </a:lnTo>
                  <a:lnTo>
                    <a:pt x="9961" y="894"/>
                  </a:lnTo>
                  <a:lnTo>
                    <a:pt x="8364" y="932"/>
                  </a:lnTo>
                  <a:lnTo>
                    <a:pt x="6863" y="1008"/>
                  </a:lnTo>
                  <a:lnTo>
                    <a:pt x="5589" y="1065"/>
                  </a:lnTo>
                  <a:lnTo>
                    <a:pt x="4677" y="1141"/>
                  </a:lnTo>
                  <a:lnTo>
                    <a:pt x="4144" y="1160"/>
                  </a:lnTo>
                  <a:lnTo>
                    <a:pt x="3650" y="1179"/>
                  </a:lnTo>
                  <a:lnTo>
                    <a:pt x="3194" y="1198"/>
                  </a:lnTo>
                  <a:lnTo>
                    <a:pt x="2795" y="1179"/>
                  </a:lnTo>
                  <a:lnTo>
                    <a:pt x="2415" y="1160"/>
                  </a:lnTo>
                  <a:lnTo>
                    <a:pt x="2072" y="1141"/>
                  </a:lnTo>
                  <a:lnTo>
                    <a:pt x="1768" y="1103"/>
                  </a:lnTo>
                  <a:lnTo>
                    <a:pt x="1502" y="1046"/>
                  </a:lnTo>
                  <a:lnTo>
                    <a:pt x="1255" y="1008"/>
                  </a:lnTo>
                  <a:lnTo>
                    <a:pt x="1046" y="932"/>
                  </a:lnTo>
                  <a:lnTo>
                    <a:pt x="856" y="875"/>
                  </a:lnTo>
                  <a:lnTo>
                    <a:pt x="704" y="799"/>
                  </a:lnTo>
                  <a:lnTo>
                    <a:pt x="571" y="723"/>
                  </a:lnTo>
                  <a:lnTo>
                    <a:pt x="457" y="647"/>
                  </a:lnTo>
                  <a:lnTo>
                    <a:pt x="362" y="571"/>
                  </a:lnTo>
                  <a:lnTo>
                    <a:pt x="286" y="495"/>
                  </a:lnTo>
                  <a:lnTo>
                    <a:pt x="210" y="419"/>
                  </a:lnTo>
                  <a:lnTo>
                    <a:pt x="172" y="343"/>
                  </a:lnTo>
                  <a:lnTo>
                    <a:pt x="115" y="210"/>
                  </a:lnTo>
                  <a:lnTo>
                    <a:pt x="115" y="115"/>
                  </a:lnTo>
                  <a:lnTo>
                    <a:pt x="115" y="77"/>
                  </a:lnTo>
                  <a:lnTo>
                    <a:pt x="115" y="39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36"/>
            <p:cNvSpPr/>
            <p:nvPr/>
          </p:nvSpPr>
          <p:spPr>
            <a:xfrm>
              <a:off x="1988025" y="1991175"/>
              <a:ext cx="32325" cy="5250"/>
            </a:xfrm>
            <a:custGeom>
              <a:avLst/>
              <a:gdLst/>
              <a:ahLst/>
              <a:cxnLst/>
              <a:rect l="l" t="t" r="r" b="b"/>
              <a:pathLst>
                <a:path w="1293" h="210" extrusionOk="0">
                  <a:moveTo>
                    <a:pt x="1217" y="0"/>
                  </a:moveTo>
                  <a:lnTo>
                    <a:pt x="514" y="57"/>
                  </a:lnTo>
                  <a:lnTo>
                    <a:pt x="57" y="96"/>
                  </a:lnTo>
                  <a:lnTo>
                    <a:pt x="19" y="115"/>
                  </a:lnTo>
                  <a:lnTo>
                    <a:pt x="0" y="153"/>
                  </a:lnTo>
                  <a:lnTo>
                    <a:pt x="19" y="191"/>
                  </a:lnTo>
                  <a:lnTo>
                    <a:pt x="57" y="210"/>
                  </a:lnTo>
                  <a:lnTo>
                    <a:pt x="533" y="172"/>
                  </a:lnTo>
                  <a:lnTo>
                    <a:pt x="1236" y="115"/>
                  </a:lnTo>
                  <a:lnTo>
                    <a:pt x="1274" y="96"/>
                  </a:lnTo>
                  <a:lnTo>
                    <a:pt x="1293" y="57"/>
                  </a:lnTo>
                  <a:lnTo>
                    <a:pt x="1255" y="19"/>
                  </a:lnTo>
                  <a:lnTo>
                    <a:pt x="1217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36"/>
            <p:cNvSpPr/>
            <p:nvPr/>
          </p:nvSpPr>
          <p:spPr>
            <a:xfrm>
              <a:off x="1340775" y="1985000"/>
              <a:ext cx="346000" cy="545100"/>
            </a:xfrm>
            <a:custGeom>
              <a:avLst/>
              <a:gdLst/>
              <a:ahLst/>
              <a:cxnLst/>
              <a:rect l="l" t="t" r="r" b="b"/>
              <a:pathLst>
                <a:path w="13840" h="21804" extrusionOk="0">
                  <a:moveTo>
                    <a:pt x="13782" y="0"/>
                  </a:moveTo>
                  <a:lnTo>
                    <a:pt x="13744" y="38"/>
                  </a:lnTo>
                  <a:lnTo>
                    <a:pt x="12984" y="1654"/>
                  </a:lnTo>
                  <a:lnTo>
                    <a:pt x="11292" y="5304"/>
                  </a:lnTo>
                  <a:lnTo>
                    <a:pt x="10303" y="7357"/>
                  </a:lnTo>
                  <a:lnTo>
                    <a:pt x="9372" y="9296"/>
                  </a:lnTo>
                  <a:lnTo>
                    <a:pt x="8574" y="10930"/>
                  </a:lnTo>
                  <a:lnTo>
                    <a:pt x="8251" y="11558"/>
                  </a:lnTo>
                  <a:lnTo>
                    <a:pt x="8003" y="12014"/>
                  </a:lnTo>
                  <a:lnTo>
                    <a:pt x="7490" y="12983"/>
                  </a:lnTo>
                  <a:lnTo>
                    <a:pt x="6825" y="14295"/>
                  </a:lnTo>
                  <a:lnTo>
                    <a:pt x="5304" y="17393"/>
                  </a:lnTo>
                  <a:lnTo>
                    <a:pt x="3955" y="20206"/>
                  </a:lnTo>
                  <a:lnTo>
                    <a:pt x="3270" y="21651"/>
                  </a:lnTo>
                  <a:lnTo>
                    <a:pt x="2776" y="21670"/>
                  </a:lnTo>
                  <a:lnTo>
                    <a:pt x="2377" y="21689"/>
                  </a:lnTo>
                  <a:lnTo>
                    <a:pt x="1902" y="21670"/>
                  </a:lnTo>
                  <a:lnTo>
                    <a:pt x="1407" y="21632"/>
                  </a:lnTo>
                  <a:lnTo>
                    <a:pt x="913" y="21575"/>
                  </a:lnTo>
                  <a:lnTo>
                    <a:pt x="685" y="21537"/>
                  </a:lnTo>
                  <a:lnTo>
                    <a:pt x="457" y="21480"/>
                  </a:lnTo>
                  <a:lnTo>
                    <a:pt x="267" y="21404"/>
                  </a:lnTo>
                  <a:lnTo>
                    <a:pt x="77" y="21328"/>
                  </a:lnTo>
                  <a:lnTo>
                    <a:pt x="39" y="21328"/>
                  </a:lnTo>
                  <a:lnTo>
                    <a:pt x="1" y="21347"/>
                  </a:lnTo>
                  <a:lnTo>
                    <a:pt x="1" y="21404"/>
                  </a:lnTo>
                  <a:lnTo>
                    <a:pt x="39" y="21423"/>
                  </a:lnTo>
                  <a:lnTo>
                    <a:pt x="286" y="21537"/>
                  </a:lnTo>
                  <a:lnTo>
                    <a:pt x="552" y="21613"/>
                  </a:lnTo>
                  <a:lnTo>
                    <a:pt x="856" y="21670"/>
                  </a:lnTo>
                  <a:lnTo>
                    <a:pt x="1179" y="21727"/>
                  </a:lnTo>
                  <a:lnTo>
                    <a:pt x="1502" y="21765"/>
                  </a:lnTo>
                  <a:lnTo>
                    <a:pt x="1826" y="21784"/>
                  </a:lnTo>
                  <a:lnTo>
                    <a:pt x="2434" y="21803"/>
                  </a:lnTo>
                  <a:lnTo>
                    <a:pt x="3042" y="21784"/>
                  </a:lnTo>
                  <a:lnTo>
                    <a:pt x="3308" y="21765"/>
                  </a:lnTo>
                  <a:lnTo>
                    <a:pt x="3327" y="21765"/>
                  </a:lnTo>
                  <a:lnTo>
                    <a:pt x="3346" y="21727"/>
                  </a:lnTo>
                  <a:lnTo>
                    <a:pt x="3955" y="20492"/>
                  </a:lnTo>
                  <a:lnTo>
                    <a:pt x="5304" y="17640"/>
                  </a:lnTo>
                  <a:lnTo>
                    <a:pt x="6103" y="16025"/>
                  </a:lnTo>
                  <a:lnTo>
                    <a:pt x="6882" y="14447"/>
                  </a:lnTo>
                  <a:lnTo>
                    <a:pt x="7566" y="13078"/>
                  </a:lnTo>
                  <a:lnTo>
                    <a:pt x="8098" y="12071"/>
                  </a:lnTo>
                  <a:lnTo>
                    <a:pt x="8346" y="11596"/>
                  </a:lnTo>
                  <a:lnTo>
                    <a:pt x="8669" y="10968"/>
                  </a:lnTo>
                  <a:lnTo>
                    <a:pt x="9467" y="9353"/>
                  </a:lnTo>
                  <a:lnTo>
                    <a:pt x="10417" y="7395"/>
                  </a:lnTo>
                  <a:lnTo>
                    <a:pt x="11387" y="5342"/>
                  </a:lnTo>
                  <a:lnTo>
                    <a:pt x="13098" y="1711"/>
                  </a:lnTo>
                  <a:lnTo>
                    <a:pt x="13839" y="76"/>
                  </a:lnTo>
                  <a:lnTo>
                    <a:pt x="13839" y="38"/>
                  </a:lnTo>
                  <a:lnTo>
                    <a:pt x="1382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36"/>
            <p:cNvSpPr/>
            <p:nvPr/>
          </p:nvSpPr>
          <p:spPr>
            <a:xfrm>
              <a:off x="1893925" y="1436600"/>
              <a:ext cx="214350" cy="376400"/>
            </a:xfrm>
            <a:custGeom>
              <a:avLst/>
              <a:gdLst/>
              <a:ahLst/>
              <a:cxnLst/>
              <a:rect l="l" t="t" r="r" b="b"/>
              <a:pathLst>
                <a:path w="8574" h="15056" extrusionOk="0">
                  <a:moveTo>
                    <a:pt x="3821" y="1"/>
                  </a:moveTo>
                  <a:lnTo>
                    <a:pt x="2206" y="6958"/>
                  </a:lnTo>
                  <a:lnTo>
                    <a:pt x="1864" y="7604"/>
                  </a:lnTo>
                  <a:lnTo>
                    <a:pt x="1502" y="8269"/>
                  </a:lnTo>
                  <a:lnTo>
                    <a:pt x="1103" y="9068"/>
                  </a:lnTo>
                  <a:lnTo>
                    <a:pt x="704" y="9923"/>
                  </a:lnTo>
                  <a:lnTo>
                    <a:pt x="533" y="10341"/>
                  </a:lnTo>
                  <a:lnTo>
                    <a:pt x="362" y="10740"/>
                  </a:lnTo>
                  <a:lnTo>
                    <a:pt x="229" y="11120"/>
                  </a:lnTo>
                  <a:lnTo>
                    <a:pt x="115" y="11444"/>
                  </a:lnTo>
                  <a:lnTo>
                    <a:pt x="58" y="11729"/>
                  </a:lnTo>
                  <a:lnTo>
                    <a:pt x="39" y="11957"/>
                  </a:lnTo>
                  <a:lnTo>
                    <a:pt x="1" y="12052"/>
                  </a:lnTo>
                  <a:lnTo>
                    <a:pt x="1" y="12147"/>
                  </a:lnTo>
                  <a:lnTo>
                    <a:pt x="20" y="12242"/>
                  </a:lnTo>
                  <a:lnTo>
                    <a:pt x="77" y="12356"/>
                  </a:lnTo>
                  <a:lnTo>
                    <a:pt x="172" y="12470"/>
                  </a:lnTo>
                  <a:lnTo>
                    <a:pt x="267" y="12584"/>
                  </a:lnTo>
                  <a:lnTo>
                    <a:pt x="400" y="12698"/>
                  </a:lnTo>
                  <a:lnTo>
                    <a:pt x="552" y="12831"/>
                  </a:lnTo>
                  <a:lnTo>
                    <a:pt x="913" y="13078"/>
                  </a:lnTo>
                  <a:lnTo>
                    <a:pt x="1312" y="13325"/>
                  </a:lnTo>
                  <a:lnTo>
                    <a:pt x="1769" y="13592"/>
                  </a:lnTo>
                  <a:lnTo>
                    <a:pt x="2244" y="13839"/>
                  </a:lnTo>
                  <a:lnTo>
                    <a:pt x="3194" y="14295"/>
                  </a:lnTo>
                  <a:lnTo>
                    <a:pt x="4050" y="14694"/>
                  </a:lnTo>
                  <a:lnTo>
                    <a:pt x="4943" y="15055"/>
                  </a:lnTo>
                  <a:lnTo>
                    <a:pt x="5285" y="14922"/>
                  </a:lnTo>
                  <a:lnTo>
                    <a:pt x="5627" y="14789"/>
                  </a:lnTo>
                  <a:lnTo>
                    <a:pt x="5950" y="14713"/>
                  </a:lnTo>
                  <a:lnTo>
                    <a:pt x="6274" y="14637"/>
                  </a:lnTo>
                  <a:lnTo>
                    <a:pt x="6597" y="14599"/>
                  </a:lnTo>
                  <a:lnTo>
                    <a:pt x="6901" y="14580"/>
                  </a:lnTo>
                  <a:lnTo>
                    <a:pt x="7452" y="14580"/>
                  </a:lnTo>
                  <a:lnTo>
                    <a:pt x="7908" y="14618"/>
                  </a:lnTo>
                  <a:lnTo>
                    <a:pt x="8269" y="14675"/>
                  </a:lnTo>
                  <a:lnTo>
                    <a:pt x="8498" y="14732"/>
                  </a:lnTo>
                  <a:lnTo>
                    <a:pt x="8574" y="14751"/>
                  </a:lnTo>
                  <a:lnTo>
                    <a:pt x="8574" y="14751"/>
                  </a:lnTo>
                  <a:lnTo>
                    <a:pt x="6483" y="13040"/>
                  </a:lnTo>
                  <a:lnTo>
                    <a:pt x="3460" y="10569"/>
                  </a:lnTo>
                  <a:lnTo>
                    <a:pt x="3631" y="9828"/>
                  </a:lnTo>
                  <a:lnTo>
                    <a:pt x="3783" y="9125"/>
                  </a:lnTo>
                  <a:lnTo>
                    <a:pt x="3916" y="8459"/>
                  </a:lnTo>
                  <a:lnTo>
                    <a:pt x="4050" y="7832"/>
                  </a:lnTo>
                  <a:lnTo>
                    <a:pt x="4145" y="7224"/>
                  </a:lnTo>
                  <a:lnTo>
                    <a:pt x="4221" y="6634"/>
                  </a:lnTo>
                  <a:lnTo>
                    <a:pt x="4297" y="6083"/>
                  </a:lnTo>
                  <a:lnTo>
                    <a:pt x="4354" y="5551"/>
                  </a:lnTo>
                  <a:lnTo>
                    <a:pt x="4430" y="4582"/>
                  </a:lnTo>
                  <a:lnTo>
                    <a:pt x="4449" y="3726"/>
                  </a:lnTo>
                  <a:lnTo>
                    <a:pt x="4430" y="2966"/>
                  </a:lnTo>
                  <a:lnTo>
                    <a:pt x="4373" y="2301"/>
                  </a:lnTo>
                  <a:lnTo>
                    <a:pt x="4316" y="1730"/>
                  </a:lnTo>
                  <a:lnTo>
                    <a:pt x="4221" y="1255"/>
                  </a:lnTo>
                  <a:lnTo>
                    <a:pt x="4126" y="856"/>
                  </a:lnTo>
                  <a:lnTo>
                    <a:pt x="4031" y="533"/>
                  </a:lnTo>
                  <a:lnTo>
                    <a:pt x="3954" y="305"/>
                  </a:lnTo>
                  <a:lnTo>
                    <a:pt x="3878" y="134"/>
                  </a:lnTo>
                  <a:lnTo>
                    <a:pt x="3821" y="1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36"/>
            <p:cNvSpPr/>
            <p:nvPr/>
          </p:nvSpPr>
          <p:spPr>
            <a:xfrm>
              <a:off x="1549400" y="1403800"/>
              <a:ext cx="447200" cy="470025"/>
            </a:xfrm>
            <a:custGeom>
              <a:avLst/>
              <a:gdLst/>
              <a:ahLst/>
              <a:cxnLst/>
              <a:rect l="l" t="t" r="r" b="b"/>
              <a:pathLst>
                <a:path w="17888" h="18801" extrusionOk="0">
                  <a:moveTo>
                    <a:pt x="9600" y="1"/>
                  </a:moveTo>
                  <a:lnTo>
                    <a:pt x="8821" y="20"/>
                  </a:lnTo>
                  <a:lnTo>
                    <a:pt x="8041" y="39"/>
                  </a:lnTo>
                  <a:lnTo>
                    <a:pt x="7262" y="96"/>
                  </a:lnTo>
                  <a:lnTo>
                    <a:pt x="6482" y="191"/>
                  </a:lnTo>
                  <a:lnTo>
                    <a:pt x="1" y="18249"/>
                  </a:lnTo>
                  <a:lnTo>
                    <a:pt x="20" y="18268"/>
                  </a:lnTo>
                  <a:lnTo>
                    <a:pt x="134" y="18325"/>
                  </a:lnTo>
                  <a:lnTo>
                    <a:pt x="343" y="18401"/>
                  </a:lnTo>
                  <a:lnTo>
                    <a:pt x="685" y="18515"/>
                  </a:lnTo>
                  <a:lnTo>
                    <a:pt x="1179" y="18610"/>
                  </a:lnTo>
                  <a:lnTo>
                    <a:pt x="1844" y="18705"/>
                  </a:lnTo>
                  <a:lnTo>
                    <a:pt x="2700" y="18762"/>
                  </a:lnTo>
                  <a:lnTo>
                    <a:pt x="3194" y="18800"/>
                  </a:lnTo>
                  <a:lnTo>
                    <a:pt x="4258" y="18800"/>
                  </a:lnTo>
                  <a:lnTo>
                    <a:pt x="4772" y="18724"/>
                  </a:lnTo>
                  <a:lnTo>
                    <a:pt x="5323" y="18629"/>
                  </a:lnTo>
                  <a:lnTo>
                    <a:pt x="5893" y="18496"/>
                  </a:lnTo>
                  <a:lnTo>
                    <a:pt x="6482" y="18344"/>
                  </a:lnTo>
                  <a:lnTo>
                    <a:pt x="7110" y="18154"/>
                  </a:lnTo>
                  <a:lnTo>
                    <a:pt x="8364" y="17755"/>
                  </a:lnTo>
                  <a:lnTo>
                    <a:pt x="9695" y="17337"/>
                  </a:lnTo>
                  <a:lnTo>
                    <a:pt x="10360" y="17147"/>
                  </a:lnTo>
                  <a:lnTo>
                    <a:pt x="11025" y="16957"/>
                  </a:lnTo>
                  <a:lnTo>
                    <a:pt x="11710" y="16804"/>
                  </a:lnTo>
                  <a:lnTo>
                    <a:pt x="12375" y="16671"/>
                  </a:lnTo>
                  <a:lnTo>
                    <a:pt x="13040" y="16576"/>
                  </a:lnTo>
                  <a:lnTo>
                    <a:pt x="13687" y="16519"/>
                  </a:lnTo>
                  <a:lnTo>
                    <a:pt x="13991" y="16272"/>
                  </a:lnTo>
                  <a:lnTo>
                    <a:pt x="14257" y="15987"/>
                  </a:lnTo>
                  <a:lnTo>
                    <a:pt x="14504" y="15683"/>
                  </a:lnTo>
                  <a:lnTo>
                    <a:pt x="14732" y="15322"/>
                  </a:lnTo>
                  <a:lnTo>
                    <a:pt x="14960" y="14942"/>
                  </a:lnTo>
                  <a:lnTo>
                    <a:pt x="15169" y="14523"/>
                  </a:lnTo>
                  <a:lnTo>
                    <a:pt x="15359" y="14086"/>
                  </a:lnTo>
                  <a:lnTo>
                    <a:pt x="15550" y="13630"/>
                  </a:lnTo>
                  <a:lnTo>
                    <a:pt x="15721" y="13155"/>
                  </a:lnTo>
                  <a:lnTo>
                    <a:pt x="15892" y="12661"/>
                  </a:lnTo>
                  <a:lnTo>
                    <a:pt x="16196" y="11615"/>
                  </a:lnTo>
                  <a:lnTo>
                    <a:pt x="16500" y="10513"/>
                  </a:lnTo>
                  <a:lnTo>
                    <a:pt x="16785" y="9391"/>
                  </a:lnTo>
                  <a:lnTo>
                    <a:pt x="17051" y="8251"/>
                  </a:lnTo>
                  <a:lnTo>
                    <a:pt x="17336" y="7110"/>
                  </a:lnTo>
                  <a:lnTo>
                    <a:pt x="17564" y="5989"/>
                  </a:lnTo>
                  <a:lnTo>
                    <a:pt x="17659" y="5437"/>
                  </a:lnTo>
                  <a:lnTo>
                    <a:pt x="17735" y="4905"/>
                  </a:lnTo>
                  <a:lnTo>
                    <a:pt x="17812" y="4392"/>
                  </a:lnTo>
                  <a:lnTo>
                    <a:pt x="17850" y="3879"/>
                  </a:lnTo>
                  <a:lnTo>
                    <a:pt x="17888" y="3403"/>
                  </a:lnTo>
                  <a:lnTo>
                    <a:pt x="17888" y="2947"/>
                  </a:lnTo>
                  <a:lnTo>
                    <a:pt x="17869" y="2491"/>
                  </a:lnTo>
                  <a:lnTo>
                    <a:pt x="17812" y="2073"/>
                  </a:lnTo>
                  <a:lnTo>
                    <a:pt x="17735" y="1693"/>
                  </a:lnTo>
                  <a:lnTo>
                    <a:pt x="17621" y="1313"/>
                  </a:lnTo>
                  <a:lnTo>
                    <a:pt x="17488" y="1179"/>
                  </a:lnTo>
                  <a:lnTo>
                    <a:pt x="17336" y="1065"/>
                  </a:lnTo>
                  <a:lnTo>
                    <a:pt x="17165" y="951"/>
                  </a:lnTo>
                  <a:lnTo>
                    <a:pt x="16975" y="837"/>
                  </a:lnTo>
                  <a:lnTo>
                    <a:pt x="16785" y="742"/>
                  </a:lnTo>
                  <a:lnTo>
                    <a:pt x="16557" y="647"/>
                  </a:lnTo>
                  <a:lnTo>
                    <a:pt x="16082" y="476"/>
                  </a:lnTo>
                  <a:lnTo>
                    <a:pt x="15550" y="362"/>
                  </a:lnTo>
                  <a:lnTo>
                    <a:pt x="14998" y="248"/>
                  </a:lnTo>
                  <a:lnTo>
                    <a:pt x="14409" y="172"/>
                  </a:lnTo>
                  <a:lnTo>
                    <a:pt x="13820" y="96"/>
                  </a:lnTo>
                  <a:lnTo>
                    <a:pt x="13211" y="58"/>
                  </a:lnTo>
                  <a:lnTo>
                    <a:pt x="12603" y="39"/>
                  </a:lnTo>
                  <a:lnTo>
                    <a:pt x="11444" y="1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36"/>
            <p:cNvSpPr/>
            <p:nvPr/>
          </p:nvSpPr>
          <p:spPr>
            <a:xfrm>
              <a:off x="1777025" y="1403325"/>
              <a:ext cx="141650" cy="61825"/>
            </a:xfrm>
            <a:custGeom>
              <a:avLst/>
              <a:gdLst/>
              <a:ahLst/>
              <a:cxnLst/>
              <a:rect l="l" t="t" r="r" b="b"/>
              <a:pathLst>
                <a:path w="5666" h="2473" extrusionOk="0">
                  <a:moveTo>
                    <a:pt x="1" y="1"/>
                  </a:moveTo>
                  <a:lnTo>
                    <a:pt x="58" y="172"/>
                  </a:lnTo>
                  <a:lnTo>
                    <a:pt x="115" y="343"/>
                  </a:lnTo>
                  <a:lnTo>
                    <a:pt x="210" y="533"/>
                  </a:lnTo>
                  <a:lnTo>
                    <a:pt x="324" y="742"/>
                  </a:lnTo>
                  <a:lnTo>
                    <a:pt x="457" y="932"/>
                  </a:lnTo>
                  <a:lnTo>
                    <a:pt x="609" y="1141"/>
                  </a:lnTo>
                  <a:lnTo>
                    <a:pt x="780" y="1351"/>
                  </a:lnTo>
                  <a:lnTo>
                    <a:pt x="970" y="1541"/>
                  </a:lnTo>
                  <a:lnTo>
                    <a:pt x="1179" y="1731"/>
                  </a:lnTo>
                  <a:lnTo>
                    <a:pt x="1407" y="1902"/>
                  </a:lnTo>
                  <a:lnTo>
                    <a:pt x="1654" y="2054"/>
                  </a:lnTo>
                  <a:lnTo>
                    <a:pt x="1920" y="2187"/>
                  </a:lnTo>
                  <a:lnTo>
                    <a:pt x="2187" y="2301"/>
                  </a:lnTo>
                  <a:lnTo>
                    <a:pt x="2491" y="2396"/>
                  </a:lnTo>
                  <a:lnTo>
                    <a:pt x="2776" y="2453"/>
                  </a:lnTo>
                  <a:lnTo>
                    <a:pt x="3099" y="2472"/>
                  </a:lnTo>
                  <a:lnTo>
                    <a:pt x="3422" y="2453"/>
                  </a:lnTo>
                  <a:lnTo>
                    <a:pt x="3726" y="2396"/>
                  </a:lnTo>
                  <a:lnTo>
                    <a:pt x="3992" y="2320"/>
                  </a:lnTo>
                  <a:lnTo>
                    <a:pt x="4240" y="2225"/>
                  </a:lnTo>
                  <a:lnTo>
                    <a:pt x="4468" y="2092"/>
                  </a:lnTo>
                  <a:lnTo>
                    <a:pt x="4658" y="1959"/>
                  </a:lnTo>
                  <a:lnTo>
                    <a:pt x="4829" y="1788"/>
                  </a:lnTo>
                  <a:lnTo>
                    <a:pt x="4981" y="1617"/>
                  </a:lnTo>
                  <a:lnTo>
                    <a:pt x="5133" y="1446"/>
                  </a:lnTo>
                  <a:lnTo>
                    <a:pt x="5247" y="1255"/>
                  </a:lnTo>
                  <a:lnTo>
                    <a:pt x="5342" y="1065"/>
                  </a:lnTo>
                  <a:lnTo>
                    <a:pt x="5437" y="894"/>
                  </a:lnTo>
                  <a:lnTo>
                    <a:pt x="5570" y="533"/>
                  </a:lnTo>
                  <a:lnTo>
                    <a:pt x="5665" y="210"/>
                  </a:lnTo>
                  <a:lnTo>
                    <a:pt x="5095" y="134"/>
                  </a:lnTo>
                  <a:lnTo>
                    <a:pt x="4449" y="77"/>
                  </a:lnTo>
                  <a:lnTo>
                    <a:pt x="3745" y="39"/>
                  </a:lnTo>
                  <a:lnTo>
                    <a:pt x="3004" y="20"/>
                  </a:lnTo>
                  <a:lnTo>
                    <a:pt x="1464" y="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36"/>
            <p:cNvSpPr/>
            <p:nvPr/>
          </p:nvSpPr>
          <p:spPr>
            <a:xfrm>
              <a:off x="1832150" y="1458450"/>
              <a:ext cx="88425" cy="27125"/>
            </a:xfrm>
            <a:custGeom>
              <a:avLst/>
              <a:gdLst/>
              <a:ahLst/>
              <a:cxnLst/>
              <a:rect l="l" t="t" r="r" b="b"/>
              <a:pathLst>
                <a:path w="3537" h="1085" extrusionOk="0">
                  <a:moveTo>
                    <a:pt x="3460" y="1"/>
                  </a:moveTo>
                  <a:lnTo>
                    <a:pt x="3422" y="20"/>
                  </a:lnTo>
                  <a:lnTo>
                    <a:pt x="3346" y="134"/>
                  </a:lnTo>
                  <a:lnTo>
                    <a:pt x="3251" y="229"/>
                  </a:lnTo>
                  <a:lnTo>
                    <a:pt x="3023" y="419"/>
                  </a:lnTo>
                  <a:lnTo>
                    <a:pt x="2795" y="571"/>
                  </a:lnTo>
                  <a:lnTo>
                    <a:pt x="2529" y="685"/>
                  </a:lnTo>
                  <a:lnTo>
                    <a:pt x="2263" y="780"/>
                  </a:lnTo>
                  <a:lnTo>
                    <a:pt x="1978" y="856"/>
                  </a:lnTo>
                  <a:lnTo>
                    <a:pt x="1711" y="913"/>
                  </a:lnTo>
                  <a:lnTo>
                    <a:pt x="1426" y="932"/>
                  </a:lnTo>
                  <a:lnTo>
                    <a:pt x="1160" y="951"/>
                  </a:lnTo>
                  <a:lnTo>
                    <a:pt x="913" y="970"/>
                  </a:lnTo>
                  <a:lnTo>
                    <a:pt x="476" y="951"/>
                  </a:lnTo>
                  <a:lnTo>
                    <a:pt x="172" y="932"/>
                  </a:lnTo>
                  <a:lnTo>
                    <a:pt x="58" y="913"/>
                  </a:lnTo>
                  <a:lnTo>
                    <a:pt x="20" y="932"/>
                  </a:lnTo>
                  <a:lnTo>
                    <a:pt x="1" y="970"/>
                  </a:lnTo>
                  <a:lnTo>
                    <a:pt x="1" y="1008"/>
                  </a:lnTo>
                  <a:lnTo>
                    <a:pt x="39" y="1027"/>
                  </a:lnTo>
                  <a:lnTo>
                    <a:pt x="286" y="1065"/>
                  </a:lnTo>
                  <a:lnTo>
                    <a:pt x="552" y="1084"/>
                  </a:lnTo>
                  <a:lnTo>
                    <a:pt x="856" y="1084"/>
                  </a:lnTo>
                  <a:lnTo>
                    <a:pt x="1179" y="1065"/>
                  </a:lnTo>
                  <a:lnTo>
                    <a:pt x="1540" y="1046"/>
                  </a:lnTo>
                  <a:lnTo>
                    <a:pt x="1901" y="989"/>
                  </a:lnTo>
                  <a:lnTo>
                    <a:pt x="2263" y="894"/>
                  </a:lnTo>
                  <a:lnTo>
                    <a:pt x="2453" y="837"/>
                  </a:lnTo>
                  <a:lnTo>
                    <a:pt x="2624" y="780"/>
                  </a:lnTo>
                  <a:lnTo>
                    <a:pt x="2795" y="685"/>
                  </a:lnTo>
                  <a:lnTo>
                    <a:pt x="2966" y="590"/>
                  </a:lnTo>
                  <a:lnTo>
                    <a:pt x="3118" y="495"/>
                  </a:lnTo>
                  <a:lnTo>
                    <a:pt x="3270" y="381"/>
                  </a:lnTo>
                  <a:lnTo>
                    <a:pt x="3403" y="248"/>
                  </a:lnTo>
                  <a:lnTo>
                    <a:pt x="3517" y="96"/>
                  </a:lnTo>
                  <a:lnTo>
                    <a:pt x="3536" y="39"/>
                  </a:lnTo>
                  <a:lnTo>
                    <a:pt x="3498" y="20"/>
                  </a:lnTo>
                  <a:lnTo>
                    <a:pt x="3460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36"/>
            <p:cNvSpPr/>
            <p:nvPr/>
          </p:nvSpPr>
          <p:spPr>
            <a:xfrm>
              <a:off x="1940025" y="1544950"/>
              <a:ext cx="32350" cy="140200"/>
            </a:xfrm>
            <a:custGeom>
              <a:avLst/>
              <a:gdLst/>
              <a:ahLst/>
              <a:cxnLst/>
              <a:rect l="l" t="t" r="r" b="b"/>
              <a:pathLst>
                <a:path w="1294" h="5608" extrusionOk="0">
                  <a:moveTo>
                    <a:pt x="1198" y="0"/>
                  </a:moveTo>
                  <a:lnTo>
                    <a:pt x="1179" y="38"/>
                  </a:lnTo>
                  <a:lnTo>
                    <a:pt x="1103" y="780"/>
                  </a:lnTo>
                  <a:lnTo>
                    <a:pt x="1008" y="1540"/>
                  </a:lnTo>
                  <a:lnTo>
                    <a:pt x="894" y="2434"/>
                  </a:lnTo>
                  <a:lnTo>
                    <a:pt x="723" y="3365"/>
                  </a:lnTo>
                  <a:lnTo>
                    <a:pt x="628" y="3821"/>
                  </a:lnTo>
                  <a:lnTo>
                    <a:pt x="514" y="4258"/>
                  </a:lnTo>
                  <a:lnTo>
                    <a:pt x="400" y="4639"/>
                  </a:lnTo>
                  <a:lnTo>
                    <a:pt x="286" y="5000"/>
                  </a:lnTo>
                  <a:lnTo>
                    <a:pt x="153" y="5285"/>
                  </a:lnTo>
                  <a:lnTo>
                    <a:pt x="77" y="5399"/>
                  </a:lnTo>
                  <a:lnTo>
                    <a:pt x="1" y="5513"/>
                  </a:lnTo>
                  <a:lnTo>
                    <a:pt x="1" y="5551"/>
                  </a:lnTo>
                  <a:lnTo>
                    <a:pt x="20" y="5589"/>
                  </a:lnTo>
                  <a:lnTo>
                    <a:pt x="39" y="5608"/>
                  </a:lnTo>
                  <a:lnTo>
                    <a:pt x="96" y="5570"/>
                  </a:lnTo>
                  <a:lnTo>
                    <a:pt x="172" y="5475"/>
                  </a:lnTo>
                  <a:lnTo>
                    <a:pt x="248" y="5361"/>
                  </a:lnTo>
                  <a:lnTo>
                    <a:pt x="381" y="5057"/>
                  </a:lnTo>
                  <a:lnTo>
                    <a:pt x="495" y="4715"/>
                  </a:lnTo>
                  <a:lnTo>
                    <a:pt x="628" y="4315"/>
                  </a:lnTo>
                  <a:lnTo>
                    <a:pt x="723" y="3897"/>
                  </a:lnTo>
                  <a:lnTo>
                    <a:pt x="818" y="3441"/>
                  </a:lnTo>
                  <a:lnTo>
                    <a:pt x="989" y="2510"/>
                  </a:lnTo>
                  <a:lnTo>
                    <a:pt x="1122" y="1616"/>
                  </a:lnTo>
                  <a:lnTo>
                    <a:pt x="1217" y="856"/>
                  </a:lnTo>
                  <a:lnTo>
                    <a:pt x="1293" y="57"/>
                  </a:lnTo>
                  <a:lnTo>
                    <a:pt x="1274" y="19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36"/>
            <p:cNvSpPr/>
            <p:nvPr/>
          </p:nvSpPr>
          <p:spPr>
            <a:xfrm>
              <a:off x="1869225" y="1727900"/>
              <a:ext cx="113125" cy="73700"/>
            </a:xfrm>
            <a:custGeom>
              <a:avLst/>
              <a:gdLst/>
              <a:ahLst/>
              <a:cxnLst/>
              <a:rect l="l" t="t" r="r" b="b"/>
              <a:pathLst>
                <a:path w="4525" h="2948" extrusionOk="0">
                  <a:moveTo>
                    <a:pt x="1008" y="1"/>
                  </a:moveTo>
                  <a:lnTo>
                    <a:pt x="0" y="2529"/>
                  </a:lnTo>
                  <a:lnTo>
                    <a:pt x="342" y="2624"/>
                  </a:lnTo>
                  <a:lnTo>
                    <a:pt x="742" y="2700"/>
                  </a:lnTo>
                  <a:lnTo>
                    <a:pt x="1274" y="2795"/>
                  </a:lnTo>
                  <a:lnTo>
                    <a:pt x="1920" y="2890"/>
                  </a:lnTo>
                  <a:lnTo>
                    <a:pt x="2699" y="2947"/>
                  </a:lnTo>
                  <a:lnTo>
                    <a:pt x="4030" y="2947"/>
                  </a:lnTo>
                  <a:lnTo>
                    <a:pt x="4505" y="2909"/>
                  </a:lnTo>
                  <a:lnTo>
                    <a:pt x="4524" y="2814"/>
                  </a:lnTo>
                  <a:lnTo>
                    <a:pt x="4505" y="2700"/>
                  </a:lnTo>
                  <a:lnTo>
                    <a:pt x="4486" y="2586"/>
                  </a:lnTo>
                  <a:lnTo>
                    <a:pt x="4429" y="2472"/>
                  </a:lnTo>
                  <a:lnTo>
                    <a:pt x="4372" y="2358"/>
                  </a:lnTo>
                  <a:lnTo>
                    <a:pt x="4296" y="2244"/>
                  </a:lnTo>
                  <a:lnTo>
                    <a:pt x="4087" y="2016"/>
                  </a:lnTo>
                  <a:lnTo>
                    <a:pt x="3821" y="1769"/>
                  </a:lnTo>
                  <a:lnTo>
                    <a:pt x="3517" y="1521"/>
                  </a:lnTo>
                  <a:lnTo>
                    <a:pt x="3194" y="1293"/>
                  </a:lnTo>
                  <a:lnTo>
                    <a:pt x="2871" y="1065"/>
                  </a:lnTo>
                  <a:lnTo>
                    <a:pt x="2186" y="647"/>
                  </a:lnTo>
                  <a:lnTo>
                    <a:pt x="1597" y="305"/>
                  </a:lnTo>
                  <a:lnTo>
                    <a:pt x="1008" y="1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36"/>
            <p:cNvSpPr/>
            <p:nvPr/>
          </p:nvSpPr>
          <p:spPr>
            <a:xfrm>
              <a:off x="1553675" y="1409050"/>
              <a:ext cx="363575" cy="394925"/>
            </a:xfrm>
            <a:custGeom>
              <a:avLst/>
              <a:gdLst/>
              <a:ahLst/>
              <a:cxnLst/>
              <a:rect l="l" t="t" r="r" b="b"/>
              <a:pathLst>
                <a:path w="14543" h="15797" extrusionOk="0">
                  <a:moveTo>
                    <a:pt x="6521" y="0"/>
                  </a:moveTo>
                  <a:lnTo>
                    <a:pt x="6349" y="19"/>
                  </a:lnTo>
                  <a:lnTo>
                    <a:pt x="6178" y="57"/>
                  </a:lnTo>
                  <a:lnTo>
                    <a:pt x="6007" y="114"/>
                  </a:lnTo>
                  <a:lnTo>
                    <a:pt x="5817" y="190"/>
                  </a:lnTo>
                  <a:lnTo>
                    <a:pt x="5627" y="285"/>
                  </a:lnTo>
                  <a:lnTo>
                    <a:pt x="5437" y="399"/>
                  </a:lnTo>
                  <a:lnTo>
                    <a:pt x="5247" y="532"/>
                  </a:lnTo>
                  <a:lnTo>
                    <a:pt x="5057" y="665"/>
                  </a:lnTo>
                  <a:lnTo>
                    <a:pt x="4677" y="988"/>
                  </a:lnTo>
                  <a:lnTo>
                    <a:pt x="4297" y="1388"/>
                  </a:lnTo>
                  <a:lnTo>
                    <a:pt x="3897" y="1806"/>
                  </a:lnTo>
                  <a:lnTo>
                    <a:pt x="3536" y="2262"/>
                  </a:lnTo>
                  <a:lnTo>
                    <a:pt x="3175" y="2756"/>
                  </a:lnTo>
                  <a:lnTo>
                    <a:pt x="2814" y="3269"/>
                  </a:lnTo>
                  <a:lnTo>
                    <a:pt x="2491" y="3802"/>
                  </a:lnTo>
                  <a:lnTo>
                    <a:pt x="2206" y="4353"/>
                  </a:lnTo>
                  <a:lnTo>
                    <a:pt x="1920" y="4885"/>
                  </a:lnTo>
                  <a:lnTo>
                    <a:pt x="1692" y="5417"/>
                  </a:lnTo>
                  <a:lnTo>
                    <a:pt x="1483" y="5950"/>
                  </a:lnTo>
                  <a:lnTo>
                    <a:pt x="1160" y="6957"/>
                  </a:lnTo>
                  <a:lnTo>
                    <a:pt x="856" y="7965"/>
                  </a:lnTo>
                  <a:lnTo>
                    <a:pt x="609" y="8915"/>
                  </a:lnTo>
                  <a:lnTo>
                    <a:pt x="400" y="9770"/>
                  </a:lnTo>
                  <a:lnTo>
                    <a:pt x="229" y="10493"/>
                  </a:lnTo>
                  <a:lnTo>
                    <a:pt x="115" y="11044"/>
                  </a:lnTo>
                  <a:lnTo>
                    <a:pt x="20" y="11538"/>
                  </a:lnTo>
                  <a:lnTo>
                    <a:pt x="20" y="11633"/>
                  </a:lnTo>
                  <a:lnTo>
                    <a:pt x="1" y="11880"/>
                  </a:lnTo>
                  <a:lnTo>
                    <a:pt x="39" y="12222"/>
                  </a:lnTo>
                  <a:lnTo>
                    <a:pt x="58" y="12432"/>
                  </a:lnTo>
                  <a:lnTo>
                    <a:pt x="115" y="12660"/>
                  </a:lnTo>
                  <a:lnTo>
                    <a:pt x="172" y="12888"/>
                  </a:lnTo>
                  <a:lnTo>
                    <a:pt x="267" y="13097"/>
                  </a:lnTo>
                  <a:lnTo>
                    <a:pt x="381" y="13325"/>
                  </a:lnTo>
                  <a:lnTo>
                    <a:pt x="533" y="13534"/>
                  </a:lnTo>
                  <a:lnTo>
                    <a:pt x="704" y="13724"/>
                  </a:lnTo>
                  <a:lnTo>
                    <a:pt x="913" y="13895"/>
                  </a:lnTo>
                  <a:lnTo>
                    <a:pt x="1046" y="13971"/>
                  </a:lnTo>
                  <a:lnTo>
                    <a:pt x="1179" y="14028"/>
                  </a:lnTo>
                  <a:lnTo>
                    <a:pt x="1312" y="14104"/>
                  </a:lnTo>
                  <a:lnTo>
                    <a:pt x="1483" y="14142"/>
                  </a:lnTo>
                  <a:lnTo>
                    <a:pt x="1978" y="14275"/>
                  </a:lnTo>
                  <a:lnTo>
                    <a:pt x="2624" y="14408"/>
                  </a:lnTo>
                  <a:lnTo>
                    <a:pt x="3384" y="14542"/>
                  </a:lnTo>
                  <a:lnTo>
                    <a:pt x="4240" y="14675"/>
                  </a:lnTo>
                  <a:lnTo>
                    <a:pt x="6140" y="14960"/>
                  </a:lnTo>
                  <a:lnTo>
                    <a:pt x="8136" y="15207"/>
                  </a:lnTo>
                  <a:lnTo>
                    <a:pt x="10018" y="15435"/>
                  </a:lnTo>
                  <a:lnTo>
                    <a:pt x="11596" y="15625"/>
                  </a:lnTo>
                  <a:lnTo>
                    <a:pt x="13097" y="15796"/>
                  </a:lnTo>
                  <a:lnTo>
                    <a:pt x="13383" y="15340"/>
                  </a:lnTo>
                  <a:lnTo>
                    <a:pt x="13649" y="14865"/>
                  </a:lnTo>
                  <a:lnTo>
                    <a:pt x="13953" y="14313"/>
                  </a:lnTo>
                  <a:lnTo>
                    <a:pt x="14238" y="13743"/>
                  </a:lnTo>
                  <a:lnTo>
                    <a:pt x="14352" y="13458"/>
                  </a:lnTo>
                  <a:lnTo>
                    <a:pt x="14447" y="13211"/>
                  </a:lnTo>
                  <a:lnTo>
                    <a:pt x="14523" y="12983"/>
                  </a:lnTo>
                  <a:lnTo>
                    <a:pt x="14542" y="12774"/>
                  </a:lnTo>
                  <a:lnTo>
                    <a:pt x="14542" y="12698"/>
                  </a:lnTo>
                  <a:lnTo>
                    <a:pt x="14542" y="12622"/>
                  </a:lnTo>
                  <a:lnTo>
                    <a:pt x="14523" y="12565"/>
                  </a:lnTo>
                  <a:lnTo>
                    <a:pt x="14485" y="12527"/>
                  </a:lnTo>
                  <a:lnTo>
                    <a:pt x="10683" y="11690"/>
                  </a:lnTo>
                  <a:lnTo>
                    <a:pt x="7775" y="11025"/>
                  </a:lnTo>
                  <a:lnTo>
                    <a:pt x="5779" y="10569"/>
                  </a:lnTo>
                  <a:lnTo>
                    <a:pt x="5722" y="10531"/>
                  </a:lnTo>
                  <a:lnTo>
                    <a:pt x="5684" y="10474"/>
                  </a:lnTo>
                  <a:lnTo>
                    <a:pt x="5665" y="10398"/>
                  </a:lnTo>
                  <a:lnTo>
                    <a:pt x="5665" y="10284"/>
                  </a:lnTo>
                  <a:lnTo>
                    <a:pt x="5684" y="10151"/>
                  </a:lnTo>
                  <a:lnTo>
                    <a:pt x="5703" y="9998"/>
                  </a:lnTo>
                  <a:lnTo>
                    <a:pt x="5817" y="9637"/>
                  </a:lnTo>
                  <a:lnTo>
                    <a:pt x="5950" y="9219"/>
                  </a:lnTo>
                  <a:lnTo>
                    <a:pt x="6140" y="8744"/>
                  </a:lnTo>
                  <a:lnTo>
                    <a:pt x="6578" y="7717"/>
                  </a:lnTo>
                  <a:lnTo>
                    <a:pt x="7072" y="6672"/>
                  </a:lnTo>
                  <a:lnTo>
                    <a:pt x="7528" y="5703"/>
                  </a:lnTo>
                  <a:lnTo>
                    <a:pt x="7908" y="4923"/>
                  </a:lnTo>
                  <a:lnTo>
                    <a:pt x="8117" y="4429"/>
                  </a:lnTo>
                  <a:lnTo>
                    <a:pt x="8212" y="4125"/>
                  </a:lnTo>
                  <a:lnTo>
                    <a:pt x="8269" y="3783"/>
                  </a:lnTo>
                  <a:lnTo>
                    <a:pt x="8288" y="3441"/>
                  </a:lnTo>
                  <a:lnTo>
                    <a:pt x="8288" y="3079"/>
                  </a:lnTo>
                  <a:lnTo>
                    <a:pt x="8250" y="2718"/>
                  </a:lnTo>
                  <a:lnTo>
                    <a:pt x="8193" y="2376"/>
                  </a:lnTo>
                  <a:lnTo>
                    <a:pt x="8117" y="2034"/>
                  </a:lnTo>
                  <a:lnTo>
                    <a:pt x="8022" y="1711"/>
                  </a:lnTo>
                  <a:lnTo>
                    <a:pt x="7889" y="1388"/>
                  </a:lnTo>
                  <a:lnTo>
                    <a:pt x="7775" y="1103"/>
                  </a:lnTo>
                  <a:lnTo>
                    <a:pt x="7623" y="836"/>
                  </a:lnTo>
                  <a:lnTo>
                    <a:pt x="7471" y="589"/>
                  </a:lnTo>
                  <a:lnTo>
                    <a:pt x="7319" y="399"/>
                  </a:lnTo>
                  <a:lnTo>
                    <a:pt x="7167" y="228"/>
                  </a:lnTo>
                  <a:lnTo>
                    <a:pt x="7015" y="114"/>
                  </a:lnTo>
                  <a:lnTo>
                    <a:pt x="6920" y="76"/>
                  </a:lnTo>
                  <a:lnTo>
                    <a:pt x="6844" y="38"/>
                  </a:lnTo>
                  <a:lnTo>
                    <a:pt x="6692" y="19"/>
                  </a:lnTo>
                  <a:lnTo>
                    <a:pt x="6521" y="0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36"/>
            <p:cNvSpPr/>
            <p:nvPr/>
          </p:nvSpPr>
          <p:spPr>
            <a:xfrm>
              <a:off x="1601200" y="1766400"/>
              <a:ext cx="241900" cy="30900"/>
            </a:xfrm>
            <a:custGeom>
              <a:avLst/>
              <a:gdLst/>
              <a:ahLst/>
              <a:cxnLst/>
              <a:rect l="l" t="t" r="r" b="b"/>
              <a:pathLst>
                <a:path w="9676" h="1236" extrusionOk="0">
                  <a:moveTo>
                    <a:pt x="58" y="0"/>
                  </a:moveTo>
                  <a:lnTo>
                    <a:pt x="19" y="19"/>
                  </a:lnTo>
                  <a:lnTo>
                    <a:pt x="0" y="57"/>
                  </a:lnTo>
                  <a:lnTo>
                    <a:pt x="0" y="95"/>
                  </a:lnTo>
                  <a:lnTo>
                    <a:pt x="39" y="114"/>
                  </a:lnTo>
                  <a:lnTo>
                    <a:pt x="5931" y="761"/>
                  </a:lnTo>
                  <a:lnTo>
                    <a:pt x="8459" y="1065"/>
                  </a:lnTo>
                  <a:lnTo>
                    <a:pt x="9258" y="1179"/>
                  </a:lnTo>
                  <a:lnTo>
                    <a:pt x="9600" y="1236"/>
                  </a:lnTo>
                  <a:lnTo>
                    <a:pt x="9657" y="1236"/>
                  </a:lnTo>
                  <a:lnTo>
                    <a:pt x="9676" y="1198"/>
                  </a:lnTo>
                  <a:lnTo>
                    <a:pt x="9676" y="1160"/>
                  </a:lnTo>
                  <a:lnTo>
                    <a:pt x="9638" y="1122"/>
                  </a:lnTo>
                  <a:lnTo>
                    <a:pt x="9486" y="1103"/>
                  </a:lnTo>
                  <a:lnTo>
                    <a:pt x="9144" y="1046"/>
                  </a:lnTo>
                  <a:lnTo>
                    <a:pt x="8060" y="913"/>
                  </a:lnTo>
                  <a:lnTo>
                    <a:pt x="4867" y="533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36"/>
            <p:cNvSpPr/>
            <p:nvPr/>
          </p:nvSpPr>
          <p:spPr>
            <a:xfrm>
              <a:off x="1692450" y="1559200"/>
              <a:ext cx="228125" cy="183450"/>
            </a:xfrm>
            <a:custGeom>
              <a:avLst/>
              <a:gdLst/>
              <a:ahLst/>
              <a:cxnLst/>
              <a:rect l="l" t="t" r="r" b="b"/>
              <a:pathLst>
                <a:path w="9125" h="7338" extrusionOk="0">
                  <a:moveTo>
                    <a:pt x="1084" y="1"/>
                  </a:moveTo>
                  <a:lnTo>
                    <a:pt x="1046" y="39"/>
                  </a:lnTo>
                  <a:lnTo>
                    <a:pt x="817" y="571"/>
                  </a:lnTo>
                  <a:lnTo>
                    <a:pt x="627" y="1084"/>
                  </a:lnTo>
                  <a:lnTo>
                    <a:pt x="399" y="1711"/>
                  </a:lnTo>
                  <a:lnTo>
                    <a:pt x="209" y="2358"/>
                  </a:lnTo>
                  <a:lnTo>
                    <a:pt x="133" y="2681"/>
                  </a:lnTo>
                  <a:lnTo>
                    <a:pt x="57" y="3004"/>
                  </a:lnTo>
                  <a:lnTo>
                    <a:pt x="19" y="3308"/>
                  </a:lnTo>
                  <a:lnTo>
                    <a:pt x="0" y="3574"/>
                  </a:lnTo>
                  <a:lnTo>
                    <a:pt x="0" y="3821"/>
                  </a:lnTo>
                  <a:lnTo>
                    <a:pt x="57" y="4031"/>
                  </a:lnTo>
                  <a:lnTo>
                    <a:pt x="95" y="4088"/>
                  </a:lnTo>
                  <a:lnTo>
                    <a:pt x="171" y="4164"/>
                  </a:lnTo>
                  <a:lnTo>
                    <a:pt x="285" y="4240"/>
                  </a:lnTo>
                  <a:lnTo>
                    <a:pt x="456" y="4316"/>
                  </a:lnTo>
                  <a:lnTo>
                    <a:pt x="856" y="4468"/>
                  </a:lnTo>
                  <a:lnTo>
                    <a:pt x="1369" y="4639"/>
                  </a:lnTo>
                  <a:lnTo>
                    <a:pt x="1996" y="4829"/>
                  </a:lnTo>
                  <a:lnTo>
                    <a:pt x="2680" y="5019"/>
                  </a:lnTo>
                  <a:lnTo>
                    <a:pt x="4182" y="5399"/>
                  </a:lnTo>
                  <a:lnTo>
                    <a:pt x="5722" y="5760"/>
                  </a:lnTo>
                  <a:lnTo>
                    <a:pt x="7147" y="6083"/>
                  </a:lnTo>
                  <a:lnTo>
                    <a:pt x="9010" y="6483"/>
                  </a:lnTo>
                  <a:lnTo>
                    <a:pt x="8744" y="7262"/>
                  </a:lnTo>
                  <a:lnTo>
                    <a:pt x="8744" y="7319"/>
                  </a:lnTo>
                  <a:lnTo>
                    <a:pt x="8782" y="7338"/>
                  </a:lnTo>
                  <a:lnTo>
                    <a:pt x="8820" y="7338"/>
                  </a:lnTo>
                  <a:lnTo>
                    <a:pt x="8839" y="7300"/>
                  </a:lnTo>
                  <a:lnTo>
                    <a:pt x="9124" y="6464"/>
                  </a:lnTo>
                  <a:lnTo>
                    <a:pt x="9124" y="6407"/>
                  </a:lnTo>
                  <a:lnTo>
                    <a:pt x="9086" y="6388"/>
                  </a:lnTo>
                  <a:lnTo>
                    <a:pt x="7699" y="6102"/>
                  </a:lnTo>
                  <a:lnTo>
                    <a:pt x="6235" y="5779"/>
                  </a:lnTo>
                  <a:lnTo>
                    <a:pt x="4752" y="5437"/>
                  </a:lnTo>
                  <a:lnTo>
                    <a:pt x="3365" y="5076"/>
                  </a:lnTo>
                  <a:lnTo>
                    <a:pt x="2129" y="4753"/>
                  </a:lnTo>
                  <a:lnTo>
                    <a:pt x="1578" y="4601"/>
                  </a:lnTo>
                  <a:lnTo>
                    <a:pt x="1122" y="4449"/>
                  </a:lnTo>
                  <a:lnTo>
                    <a:pt x="741" y="4316"/>
                  </a:lnTo>
                  <a:lnTo>
                    <a:pt x="437" y="4202"/>
                  </a:lnTo>
                  <a:lnTo>
                    <a:pt x="247" y="4088"/>
                  </a:lnTo>
                  <a:lnTo>
                    <a:pt x="190" y="4050"/>
                  </a:lnTo>
                  <a:lnTo>
                    <a:pt x="152" y="3992"/>
                  </a:lnTo>
                  <a:lnTo>
                    <a:pt x="114" y="3802"/>
                  </a:lnTo>
                  <a:lnTo>
                    <a:pt x="114" y="3555"/>
                  </a:lnTo>
                  <a:lnTo>
                    <a:pt x="133" y="3289"/>
                  </a:lnTo>
                  <a:lnTo>
                    <a:pt x="171" y="2985"/>
                  </a:lnTo>
                  <a:lnTo>
                    <a:pt x="247" y="2681"/>
                  </a:lnTo>
                  <a:lnTo>
                    <a:pt x="323" y="2339"/>
                  </a:lnTo>
                  <a:lnTo>
                    <a:pt x="532" y="1692"/>
                  </a:lnTo>
                  <a:lnTo>
                    <a:pt x="741" y="1084"/>
                  </a:lnTo>
                  <a:lnTo>
                    <a:pt x="951" y="571"/>
                  </a:lnTo>
                  <a:lnTo>
                    <a:pt x="1160" y="77"/>
                  </a:lnTo>
                  <a:lnTo>
                    <a:pt x="1160" y="39"/>
                  </a:lnTo>
                  <a:lnTo>
                    <a:pt x="1122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36"/>
            <p:cNvSpPr/>
            <p:nvPr/>
          </p:nvSpPr>
          <p:spPr>
            <a:xfrm>
              <a:off x="1710500" y="1407125"/>
              <a:ext cx="41850" cy="77975"/>
            </a:xfrm>
            <a:custGeom>
              <a:avLst/>
              <a:gdLst/>
              <a:ahLst/>
              <a:cxnLst/>
              <a:rect l="l" t="t" r="r" b="b"/>
              <a:pathLst>
                <a:path w="1674" h="3119" extrusionOk="0">
                  <a:moveTo>
                    <a:pt x="38" y="1"/>
                  </a:moveTo>
                  <a:lnTo>
                    <a:pt x="0" y="20"/>
                  </a:lnTo>
                  <a:lnTo>
                    <a:pt x="0" y="77"/>
                  </a:lnTo>
                  <a:lnTo>
                    <a:pt x="19" y="115"/>
                  </a:lnTo>
                  <a:lnTo>
                    <a:pt x="95" y="172"/>
                  </a:lnTo>
                  <a:lnTo>
                    <a:pt x="305" y="362"/>
                  </a:lnTo>
                  <a:lnTo>
                    <a:pt x="571" y="666"/>
                  </a:lnTo>
                  <a:lnTo>
                    <a:pt x="894" y="1046"/>
                  </a:lnTo>
                  <a:lnTo>
                    <a:pt x="1046" y="1256"/>
                  </a:lnTo>
                  <a:lnTo>
                    <a:pt x="1179" y="1484"/>
                  </a:lnTo>
                  <a:lnTo>
                    <a:pt x="1312" y="1731"/>
                  </a:lnTo>
                  <a:lnTo>
                    <a:pt x="1426" y="1978"/>
                  </a:lnTo>
                  <a:lnTo>
                    <a:pt x="1502" y="2244"/>
                  </a:lnTo>
                  <a:lnTo>
                    <a:pt x="1540" y="2510"/>
                  </a:lnTo>
                  <a:lnTo>
                    <a:pt x="1559" y="2776"/>
                  </a:lnTo>
                  <a:lnTo>
                    <a:pt x="1559" y="2909"/>
                  </a:lnTo>
                  <a:lnTo>
                    <a:pt x="1540" y="3042"/>
                  </a:lnTo>
                  <a:lnTo>
                    <a:pt x="1540" y="3099"/>
                  </a:lnTo>
                  <a:lnTo>
                    <a:pt x="1578" y="3118"/>
                  </a:lnTo>
                  <a:lnTo>
                    <a:pt x="1597" y="3118"/>
                  </a:lnTo>
                  <a:lnTo>
                    <a:pt x="1616" y="3099"/>
                  </a:lnTo>
                  <a:lnTo>
                    <a:pt x="1635" y="3080"/>
                  </a:lnTo>
                  <a:lnTo>
                    <a:pt x="1673" y="2928"/>
                  </a:lnTo>
                  <a:lnTo>
                    <a:pt x="1673" y="2795"/>
                  </a:lnTo>
                  <a:lnTo>
                    <a:pt x="1654" y="2510"/>
                  </a:lnTo>
                  <a:lnTo>
                    <a:pt x="1616" y="2225"/>
                  </a:lnTo>
                  <a:lnTo>
                    <a:pt x="1540" y="1959"/>
                  </a:lnTo>
                  <a:lnTo>
                    <a:pt x="1426" y="1712"/>
                  </a:lnTo>
                  <a:lnTo>
                    <a:pt x="1293" y="1465"/>
                  </a:lnTo>
                  <a:lnTo>
                    <a:pt x="1160" y="1218"/>
                  </a:lnTo>
                  <a:lnTo>
                    <a:pt x="1008" y="1008"/>
                  </a:lnTo>
                  <a:lnTo>
                    <a:pt x="837" y="799"/>
                  </a:lnTo>
                  <a:lnTo>
                    <a:pt x="685" y="609"/>
                  </a:lnTo>
                  <a:lnTo>
                    <a:pt x="400" y="305"/>
                  </a:lnTo>
                  <a:lnTo>
                    <a:pt x="191" y="115"/>
                  </a:lnTo>
                  <a:lnTo>
                    <a:pt x="76" y="20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36"/>
            <p:cNvSpPr/>
            <p:nvPr/>
          </p:nvSpPr>
          <p:spPr>
            <a:xfrm>
              <a:off x="1866375" y="1801575"/>
              <a:ext cx="253775" cy="28050"/>
            </a:xfrm>
            <a:custGeom>
              <a:avLst/>
              <a:gdLst/>
              <a:ahLst/>
              <a:cxnLst/>
              <a:rect l="l" t="t" r="r" b="b"/>
              <a:pathLst>
                <a:path w="10151" h="1122" extrusionOk="0">
                  <a:moveTo>
                    <a:pt x="1008" y="0"/>
                  </a:moveTo>
                  <a:lnTo>
                    <a:pt x="894" y="19"/>
                  </a:lnTo>
                  <a:lnTo>
                    <a:pt x="685" y="95"/>
                  </a:lnTo>
                  <a:lnTo>
                    <a:pt x="494" y="190"/>
                  </a:lnTo>
                  <a:lnTo>
                    <a:pt x="323" y="323"/>
                  </a:lnTo>
                  <a:lnTo>
                    <a:pt x="190" y="494"/>
                  </a:lnTo>
                  <a:lnTo>
                    <a:pt x="76" y="684"/>
                  </a:lnTo>
                  <a:lnTo>
                    <a:pt x="19" y="893"/>
                  </a:lnTo>
                  <a:lnTo>
                    <a:pt x="0" y="1008"/>
                  </a:lnTo>
                  <a:lnTo>
                    <a:pt x="0" y="1122"/>
                  </a:lnTo>
                  <a:lnTo>
                    <a:pt x="10151" y="1122"/>
                  </a:lnTo>
                  <a:lnTo>
                    <a:pt x="10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36"/>
            <p:cNvSpPr/>
            <p:nvPr/>
          </p:nvSpPr>
          <p:spPr>
            <a:xfrm>
              <a:off x="2094000" y="1587725"/>
              <a:ext cx="111225" cy="240950"/>
            </a:xfrm>
            <a:custGeom>
              <a:avLst/>
              <a:gdLst/>
              <a:ahLst/>
              <a:cxnLst/>
              <a:rect l="l" t="t" r="r" b="b"/>
              <a:pathLst>
                <a:path w="4449" h="9638" extrusionOk="0">
                  <a:moveTo>
                    <a:pt x="3992" y="0"/>
                  </a:moveTo>
                  <a:lnTo>
                    <a:pt x="3783" y="38"/>
                  </a:lnTo>
                  <a:lnTo>
                    <a:pt x="3593" y="114"/>
                  </a:lnTo>
                  <a:lnTo>
                    <a:pt x="3403" y="209"/>
                  </a:lnTo>
                  <a:lnTo>
                    <a:pt x="3232" y="361"/>
                  </a:lnTo>
                  <a:lnTo>
                    <a:pt x="3099" y="532"/>
                  </a:lnTo>
                  <a:lnTo>
                    <a:pt x="3042" y="647"/>
                  </a:lnTo>
                  <a:lnTo>
                    <a:pt x="3004" y="742"/>
                  </a:lnTo>
                  <a:lnTo>
                    <a:pt x="0" y="9257"/>
                  </a:lnTo>
                  <a:lnTo>
                    <a:pt x="1065" y="9638"/>
                  </a:lnTo>
                  <a:lnTo>
                    <a:pt x="4448" y="57"/>
                  </a:lnTo>
                  <a:lnTo>
                    <a:pt x="4334" y="19"/>
                  </a:lnTo>
                  <a:lnTo>
                    <a:pt x="42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36"/>
            <p:cNvSpPr/>
            <p:nvPr/>
          </p:nvSpPr>
          <p:spPr>
            <a:xfrm>
              <a:off x="1788425" y="1215150"/>
              <a:ext cx="145450" cy="139275"/>
            </a:xfrm>
            <a:custGeom>
              <a:avLst/>
              <a:gdLst/>
              <a:ahLst/>
              <a:cxnLst/>
              <a:rect l="l" t="t" r="r" b="b"/>
              <a:pathLst>
                <a:path w="5818" h="5571" extrusionOk="0">
                  <a:moveTo>
                    <a:pt x="5361" y="1"/>
                  </a:moveTo>
                  <a:lnTo>
                    <a:pt x="1" y="457"/>
                  </a:lnTo>
                  <a:lnTo>
                    <a:pt x="818" y="4315"/>
                  </a:lnTo>
                  <a:lnTo>
                    <a:pt x="932" y="4392"/>
                  </a:lnTo>
                  <a:lnTo>
                    <a:pt x="1255" y="4601"/>
                  </a:lnTo>
                  <a:lnTo>
                    <a:pt x="1750" y="4867"/>
                  </a:lnTo>
                  <a:lnTo>
                    <a:pt x="2054" y="5000"/>
                  </a:lnTo>
                  <a:lnTo>
                    <a:pt x="2358" y="5133"/>
                  </a:lnTo>
                  <a:lnTo>
                    <a:pt x="2700" y="5266"/>
                  </a:lnTo>
                  <a:lnTo>
                    <a:pt x="3042" y="5380"/>
                  </a:lnTo>
                  <a:lnTo>
                    <a:pt x="3403" y="5475"/>
                  </a:lnTo>
                  <a:lnTo>
                    <a:pt x="3746" y="5551"/>
                  </a:lnTo>
                  <a:lnTo>
                    <a:pt x="4088" y="5570"/>
                  </a:lnTo>
                  <a:lnTo>
                    <a:pt x="4430" y="5570"/>
                  </a:lnTo>
                  <a:lnTo>
                    <a:pt x="4601" y="5532"/>
                  </a:lnTo>
                  <a:lnTo>
                    <a:pt x="4753" y="5513"/>
                  </a:lnTo>
                  <a:lnTo>
                    <a:pt x="4905" y="5456"/>
                  </a:lnTo>
                  <a:lnTo>
                    <a:pt x="5057" y="5399"/>
                  </a:lnTo>
                  <a:lnTo>
                    <a:pt x="5190" y="5304"/>
                  </a:lnTo>
                  <a:lnTo>
                    <a:pt x="5304" y="5209"/>
                  </a:lnTo>
                  <a:lnTo>
                    <a:pt x="5399" y="5095"/>
                  </a:lnTo>
                  <a:lnTo>
                    <a:pt x="5494" y="4943"/>
                  </a:lnTo>
                  <a:lnTo>
                    <a:pt x="5570" y="4791"/>
                  </a:lnTo>
                  <a:lnTo>
                    <a:pt x="5646" y="4620"/>
                  </a:lnTo>
                  <a:lnTo>
                    <a:pt x="5703" y="4430"/>
                  </a:lnTo>
                  <a:lnTo>
                    <a:pt x="5741" y="4239"/>
                  </a:lnTo>
                  <a:lnTo>
                    <a:pt x="5798" y="3802"/>
                  </a:lnTo>
                  <a:lnTo>
                    <a:pt x="5817" y="3365"/>
                  </a:lnTo>
                  <a:lnTo>
                    <a:pt x="5817" y="2890"/>
                  </a:lnTo>
                  <a:lnTo>
                    <a:pt x="5779" y="2415"/>
                  </a:lnTo>
                  <a:lnTo>
                    <a:pt x="5722" y="1958"/>
                  </a:lnTo>
                  <a:lnTo>
                    <a:pt x="5665" y="1521"/>
                  </a:lnTo>
                  <a:lnTo>
                    <a:pt x="5532" y="742"/>
                  </a:lnTo>
                  <a:lnTo>
                    <a:pt x="5418" y="210"/>
                  </a:lnTo>
                  <a:lnTo>
                    <a:pt x="5361" y="1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36"/>
            <p:cNvSpPr/>
            <p:nvPr/>
          </p:nvSpPr>
          <p:spPr>
            <a:xfrm>
              <a:off x="1804125" y="1319225"/>
              <a:ext cx="79375" cy="104575"/>
            </a:xfrm>
            <a:custGeom>
              <a:avLst/>
              <a:gdLst/>
              <a:ahLst/>
              <a:cxnLst/>
              <a:rect l="l" t="t" r="r" b="b"/>
              <a:pathLst>
                <a:path w="3175" h="4183" extrusionOk="0">
                  <a:moveTo>
                    <a:pt x="570" y="0"/>
                  </a:moveTo>
                  <a:lnTo>
                    <a:pt x="456" y="590"/>
                  </a:lnTo>
                  <a:lnTo>
                    <a:pt x="228" y="1844"/>
                  </a:lnTo>
                  <a:lnTo>
                    <a:pt x="133" y="2548"/>
                  </a:lnTo>
                  <a:lnTo>
                    <a:pt x="38" y="3156"/>
                  </a:lnTo>
                  <a:lnTo>
                    <a:pt x="0" y="3612"/>
                  </a:lnTo>
                  <a:lnTo>
                    <a:pt x="0" y="3764"/>
                  </a:lnTo>
                  <a:lnTo>
                    <a:pt x="19" y="3821"/>
                  </a:lnTo>
                  <a:lnTo>
                    <a:pt x="95" y="3897"/>
                  </a:lnTo>
                  <a:lnTo>
                    <a:pt x="171" y="3954"/>
                  </a:lnTo>
                  <a:lnTo>
                    <a:pt x="361" y="4049"/>
                  </a:lnTo>
                  <a:lnTo>
                    <a:pt x="570" y="4125"/>
                  </a:lnTo>
                  <a:lnTo>
                    <a:pt x="817" y="4163"/>
                  </a:lnTo>
                  <a:lnTo>
                    <a:pt x="1065" y="4182"/>
                  </a:lnTo>
                  <a:lnTo>
                    <a:pt x="1597" y="4182"/>
                  </a:lnTo>
                  <a:lnTo>
                    <a:pt x="1863" y="4144"/>
                  </a:lnTo>
                  <a:lnTo>
                    <a:pt x="2357" y="4068"/>
                  </a:lnTo>
                  <a:lnTo>
                    <a:pt x="2775" y="3992"/>
                  </a:lnTo>
                  <a:lnTo>
                    <a:pt x="3175" y="3897"/>
                  </a:lnTo>
                  <a:lnTo>
                    <a:pt x="3175" y="590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36"/>
            <p:cNvSpPr/>
            <p:nvPr/>
          </p:nvSpPr>
          <p:spPr>
            <a:xfrm>
              <a:off x="1735675" y="1165725"/>
              <a:ext cx="210075" cy="199625"/>
            </a:xfrm>
            <a:custGeom>
              <a:avLst/>
              <a:gdLst/>
              <a:ahLst/>
              <a:cxnLst/>
              <a:rect l="l" t="t" r="r" b="b"/>
              <a:pathLst>
                <a:path w="8403" h="7985" extrusionOk="0">
                  <a:moveTo>
                    <a:pt x="4411" y="1"/>
                  </a:moveTo>
                  <a:lnTo>
                    <a:pt x="4278" y="20"/>
                  </a:lnTo>
                  <a:lnTo>
                    <a:pt x="4164" y="58"/>
                  </a:lnTo>
                  <a:lnTo>
                    <a:pt x="4050" y="96"/>
                  </a:lnTo>
                  <a:lnTo>
                    <a:pt x="3841" y="229"/>
                  </a:lnTo>
                  <a:lnTo>
                    <a:pt x="3651" y="381"/>
                  </a:lnTo>
                  <a:lnTo>
                    <a:pt x="3555" y="438"/>
                  </a:lnTo>
                  <a:lnTo>
                    <a:pt x="3441" y="495"/>
                  </a:lnTo>
                  <a:lnTo>
                    <a:pt x="3327" y="552"/>
                  </a:lnTo>
                  <a:lnTo>
                    <a:pt x="3194" y="571"/>
                  </a:lnTo>
                  <a:lnTo>
                    <a:pt x="3061" y="590"/>
                  </a:lnTo>
                  <a:lnTo>
                    <a:pt x="2890" y="571"/>
                  </a:lnTo>
                  <a:lnTo>
                    <a:pt x="2605" y="571"/>
                  </a:lnTo>
                  <a:lnTo>
                    <a:pt x="2472" y="590"/>
                  </a:lnTo>
                  <a:lnTo>
                    <a:pt x="2339" y="628"/>
                  </a:lnTo>
                  <a:lnTo>
                    <a:pt x="2206" y="685"/>
                  </a:lnTo>
                  <a:lnTo>
                    <a:pt x="2092" y="761"/>
                  </a:lnTo>
                  <a:lnTo>
                    <a:pt x="1864" y="913"/>
                  </a:lnTo>
                  <a:lnTo>
                    <a:pt x="1655" y="1103"/>
                  </a:lnTo>
                  <a:lnTo>
                    <a:pt x="1484" y="1312"/>
                  </a:lnTo>
                  <a:lnTo>
                    <a:pt x="1370" y="1521"/>
                  </a:lnTo>
                  <a:lnTo>
                    <a:pt x="1274" y="1711"/>
                  </a:lnTo>
                  <a:lnTo>
                    <a:pt x="1217" y="1882"/>
                  </a:lnTo>
                  <a:lnTo>
                    <a:pt x="1179" y="2092"/>
                  </a:lnTo>
                  <a:lnTo>
                    <a:pt x="1122" y="2510"/>
                  </a:lnTo>
                  <a:lnTo>
                    <a:pt x="1065" y="2738"/>
                  </a:lnTo>
                  <a:lnTo>
                    <a:pt x="989" y="2985"/>
                  </a:lnTo>
                  <a:lnTo>
                    <a:pt x="894" y="3232"/>
                  </a:lnTo>
                  <a:lnTo>
                    <a:pt x="761" y="3498"/>
                  </a:lnTo>
                  <a:lnTo>
                    <a:pt x="590" y="3764"/>
                  </a:lnTo>
                  <a:lnTo>
                    <a:pt x="438" y="4049"/>
                  </a:lnTo>
                  <a:lnTo>
                    <a:pt x="286" y="4335"/>
                  </a:lnTo>
                  <a:lnTo>
                    <a:pt x="172" y="4658"/>
                  </a:lnTo>
                  <a:lnTo>
                    <a:pt x="77" y="5019"/>
                  </a:lnTo>
                  <a:lnTo>
                    <a:pt x="20" y="5399"/>
                  </a:lnTo>
                  <a:lnTo>
                    <a:pt x="20" y="5589"/>
                  </a:lnTo>
                  <a:lnTo>
                    <a:pt x="1" y="5798"/>
                  </a:lnTo>
                  <a:lnTo>
                    <a:pt x="20" y="6007"/>
                  </a:lnTo>
                  <a:lnTo>
                    <a:pt x="39" y="6235"/>
                  </a:lnTo>
                  <a:lnTo>
                    <a:pt x="58" y="6369"/>
                  </a:lnTo>
                  <a:lnTo>
                    <a:pt x="96" y="6483"/>
                  </a:lnTo>
                  <a:lnTo>
                    <a:pt x="153" y="6597"/>
                  </a:lnTo>
                  <a:lnTo>
                    <a:pt x="210" y="6692"/>
                  </a:lnTo>
                  <a:lnTo>
                    <a:pt x="362" y="6920"/>
                  </a:lnTo>
                  <a:lnTo>
                    <a:pt x="533" y="7110"/>
                  </a:lnTo>
                  <a:lnTo>
                    <a:pt x="761" y="7281"/>
                  </a:lnTo>
                  <a:lnTo>
                    <a:pt x="989" y="7452"/>
                  </a:lnTo>
                  <a:lnTo>
                    <a:pt x="1236" y="7604"/>
                  </a:lnTo>
                  <a:lnTo>
                    <a:pt x="1503" y="7718"/>
                  </a:lnTo>
                  <a:lnTo>
                    <a:pt x="1769" y="7832"/>
                  </a:lnTo>
                  <a:lnTo>
                    <a:pt x="2035" y="7908"/>
                  </a:lnTo>
                  <a:lnTo>
                    <a:pt x="2282" y="7965"/>
                  </a:lnTo>
                  <a:lnTo>
                    <a:pt x="2510" y="7984"/>
                  </a:lnTo>
                  <a:lnTo>
                    <a:pt x="2738" y="7984"/>
                  </a:lnTo>
                  <a:lnTo>
                    <a:pt x="2909" y="7946"/>
                  </a:lnTo>
                  <a:lnTo>
                    <a:pt x="3061" y="7889"/>
                  </a:lnTo>
                  <a:lnTo>
                    <a:pt x="3118" y="7851"/>
                  </a:lnTo>
                  <a:lnTo>
                    <a:pt x="3175" y="7794"/>
                  </a:lnTo>
                  <a:lnTo>
                    <a:pt x="3289" y="7623"/>
                  </a:lnTo>
                  <a:lnTo>
                    <a:pt x="3403" y="7433"/>
                  </a:lnTo>
                  <a:lnTo>
                    <a:pt x="3479" y="7224"/>
                  </a:lnTo>
                  <a:lnTo>
                    <a:pt x="3536" y="7015"/>
                  </a:lnTo>
                  <a:lnTo>
                    <a:pt x="3574" y="6806"/>
                  </a:lnTo>
                  <a:lnTo>
                    <a:pt x="3594" y="6578"/>
                  </a:lnTo>
                  <a:lnTo>
                    <a:pt x="3594" y="6369"/>
                  </a:lnTo>
                  <a:lnTo>
                    <a:pt x="3594" y="6178"/>
                  </a:lnTo>
                  <a:lnTo>
                    <a:pt x="3574" y="5798"/>
                  </a:lnTo>
                  <a:lnTo>
                    <a:pt x="3517" y="5513"/>
                  </a:lnTo>
                  <a:lnTo>
                    <a:pt x="3479" y="5228"/>
                  </a:lnTo>
                  <a:lnTo>
                    <a:pt x="3479" y="5095"/>
                  </a:lnTo>
                  <a:lnTo>
                    <a:pt x="3651" y="4221"/>
                  </a:lnTo>
                  <a:lnTo>
                    <a:pt x="3746" y="4164"/>
                  </a:lnTo>
                  <a:lnTo>
                    <a:pt x="3841" y="4106"/>
                  </a:lnTo>
                  <a:lnTo>
                    <a:pt x="4031" y="3954"/>
                  </a:lnTo>
                  <a:lnTo>
                    <a:pt x="4183" y="3764"/>
                  </a:lnTo>
                  <a:lnTo>
                    <a:pt x="4335" y="3536"/>
                  </a:lnTo>
                  <a:lnTo>
                    <a:pt x="4487" y="3289"/>
                  </a:lnTo>
                  <a:lnTo>
                    <a:pt x="4601" y="3023"/>
                  </a:lnTo>
                  <a:lnTo>
                    <a:pt x="4696" y="2776"/>
                  </a:lnTo>
                  <a:lnTo>
                    <a:pt x="4772" y="2529"/>
                  </a:lnTo>
                  <a:lnTo>
                    <a:pt x="4772" y="2491"/>
                  </a:lnTo>
                  <a:lnTo>
                    <a:pt x="4810" y="2453"/>
                  </a:lnTo>
                  <a:lnTo>
                    <a:pt x="4886" y="2415"/>
                  </a:lnTo>
                  <a:lnTo>
                    <a:pt x="5019" y="2396"/>
                  </a:lnTo>
                  <a:lnTo>
                    <a:pt x="5171" y="2396"/>
                  </a:lnTo>
                  <a:lnTo>
                    <a:pt x="5570" y="2415"/>
                  </a:lnTo>
                  <a:lnTo>
                    <a:pt x="6046" y="2472"/>
                  </a:lnTo>
                  <a:lnTo>
                    <a:pt x="6540" y="2548"/>
                  </a:lnTo>
                  <a:lnTo>
                    <a:pt x="7034" y="2586"/>
                  </a:lnTo>
                  <a:lnTo>
                    <a:pt x="7471" y="2586"/>
                  </a:lnTo>
                  <a:lnTo>
                    <a:pt x="7661" y="2548"/>
                  </a:lnTo>
                  <a:lnTo>
                    <a:pt x="7832" y="2510"/>
                  </a:lnTo>
                  <a:lnTo>
                    <a:pt x="7965" y="2434"/>
                  </a:lnTo>
                  <a:lnTo>
                    <a:pt x="8080" y="2358"/>
                  </a:lnTo>
                  <a:lnTo>
                    <a:pt x="8175" y="2282"/>
                  </a:lnTo>
                  <a:lnTo>
                    <a:pt x="8251" y="2187"/>
                  </a:lnTo>
                  <a:lnTo>
                    <a:pt x="8308" y="2092"/>
                  </a:lnTo>
                  <a:lnTo>
                    <a:pt x="8365" y="1997"/>
                  </a:lnTo>
                  <a:lnTo>
                    <a:pt x="8384" y="1901"/>
                  </a:lnTo>
                  <a:lnTo>
                    <a:pt x="8403" y="1787"/>
                  </a:lnTo>
                  <a:lnTo>
                    <a:pt x="8403" y="1578"/>
                  </a:lnTo>
                  <a:lnTo>
                    <a:pt x="8384" y="1388"/>
                  </a:lnTo>
                  <a:lnTo>
                    <a:pt x="8327" y="1198"/>
                  </a:lnTo>
                  <a:lnTo>
                    <a:pt x="8270" y="1046"/>
                  </a:lnTo>
                  <a:lnTo>
                    <a:pt x="8156" y="875"/>
                  </a:lnTo>
                  <a:lnTo>
                    <a:pt x="8022" y="723"/>
                  </a:lnTo>
                  <a:lnTo>
                    <a:pt x="7851" y="609"/>
                  </a:lnTo>
                  <a:lnTo>
                    <a:pt x="7680" y="514"/>
                  </a:lnTo>
                  <a:lnTo>
                    <a:pt x="7490" y="438"/>
                  </a:lnTo>
                  <a:lnTo>
                    <a:pt x="7281" y="400"/>
                  </a:lnTo>
                  <a:lnTo>
                    <a:pt x="7053" y="362"/>
                  </a:lnTo>
                  <a:lnTo>
                    <a:pt x="6825" y="343"/>
                  </a:lnTo>
                  <a:lnTo>
                    <a:pt x="5856" y="286"/>
                  </a:lnTo>
                  <a:lnTo>
                    <a:pt x="5627" y="267"/>
                  </a:lnTo>
                  <a:lnTo>
                    <a:pt x="5380" y="229"/>
                  </a:lnTo>
                  <a:lnTo>
                    <a:pt x="5171" y="191"/>
                  </a:lnTo>
                  <a:lnTo>
                    <a:pt x="4962" y="115"/>
                  </a:lnTo>
                  <a:lnTo>
                    <a:pt x="4753" y="58"/>
                  </a:lnTo>
                  <a:lnTo>
                    <a:pt x="4582" y="20"/>
                  </a:lnTo>
                  <a:lnTo>
                    <a:pt x="44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36"/>
            <p:cNvSpPr/>
            <p:nvPr/>
          </p:nvSpPr>
          <p:spPr>
            <a:xfrm>
              <a:off x="1844025" y="1335850"/>
              <a:ext cx="39950" cy="32350"/>
            </a:xfrm>
            <a:custGeom>
              <a:avLst/>
              <a:gdLst/>
              <a:ahLst/>
              <a:cxnLst/>
              <a:rect l="l" t="t" r="r" b="b"/>
              <a:pathLst>
                <a:path w="1598" h="1294" extrusionOk="0">
                  <a:moveTo>
                    <a:pt x="1" y="1"/>
                  </a:moveTo>
                  <a:lnTo>
                    <a:pt x="115" y="172"/>
                  </a:lnTo>
                  <a:lnTo>
                    <a:pt x="248" y="381"/>
                  </a:lnTo>
                  <a:lnTo>
                    <a:pt x="438" y="590"/>
                  </a:lnTo>
                  <a:lnTo>
                    <a:pt x="666" y="818"/>
                  </a:lnTo>
                  <a:lnTo>
                    <a:pt x="799" y="932"/>
                  </a:lnTo>
                  <a:lnTo>
                    <a:pt x="932" y="1027"/>
                  </a:lnTo>
                  <a:lnTo>
                    <a:pt x="1084" y="1122"/>
                  </a:lnTo>
                  <a:lnTo>
                    <a:pt x="1236" y="1198"/>
                  </a:lnTo>
                  <a:lnTo>
                    <a:pt x="1407" y="1255"/>
                  </a:lnTo>
                  <a:lnTo>
                    <a:pt x="1579" y="1293"/>
                  </a:lnTo>
                  <a:lnTo>
                    <a:pt x="1598" y="1008"/>
                  </a:lnTo>
                  <a:lnTo>
                    <a:pt x="1598" y="723"/>
                  </a:lnTo>
                  <a:lnTo>
                    <a:pt x="1483" y="723"/>
                  </a:lnTo>
                  <a:lnTo>
                    <a:pt x="1369" y="685"/>
                  </a:lnTo>
                  <a:lnTo>
                    <a:pt x="1122" y="609"/>
                  </a:lnTo>
                  <a:lnTo>
                    <a:pt x="856" y="495"/>
                  </a:lnTo>
                  <a:lnTo>
                    <a:pt x="609" y="362"/>
                  </a:lnTo>
                  <a:lnTo>
                    <a:pt x="172" y="1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36"/>
            <p:cNvSpPr/>
            <p:nvPr/>
          </p:nvSpPr>
          <p:spPr>
            <a:xfrm>
              <a:off x="1917225" y="1260300"/>
              <a:ext cx="8575" cy="11900"/>
            </a:xfrm>
            <a:custGeom>
              <a:avLst/>
              <a:gdLst/>
              <a:ahLst/>
              <a:cxnLst/>
              <a:rect l="l" t="t" r="r" b="b"/>
              <a:pathLst>
                <a:path w="343" h="476" extrusionOk="0">
                  <a:moveTo>
                    <a:pt x="171" y="0"/>
                  </a:moveTo>
                  <a:lnTo>
                    <a:pt x="114" y="19"/>
                  </a:lnTo>
                  <a:lnTo>
                    <a:pt x="57" y="57"/>
                  </a:lnTo>
                  <a:lnTo>
                    <a:pt x="0" y="133"/>
                  </a:lnTo>
                  <a:lnTo>
                    <a:pt x="0" y="228"/>
                  </a:lnTo>
                  <a:lnTo>
                    <a:pt x="0" y="323"/>
                  </a:lnTo>
                  <a:lnTo>
                    <a:pt x="38" y="400"/>
                  </a:lnTo>
                  <a:lnTo>
                    <a:pt x="95" y="457"/>
                  </a:lnTo>
                  <a:lnTo>
                    <a:pt x="171" y="476"/>
                  </a:lnTo>
                  <a:lnTo>
                    <a:pt x="228" y="457"/>
                  </a:lnTo>
                  <a:lnTo>
                    <a:pt x="285" y="400"/>
                  </a:lnTo>
                  <a:lnTo>
                    <a:pt x="323" y="323"/>
                  </a:lnTo>
                  <a:lnTo>
                    <a:pt x="342" y="247"/>
                  </a:lnTo>
                  <a:lnTo>
                    <a:pt x="342" y="152"/>
                  </a:lnTo>
                  <a:lnTo>
                    <a:pt x="304" y="76"/>
                  </a:lnTo>
                  <a:lnTo>
                    <a:pt x="247" y="19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6"/>
            <p:cNvSpPr/>
            <p:nvPr/>
          </p:nvSpPr>
          <p:spPr>
            <a:xfrm>
              <a:off x="1876350" y="1263150"/>
              <a:ext cx="9050" cy="11900"/>
            </a:xfrm>
            <a:custGeom>
              <a:avLst/>
              <a:gdLst/>
              <a:ahLst/>
              <a:cxnLst/>
              <a:rect l="l" t="t" r="r" b="b"/>
              <a:pathLst>
                <a:path w="362" h="476" extrusionOk="0">
                  <a:moveTo>
                    <a:pt x="114" y="0"/>
                  </a:moveTo>
                  <a:lnTo>
                    <a:pt x="57" y="57"/>
                  </a:lnTo>
                  <a:lnTo>
                    <a:pt x="19" y="133"/>
                  </a:lnTo>
                  <a:lnTo>
                    <a:pt x="0" y="228"/>
                  </a:lnTo>
                  <a:lnTo>
                    <a:pt x="19" y="324"/>
                  </a:lnTo>
                  <a:lnTo>
                    <a:pt x="57" y="400"/>
                  </a:lnTo>
                  <a:lnTo>
                    <a:pt x="114" y="438"/>
                  </a:lnTo>
                  <a:lnTo>
                    <a:pt x="171" y="476"/>
                  </a:lnTo>
                  <a:lnTo>
                    <a:pt x="248" y="457"/>
                  </a:lnTo>
                  <a:lnTo>
                    <a:pt x="305" y="400"/>
                  </a:lnTo>
                  <a:lnTo>
                    <a:pt x="343" y="324"/>
                  </a:lnTo>
                  <a:lnTo>
                    <a:pt x="362" y="228"/>
                  </a:lnTo>
                  <a:lnTo>
                    <a:pt x="343" y="133"/>
                  </a:lnTo>
                  <a:lnTo>
                    <a:pt x="305" y="57"/>
                  </a:lnTo>
                  <a:lnTo>
                    <a:pt x="267" y="19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6"/>
            <p:cNvSpPr/>
            <p:nvPr/>
          </p:nvSpPr>
          <p:spPr>
            <a:xfrm>
              <a:off x="1899625" y="1269325"/>
              <a:ext cx="14775" cy="30450"/>
            </a:xfrm>
            <a:custGeom>
              <a:avLst/>
              <a:gdLst/>
              <a:ahLst/>
              <a:cxnLst/>
              <a:rect l="l" t="t" r="r" b="b"/>
              <a:pathLst>
                <a:path w="591" h="1218" extrusionOk="0">
                  <a:moveTo>
                    <a:pt x="210" y="1"/>
                  </a:moveTo>
                  <a:lnTo>
                    <a:pt x="172" y="39"/>
                  </a:lnTo>
                  <a:lnTo>
                    <a:pt x="191" y="77"/>
                  </a:lnTo>
                  <a:lnTo>
                    <a:pt x="324" y="400"/>
                  </a:lnTo>
                  <a:lnTo>
                    <a:pt x="438" y="685"/>
                  </a:lnTo>
                  <a:lnTo>
                    <a:pt x="495" y="894"/>
                  </a:lnTo>
                  <a:lnTo>
                    <a:pt x="495" y="970"/>
                  </a:lnTo>
                  <a:lnTo>
                    <a:pt x="476" y="1008"/>
                  </a:lnTo>
                  <a:lnTo>
                    <a:pt x="343" y="1065"/>
                  </a:lnTo>
                  <a:lnTo>
                    <a:pt x="210" y="1103"/>
                  </a:lnTo>
                  <a:lnTo>
                    <a:pt x="58" y="1103"/>
                  </a:lnTo>
                  <a:lnTo>
                    <a:pt x="20" y="1122"/>
                  </a:lnTo>
                  <a:lnTo>
                    <a:pt x="1" y="1179"/>
                  </a:lnTo>
                  <a:lnTo>
                    <a:pt x="20" y="1217"/>
                  </a:lnTo>
                  <a:lnTo>
                    <a:pt x="58" y="1217"/>
                  </a:lnTo>
                  <a:lnTo>
                    <a:pt x="229" y="1198"/>
                  </a:lnTo>
                  <a:lnTo>
                    <a:pt x="381" y="1160"/>
                  </a:lnTo>
                  <a:lnTo>
                    <a:pt x="533" y="1103"/>
                  </a:lnTo>
                  <a:lnTo>
                    <a:pt x="571" y="1065"/>
                  </a:lnTo>
                  <a:lnTo>
                    <a:pt x="590" y="1027"/>
                  </a:lnTo>
                  <a:lnTo>
                    <a:pt x="590" y="913"/>
                  </a:lnTo>
                  <a:lnTo>
                    <a:pt x="571" y="780"/>
                  </a:lnTo>
                  <a:lnTo>
                    <a:pt x="533" y="609"/>
                  </a:lnTo>
                  <a:lnTo>
                    <a:pt x="400" y="286"/>
                  </a:lnTo>
                  <a:lnTo>
                    <a:pt x="286" y="20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6"/>
            <p:cNvSpPr/>
            <p:nvPr/>
          </p:nvSpPr>
          <p:spPr>
            <a:xfrm>
              <a:off x="1804125" y="1265525"/>
              <a:ext cx="28050" cy="36625"/>
            </a:xfrm>
            <a:custGeom>
              <a:avLst/>
              <a:gdLst/>
              <a:ahLst/>
              <a:cxnLst/>
              <a:rect l="l" t="t" r="r" b="b"/>
              <a:pathLst>
                <a:path w="1122" h="1465" extrusionOk="0">
                  <a:moveTo>
                    <a:pt x="494" y="0"/>
                  </a:moveTo>
                  <a:lnTo>
                    <a:pt x="399" y="19"/>
                  </a:lnTo>
                  <a:lnTo>
                    <a:pt x="323" y="38"/>
                  </a:lnTo>
                  <a:lnTo>
                    <a:pt x="266" y="76"/>
                  </a:lnTo>
                  <a:lnTo>
                    <a:pt x="209" y="114"/>
                  </a:lnTo>
                  <a:lnTo>
                    <a:pt x="152" y="172"/>
                  </a:lnTo>
                  <a:lnTo>
                    <a:pt x="76" y="324"/>
                  </a:lnTo>
                  <a:lnTo>
                    <a:pt x="19" y="476"/>
                  </a:lnTo>
                  <a:lnTo>
                    <a:pt x="0" y="628"/>
                  </a:lnTo>
                  <a:lnTo>
                    <a:pt x="19" y="780"/>
                  </a:lnTo>
                  <a:lnTo>
                    <a:pt x="38" y="913"/>
                  </a:lnTo>
                  <a:lnTo>
                    <a:pt x="76" y="989"/>
                  </a:lnTo>
                  <a:lnTo>
                    <a:pt x="247" y="1160"/>
                  </a:lnTo>
                  <a:lnTo>
                    <a:pt x="418" y="1274"/>
                  </a:lnTo>
                  <a:lnTo>
                    <a:pt x="570" y="1350"/>
                  </a:lnTo>
                  <a:lnTo>
                    <a:pt x="703" y="1407"/>
                  </a:lnTo>
                  <a:lnTo>
                    <a:pt x="836" y="1445"/>
                  </a:lnTo>
                  <a:lnTo>
                    <a:pt x="913" y="1464"/>
                  </a:lnTo>
                  <a:lnTo>
                    <a:pt x="1008" y="1464"/>
                  </a:lnTo>
                  <a:lnTo>
                    <a:pt x="1122" y="438"/>
                  </a:lnTo>
                  <a:lnTo>
                    <a:pt x="1084" y="343"/>
                  </a:lnTo>
                  <a:lnTo>
                    <a:pt x="1027" y="267"/>
                  </a:lnTo>
                  <a:lnTo>
                    <a:pt x="951" y="191"/>
                  </a:lnTo>
                  <a:lnTo>
                    <a:pt x="856" y="114"/>
                  </a:lnTo>
                  <a:lnTo>
                    <a:pt x="722" y="38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6"/>
            <p:cNvSpPr/>
            <p:nvPr/>
          </p:nvSpPr>
          <p:spPr>
            <a:xfrm>
              <a:off x="1809825" y="1275975"/>
              <a:ext cx="15225" cy="10000"/>
            </a:xfrm>
            <a:custGeom>
              <a:avLst/>
              <a:gdLst/>
              <a:ahLst/>
              <a:cxnLst/>
              <a:rect l="l" t="t" r="r" b="b"/>
              <a:pathLst>
                <a:path w="609" h="400" extrusionOk="0">
                  <a:moveTo>
                    <a:pt x="247" y="1"/>
                  </a:moveTo>
                  <a:lnTo>
                    <a:pt x="171" y="20"/>
                  </a:lnTo>
                  <a:lnTo>
                    <a:pt x="114" y="58"/>
                  </a:lnTo>
                  <a:lnTo>
                    <a:pt x="57" y="115"/>
                  </a:lnTo>
                  <a:lnTo>
                    <a:pt x="19" y="172"/>
                  </a:lnTo>
                  <a:lnTo>
                    <a:pt x="0" y="267"/>
                  </a:lnTo>
                  <a:lnTo>
                    <a:pt x="19" y="362"/>
                  </a:lnTo>
                  <a:lnTo>
                    <a:pt x="38" y="400"/>
                  </a:lnTo>
                  <a:lnTo>
                    <a:pt x="76" y="400"/>
                  </a:lnTo>
                  <a:lnTo>
                    <a:pt x="114" y="381"/>
                  </a:lnTo>
                  <a:lnTo>
                    <a:pt x="114" y="343"/>
                  </a:lnTo>
                  <a:lnTo>
                    <a:pt x="133" y="229"/>
                  </a:lnTo>
                  <a:lnTo>
                    <a:pt x="152" y="172"/>
                  </a:lnTo>
                  <a:lnTo>
                    <a:pt x="171" y="153"/>
                  </a:lnTo>
                  <a:lnTo>
                    <a:pt x="209" y="134"/>
                  </a:lnTo>
                  <a:lnTo>
                    <a:pt x="266" y="115"/>
                  </a:lnTo>
                  <a:lnTo>
                    <a:pt x="361" y="115"/>
                  </a:lnTo>
                  <a:lnTo>
                    <a:pt x="475" y="134"/>
                  </a:lnTo>
                  <a:lnTo>
                    <a:pt x="551" y="153"/>
                  </a:lnTo>
                  <a:lnTo>
                    <a:pt x="589" y="153"/>
                  </a:lnTo>
                  <a:lnTo>
                    <a:pt x="608" y="115"/>
                  </a:lnTo>
                  <a:lnTo>
                    <a:pt x="608" y="77"/>
                  </a:lnTo>
                  <a:lnTo>
                    <a:pt x="589" y="58"/>
                  </a:lnTo>
                  <a:lnTo>
                    <a:pt x="513" y="20"/>
                  </a:lnTo>
                  <a:lnTo>
                    <a:pt x="399" y="1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6"/>
            <p:cNvSpPr/>
            <p:nvPr/>
          </p:nvSpPr>
          <p:spPr>
            <a:xfrm>
              <a:off x="1813150" y="1276450"/>
              <a:ext cx="8575" cy="12850"/>
            </a:xfrm>
            <a:custGeom>
              <a:avLst/>
              <a:gdLst/>
              <a:ahLst/>
              <a:cxnLst/>
              <a:rect l="l" t="t" r="r" b="b"/>
              <a:pathLst>
                <a:path w="343" h="514" extrusionOk="0">
                  <a:moveTo>
                    <a:pt x="38" y="1"/>
                  </a:moveTo>
                  <a:lnTo>
                    <a:pt x="19" y="20"/>
                  </a:lnTo>
                  <a:lnTo>
                    <a:pt x="0" y="77"/>
                  </a:lnTo>
                  <a:lnTo>
                    <a:pt x="38" y="172"/>
                  </a:lnTo>
                  <a:lnTo>
                    <a:pt x="95" y="267"/>
                  </a:lnTo>
                  <a:lnTo>
                    <a:pt x="190" y="400"/>
                  </a:lnTo>
                  <a:lnTo>
                    <a:pt x="228" y="457"/>
                  </a:lnTo>
                  <a:lnTo>
                    <a:pt x="247" y="495"/>
                  </a:lnTo>
                  <a:lnTo>
                    <a:pt x="285" y="514"/>
                  </a:lnTo>
                  <a:lnTo>
                    <a:pt x="323" y="495"/>
                  </a:lnTo>
                  <a:lnTo>
                    <a:pt x="342" y="457"/>
                  </a:lnTo>
                  <a:lnTo>
                    <a:pt x="323" y="400"/>
                  </a:lnTo>
                  <a:lnTo>
                    <a:pt x="285" y="343"/>
                  </a:lnTo>
                  <a:lnTo>
                    <a:pt x="190" y="210"/>
                  </a:lnTo>
                  <a:lnTo>
                    <a:pt x="152" y="134"/>
                  </a:lnTo>
                  <a:lnTo>
                    <a:pt x="114" y="39"/>
                  </a:lnTo>
                  <a:lnTo>
                    <a:pt x="95" y="1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6"/>
            <p:cNvSpPr/>
            <p:nvPr/>
          </p:nvSpPr>
          <p:spPr>
            <a:xfrm>
              <a:off x="1886800" y="1304500"/>
              <a:ext cx="26650" cy="11900"/>
            </a:xfrm>
            <a:custGeom>
              <a:avLst/>
              <a:gdLst/>
              <a:ahLst/>
              <a:cxnLst/>
              <a:rect l="l" t="t" r="r" b="b"/>
              <a:pathLst>
                <a:path w="1066" h="476" extrusionOk="0">
                  <a:moveTo>
                    <a:pt x="39" y="0"/>
                  </a:moveTo>
                  <a:lnTo>
                    <a:pt x="1" y="38"/>
                  </a:lnTo>
                  <a:lnTo>
                    <a:pt x="20" y="76"/>
                  </a:lnTo>
                  <a:lnTo>
                    <a:pt x="77" y="190"/>
                  </a:lnTo>
                  <a:lnTo>
                    <a:pt x="153" y="285"/>
                  </a:lnTo>
                  <a:lnTo>
                    <a:pt x="229" y="342"/>
                  </a:lnTo>
                  <a:lnTo>
                    <a:pt x="305" y="399"/>
                  </a:lnTo>
                  <a:lnTo>
                    <a:pt x="400" y="437"/>
                  </a:lnTo>
                  <a:lnTo>
                    <a:pt x="476" y="456"/>
                  </a:lnTo>
                  <a:lnTo>
                    <a:pt x="647" y="475"/>
                  </a:lnTo>
                  <a:lnTo>
                    <a:pt x="799" y="475"/>
                  </a:lnTo>
                  <a:lnTo>
                    <a:pt x="932" y="437"/>
                  </a:lnTo>
                  <a:lnTo>
                    <a:pt x="1046" y="399"/>
                  </a:lnTo>
                  <a:lnTo>
                    <a:pt x="1065" y="380"/>
                  </a:lnTo>
                  <a:lnTo>
                    <a:pt x="1065" y="323"/>
                  </a:lnTo>
                  <a:lnTo>
                    <a:pt x="1027" y="304"/>
                  </a:lnTo>
                  <a:lnTo>
                    <a:pt x="989" y="304"/>
                  </a:lnTo>
                  <a:lnTo>
                    <a:pt x="875" y="342"/>
                  </a:lnTo>
                  <a:lnTo>
                    <a:pt x="780" y="361"/>
                  </a:lnTo>
                  <a:lnTo>
                    <a:pt x="647" y="380"/>
                  </a:lnTo>
                  <a:lnTo>
                    <a:pt x="514" y="361"/>
                  </a:lnTo>
                  <a:lnTo>
                    <a:pt x="362" y="304"/>
                  </a:lnTo>
                  <a:lnTo>
                    <a:pt x="286" y="247"/>
                  </a:lnTo>
                  <a:lnTo>
                    <a:pt x="229" y="190"/>
                  </a:lnTo>
                  <a:lnTo>
                    <a:pt x="172" y="114"/>
                  </a:lnTo>
                  <a:lnTo>
                    <a:pt x="115" y="1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6"/>
            <p:cNvSpPr/>
            <p:nvPr/>
          </p:nvSpPr>
          <p:spPr>
            <a:xfrm>
              <a:off x="1844025" y="1335850"/>
              <a:ext cx="39950" cy="32350"/>
            </a:xfrm>
            <a:custGeom>
              <a:avLst/>
              <a:gdLst/>
              <a:ahLst/>
              <a:cxnLst/>
              <a:rect l="l" t="t" r="r" b="b"/>
              <a:pathLst>
                <a:path w="1598" h="1294" extrusionOk="0">
                  <a:moveTo>
                    <a:pt x="1" y="1"/>
                  </a:moveTo>
                  <a:lnTo>
                    <a:pt x="1579" y="1293"/>
                  </a:lnTo>
                  <a:lnTo>
                    <a:pt x="1598" y="723"/>
                  </a:lnTo>
                  <a:lnTo>
                    <a:pt x="1483" y="723"/>
                  </a:lnTo>
                  <a:lnTo>
                    <a:pt x="1369" y="685"/>
                  </a:lnTo>
                  <a:lnTo>
                    <a:pt x="1122" y="609"/>
                  </a:lnTo>
                  <a:lnTo>
                    <a:pt x="856" y="495"/>
                  </a:lnTo>
                  <a:lnTo>
                    <a:pt x="609" y="362"/>
                  </a:lnTo>
                  <a:lnTo>
                    <a:pt x="172" y="1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6"/>
            <p:cNvSpPr/>
            <p:nvPr/>
          </p:nvSpPr>
          <p:spPr>
            <a:xfrm>
              <a:off x="1844025" y="1335850"/>
              <a:ext cx="39950" cy="32350"/>
            </a:xfrm>
            <a:custGeom>
              <a:avLst/>
              <a:gdLst/>
              <a:ahLst/>
              <a:cxnLst/>
              <a:rect l="l" t="t" r="r" b="b"/>
              <a:pathLst>
                <a:path w="1598" h="1294" fill="none" extrusionOk="0">
                  <a:moveTo>
                    <a:pt x="1579" y="1293"/>
                  </a:moveTo>
                  <a:lnTo>
                    <a:pt x="1579" y="1293"/>
                  </a:lnTo>
                  <a:lnTo>
                    <a:pt x="1598" y="723"/>
                  </a:lnTo>
                  <a:lnTo>
                    <a:pt x="1598" y="723"/>
                  </a:lnTo>
                  <a:lnTo>
                    <a:pt x="1483" y="723"/>
                  </a:lnTo>
                  <a:lnTo>
                    <a:pt x="1369" y="685"/>
                  </a:lnTo>
                  <a:lnTo>
                    <a:pt x="1122" y="609"/>
                  </a:lnTo>
                  <a:lnTo>
                    <a:pt x="856" y="495"/>
                  </a:lnTo>
                  <a:lnTo>
                    <a:pt x="609" y="362"/>
                  </a:lnTo>
                  <a:lnTo>
                    <a:pt x="172" y="115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6"/>
            <p:cNvSpPr/>
            <p:nvPr/>
          </p:nvSpPr>
          <p:spPr>
            <a:xfrm>
              <a:off x="1671050" y="2485875"/>
              <a:ext cx="535125" cy="201025"/>
            </a:xfrm>
            <a:custGeom>
              <a:avLst/>
              <a:gdLst/>
              <a:ahLst/>
              <a:cxnLst/>
              <a:rect l="l" t="t" r="r" b="b"/>
              <a:pathLst>
                <a:path w="21405" h="8041" extrusionOk="0">
                  <a:moveTo>
                    <a:pt x="2187" y="0"/>
                  </a:moveTo>
                  <a:lnTo>
                    <a:pt x="1" y="8041"/>
                  </a:lnTo>
                  <a:lnTo>
                    <a:pt x="19237" y="8041"/>
                  </a:lnTo>
                  <a:lnTo>
                    <a:pt x="2140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6"/>
            <p:cNvSpPr/>
            <p:nvPr/>
          </p:nvSpPr>
          <p:spPr>
            <a:xfrm>
              <a:off x="1725700" y="2530550"/>
              <a:ext cx="269950" cy="2875"/>
            </a:xfrm>
            <a:custGeom>
              <a:avLst/>
              <a:gdLst/>
              <a:ahLst/>
              <a:cxnLst/>
              <a:rect l="l" t="t" r="r" b="b"/>
              <a:pathLst>
                <a:path w="10798" h="115" extrusionOk="0">
                  <a:moveTo>
                    <a:pt x="77" y="0"/>
                  </a:moveTo>
                  <a:lnTo>
                    <a:pt x="20" y="19"/>
                  </a:lnTo>
                  <a:lnTo>
                    <a:pt x="1" y="57"/>
                  </a:lnTo>
                  <a:lnTo>
                    <a:pt x="20" y="95"/>
                  </a:lnTo>
                  <a:lnTo>
                    <a:pt x="77" y="114"/>
                  </a:lnTo>
                  <a:lnTo>
                    <a:pt x="10741" y="114"/>
                  </a:lnTo>
                  <a:lnTo>
                    <a:pt x="10779" y="95"/>
                  </a:lnTo>
                  <a:lnTo>
                    <a:pt x="10798" y="57"/>
                  </a:lnTo>
                  <a:lnTo>
                    <a:pt x="10779" y="19"/>
                  </a:lnTo>
                  <a:lnTo>
                    <a:pt x="107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6"/>
            <p:cNvSpPr/>
            <p:nvPr/>
          </p:nvSpPr>
          <p:spPr>
            <a:xfrm>
              <a:off x="1867325" y="2578525"/>
              <a:ext cx="305575" cy="2900"/>
            </a:xfrm>
            <a:custGeom>
              <a:avLst/>
              <a:gdLst/>
              <a:ahLst/>
              <a:cxnLst/>
              <a:rect l="l" t="t" r="r" b="b"/>
              <a:pathLst>
                <a:path w="12223" h="116" extrusionOk="0">
                  <a:moveTo>
                    <a:pt x="57" y="1"/>
                  </a:moveTo>
                  <a:lnTo>
                    <a:pt x="19" y="20"/>
                  </a:lnTo>
                  <a:lnTo>
                    <a:pt x="0" y="58"/>
                  </a:lnTo>
                  <a:lnTo>
                    <a:pt x="19" y="96"/>
                  </a:lnTo>
                  <a:lnTo>
                    <a:pt x="57" y="115"/>
                  </a:lnTo>
                  <a:lnTo>
                    <a:pt x="12166" y="115"/>
                  </a:lnTo>
                  <a:lnTo>
                    <a:pt x="12204" y="96"/>
                  </a:lnTo>
                  <a:lnTo>
                    <a:pt x="12223" y="58"/>
                  </a:lnTo>
                  <a:lnTo>
                    <a:pt x="12204" y="20"/>
                  </a:lnTo>
                  <a:lnTo>
                    <a:pt x="12166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6"/>
            <p:cNvSpPr/>
            <p:nvPr/>
          </p:nvSpPr>
          <p:spPr>
            <a:xfrm>
              <a:off x="1694825" y="2638900"/>
              <a:ext cx="283725" cy="2875"/>
            </a:xfrm>
            <a:custGeom>
              <a:avLst/>
              <a:gdLst/>
              <a:ahLst/>
              <a:cxnLst/>
              <a:rect l="l" t="t" r="r" b="b"/>
              <a:pathLst>
                <a:path w="11349" h="115" extrusionOk="0">
                  <a:moveTo>
                    <a:pt x="57" y="0"/>
                  </a:moveTo>
                  <a:lnTo>
                    <a:pt x="19" y="19"/>
                  </a:lnTo>
                  <a:lnTo>
                    <a:pt x="0" y="57"/>
                  </a:lnTo>
                  <a:lnTo>
                    <a:pt x="19" y="95"/>
                  </a:lnTo>
                  <a:lnTo>
                    <a:pt x="57" y="114"/>
                  </a:lnTo>
                  <a:lnTo>
                    <a:pt x="11291" y="114"/>
                  </a:lnTo>
                  <a:lnTo>
                    <a:pt x="11329" y="95"/>
                  </a:lnTo>
                  <a:lnTo>
                    <a:pt x="11348" y="57"/>
                  </a:lnTo>
                  <a:lnTo>
                    <a:pt x="11329" y="19"/>
                  </a:lnTo>
                  <a:lnTo>
                    <a:pt x="1129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6"/>
            <p:cNvSpPr/>
            <p:nvPr/>
          </p:nvSpPr>
          <p:spPr>
            <a:xfrm>
              <a:off x="1817425" y="2484450"/>
              <a:ext cx="12850" cy="48025"/>
            </a:xfrm>
            <a:custGeom>
              <a:avLst/>
              <a:gdLst/>
              <a:ahLst/>
              <a:cxnLst/>
              <a:rect l="l" t="t" r="r" b="b"/>
              <a:pathLst>
                <a:path w="514" h="1921" extrusionOk="0">
                  <a:moveTo>
                    <a:pt x="419" y="0"/>
                  </a:moveTo>
                  <a:lnTo>
                    <a:pt x="400" y="38"/>
                  </a:lnTo>
                  <a:lnTo>
                    <a:pt x="0" y="1844"/>
                  </a:lnTo>
                  <a:lnTo>
                    <a:pt x="19" y="1882"/>
                  </a:lnTo>
                  <a:lnTo>
                    <a:pt x="57" y="1920"/>
                  </a:lnTo>
                  <a:lnTo>
                    <a:pt x="95" y="1901"/>
                  </a:lnTo>
                  <a:lnTo>
                    <a:pt x="114" y="1863"/>
                  </a:lnTo>
                  <a:lnTo>
                    <a:pt x="514" y="57"/>
                  </a:lnTo>
                  <a:lnTo>
                    <a:pt x="514" y="19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6"/>
            <p:cNvSpPr/>
            <p:nvPr/>
          </p:nvSpPr>
          <p:spPr>
            <a:xfrm>
              <a:off x="1879675" y="2484450"/>
              <a:ext cx="11900" cy="48975"/>
            </a:xfrm>
            <a:custGeom>
              <a:avLst/>
              <a:gdLst/>
              <a:ahLst/>
              <a:cxnLst/>
              <a:rect l="l" t="t" r="r" b="b"/>
              <a:pathLst>
                <a:path w="476" h="1959" extrusionOk="0">
                  <a:moveTo>
                    <a:pt x="400" y="0"/>
                  </a:moveTo>
                  <a:lnTo>
                    <a:pt x="362" y="38"/>
                  </a:lnTo>
                  <a:lnTo>
                    <a:pt x="0" y="1882"/>
                  </a:lnTo>
                  <a:lnTo>
                    <a:pt x="0" y="1920"/>
                  </a:lnTo>
                  <a:lnTo>
                    <a:pt x="38" y="1958"/>
                  </a:lnTo>
                  <a:lnTo>
                    <a:pt x="57" y="1958"/>
                  </a:lnTo>
                  <a:lnTo>
                    <a:pt x="77" y="1939"/>
                  </a:lnTo>
                  <a:lnTo>
                    <a:pt x="115" y="1901"/>
                  </a:lnTo>
                  <a:lnTo>
                    <a:pt x="476" y="57"/>
                  </a:lnTo>
                  <a:lnTo>
                    <a:pt x="476" y="19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6"/>
            <p:cNvSpPr/>
            <p:nvPr/>
          </p:nvSpPr>
          <p:spPr>
            <a:xfrm>
              <a:off x="1931950" y="2484450"/>
              <a:ext cx="11425" cy="48975"/>
            </a:xfrm>
            <a:custGeom>
              <a:avLst/>
              <a:gdLst/>
              <a:ahLst/>
              <a:cxnLst/>
              <a:rect l="l" t="t" r="r" b="b"/>
              <a:pathLst>
                <a:path w="457" h="1959" extrusionOk="0">
                  <a:moveTo>
                    <a:pt x="362" y="0"/>
                  </a:moveTo>
                  <a:lnTo>
                    <a:pt x="343" y="38"/>
                  </a:lnTo>
                  <a:lnTo>
                    <a:pt x="0" y="1882"/>
                  </a:lnTo>
                  <a:lnTo>
                    <a:pt x="19" y="1920"/>
                  </a:lnTo>
                  <a:lnTo>
                    <a:pt x="57" y="1958"/>
                  </a:lnTo>
                  <a:lnTo>
                    <a:pt x="95" y="1939"/>
                  </a:lnTo>
                  <a:lnTo>
                    <a:pt x="114" y="1901"/>
                  </a:lnTo>
                  <a:lnTo>
                    <a:pt x="457" y="57"/>
                  </a:lnTo>
                  <a:lnTo>
                    <a:pt x="457" y="19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6"/>
            <p:cNvSpPr/>
            <p:nvPr/>
          </p:nvSpPr>
          <p:spPr>
            <a:xfrm>
              <a:off x="2418575" y="1968375"/>
              <a:ext cx="671500" cy="726150"/>
            </a:xfrm>
            <a:custGeom>
              <a:avLst/>
              <a:gdLst/>
              <a:ahLst/>
              <a:cxnLst/>
              <a:rect l="l" t="t" r="r" b="b"/>
              <a:pathLst>
                <a:path w="26860" h="29046" extrusionOk="0">
                  <a:moveTo>
                    <a:pt x="7737" y="0"/>
                  </a:moveTo>
                  <a:lnTo>
                    <a:pt x="0" y="29045"/>
                  </a:lnTo>
                  <a:lnTo>
                    <a:pt x="19237" y="29045"/>
                  </a:lnTo>
                  <a:lnTo>
                    <a:pt x="26859" y="0"/>
                  </a:lnTo>
                  <a:close/>
                </a:path>
              </a:pathLst>
            </a:custGeom>
            <a:gradFill>
              <a:gsLst>
                <a:gs pos="0">
                  <a:srgbClr val="71BFC3"/>
                </a:gs>
                <a:gs pos="100000">
                  <a:srgbClr val="3B7477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6"/>
            <p:cNvSpPr/>
            <p:nvPr/>
          </p:nvSpPr>
          <p:spPr>
            <a:xfrm>
              <a:off x="2599150" y="2022550"/>
              <a:ext cx="356900" cy="2875"/>
            </a:xfrm>
            <a:custGeom>
              <a:avLst/>
              <a:gdLst/>
              <a:ahLst/>
              <a:cxnLst/>
              <a:rect l="l" t="t" r="r" b="b"/>
              <a:pathLst>
                <a:path w="14276" h="115" extrusionOk="0">
                  <a:moveTo>
                    <a:pt x="57" y="0"/>
                  </a:moveTo>
                  <a:lnTo>
                    <a:pt x="19" y="19"/>
                  </a:lnTo>
                  <a:lnTo>
                    <a:pt x="0" y="57"/>
                  </a:lnTo>
                  <a:lnTo>
                    <a:pt x="19" y="95"/>
                  </a:lnTo>
                  <a:lnTo>
                    <a:pt x="57" y="114"/>
                  </a:lnTo>
                  <a:lnTo>
                    <a:pt x="14219" y="114"/>
                  </a:lnTo>
                  <a:lnTo>
                    <a:pt x="14257" y="95"/>
                  </a:lnTo>
                  <a:lnTo>
                    <a:pt x="14276" y="57"/>
                  </a:lnTo>
                  <a:lnTo>
                    <a:pt x="14257" y="19"/>
                  </a:lnTo>
                  <a:lnTo>
                    <a:pt x="14219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6"/>
            <p:cNvSpPr/>
            <p:nvPr/>
          </p:nvSpPr>
          <p:spPr>
            <a:xfrm>
              <a:off x="2720325" y="2084800"/>
              <a:ext cx="304625" cy="2875"/>
            </a:xfrm>
            <a:custGeom>
              <a:avLst/>
              <a:gdLst/>
              <a:ahLst/>
              <a:cxnLst/>
              <a:rect l="l" t="t" r="r" b="b"/>
              <a:pathLst>
                <a:path w="12185" h="115" extrusionOk="0">
                  <a:moveTo>
                    <a:pt x="58" y="0"/>
                  </a:moveTo>
                  <a:lnTo>
                    <a:pt x="1" y="19"/>
                  </a:lnTo>
                  <a:lnTo>
                    <a:pt x="1" y="57"/>
                  </a:lnTo>
                  <a:lnTo>
                    <a:pt x="1" y="114"/>
                  </a:lnTo>
                  <a:lnTo>
                    <a:pt x="12166" y="114"/>
                  </a:lnTo>
                  <a:lnTo>
                    <a:pt x="12185" y="57"/>
                  </a:lnTo>
                  <a:lnTo>
                    <a:pt x="12166" y="19"/>
                  </a:lnTo>
                  <a:lnTo>
                    <a:pt x="12128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6"/>
            <p:cNvSpPr/>
            <p:nvPr/>
          </p:nvSpPr>
          <p:spPr>
            <a:xfrm>
              <a:off x="2563025" y="2147525"/>
              <a:ext cx="317000" cy="2875"/>
            </a:xfrm>
            <a:custGeom>
              <a:avLst/>
              <a:gdLst/>
              <a:ahLst/>
              <a:cxnLst/>
              <a:rect l="l" t="t" r="r" b="b"/>
              <a:pathLst>
                <a:path w="12680" h="115" extrusionOk="0">
                  <a:moveTo>
                    <a:pt x="58" y="0"/>
                  </a:moveTo>
                  <a:lnTo>
                    <a:pt x="20" y="19"/>
                  </a:lnTo>
                  <a:lnTo>
                    <a:pt x="1" y="57"/>
                  </a:lnTo>
                  <a:lnTo>
                    <a:pt x="20" y="95"/>
                  </a:lnTo>
                  <a:lnTo>
                    <a:pt x="58" y="114"/>
                  </a:lnTo>
                  <a:lnTo>
                    <a:pt x="12622" y="114"/>
                  </a:lnTo>
                  <a:lnTo>
                    <a:pt x="12660" y="95"/>
                  </a:lnTo>
                  <a:lnTo>
                    <a:pt x="12679" y="57"/>
                  </a:lnTo>
                  <a:lnTo>
                    <a:pt x="12660" y="19"/>
                  </a:lnTo>
                  <a:lnTo>
                    <a:pt x="12622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6"/>
            <p:cNvSpPr/>
            <p:nvPr/>
          </p:nvSpPr>
          <p:spPr>
            <a:xfrm>
              <a:off x="2804450" y="2022550"/>
              <a:ext cx="16175" cy="65125"/>
            </a:xfrm>
            <a:custGeom>
              <a:avLst/>
              <a:gdLst/>
              <a:ahLst/>
              <a:cxnLst/>
              <a:rect l="l" t="t" r="r" b="b"/>
              <a:pathLst>
                <a:path w="647" h="2605" extrusionOk="0">
                  <a:moveTo>
                    <a:pt x="551" y="0"/>
                  </a:moveTo>
                  <a:lnTo>
                    <a:pt x="532" y="38"/>
                  </a:lnTo>
                  <a:lnTo>
                    <a:pt x="0" y="2547"/>
                  </a:lnTo>
                  <a:lnTo>
                    <a:pt x="0" y="2585"/>
                  </a:lnTo>
                  <a:lnTo>
                    <a:pt x="38" y="2604"/>
                  </a:lnTo>
                  <a:lnTo>
                    <a:pt x="95" y="2604"/>
                  </a:lnTo>
                  <a:lnTo>
                    <a:pt x="114" y="2566"/>
                  </a:lnTo>
                  <a:lnTo>
                    <a:pt x="646" y="76"/>
                  </a:lnTo>
                  <a:lnTo>
                    <a:pt x="646" y="19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6"/>
            <p:cNvSpPr/>
            <p:nvPr/>
          </p:nvSpPr>
          <p:spPr>
            <a:xfrm>
              <a:off x="2865275" y="2026350"/>
              <a:ext cx="14750" cy="61325"/>
            </a:xfrm>
            <a:custGeom>
              <a:avLst/>
              <a:gdLst/>
              <a:ahLst/>
              <a:cxnLst/>
              <a:rect l="l" t="t" r="r" b="b"/>
              <a:pathLst>
                <a:path w="590" h="2453" extrusionOk="0">
                  <a:moveTo>
                    <a:pt x="551" y="0"/>
                  </a:moveTo>
                  <a:lnTo>
                    <a:pt x="494" y="19"/>
                  </a:lnTo>
                  <a:lnTo>
                    <a:pt x="475" y="57"/>
                  </a:lnTo>
                  <a:lnTo>
                    <a:pt x="0" y="2395"/>
                  </a:lnTo>
                  <a:lnTo>
                    <a:pt x="19" y="2433"/>
                  </a:lnTo>
                  <a:lnTo>
                    <a:pt x="57" y="2452"/>
                  </a:lnTo>
                  <a:lnTo>
                    <a:pt x="95" y="2452"/>
                  </a:lnTo>
                  <a:lnTo>
                    <a:pt x="114" y="2414"/>
                  </a:lnTo>
                  <a:lnTo>
                    <a:pt x="589" y="76"/>
                  </a:lnTo>
                  <a:lnTo>
                    <a:pt x="589" y="19"/>
                  </a:lnTo>
                  <a:lnTo>
                    <a:pt x="55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6"/>
            <p:cNvSpPr/>
            <p:nvPr/>
          </p:nvSpPr>
          <p:spPr>
            <a:xfrm>
              <a:off x="2916125" y="2022550"/>
              <a:ext cx="16175" cy="65125"/>
            </a:xfrm>
            <a:custGeom>
              <a:avLst/>
              <a:gdLst/>
              <a:ahLst/>
              <a:cxnLst/>
              <a:rect l="l" t="t" r="r" b="b"/>
              <a:pathLst>
                <a:path w="647" h="2605" extrusionOk="0">
                  <a:moveTo>
                    <a:pt x="551" y="0"/>
                  </a:moveTo>
                  <a:lnTo>
                    <a:pt x="532" y="38"/>
                  </a:lnTo>
                  <a:lnTo>
                    <a:pt x="0" y="2547"/>
                  </a:lnTo>
                  <a:lnTo>
                    <a:pt x="0" y="2585"/>
                  </a:lnTo>
                  <a:lnTo>
                    <a:pt x="38" y="2604"/>
                  </a:lnTo>
                  <a:lnTo>
                    <a:pt x="95" y="2604"/>
                  </a:lnTo>
                  <a:lnTo>
                    <a:pt x="114" y="2566"/>
                  </a:lnTo>
                  <a:lnTo>
                    <a:pt x="646" y="76"/>
                  </a:lnTo>
                  <a:lnTo>
                    <a:pt x="627" y="19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6"/>
            <p:cNvSpPr/>
            <p:nvPr/>
          </p:nvSpPr>
          <p:spPr>
            <a:xfrm>
              <a:off x="3128050" y="431050"/>
              <a:ext cx="92225" cy="110275"/>
            </a:xfrm>
            <a:custGeom>
              <a:avLst/>
              <a:gdLst/>
              <a:ahLst/>
              <a:cxnLst/>
              <a:rect l="l" t="t" r="r" b="b"/>
              <a:pathLst>
                <a:path w="3689" h="4411" extrusionOk="0">
                  <a:moveTo>
                    <a:pt x="267" y="0"/>
                  </a:moveTo>
                  <a:lnTo>
                    <a:pt x="210" y="609"/>
                  </a:lnTo>
                  <a:lnTo>
                    <a:pt x="96" y="1958"/>
                  </a:lnTo>
                  <a:lnTo>
                    <a:pt x="39" y="2700"/>
                  </a:lnTo>
                  <a:lnTo>
                    <a:pt x="1" y="3346"/>
                  </a:lnTo>
                  <a:lnTo>
                    <a:pt x="1" y="3821"/>
                  </a:lnTo>
                  <a:lnTo>
                    <a:pt x="20" y="3973"/>
                  </a:lnTo>
                  <a:lnTo>
                    <a:pt x="39" y="4049"/>
                  </a:lnTo>
                  <a:lnTo>
                    <a:pt x="115" y="4125"/>
                  </a:lnTo>
                  <a:lnTo>
                    <a:pt x="210" y="4182"/>
                  </a:lnTo>
                  <a:lnTo>
                    <a:pt x="419" y="4277"/>
                  </a:lnTo>
                  <a:lnTo>
                    <a:pt x="666" y="4334"/>
                  </a:lnTo>
                  <a:lnTo>
                    <a:pt x="932" y="4391"/>
                  </a:lnTo>
                  <a:lnTo>
                    <a:pt x="1217" y="4410"/>
                  </a:lnTo>
                  <a:lnTo>
                    <a:pt x="1521" y="4410"/>
                  </a:lnTo>
                  <a:lnTo>
                    <a:pt x="1845" y="4391"/>
                  </a:lnTo>
                  <a:lnTo>
                    <a:pt x="2149" y="4372"/>
                  </a:lnTo>
                  <a:lnTo>
                    <a:pt x="2738" y="4315"/>
                  </a:lnTo>
                  <a:lnTo>
                    <a:pt x="3213" y="4220"/>
                  </a:lnTo>
                  <a:lnTo>
                    <a:pt x="3688" y="4125"/>
                  </a:lnTo>
                  <a:lnTo>
                    <a:pt x="3441" y="723"/>
                  </a:lnTo>
                  <a:lnTo>
                    <a:pt x="267" y="0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6"/>
            <p:cNvSpPr/>
            <p:nvPr/>
          </p:nvSpPr>
          <p:spPr>
            <a:xfrm>
              <a:off x="3167025" y="454325"/>
              <a:ext cx="49450" cy="32825"/>
            </a:xfrm>
            <a:custGeom>
              <a:avLst/>
              <a:gdLst/>
              <a:ahLst/>
              <a:cxnLst/>
              <a:rect l="l" t="t" r="r" b="b"/>
              <a:pathLst>
                <a:path w="1978" h="1313" extrusionOk="0">
                  <a:moveTo>
                    <a:pt x="1" y="1"/>
                  </a:moveTo>
                  <a:lnTo>
                    <a:pt x="115" y="172"/>
                  </a:lnTo>
                  <a:lnTo>
                    <a:pt x="267" y="362"/>
                  </a:lnTo>
                  <a:lnTo>
                    <a:pt x="476" y="571"/>
                  </a:lnTo>
                  <a:lnTo>
                    <a:pt x="609" y="685"/>
                  </a:lnTo>
                  <a:lnTo>
                    <a:pt x="761" y="799"/>
                  </a:lnTo>
                  <a:lnTo>
                    <a:pt x="913" y="913"/>
                  </a:lnTo>
                  <a:lnTo>
                    <a:pt x="1103" y="1027"/>
                  </a:lnTo>
                  <a:lnTo>
                    <a:pt x="1293" y="1122"/>
                  </a:lnTo>
                  <a:lnTo>
                    <a:pt x="1502" y="1198"/>
                  </a:lnTo>
                  <a:lnTo>
                    <a:pt x="1730" y="1255"/>
                  </a:lnTo>
                  <a:lnTo>
                    <a:pt x="1977" y="1312"/>
                  </a:lnTo>
                  <a:lnTo>
                    <a:pt x="1977" y="1312"/>
                  </a:lnTo>
                  <a:lnTo>
                    <a:pt x="1958" y="685"/>
                  </a:lnTo>
                  <a:lnTo>
                    <a:pt x="1844" y="685"/>
                  </a:lnTo>
                  <a:lnTo>
                    <a:pt x="1711" y="666"/>
                  </a:lnTo>
                  <a:lnTo>
                    <a:pt x="1407" y="590"/>
                  </a:lnTo>
                  <a:lnTo>
                    <a:pt x="1103" y="476"/>
                  </a:lnTo>
                  <a:lnTo>
                    <a:pt x="780" y="343"/>
                  </a:lnTo>
                  <a:lnTo>
                    <a:pt x="229" y="1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6"/>
            <p:cNvSpPr/>
            <p:nvPr/>
          </p:nvSpPr>
          <p:spPr>
            <a:xfrm>
              <a:off x="3112375" y="332675"/>
              <a:ext cx="145450" cy="138800"/>
            </a:xfrm>
            <a:custGeom>
              <a:avLst/>
              <a:gdLst/>
              <a:ahLst/>
              <a:cxnLst/>
              <a:rect l="l" t="t" r="r" b="b"/>
              <a:pathLst>
                <a:path w="5818" h="5552" extrusionOk="0">
                  <a:moveTo>
                    <a:pt x="5361" y="1"/>
                  </a:moveTo>
                  <a:lnTo>
                    <a:pt x="1" y="457"/>
                  </a:lnTo>
                  <a:lnTo>
                    <a:pt x="837" y="4316"/>
                  </a:lnTo>
                  <a:lnTo>
                    <a:pt x="951" y="4392"/>
                  </a:lnTo>
                  <a:lnTo>
                    <a:pt x="1274" y="4582"/>
                  </a:lnTo>
                  <a:lnTo>
                    <a:pt x="1768" y="4848"/>
                  </a:lnTo>
                  <a:lnTo>
                    <a:pt x="2053" y="5000"/>
                  </a:lnTo>
                  <a:lnTo>
                    <a:pt x="2377" y="5133"/>
                  </a:lnTo>
                  <a:lnTo>
                    <a:pt x="2719" y="5266"/>
                  </a:lnTo>
                  <a:lnTo>
                    <a:pt x="3061" y="5380"/>
                  </a:lnTo>
                  <a:lnTo>
                    <a:pt x="3403" y="5475"/>
                  </a:lnTo>
                  <a:lnTo>
                    <a:pt x="3764" y="5532"/>
                  </a:lnTo>
                  <a:lnTo>
                    <a:pt x="4106" y="5551"/>
                  </a:lnTo>
                  <a:lnTo>
                    <a:pt x="4449" y="5551"/>
                  </a:lnTo>
                  <a:lnTo>
                    <a:pt x="4601" y="5532"/>
                  </a:lnTo>
                  <a:lnTo>
                    <a:pt x="4772" y="5494"/>
                  </a:lnTo>
                  <a:lnTo>
                    <a:pt x="4924" y="5437"/>
                  </a:lnTo>
                  <a:lnTo>
                    <a:pt x="5057" y="5380"/>
                  </a:lnTo>
                  <a:lnTo>
                    <a:pt x="5190" y="5285"/>
                  </a:lnTo>
                  <a:lnTo>
                    <a:pt x="5323" y="5190"/>
                  </a:lnTo>
                  <a:lnTo>
                    <a:pt x="5418" y="5076"/>
                  </a:lnTo>
                  <a:lnTo>
                    <a:pt x="5513" y="4924"/>
                  </a:lnTo>
                  <a:lnTo>
                    <a:pt x="5589" y="4772"/>
                  </a:lnTo>
                  <a:lnTo>
                    <a:pt x="5646" y="4601"/>
                  </a:lnTo>
                  <a:lnTo>
                    <a:pt x="5703" y="4411"/>
                  </a:lnTo>
                  <a:lnTo>
                    <a:pt x="5760" y="4221"/>
                  </a:lnTo>
                  <a:lnTo>
                    <a:pt x="5798" y="3783"/>
                  </a:lnTo>
                  <a:lnTo>
                    <a:pt x="5817" y="3346"/>
                  </a:lnTo>
                  <a:lnTo>
                    <a:pt x="5817" y="2871"/>
                  </a:lnTo>
                  <a:lnTo>
                    <a:pt x="5779" y="2396"/>
                  </a:lnTo>
                  <a:lnTo>
                    <a:pt x="5741" y="1940"/>
                  </a:lnTo>
                  <a:lnTo>
                    <a:pt x="5665" y="1502"/>
                  </a:lnTo>
                  <a:lnTo>
                    <a:pt x="5532" y="723"/>
                  </a:lnTo>
                  <a:lnTo>
                    <a:pt x="5418" y="191"/>
                  </a:lnTo>
                  <a:lnTo>
                    <a:pt x="5361" y="1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6"/>
            <p:cNvSpPr/>
            <p:nvPr/>
          </p:nvSpPr>
          <p:spPr>
            <a:xfrm>
              <a:off x="3241150" y="377350"/>
              <a:ext cx="9050" cy="11900"/>
            </a:xfrm>
            <a:custGeom>
              <a:avLst/>
              <a:gdLst/>
              <a:ahLst/>
              <a:cxnLst/>
              <a:rect l="l" t="t" r="r" b="b"/>
              <a:pathLst>
                <a:path w="362" h="476" extrusionOk="0">
                  <a:moveTo>
                    <a:pt x="172" y="0"/>
                  </a:moveTo>
                  <a:lnTo>
                    <a:pt x="115" y="20"/>
                  </a:lnTo>
                  <a:lnTo>
                    <a:pt x="58" y="77"/>
                  </a:lnTo>
                  <a:lnTo>
                    <a:pt x="20" y="134"/>
                  </a:lnTo>
                  <a:lnTo>
                    <a:pt x="1" y="229"/>
                  </a:lnTo>
                  <a:lnTo>
                    <a:pt x="20" y="324"/>
                  </a:lnTo>
                  <a:lnTo>
                    <a:pt x="58" y="400"/>
                  </a:lnTo>
                  <a:lnTo>
                    <a:pt x="96" y="457"/>
                  </a:lnTo>
                  <a:lnTo>
                    <a:pt x="172" y="476"/>
                  </a:lnTo>
                  <a:lnTo>
                    <a:pt x="248" y="457"/>
                  </a:lnTo>
                  <a:lnTo>
                    <a:pt x="305" y="400"/>
                  </a:lnTo>
                  <a:lnTo>
                    <a:pt x="343" y="324"/>
                  </a:lnTo>
                  <a:lnTo>
                    <a:pt x="362" y="248"/>
                  </a:lnTo>
                  <a:lnTo>
                    <a:pt x="343" y="153"/>
                  </a:lnTo>
                  <a:lnTo>
                    <a:pt x="305" y="77"/>
                  </a:lnTo>
                  <a:lnTo>
                    <a:pt x="248" y="20"/>
                  </a:lnTo>
                  <a:lnTo>
                    <a:pt x="172" y="0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6"/>
            <p:cNvSpPr/>
            <p:nvPr/>
          </p:nvSpPr>
          <p:spPr>
            <a:xfrm>
              <a:off x="3200775" y="380200"/>
              <a:ext cx="8575" cy="11900"/>
            </a:xfrm>
            <a:custGeom>
              <a:avLst/>
              <a:gdLst/>
              <a:ahLst/>
              <a:cxnLst/>
              <a:rect l="l" t="t" r="r" b="b"/>
              <a:pathLst>
                <a:path w="343" h="476" extrusionOk="0">
                  <a:moveTo>
                    <a:pt x="171" y="1"/>
                  </a:moveTo>
                  <a:lnTo>
                    <a:pt x="114" y="20"/>
                  </a:lnTo>
                  <a:lnTo>
                    <a:pt x="57" y="58"/>
                  </a:lnTo>
                  <a:lnTo>
                    <a:pt x="0" y="134"/>
                  </a:lnTo>
                  <a:lnTo>
                    <a:pt x="0" y="229"/>
                  </a:lnTo>
                  <a:lnTo>
                    <a:pt x="0" y="324"/>
                  </a:lnTo>
                  <a:lnTo>
                    <a:pt x="38" y="400"/>
                  </a:lnTo>
                  <a:lnTo>
                    <a:pt x="95" y="457"/>
                  </a:lnTo>
                  <a:lnTo>
                    <a:pt x="171" y="476"/>
                  </a:lnTo>
                  <a:lnTo>
                    <a:pt x="228" y="457"/>
                  </a:lnTo>
                  <a:lnTo>
                    <a:pt x="285" y="400"/>
                  </a:lnTo>
                  <a:lnTo>
                    <a:pt x="342" y="324"/>
                  </a:lnTo>
                  <a:lnTo>
                    <a:pt x="342" y="248"/>
                  </a:lnTo>
                  <a:lnTo>
                    <a:pt x="342" y="153"/>
                  </a:lnTo>
                  <a:lnTo>
                    <a:pt x="304" y="77"/>
                  </a:lnTo>
                  <a:lnTo>
                    <a:pt x="247" y="20"/>
                  </a:lnTo>
                  <a:lnTo>
                    <a:pt x="171" y="1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6"/>
            <p:cNvSpPr/>
            <p:nvPr/>
          </p:nvSpPr>
          <p:spPr>
            <a:xfrm>
              <a:off x="3224050" y="386375"/>
              <a:ext cx="14750" cy="30925"/>
            </a:xfrm>
            <a:custGeom>
              <a:avLst/>
              <a:gdLst/>
              <a:ahLst/>
              <a:cxnLst/>
              <a:rect l="l" t="t" r="r" b="b"/>
              <a:pathLst>
                <a:path w="590" h="1237" extrusionOk="0">
                  <a:moveTo>
                    <a:pt x="191" y="1"/>
                  </a:moveTo>
                  <a:lnTo>
                    <a:pt x="172" y="39"/>
                  </a:lnTo>
                  <a:lnTo>
                    <a:pt x="172" y="77"/>
                  </a:lnTo>
                  <a:lnTo>
                    <a:pt x="324" y="400"/>
                  </a:lnTo>
                  <a:lnTo>
                    <a:pt x="419" y="685"/>
                  </a:lnTo>
                  <a:lnTo>
                    <a:pt x="476" y="894"/>
                  </a:lnTo>
                  <a:lnTo>
                    <a:pt x="476" y="970"/>
                  </a:lnTo>
                  <a:lnTo>
                    <a:pt x="457" y="1008"/>
                  </a:lnTo>
                  <a:lnTo>
                    <a:pt x="343" y="1065"/>
                  </a:lnTo>
                  <a:lnTo>
                    <a:pt x="191" y="1103"/>
                  </a:lnTo>
                  <a:lnTo>
                    <a:pt x="39" y="1122"/>
                  </a:lnTo>
                  <a:lnTo>
                    <a:pt x="1" y="1141"/>
                  </a:lnTo>
                  <a:lnTo>
                    <a:pt x="1" y="1179"/>
                  </a:lnTo>
                  <a:lnTo>
                    <a:pt x="20" y="1217"/>
                  </a:lnTo>
                  <a:lnTo>
                    <a:pt x="58" y="1236"/>
                  </a:lnTo>
                  <a:lnTo>
                    <a:pt x="229" y="1198"/>
                  </a:lnTo>
                  <a:lnTo>
                    <a:pt x="381" y="1160"/>
                  </a:lnTo>
                  <a:lnTo>
                    <a:pt x="457" y="1141"/>
                  </a:lnTo>
                  <a:lnTo>
                    <a:pt x="533" y="1103"/>
                  </a:lnTo>
                  <a:lnTo>
                    <a:pt x="552" y="1065"/>
                  </a:lnTo>
                  <a:lnTo>
                    <a:pt x="571" y="1027"/>
                  </a:lnTo>
                  <a:lnTo>
                    <a:pt x="590" y="913"/>
                  </a:lnTo>
                  <a:lnTo>
                    <a:pt x="571" y="780"/>
                  </a:lnTo>
                  <a:lnTo>
                    <a:pt x="514" y="628"/>
                  </a:lnTo>
                  <a:lnTo>
                    <a:pt x="400" y="286"/>
                  </a:lnTo>
                  <a:lnTo>
                    <a:pt x="267" y="20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6"/>
            <p:cNvSpPr/>
            <p:nvPr/>
          </p:nvSpPr>
          <p:spPr>
            <a:xfrm>
              <a:off x="3211225" y="421550"/>
              <a:ext cx="26625" cy="12375"/>
            </a:xfrm>
            <a:custGeom>
              <a:avLst/>
              <a:gdLst/>
              <a:ahLst/>
              <a:cxnLst/>
              <a:rect l="l" t="t" r="r" b="b"/>
              <a:pathLst>
                <a:path w="1065" h="495" extrusionOk="0">
                  <a:moveTo>
                    <a:pt x="19" y="0"/>
                  </a:moveTo>
                  <a:lnTo>
                    <a:pt x="0" y="38"/>
                  </a:lnTo>
                  <a:lnTo>
                    <a:pt x="0" y="76"/>
                  </a:lnTo>
                  <a:lnTo>
                    <a:pt x="76" y="190"/>
                  </a:lnTo>
                  <a:lnTo>
                    <a:pt x="133" y="285"/>
                  </a:lnTo>
                  <a:lnTo>
                    <a:pt x="228" y="361"/>
                  </a:lnTo>
                  <a:lnTo>
                    <a:pt x="304" y="399"/>
                  </a:lnTo>
                  <a:lnTo>
                    <a:pt x="380" y="437"/>
                  </a:lnTo>
                  <a:lnTo>
                    <a:pt x="476" y="476"/>
                  </a:lnTo>
                  <a:lnTo>
                    <a:pt x="647" y="495"/>
                  </a:lnTo>
                  <a:lnTo>
                    <a:pt x="799" y="476"/>
                  </a:lnTo>
                  <a:lnTo>
                    <a:pt x="913" y="437"/>
                  </a:lnTo>
                  <a:lnTo>
                    <a:pt x="1027" y="399"/>
                  </a:lnTo>
                  <a:lnTo>
                    <a:pt x="1065" y="380"/>
                  </a:lnTo>
                  <a:lnTo>
                    <a:pt x="1065" y="323"/>
                  </a:lnTo>
                  <a:lnTo>
                    <a:pt x="1027" y="304"/>
                  </a:lnTo>
                  <a:lnTo>
                    <a:pt x="989" y="304"/>
                  </a:lnTo>
                  <a:lnTo>
                    <a:pt x="875" y="342"/>
                  </a:lnTo>
                  <a:lnTo>
                    <a:pt x="761" y="361"/>
                  </a:lnTo>
                  <a:lnTo>
                    <a:pt x="647" y="380"/>
                  </a:lnTo>
                  <a:lnTo>
                    <a:pt x="495" y="361"/>
                  </a:lnTo>
                  <a:lnTo>
                    <a:pt x="361" y="304"/>
                  </a:lnTo>
                  <a:lnTo>
                    <a:pt x="285" y="266"/>
                  </a:lnTo>
                  <a:lnTo>
                    <a:pt x="228" y="209"/>
                  </a:lnTo>
                  <a:lnTo>
                    <a:pt x="152" y="133"/>
                  </a:lnTo>
                  <a:lnTo>
                    <a:pt x="95" y="38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6"/>
            <p:cNvSpPr/>
            <p:nvPr/>
          </p:nvSpPr>
          <p:spPr>
            <a:xfrm>
              <a:off x="3100025" y="279925"/>
              <a:ext cx="172050" cy="174900"/>
            </a:xfrm>
            <a:custGeom>
              <a:avLst/>
              <a:gdLst/>
              <a:ahLst/>
              <a:cxnLst/>
              <a:rect l="l" t="t" r="r" b="b"/>
              <a:pathLst>
                <a:path w="6882" h="6996" extrusionOk="0">
                  <a:moveTo>
                    <a:pt x="5741" y="1"/>
                  </a:moveTo>
                  <a:lnTo>
                    <a:pt x="5570" y="20"/>
                  </a:lnTo>
                  <a:lnTo>
                    <a:pt x="5190" y="96"/>
                  </a:lnTo>
                  <a:lnTo>
                    <a:pt x="4847" y="191"/>
                  </a:lnTo>
                  <a:lnTo>
                    <a:pt x="4581" y="305"/>
                  </a:lnTo>
                  <a:lnTo>
                    <a:pt x="4372" y="419"/>
                  </a:lnTo>
                  <a:lnTo>
                    <a:pt x="4277" y="476"/>
                  </a:lnTo>
                  <a:lnTo>
                    <a:pt x="4163" y="495"/>
                  </a:lnTo>
                  <a:lnTo>
                    <a:pt x="4049" y="495"/>
                  </a:lnTo>
                  <a:lnTo>
                    <a:pt x="3935" y="476"/>
                  </a:lnTo>
                  <a:lnTo>
                    <a:pt x="3688" y="419"/>
                  </a:lnTo>
                  <a:lnTo>
                    <a:pt x="3460" y="324"/>
                  </a:lnTo>
                  <a:lnTo>
                    <a:pt x="3251" y="286"/>
                  </a:lnTo>
                  <a:lnTo>
                    <a:pt x="3061" y="267"/>
                  </a:lnTo>
                  <a:lnTo>
                    <a:pt x="2852" y="286"/>
                  </a:lnTo>
                  <a:lnTo>
                    <a:pt x="2661" y="324"/>
                  </a:lnTo>
                  <a:lnTo>
                    <a:pt x="2471" y="381"/>
                  </a:lnTo>
                  <a:lnTo>
                    <a:pt x="2300" y="495"/>
                  </a:lnTo>
                  <a:lnTo>
                    <a:pt x="2167" y="609"/>
                  </a:lnTo>
                  <a:lnTo>
                    <a:pt x="2034" y="780"/>
                  </a:lnTo>
                  <a:lnTo>
                    <a:pt x="2015" y="780"/>
                  </a:lnTo>
                  <a:lnTo>
                    <a:pt x="1977" y="799"/>
                  </a:lnTo>
                  <a:lnTo>
                    <a:pt x="1673" y="799"/>
                  </a:lnTo>
                  <a:lnTo>
                    <a:pt x="1464" y="818"/>
                  </a:lnTo>
                  <a:lnTo>
                    <a:pt x="1350" y="837"/>
                  </a:lnTo>
                  <a:lnTo>
                    <a:pt x="1236" y="875"/>
                  </a:lnTo>
                  <a:lnTo>
                    <a:pt x="1122" y="932"/>
                  </a:lnTo>
                  <a:lnTo>
                    <a:pt x="1027" y="1008"/>
                  </a:lnTo>
                  <a:lnTo>
                    <a:pt x="913" y="1103"/>
                  </a:lnTo>
                  <a:lnTo>
                    <a:pt x="837" y="1217"/>
                  </a:lnTo>
                  <a:lnTo>
                    <a:pt x="742" y="1350"/>
                  </a:lnTo>
                  <a:lnTo>
                    <a:pt x="685" y="1521"/>
                  </a:lnTo>
                  <a:lnTo>
                    <a:pt x="533" y="1540"/>
                  </a:lnTo>
                  <a:lnTo>
                    <a:pt x="418" y="1597"/>
                  </a:lnTo>
                  <a:lnTo>
                    <a:pt x="323" y="1674"/>
                  </a:lnTo>
                  <a:lnTo>
                    <a:pt x="228" y="1750"/>
                  </a:lnTo>
                  <a:lnTo>
                    <a:pt x="152" y="1845"/>
                  </a:lnTo>
                  <a:lnTo>
                    <a:pt x="95" y="1978"/>
                  </a:lnTo>
                  <a:lnTo>
                    <a:pt x="57" y="2092"/>
                  </a:lnTo>
                  <a:lnTo>
                    <a:pt x="19" y="2244"/>
                  </a:lnTo>
                  <a:lnTo>
                    <a:pt x="0" y="2396"/>
                  </a:lnTo>
                  <a:lnTo>
                    <a:pt x="0" y="2548"/>
                  </a:lnTo>
                  <a:lnTo>
                    <a:pt x="0" y="2909"/>
                  </a:lnTo>
                  <a:lnTo>
                    <a:pt x="57" y="3270"/>
                  </a:lnTo>
                  <a:lnTo>
                    <a:pt x="114" y="3650"/>
                  </a:lnTo>
                  <a:lnTo>
                    <a:pt x="209" y="4031"/>
                  </a:lnTo>
                  <a:lnTo>
                    <a:pt x="304" y="4392"/>
                  </a:lnTo>
                  <a:lnTo>
                    <a:pt x="514" y="5057"/>
                  </a:lnTo>
                  <a:lnTo>
                    <a:pt x="685" y="5570"/>
                  </a:lnTo>
                  <a:lnTo>
                    <a:pt x="723" y="5741"/>
                  </a:lnTo>
                  <a:lnTo>
                    <a:pt x="742" y="5817"/>
                  </a:lnTo>
                  <a:lnTo>
                    <a:pt x="761" y="6160"/>
                  </a:lnTo>
                  <a:lnTo>
                    <a:pt x="818" y="6483"/>
                  </a:lnTo>
                  <a:lnTo>
                    <a:pt x="875" y="6673"/>
                  </a:lnTo>
                  <a:lnTo>
                    <a:pt x="932" y="6749"/>
                  </a:lnTo>
                  <a:lnTo>
                    <a:pt x="970" y="6844"/>
                  </a:lnTo>
                  <a:lnTo>
                    <a:pt x="1027" y="6901"/>
                  </a:lnTo>
                  <a:lnTo>
                    <a:pt x="1103" y="6958"/>
                  </a:lnTo>
                  <a:lnTo>
                    <a:pt x="1179" y="6977"/>
                  </a:lnTo>
                  <a:lnTo>
                    <a:pt x="1274" y="6996"/>
                  </a:lnTo>
                  <a:lnTo>
                    <a:pt x="1331" y="6977"/>
                  </a:lnTo>
                  <a:lnTo>
                    <a:pt x="1388" y="6958"/>
                  </a:lnTo>
                  <a:lnTo>
                    <a:pt x="1483" y="6882"/>
                  </a:lnTo>
                  <a:lnTo>
                    <a:pt x="1540" y="6787"/>
                  </a:lnTo>
                  <a:lnTo>
                    <a:pt x="1597" y="6673"/>
                  </a:lnTo>
                  <a:lnTo>
                    <a:pt x="1616" y="6559"/>
                  </a:lnTo>
                  <a:lnTo>
                    <a:pt x="1616" y="6445"/>
                  </a:lnTo>
                  <a:lnTo>
                    <a:pt x="1578" y="6198"/>
                  </a:lnTo>
                  <a:lnTo>
                    <a:pt x="1521" y="5722"/>
                  </a:lnTo>
                  <a:lnTo>
                    <a:pt x="1502" y="5228"/>
                  </a:lnTo>
                  <a:lnTo>
                    <a:pt x="1521" y="4981"/>
                  </a:lnTo>
                  <a:lnTo>
                    <a:pt x="1559" y="4753"/>
                  </a:lnTo>
                  <a:lnTo>
                    <a:pt x="1597" y="4639"/>
                  </a:lnTo>
                  <a:lnTo>
                    <a:pt x="1635" y="4525"/>
                  </a:lnTo>
                  <a:lnTo>
                    <a:pt x="1711" y="4430"/>
                  </a:lnTo>
                  <a:lnTo>
                    <a:pt x="1787" y="4335"/>
                  </a:lnTo>
                  <a:lnTo>
                    <a:pt x="1901" y="4259"/>
                  </a:lnTo>
                  <a:lnTo>
                    <a:pt x="2034" y="4202"/>
                  </a:lnTo>
                  <a:lnTo>
                    <a:pt x="2319" y="4126"/>
                  </a:lnTo>
                  <a:lnTo>
                    <a:pt x="2585" y="4050"/>
                  </a:lnTo>
                  <a:lnTo>
                    <a:pt x="2719" y="3974"/>
                  </a:lnTo>
                  <a:lnTo>
                    <a:pt x="2833" y="3897"/>
                  </a:lnTo>
                  <a:lnTo>
                    <a:pt x="2947" y="3764"/>
                  </a:lnTo>
                  <a:lnTo>
                    <a:pt x="3023" y="3612"/>
                  </a:lnTo>
                  <a:lnTo>
                    <a:pt x="3118" y="3460"/>
                  </a:lnTo>
                  <a:lnTo>
                    <a:pt x="3213" y="3308"/>
                  </a:lnTo>
                  <a:lnTo>
                    <a:pt x="3327" y="3194"/>
                  </a:lnTo>
                  <a:lnTo>
                    <a:pt x="3441" y="3099"/>
                  </a:lnTo>
                  <a:lnTo>
                    <a:pt x="3593" y="3023"/>
                  </a:lnTo>
                  <a:lnTo>
                    <a:pt x="3745" y="2966"/>
                  </a:lnTo>
                  <a:lnTo>
                    <a:pt x="3897" y="2928"/>
                  </a:lnTo>
                  <a:lnTo>
                    <a:pt x="4068" y="2890"/>
                  </a:lnTo>
                  <a:lnTo>
                    <a:pt x="4391" y="2890"/>
                  </a:lnTo>
                  <a:lnTo>
                    <a:pt x="4714" y="2909"/>
                  </a:lnTo>
                  <a:lnTo>
                    <a:pt x="5038" y="2966"/>
                  </a:lnTo>
                  <a:lnTo>
                    <a:pt x="5209" y="2966"/>
                  </a:lnTo>
                  <a:lnTo>
                    <a:pt x="5361" y="2985"/>
                  </a:lnTo>
                  <a:lnTo>
                    <a:pt x="5532" y="2966"/>
                  </a:lnTo>
                  <a:lnTo>
                    <a:pt x="5684" y="2947"/>
                  </a:lnTo>
                  <a:lnTo>
                    <a:pt x="5969" y="2852"/>
                  </a:lnTo>
                  <a:lnTo>
                    <a:pt x="6102" y="2795"/>
                  </a:lnTo>
                  <a:lnTo>
                    <a:pt x="6235" y="2738"/>
                  </a:lnTo>
                  <a:lnTo>
                    <a:pt x="6368" y="2662"/>
                  </a:lnTo>
                  <a:lnTo>
                    <a:pt x="6482" y="2567"/>
                  </a:lnTo>
                  <a:lnTo>
                    <a:pt x="6596" y="2453"/>
                  </a:lnTo>
                  <a:lnTo>
                    <a:pt x="6691" y="2320"/>
                  </a:lnTo>
                  <a:lnTo>
                    <a:pt x="6767" y="2168"/>
                  </a:lnTo>
                  <a:lnTo>
                    <a:pt x="6824" y="1997"/>
                  </a:lnTo>
                  <a:lnTo>
                    <a:pt x="6862" y="1807"/>
                  </a:lnTo>
                  <a:lnTo>
                    <a:pt x="6881" y="1597"/>
                  </a:lnTo>
                  <a:lnTo>
                    <a:pt x="6881" y="1350"/>
                  </a:lnTo>
                  <a:lnTo>
                    <a:pt x="6843" y="1084"/>
                  </a:lnTo>
                  <a:lnTo>
                    <a:pt x="6767" y="780"/>
                  </a:lnTo>
                  <a:lnTo>
                    <a:pt x="6672" y="438"/>
                  </a:lnTo>
                  <a:lnTo>
                    <a:pt x="6615" y="305"/>
                  </a:lnTo>
                  <a:lnTo>
                    <a:pt x="6520" y="191"/>
                  </a:lnTo>
                  <a:lnTo>
                    <a:pt x="6387" y="115"/>
                  </a:lnTo>
                  <a:lnTo>
                    <a:pt x="6254" y="58"/>
                  </a:lnTo>
                  <a:lnTo>
                    <a:pt x="6102" y="20"/>
                  </a:lnTo>
                  <a:lnTo>
                    <a:pt x="59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6"/>
            <p:cNvSpPr/>
            <p:nvPr/>
          </p:nvSpPr>
          <p:spPr>
            <a:xfrm>
              <a:off x="3128525" y="383050"/>
              <a:ext cx="28075" cy="36625"/>
            </a:xfrm>
            <a:custGeom>
              <a:avLst/>
              <a:gdLst/>
              <a:ahLst/>
              <a:cxnLst/>
              <a:rect l="l" t="t" r="r" b="b"/>
              <a:pathLst>
                <a:path w="1123" h="1465" extrusionOk="0">
                  <a:moveTo>
                    <a:pt x="495" y="1"/>
                  </a:moveTo>
                  <a:lnTo>
                    <a:pt x="400" y="20"/>
                  </a:lnTo>
                  <a:lnTo>
                    <a:pt x="324" y="39"/>
                  </a:lnTo>
                  <a:lnTo>
                    <a:pt x="248" y="77"/>
                  </a:lnTo>
                  <a:lnTo>
                    <a:pt x="191" y="115"/>
                  </a:lnTo>
                  <a:lnTo>
                    <a:pt x="134" y="172"/>
                  </a:lnTo>
                  <a:lnTo>
                    <a:pt x="58" y="305"/>
                  </a:lnTo>
                  <a:lnTo>
                    <a:pt x="20" y="476"/>
                  </a:lnTo>
                  <a:lnTo>
                    <a:pt x="1" y="628"/>
                  </a:lnTo>
                  <a:lnTo>
                    <a:pt x="1" y="780"/>
                  </a:lnTo>
                  <a:lnTo>
                    <a:pt x="20" y="894"/>
                  </a:lnTo>
                  <a:lnTo>
                    <a:pt x="77" y="989"/>
                  </a:lnTo>
                  <a:lnTo>
                    <a:pt x="248" y="1141"/>
                  </a:lnTo>
                  <a:lnTo>
                    <a:pt x="419" y="1274"/>
                  </a:lnTo>
                  <a:lnTo>
                    <a:pt x="571" y="1350"/>
                  </a:lnTo>
                  <a:lnTo>
                    <a:pt x="704" y="1407"/>
                  </a:lnTo>
                  <a:lnTo>
                    <a:pt x="818" y="1445"/>
                  </a:lnTo>
                  <a:lnTo>
                    <a:pt x="913" y="1445"/>
                  </a:lnTo>
                  <a:lnTo>
                    <a:pt x="989" y="1464"/>
                  </a:lnTo>
                  <a:lnTo>
                    <a:pt x="1122" y="419"/>
                  </a:lnTo>
                  <a:lnTo>
                    <a:pt x="1065" y="343"/>
                  </a:lnTo>
                  <a:lnTo>
                    <a:pt x="1008" y="267"/>
                  </a:lnTo>
                  <a:lnTo>
                    <a:pt x="932" y="191"/>
                  </a:lnTo>
                  <a:lnTo>
                    <a:pt x="837" y="96"/>
                  </a:lnTo>
                  <a:lnTo>
                    <a:pt x="723" y="39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6"/>
            <p:cNvSpPr/>
            <p:nvPr/>
          </p:nvSpPr>
          <p:spPr>
            <a:xfrm>
              <a:off x="3134225" y="393500"/>
              <a:ext cx="15250" cy="10000"/>
            </a:xfrm>
            <a:custGeom>
              <a:avLst/>
              <a:gdLst/>
              <a:ahLst/>
              <a:cxnLst/>
              <a:rect l="l" t="t" r="r" b="b"/>
              <a:pathLst>
                <a:path w="610" h="400" extrusionOk="0">
                  <a:moveTo>
                    <a:pt x="229" y="1"/>
                  </a:moveTo>
                  <a:lnTo>
                    <a:pt x="153" y="20"/>
                  </a:lnTo>
                  <a:lnTo>
                    <a:pt x="96" y="58"/>
                  </a:lnTo>
                  <a:lnTo>
                    <a:pt x="39" y="115"/>
                  </a:lnTo>
                  <a:lnTo>
                    <a:pt x="20" y="172"/>
                  </a:lnTo>
                  <a:lnTo>
                    <a:pt x="1" y="248"/>
                  </a:lnTo>
                  <a:lnTo>
                    <a:pt x="1" y="362"/>
                  </a:lnTo>
                  <a:lnTo>
                    <a:pt x="20" y="381"/>
                  </a:lnTo>
                  <a:lnTo>
                    <a:pt x="58" y="400"/>
                  </a:lnTo>
                  <a:lnTo>
                    <a:pt x="96" y="381"/>
                  </a:lnTo>
                  <a:lnTo>
                    <a:pt x="115" y="343"/>
                  </a:lnTo>
                  <a:lnTo>
                    <a:pt x="115" y="210"/>
                  </a:lnTo>
                  <a:lnTo>
                    <a:pt x="134" y="172"/>
                  </a:lnTo>
                  <a:lnTo>
                    <a:pt x="172" y="134"/>
                  </a:lnTo>
                  <a:lnTo>
                    <a:pt x="210" y="115"/>
                  </a:lnTo>
                  <a:lnTo>
                    <a:pt x="362" y="115"/>
                  </a:lnTo>
                  <a:lnTo>
                    <a:pt x="457" y="134"/>
                  </a:lnTo>
                  <a:lnTo>
                    <a:pt x="533" y="153"/>
                  </a:lnTo>
                  <a:lnTo>
                    <a:pt x="571" y="153"/>
                  </a:lnTo>
                  <a:lnTo>
                    <a:pt x="609" y="115"/>
                  </a:lnTo>
                  <a:lnTo>
                    <a:pt x="609" y="77"/>
                  </a:lnTo>
                  <a:lnTo>
                    <a:pt x="571" y="39"/>
                  </a:lnTo>
                  <a:lnTo>
                    <a:pt x="514" y="20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6"/>
            <p:cNvSpPr/>
            <p:nvPr/>
          </p:nvSpPr>
          <p:spPr>
            <a:xfrm>
              <a:off x="3137550" y="393975"/>
              <a:ext cx="8125" cy="12400"/>
            </a:xfrm>
            <a:custGeom>
              <a:avLst/>
              <a:gdLst/>
              <a:ahLst/>
              <a:cxnLst/>
              <a:rect l="l" t="t" r="r" b="b"/>
              <a:pathLst>
                <a:path w="325" h="496" extrusionOk="0">
                  <a:moveTo>
                    <a:pt x="39" y="1"/>
                  </a:moveTo>
                  <a:lnTo>
                    <a:pt x="1" y="20"/>
                  </a:lnTo>
                  <a:lnTo>
                    <a:pt x="1" y="58"/>
                  </a:lnTo>
                  <a:lnTo>
                    <a:pt x="20" y="172"/>
                  </a:lnTo>
                  <a:lnTo>
                    <a:pt x="77" y="248"/>
                  </a:lnTo>
                  <a:lnTo>
                    <a:pt x="172" y="400"/>
                  </a:lnTo>
                  <a:lnTo>
                    <a:pt x="210" y="457"/>
                  </a:lnTo>
                  <a:lnTo>
                    <a:pt x="229" y="476"/>
                  </a:lnTo>
                  <a:lnTo>
                    <a:pt x="267" y="495"/>
                  </a:lnTo>
                  <a:lnTo>
                    <a:pt x="305" y="495"/>
                  </a:lnTo>
                  <a:lnTo>
                    <a:pt x="324" y="457"/>
                  </a:lnTo>
                  <a:lnTo>
                    <a:pt x="324" y="400"/>
                  </a:lnTo>
                  <a:lnTo>
                    <a:pt x="267" y="324"/>
                  </a:lnTo>
                  <a:lnTo>
                    <a:pt x="172" y="210"/>
                  </a:lnTo>
                  <a:lnTo>
                    <a:pt x="134" y="115"/>
                  </a:lnTo>
                  <a:lnTo>
                    <a:pt x="96" y="39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6"/>
            <p:cNvSpPr/>
            <p:nvPr/>
          </p:nvSpPr>
          <p:spPr>
            <a:xfrm>
              <a:off x="3758675" y="238125"/>
              <a:ext cx="133550" cy="159675"/>
            </a:xfrm>
            <a:custGeom>
              <a:avLst/>
              <a:gdLst/>
              <a:ahLst/>
              <a:cxnLst/>
              <a:rect l="l" t="t" r="r" b="b"/>
              <a:pathLst>
                <a:path w="5342" h="6387" extrusionOk="0">
                  <a:moveTo>
                    <a:pt x="3859" y="0"/>
                  </a:moveTo>
                  <a:lnTo>
                    <a:pt x="3726" y="19"/>
                  </a:lnTo>
                  <a:lnTo>
                    <a:pt x="3593" y="76"/>
                  </a:lnTo>
                  <a:lnTo>
                    <a:pt x="3498" y="133"/>
                  </a:lnTo>
                  <a:lnTo>
                    <a:pt x="3422" y="190"/>
                  </a:lnTo>
                  <a:lnTo>
                    <a:pt x="3213" y="399"/>
                  </a:lnTo>
                  <a:lnTo>
                    <a:pt x="2984" y="646"/>
                  </a:lnTo>
                  <a:lnTo>
                    <a:pt x="2471" y="1217"/>
                  </a:lnTo>
                  <a:lnTo>
                    <a:pt x="1901" y="1901"/>
                  </a:lnTo>
                  <a:lnTo>
                    <a:pt x="1331" y="2585"/>
                  </a:lnTo>
                  <a:lnTo>
                    <a:pt x="399" y="3764"/>
                  </a:lnTo>
                  <a:lnTo>
                    <a:pt x="0" y="4277"/>
                  </a:lnTo>
                  <a:lnTo>
                    <a:pt x="2813" y="6387"/>
                  </a:lnTo>
                  <a:lnTo>
                    <a:pt x="3213" y="6026"/>
                  </a:lnTo>
                  <a:lnTo>
                    <a:pt x="4049" y="5208"/>
                  </a:lnTo>
                  <a:lnTo>
                    <a:pt x="4505" y="4752"/>
                  </a:lnTo>
                  <a:lnTo>
                    <a:pt x="4923" y="4334"/>
                  </a:lnTo>
                  <a:lnTo>
                    <a:pt x="5208" y="3973"/>
                  </a:lnTo>
                  <a:lnTo>
                    <a:pt x="5303" y="3840"/>
                  </a:lnTo>
                  <a:lnTo>
                    <a:pt x="5341" y="3745"/>
                  </a:lnTo>
                  <a:lnTo>
                    <a:pt x="5322" y="3669"/>
                  </a:lnTo>
                  <a:lnTo>
                    <a:pt x="5265" y="3555"/>
                  </a:lnTo>
                  <a:lnTo>
                    <a:pt x="5189" y="3441"/>
                  </a:lnTo>
                  <a:lnTo>
                    <a:pt x="5075" y="3288"/>
                  </a:lnTo>
                  <a:lnTo>
                    <a:pt x="4771" y="3003"/>
                  </a:lnTo>
                  <a:lnTo>
                    <a:pt x="4429" y="2699"/>
                  </a:lnTo>
                  <a:lnTo>
                    <a:pt x="4030" y="2414"/>
                  </a:lnTo>
                  <a:lnTo>
                    <a:pt x="3859" y="2300"/>
                  </a:lnTo>
                  <a:lnTo>
                    <a:pt x="3669" y="2205"/>
                  </a:lnTo>
                  <a:lnTo>
                    <a:pt x="3498" y="2129"/>
                  </a:lnTo>
                  <a:lnTo>
                    <a:pt x="3365" y="2072"/>
                  </a:lnTo>
                  <a:lnTo>
                    <a:pt x="3232" y="2053"/>
                  </a:lnTo>
                  <a:lnTo>
                    <a:pt x="3136" y="2053"/>
                  </a:lnTo>
                  <a:lnTo>
                    <a:pt x="3308" y="1844"/>
                  </a:lnTo>
                  <a:lnTo>
                    <a:pt x="3498" y="1635"/>
                  </a:lnTo>
                  <a:lnTo>
                    <a:pt x="3688" y="1407"/>
                  </a:lnTo>
                  <a:lnTo>
                    <a:pt x="3859" y="1198"/>
                  </a:lnTo>
                  <a:lnTo>
                    <a:pt x="4011" y="969"/>
                  </a:lnTo>
                  <a:lnTo>
                    <a:pt x="4144" y="760"/>
                  </a:lnTo>
                  <a:lnTo>
                    <a:pt x="4182" y="646"/>
                  </a:lnTo>
                  <a:lnTo>
                    <a:pt x="4201" y="532"/>
                  </a:lnTo>
                  <a:lnTo>
                    <a:pt x="4220" y="437"/>
                  </a:lnTo>
                  <a:lnTo>
                    <a:pt x="4220" y="323"/>
                  </a:lnTo>
                  <a:lnTo>
                    <a:pt x="4201" y="228"/>
                  </a:lnTo>
                  <a:lnTo>
                    <a:pt x="4182" y="152"/>
                  </a:lnTo>
                  <a:lnTo>
                    <a:pt x="4144" y="95"/>
                  </a:lnTo>
                  <a:lnTo>
                    <a:pt x="4087" y="38"/>
                  </a:lnTo>
                  <a:lnTo>
                    <a:pt x="4049" y="19"/>
                  </a:lnTo>
                  <a:lnTo>
                    <a:pt x="3973" y="0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6"/>
            <p:cNvSpPr/>
            <p:nvPr/>
          </p:nvSpPr>
          <p:spPr>
            <a:xfrm>
              <a:off x="3330025" y="339800"/>
              <a:ext cx="508500" cy="296100"/>
            </a:xfrm>
            <a:custGeom>
              <a:avLst/>
              <a:gdLst/>
              <a:ahLst/>
              <a:cxnLst/>
              <a:rect l="l" t="t" r="r" b="b"/>
              <a:pathLst>
                <a:path w="20340" h="11844" extrusionOk="0">
                  <a:moveTo>
                    <a:pt x="17374" y="1"/>
                  </a:moveTo>
                  <a:lnTo>
                    <a:pt x="17184" y="210"/>
                  </a:lnTo>
                  <a:lnTo>
                    <a:pt x="16633" y="761"/>
                  </a:lnTo>
                  <a:lnTo>
                    <a:pt x="15835" y="1560"/>
                  </a:lnTo>
                  <a:lnTo>
                    <a:pt x="15359" y="2016"/>
                  </a:lnTo>
                  <a:lnTo>
                    <a:pt x="14827" y="2491"/>
                  </a:lnTo>
                  <a:lnTo>
                    <a:pt x="14276" y="2985"/>
                  </a:lnTo>
                  <a:lnTo>
                    <a:pt x="13687" y="3479"/>
                  </a:lnTo>
                  <a:lnTo>
                    <a:pt x="13097" y="3974"/>
                  </a:lnTo>
                  <a:lnTo>
                    <a:pt x="12489" y="4411"/>
                  </a:lnTo>
                  <a:lnTo>
                    <a:pt x="11900" y="4829"/>
                  </a:lnTo>
                  <a:lnTo>
                    <a:pt x="11310" y="5209"/>
                  </a:lnTo>
                  <a:lnTo>
                    <a:pt x="11025" y="5361"/>
                  </a:lnTo>
                  <a:lnTo>
                    <a:pt x="10740" y="5513"/>
                  </a:lnTo>
                  <a:lnTo>
                    <a:pt x="10474" y="5627"/>
                  </a:lnTo>
                  <a:lnTo>
                    <a:pt x="10208" y="5741"/>
                  </a:lnTo>
                  <a:lnTo>
                    <a:pt x="9942" y="5836"/>
                  </a:lnTo>
                  <a:lnTo>
                    <a:pt x="9638" y="5912"/>
                  </a:lnTo>
                  <a:lnTo>
                    <a:pt x="8991" y="6084"/>
                  </a:lnTo>
                  <a:lnTo>
                    <a:pt x="8250" y="6217"/>
                  </a:lnTo>
                  <a:lnTo>
                    <a:pt x="7452" y="6350"/>
                  </a:lnTo>
                  <a:lnTo>
                    <a:pt x="6615" y="6445"/>
                  </a:lnTo>
                  <a:lnTo>
                    <a:pt x="5779" y="6540"/>
                  </a:lnTo>
                  <a:lnTo>
                    <a:pt x="4924" y="6635"/>
                  </a:lnTo>
                  <a:lnTo>
                    <a:pt x="4068" y="6692"/>
                  </a:lnTo>
                  <a:lnTo>
                    <a:pt x="2510" y="6787"/>
                  </a:lnTo>
                  <a:lnTo>
                    <a:pt x="1217" y="6863"/>
                  </a:lnTo>
                  <a:lnTo>
                    <a:pt x="0" y="6901"/>
                  </a:lnTo>
                  <a:lnTo>
                    <a:pt x="1141" y="11805"/>
                  </a:lnTo>
                  <a:lnTo>
                    <a:pt x="1255" y="11824"/>
                  </a:lnTo>
                  <a:lnTo>
                    <a:pt x="1616" y="11843"/>
                  </a:lnTo>
                  <a:lnTo>
                    <a:pt x="2281" y="11843"/>
                  </a:lnTo>
                  <a:lnTo>
                    <a:pt x="2757" y="11805"/>
                  </a:lnTo>
                  <a:lnTo>
                    <a:pt x="3308" y="11748"/>
                  </a:lnTo>
                  <a:lnTo>
                    <a:pt x="3973" y="11653"/>
                  </a:lnTo>
                  <a:lnTo>
                    <a:pt x="4753" y="11539"/>
                  </a:lnTo>
                  <a:lnTo>
                    <a:pt x="5627" y="11368"/>
                  </a:lnTo>
                  <a:lnTo>
                    <a:pt x="6634" y="11140"/>
                  </a:lnTo>
                  <a:lnTo>
                    <a:pt x="7775" y="10874"/>
                  </a:lnTo>
                  <a:lnTo>
                    <a:pt x="9048" y="10551"/>
                  </a:lnTo>
                  <a:lnTo>
                    <a:pt x="10455" y="10151"/>
                  </a:lnTo>
                  <a:lnTo>
                    <a:pt x="12014" y="9695"/>
                  </a:lnTo>
                  <a:lnTo>
                    <a:pt x="12299" y="9581"/>
                  </a:lnTo>
                  <a:lnTo>
                    <a:pt x="12584" y="9448"/>
                  </a:lnTo>
                  <a:lnTo>
                    <a:pt x="12888" y="9296"/>
                  </a:lnTo>
                  <a:lnTo>
                    <a:pt x="13211" y="9087"/>
                  </a:lnTo>
                  <a:lnTo>
                    <a:pt x="13534" y="8878"/>
                  </a:lnTo>
                  <a:lnTo>
                    <a:pt x="13858" y="8631"/>
                  </a:lnTo>
                  <a:lnTo>
                    <a:pt x="14200" y="8365"/>
                  </a:lnTo>
                  <a:lnTo>
                    <a:pt x="14542" y="8079"/>
                  </a:lnTo>
                  <a:lnTo>
                    <a:pt x="15226" y="7471"/>
                  </a:lnTo>
                  <a:lnTo>
                    <a:pt x="15930" y="6806"/>
                  </a:lnTo>
                  <a:lnTo>
                    <a:pt x="16595" y="6122"/>
                  </a:lnTo>
                  <a:lnTo>
                    <a:pt x="17260" y="5418"/>
                  </a:lnTo>
                  <a:lnTo>
                    <a:pt x="17887" y="4734"/>
                  </a:lnTo>
                  <a:lnTo>
                    <a:pt x="18458" y="4088"/>
                  </a:lnTo>
                  <a:lnTo>
                    <a:pt x="19446" y="2928"/>
                  </a:lnTo>
                  <a:lnTo>
                    <a:pt x="20092" y="2130"/>
                  </a:lnTo>
                  <a:lnTo>
                    <a:pt x="20340" y="1826"/>
                  </a:lnTo>
                  <a:lnTo>
                    <a:pt x="17374" y="1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6"/>
            <p:cNvSpPr/>
            <p:nvPr/>
          </p:nvSpPr>
          <p:spPr>
            <a:xfrm>
              <a:off x="3305775" y="406825"/>
              <a:ext cx="465750" cy="248550"/>
            </a:xfrm>
            <a:custGeom>
              <a:avLst/>
              <a:gdLst/>
              <a:ahLst/>
              <a:cxnLst/>
              <a:rect l="l" t="t" r="r" b="b"/>
              <a:pathLst>
                <a:path w="18630" h="9942" extrusionOk="0">
                  <a:moveTo>
                    <a:pt x="15246" y="0"/>
                  </a:moveTo>
                  <a:lnTo>
                    <a:pt x="15170" y="95"/>
                  </a:lnTo>
                  <a:lnTo>
                    <a:pt x="14942" y="342"/>
                  </a:lnTo>
                  <a:lnTo>
                    <a:pt x="14600" y="703"/>
                  </a:lnTo>
                  <a:lnTo>
                    <a:pt x="14105" y="1141"/>
                  </a:lnTo>
                  <a:lnTo>
                    <a:pt x="13820" y="1388"/>
                  </a:lnTo>
                  <a:lnTo>
                    <a:pt x="13478" y="1635"/>
                  </a:lnTo>
                  <a:lnTo>
                    <a:pt x="13136" y="1882"/>
                  </a:lnTo>
                  <a:lnTo>
                    <a:pt x="12737" y="2148"/>
                  </a:lnTo>
                  <a:lnTo>
                    <a:pt x="12318" y="2395"/>
                  </a:lnTo>
                  <a:lnTo>
                    <a:pt x="11881" y="2623"/>
                  </a:lnTo>
                  <a:lnTo>
                    <a:pt x="11406" y="2832"/>
                  </a:lnTo>
                  <a:lnTo>
                    <a:pt x="10893" y="3041"/>
                  </a:lnTo>
                  <a:lnTo>
                    <a:pt x="10627" y="3136"/>
                  </a:lnTo>
                  <a:lnTo>
                    <a:pt x="10323" y="3212"/>
                  </a:lnTo>
                  <a:lnTo>
                    <a:pt x="9999" y="3289"/>
                  </a:lnTo>
                  <a:lnTo>
                    <a:pt x="9638" y="3365"/>
                  </a:lnTo>
                  <a:lnTo>
                    <a:pt x="8878" y="3479"/>
                  </a:lnTo>
                  <a:lnTo>
                    <a:pt x="8042" y="3574"/>
                  </a:lnTo>
                  <a:lnTo>
                    <a:pt x="7148" y="3650"/>
                  </a:lnTo>
                  <a:lnTo>
                    <a:pt x="6236" y="3707"/>
                  </a:lnTo>
                  <a:lnTo>
                    <a:pt x="5323" y="3745"/>
                  </a:lnTo>
                  <a:lnTo>
                    <a:pt x="4411" y="3764"/>
                  </a:lnTo>
                  <a:lnTo>
                    <a:pt x="2719" y="3783"/>
                  </a:lnTo>
                  <a:lnTo>
                    <a:pt x="1313" y="3764"/>
                  </a:lnTo>
                  <a:lnTo>
                    <a:pt x="1" y="3745"/>
                  </a:lnTo>
                  <a:lnTo>
                    <a:pt x="2016" y="9941"/>
                  </a:lnTo>
                  <a:lnTo>
                    <a:pt x="2301" y="9941"/>
                  </a:lnTo>
                  <a:lnTo>
                    <a:pt x="3099" y="9865"/>
                  </a:lnTo>
                  <a:lnTo>
                    <a:pt x="4316" y="9751"/>
                  </a:lnTo>
                  <a:lnTo>
                    <a:pt x="5057" y="9656"/>
                  </a:lnTo>
                  <a:lnTo>
                    <a:pt x="5856" y="9523"/>
                  </a:lnTo>
                  <a:lnTo>
                    <a:pt x="6711" y="9390"/>
                  </a:lnTo>
                  <a:lnTo>
                    <a:pt x="7623" y="9219"/>
                  </a:lnTo>
                  <a:lnTo>
                    <a:pt x="8555" y="9010"/>
                  </a:lnTo>
                  <a:lnTo>
                    <a:pt x="9505" y="8763"/>
                  </a:lnTo>
                  <a:lnTo>
                    <a:pt x="10475" y="8497"/>
                  </a:lnTo>
                  <a:lnTo>
                    <a:pt x="11425" y="8174"/>
                  </a:lnTo>
                  <a:lnTo>
                    <a:pt x="11900" y="8003"/>
                  </a:lnTo>
                  <a:lnTo>
                    <a:pt x="12376" y="7832"/>
                  </a:lnTo>
                  <a:lnTo>
                    <a:pt x="12832" y="7641"/>
                  </a:lnTo>
                  <a:lnTo>
                    <a:pt x="13288" y="7432"/>
                  </a:lnTo>
                  <a:lnTo>
                    <a:pt x="13820" y="7147"/>
                  </a:lnTo>
                  <a:lnTo>
                    <a:pt x="14352" y="6843"/>
                  </a:lnTo>
                  <a:lnTo>
                    <a:pt x="14866" y="6501"/>
                  </a:lnTo>
                  <a:lnTo>
                    <a:pt x="15360" y="6140"/>
                  </a:lnTo>
                  <a:lnTo>
                    <a:pt x="15816" y="5779"/>
                  </a:lnTo>
                  <a:lnTo>
                    <a:pt x="16272" y="5398"/>
                  </a:lnTo>
                  <a:lnTo>
                    <a:pt x="16671" y="5037"/>
                  </a:lnTo>
                  <a:lnTo>
                    <a:pt x="17052" y="4676"/>
                  </a:lnTo>
                  <a:lnTo>
                    <a:pt x="17717" y="4011"/>
                  </a:lnTo>
                  <a:lnTo>
                    <a:pt x="18192" y="3460"/>
                  </a:lnTo>
                  <a:lnTo>
                    <a:pt x="18515" y="3098"/>
                  </a:lnTo>
                  <a:lnTo>
                    <a:pt x="18629" y="2946"/>
                  </a:lnTo>
                  <a:lnTo>
                    <a:pt x="152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6"/>
            <p:cNvSpPr/>
            <p:nvPr/>
          </p:nvSpPr>
          <p:spPr>
            <a:xfrm>
              <a:off x="3633675" y="401575"/>
              <a:ext cx="141650" cy="138800"/>
            </a:xfrm>
            <a:custGeom>
              <a:avLst/>
              <a:gdLst/>
              <a:ahLst/>
              <a:cxnLst/>
              <a:rect l="l" t="t" r="r" b="b"/>
              <a:pathLst>
                <a:path w="5666" h="5552" extrusionOk="0">
                  <a:moveTo>
                    <a:pt x="1845" y="1"/>
                  </a:moveTo>
                  <a:lnTo>
                    <a:pt x="1" y="1541"/>
                  </a:lnTo>
                  <a:lnTo>
                    <a:pt x="58" y="1636"/>
                  </a:lnTo>
                  <a:lnTo>
                    <a:pt x="134" y="1731"/>
                  </a:lnTo>
                  <a:lnTo>
                    <a:pt x="248" y="1864"/>
                  </a:lnTo>
                  <a:lnTo>
                    <a:pt x="400" y="1978"/>
                  </a:lnTo>
                  <a:lnTo>
                    <a:pt x="761" y="2301"/>
                  </a:lnTo>
                  <a:lnTo>
                    <a:pt x="1217" y="2700"/>
                  </a:lnTo>
                  <a:lnTo>
                    <a:pt x="1465" y="2947"/>
                  </a:lnTo>
                  <a:lnTo>
                    <a:pt x="1731" y="3213"/>
                  </a:lnTo>
                  <a:lnTo>
                    <a:pt x="1997" y="3499"/>
                  </a:lnTo>
                  <a:lnTo>
                    <a:pt x="2263" y="3841"/>
                  </a:lnTo>
                  <a:lnTo>
                    <a:pt x="2529" y="4202"/>
                  </a:lnTo>
                  <a:lnTo>
                    <a:pt x="2814" y="4620"/>
                  </a:lnTo>
                  <a:lnTo>
                    <a:pt x="3061" y="5057"/>
                  </a:lnTo>
                  <a:lnTo>
                    <a:pt x="3327" y="5551"/>
                  </a:lnTo>
                  <a:lnTo>
                    <a:pt x="3479" y="5551"/>
                  </a:lnTo>
                  <a:lnTo>
                    <a:pt x="3650" y="5513"/>
                  </a:lnTo>
                  <a:lnTo>
                    <a:pt x="3841" y="5456"/>
                  </a:lnTo>
                  <a:lnTo>
                    <a:pt x="4031" y="5361"/>
                  </a:lnTo>
                  <a:lnTo>
                    <a:pt x="4240" y="5266"/>
                  </a:lnTo>
                  <a:lnTo>
                    <a:pt x="4430" y="5133"/>
                  </a:lnTo>
                  <a:lnTo>
                    <a:pt x="4639" y="4981"/>
                  </a:lnTo>
                  <a:lnTo>
                    <a:pt x="4829" y="4829"/>
                  </a:lnTo>
                  <a:lnTo>
                    <a:pt x="5000" y="4658"/>
                  </a:lnTo>
                  <a:lnTo>
                    <a:pt x="5171" y="4487"/>
                  </a:lnTo>
                  <a:lnTo>
                    <a:pt x="5323" y="4316"/>
                  </a:lnTo>
                  <a:lnTo>
                    <a:pt x="5437" y="4126"/>
                  </a:lnTo>
                  <a:lnTo>
                    <a:pt x="5551" y="3955"/>
                  </a:lnTo>
                  <a:lnTo>
                    <a:pt x="5627" y="3784"/>
                  </a:lnTo>
                  <a:lnTo>
                    <a:pt x="5665" y="3613"/>
                  </a:lnTo>
                  <a:lnTo>
                    <a:pt x="5665" y="3460"/>
                  </a:lnTo>
                  <a:lnTo>
                    <a:pt x="5646" y="3213"/>
                  </a:lnTo>
                  <a:lnTo>
                    <a:pt x="5589" y="2985"/>
                  </a:lnTo>
                  <a:lnTo>
                    <a:pt x="5532" y="2757"/>
                  </a:lnTo>
                  <a:lnTo>
                    <a:pt x="5437" y="2548"/>
                  </a:lnTo>
                  <a:lnTo>
                    <a:pt x="5342" y="2358"/>
                  </a:lnTo>
                  <a:lnTo>
                    <a:pt x="5228" y="2168"/>
                  </a:lnTo>
                  <a:lnTo>
                    <a:pt x="5114" y="1978"/>
                  </a:lnTo>
                  <a:lnTo>
                    <a:pt x="4981" y="1807"/>
                  </a:lnTo>
                  <a:lnTo>
                    <a:pt x="4829" y="1655"/>
                  </a:lnTo>
                  <a:lnTo>
                    <a:pt x="4677" y="1484"/>
                  </a:lnTo>
                  <a:lnTo>
                    <a:pt x="4354" y="1217"/>
                  </a:lnTo>
                  <a:lnTo>
                    <a:pt x="4012" y="970"/>
                  </a:lnTo>
                  <a:lnTo>
                    <a:pt x="3669" y="742"/>
                  </a:lnTo>
                  <a:lnTo>
                    <a:pt x="3327" y="552"/>
                  </a:lnTo>
                  <a:lnTo>
                    <a:pt x="2985" y="400"/>
                  </a:lnTo>
                  <a:lnTo>
                    <a:pt x="2681" y="267"/>
                  </a:lnTo>
                  <a:lnTo>
                    <a:pt x="2396" y="172"/>
                  </a:lnTo>
                  <a:lnTo>
                    <a:pt x="1997" y="39"/>
                  </a:lnTo>
                  <a:lnTo>
                    <a:pt x="18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6"/>
            <p:cNvSpPr/>
            <p:nvPr/>
          </p:nvSpPr>
          <p:spPr>
            <a:xfrm>
              <a:off x="3675025" y="454325"/>
              <a:ext cx="48500" cy="85575"/>
            </a:xfrm>
            <a:custGeom>
              <a:avLst/>
              <a:gdLst/>
              <a:ahLst/>
              <a:cxnLst/>
              <a:rect l="l" t="t" r="r" b="b"/>
              <a:pathLst>
                <a:path w="1940" h="3423" extrusionOk="0">
                  <a:moveTo>
                    <a:pt x="39" y="1"/>
                  </a:moveTo>
                  <a:lnTo>
                    <a:pt x="20" y="20"/>
                  </a:lnTo>
                  <a:lnTo>
                    <a:pt x="1" y="77"/>
                  </a:lnTo>
                  <a:lnTo>
                    <a:pt x="39" y="96"/>
                  </a:lnTo>
                  <a:lnTo>
                    <a:pt x="115" y="153"/>
                  </a:lnTo>
                  <a:lnTo>
                    <a:pt x="343" y="324"/>
                  </a:lnTo>
                  <a:lnTo>
                    <a:pt x="647" y="571"/>
                  </a:lnTo>
                  <a:lnTo>
                    <a:pt x="799" y="742"/>
                  </a:lnTo>
                  <a:lnTo>
                    <a:pt x="970" y="932"/>
                  </a:lnTo>
                  <a:lnTo>
                    <a:pt x="1141" y="1160"/>
                  </a:lnTo>
                  <a:lnTo>
                    <a:pt x="1312" y="1408"/>
                  </a:lnTo>
                  <a:lnTo>
                    <a:pt x="1464" y="1674"/>
                  </a:lnTo>
                  <a:lnTo>
                    <a:pt x="1597" y="1959"/>
                  </a:lnTo>
                  <a:lnTo>
                    <a:pt x="1692" y="2282"/>
                  </a:lnTo>
                  <a:lnTo>
                    <a:pt x="1768" y="2605"/>
                  </a:lnTo>
                  <a:lnTo>
                    <a:pt x="1825" y="2985"/>
                  </a:lnTo>
                  <a:lnTo>
                    <a:pt x="1825" y="3365"/>
                  </a:lnTo>
                  <a:lnTo>
                    <a:pt x="1825" y="3403"/>
                  </a:lnTo>
                  <a:lnTo>
                    <a:pt x="1863" y="3422"/>
                  </a:lnTo>
                  <a:lnTo>
                    <a:pt x="1882" y="3422"/>
                  </a:lnTo>
                  <a:lnTo>
                    <a:pt x="1920" y="3403"/>
                  </a:lnTo>
                  <a:lnTo>
                    <a:pt x="1920" y="3365"/>
                  </a:lnTo>
                  <a:lnTo>
                    <a:pt x="1939" y="3175"/>
                  </a:lnTo>
                  <a:lnTo>
                    <a:pt x="1920" y="2966"/>
                  </a:lnTo>
                  <a:lnTo>
                    <a:pt x="1882" y="2586"/>
                  </a:lnTo>
                  <a:lnTo>
                    <a:pt x="1806" y="2244"/>
                  </a:lnTo>
                  <a:lnTo>
                    <a:pt x="1692" y="1921"/>
                  </a:lnTo>
                  <a:lnTo>
                    <a:pt x="1559" y="1617"/>
                  </a:lnTo>
                  <a:lnTo>
                    <a:pt x="1407" y="1350"/>
                  </a:lnTo>
                  <a:lnTo>
                    <a:pt x="1236" y="1084"/>
                  </a:lnTo>
                  <a:lnTo>
                    <a:pt x="1065" y="875"/>
                  </a:lnTo>
                  <a:lnTo>
                    <a:pt x="894" y="666"/>
                  </a:lnTo>
                  <a:lnTo>
                    <a:pt x="723" y="495"/>
                  </a:lnTo>
                  <a:lnTo>
                    <a:pt x="400" y="229"/>
                  </a:lnTo>
                  <a:lnTo>
                    <a:pt x="172" y="5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6"/>
            <p:cNvSpPr/>
            <p:nvPr/>
          </p:nvSpPr>
          <p:spPr>
            <a:xfrm>
              <a:off x="3807600" y="296575"/>
              <a:ext cx="68000" cy="63700"/>
            </a:xfrm>
            <a:custGeom>
              <a:avLst/>
              <a:gdLst/>
              <a:ahLst/>
              <a:cxnLst/>
              <a:rect l="l" t="t" r="r" b="b"/>
              <a:pathLst>
                <a:path w="2720" h="2548" extrusionOk="0">
                  <a:moveTo>
                    <a:pt x="875" y="0"/>
                  </a:moveTo>
                  <a:lnTo>
                    <a:pt x="837" y="19"/>
                  </a:lnTo>
                  <a:lnTo>
                    <a:pt x="647" y="171"/>
                  </a:lnTo>
                  <a:lnTo>
                    <a:pt x="495" y="285"/>
                  </a:lnTo>
                  <a:lnTo>
                    <a:pt x="343" y="456"/>
                  </a:lnTo>
                  <a:lnTo>
                    <a:pt x="191" y="627"/>
                  </a:lnTo>
                  <a:lnTo>
                    <a:pt x="77" y="798"/>
                  </a:lnTo>
                  <a:lnTo>
                    <a:pt x="20" y="893"/>
                  </a:lnTo>
                  <a:lnTo>
                    <a:pt x="1" y="988"/>
                  </a:lnTo>
                  <a:lnTo>
                    <a:pt x="1" y="1065"/>
                  </a:lnTo>
                  <a:lnTo>
                    <a:pt x="20" y="1160"/>
                  </a:lnTo>
                  <a:lnTo>
                    <a:pt x="77" y="1312"/>
                  </a:lnTo>
                  <a:lnTo>
                    <a:pt x="153" y="1407"/>
                  </a:lnTo>
                  <a:lnTo>
                    <a:pt x="229" y="1445"/>
                  </a:lnTo>
                  <a:lnTo>
                    <a:pt x="305" y="1483"/>
                  </a:lnTo>
                  <a:lnTo>
                    <a:pt x="381" y="1483"/>
                  </a:lnTo>
                  <a:lnTo>
                    <a:pt x="438" y="1464"/>
                  </a:lnTo>
                  <a:lnTo>
                    <a:pt x="552" y="1426"/>
                  </a:lnTo>
                  <a:lnTo>
                    <a:pt x="533" y="1521"/>
                  </a:lnTo>
                  <a:lnTo>
                    <a:pt x="552" y="1597"/>
                  </a:lnTo>
                  <a:lnTo>
                    <a:pt x="590" y="1711"/>
                  </a:lnTo>
                  <a:lnTo>
                    <a:pt x="647" y="1806"/>
                  </a:lnTo>
                  <a:lnTo>
                    <a:pt x="704" y="1844"/>
                  </a:lnTo>
                  <a:lnTo>
                    <a:pt x="799" y="1901"/>
                  </a:lnTo>
                  <a:lnTo>
                    <a:pt x="932" y="1920"/>
                  </a:lnTo>
                  <a:lnTo>
                    <a:pt x="1065" y="1920"/>
                  </a:lnTo>
                  <a:lnTo>
                    <a:pt x="1179" y="1882"/>
                  </a:lnTo>
                  <a:lnTo>
                    <a:pt x="1199" y="1977"/>
                  </a:lnTo>
                  <a:lnTo>
                    <a:pt x="1256" y="2072"/>
                  </a:lnTo>
                  <a:lnTo>
                    <a:pt x="1351" y="2167"/>
                  </a:lnTo>
                  <a:lnTo>
                    <a:pt x="1446" y="2243"/>
                  </a:lnTo>
                  <a:lnTo>
                    <a:pt x="1560" y="2281"/>
                  </a:lnTo>
                  <a:lnTo>
                    <a:pt x="1674" y="2281"/>
                  </a:lnTo>
                  <a:lnTo>
                    <a:pt x="1788" y="2243"/>
                  </a:lnTo>
                  <a:lnTo>
                    <a:pt x="1902" y="2186"/>
                  </a:lnTo>
                  <a:lnTo>
                    <a:pt x="1902" y="2319"/>
                  </a:lnTo>
                  <a:lnTo>
                    <a:pt x="1940" y="2395"/>
                  </a:lnTo>
                  <a:lnTo>
                    <a:pt x="1997" y="2471"/>
                  </a:lnTo>
                  <a:lnTo>
                    <a:pt x="2035" y="2509"/>
                  </a:lnTo>
                  <a:lnTo>
                    <a:pt x="2130" y="2528"/>
                  </a:lnTo>
                  <a:lnTo>
                    <a:pt x="2244" y="2547"/>
                  </a:lnTo>
                  <a:lnTo>
                    <a:pt x="2377" y="2528"/>
                  </a:lnTo>
                  <a:lnTo>
                    <a:pt x="2491" y="2490"/>
                  </a:lnTo>
                  <a:lnTo>
                    <a:pt x="2624" y="2414"/>
                  </a:lnTo>
                  <a:lnTo>
                    <a:pt x="2719" y="2319"/>
                  </a:lnTo>
                  <a:lnTo>
                    <a:pt x="2719" y="2262"/>
                  </a:lnTo>
                  <a:lnTo>
                    <a:pt x="2700" y="2243"/>
                  </a:lnTo>
                  <a:lnTo>
                    <a:pt x="2662" y="2224"/>
                  </a:lnTo>
                  <a:lnTo>
                    <a:pt x="2624" y="2243"/>
                  </a:lnTo>
                  <a:lnTo>
                    <a:pt x="2567" y="2300"/>
                  </a:lnTo>
                  <a:lnTo>
                    <a:pt x="2510" y="2357"/>
                  </a:lnTo>
                  <a:lnTo>
                    <a:pt x="2377" y="2414"/>
                  </a:lnTo>
                  <a:lnTo>
                    <a:pt x="2301" y="2433"/>
                  </a:lnTo>
                  <a:lnTo>
                    <a:pt x="2149" y="2433"/>
                  </a:lnTo>
                  <a:lnTo>
                    <a:pt x="2092" y="2395"/>
                  </a:lnTo>
                  <a:lnTo>
                    <a:pt x="2054" y="2376"/>
                  </a:lnTo>
                  <a:lnTo>
                    <a:pt x="2016" y="2319"/>
                  </a:lnTo>
                  <a:lnTo>
                    <a:pt x="2016" y="2262"/>
                  </a:lnTo>
                  <a:lnTo>
                    <a:pt x="1997" y="2205"/>
                  </a:lnTo>
                  <a:lnTo>
                    <a:pt x="2016" y="2091"/>
                  </a:lnTo>
                  <a:lnTo>
                    <a:pt x="2054" y="1996"/>
                  </a:lnTo>
                  <a:lnTo>
                    <a:pt x="2054" y="1958"/>
                  </a:lnTo>
                  <a:lnTo>
                    <a:pt x="2035" y="1920"/>
                  </a:lnTo>
                  <a:lnTo>
                    <a:pt x="1997" y="1920"/>
                  </a:lnTo>
                  <a:lnTo>
                    <a:pt x="1959" y="1939"/>
                  </a:lnTo>
                  <a:lnTo>
                    <a:pt x="1845" y="2072"/>
                  </a:lnTo>
                  <a:lnTo>
                    <a:pt x="1788" y="2110"/>
                  </a:lnTo>
                  <a:lnTo>
                    <a:pt x="1731" y="2148"/>
                  </a:lnTo>
                  <a:lnTo>
                    <a:pt x="1674" y="2167"/>
                  </a:lnTo>
                  <a:lnTo>
                    <a:pt x="1617" y="2167"/>
                  </a:lnTo>
                  <a:lnTo>
                    <a:pt x="1560" y="2148"/>
                  </a:lnTo>
                  <a:lnTo>
                    <a:pt x="1484" y="2129"/>
                  </a:lnTo>
                  <a:lnTo>
                    <a:pt x="1389" y="2072"/>
                  </a:lnTo>
                  <a:lnTo>
                    <a:pt x="1332" y="1977"/>
                  </a:lnTo>
                  <a:lnTo>
                    <a:pt x="1294" y="1882"/>
                  </a:lnTo>
                  <a:lnTo>
                    <a:pt x="1294" y="1825"/>
                  </a:lnTo>
                  <a:lnTo>
                    <a:pt x="1294" y="1787"/>
                  </a:lnTo>
                  <a:lnTo>
                    <a:pt x="1294" y="1749"/>
                  </a:lnTo>
                  <a:lnTo>
                    <a:pt x="1275" y="1730"/>
                  </a:lnTo>
                  <a:lnTo>
                    <a:pt x="1237" y="1711"/>
                  </a:lnTo>
                  <a:lnTo>
                    <a:pt x="1218" y="1730"/>
                  </a:lnTo>
                  <a:lnTo>
                    <a:pt x="1103" y="1787"/>
                  </a:lnTo>
                  <a:lnTo>
                    <a:pt x="989" y="1806"/>
                  </a:lnTo>
                  <a:lnTo>
                    <a:pt x="875" y="1806"/>
                  </a:lnTo>
                  <a:lnTo>
                    <a:pt x="761" y="1749"/>
                  </a:lnTo>
                  <a:lnTo>
                    <a:pt x="723" y="1730"/>
                  </a:lnTo>
                  <a:lnTo>
                    <a:pt x="685" y="1673"/>
                  </a:lnTo>
                  <a:lnTo>
                    <a:pt x="647" y="1578"/>
                  </a:lnTo>
                  <a:lnTo>
                    <a:pt x="666" y="1445"/>
                  </a:lnTo>
                  <a:lnTo>
                    <a:pt x="704" y="1293"/>
                  </a:lnTo>
                  <a:lnTo>
                    <a:pt x="704" y="1255"/>
                  </a:lnTo>
                  <a:lnTo>
                    <a:pt x="666" y="1236"/>
                  </a:lnTo>
                  <a:lnTo>
                    <a:pt x="628" y="1217"/>
                  </a:lnTo>
                  <a:lnTo>
                    <a:pt x="609" y="1236"/>
                  </a:lnTo>
                  <a:lnTo>
                    <a:pt x="552" y="1293"/>
                  </a:lnTo>
                  <a:lnTo>
                    <a:pt x="495" y="1331"/>
                  </a:lnTo>
                  <a:lnTo>
                    <a:pt x="419" y="1369"/>
                  </a:lnTo>
                  <a:lnTo>
                    <a:pt x="324" y="1369"/>
                  </a:lnTo>
                  <a:lnTo>
                    <a:pt x="267" y="1350"/>
                  </a:lnTo>
                  <a:lnTo>
                    <a:pt x="210" y="1293"/>
                  </a:lnTo>
                  <a:lnTo>
                    <a:pt x="153" y="1217"/>
                  </a:lnTo>
                  <a:lnTo>
                    <a:pt x="115" y="1122"/>
                  </a:lnTo>
                  <a:lnTo>
                    <a:pt x="115" y="1065"/>
                  </a:lnTo>
                  <a:lnTo>
                    <a:pt x="115" y="1008"/>
                  </a:lnTo>
                  <a:lnTo>
                    <a:pt x="172" y="855"/>
                  </a:lnTo>
                  <a:lnTo>
                    <a:pt x="267" y="722"/>
                  </a:lnTo>
                  <a:lnTo>
                    <a:pt x="381" y="570"/>
                  </a:lnTo>
                  <a:lnTo>
                    <a:pt x="514" y="437"/>
                  </a:lnTo>
                  <a:lnTo>
                    <a:pt x="666" y="304"/>
                  </a:lnTo>
                  <a:lnTo>
                    <a:pt x="894" y="114"/>
                  </a:lnTo>
                  <a:lnTo>
                    <a:pt x="932" y="76"/>
                  </a:lnTo>
                  <a:lnTo>
                    <a:pt x="913" y="38"/>
                  </a:lnTo>
                  <a:lnTo>
                    <a:pt x="875" y="0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6"/>
            <p:cNvSpPr/>
            <p:nvPr/>
          </p:nvSpPr>
          <p:spPr>
            <a:xfrm>
              <a:off x="3821875" y="308450"/>
              <a:ext cx="21875" cy="21875"/>
            </a:xfrm>
            <a:custGeom>
              <a:avLst/>
              <a:gdLst/>
              <a:ahLst/>
              <a:cxnLst/>
              <a:rect l="l" t="t" r="r" b="b"/>
              <a:pathLst>
                <a:path w="875" h="875" extrusionOk="0">
                  <a:moveTo>
                    <a:pt x="818" y="0"/>
                  </a:moveTo>
                  <a:lnTo>
                    <a:pt x="780" y="19"/>
                  </a:lnTo>
                  <a:lnTo>
                    <a:pt x="513" y="285"/>
                  </a:lnTo>
                  <a:lnTo>
                    <a:pt x="19" y="780"/>
                  </a:lnTo>
                  <a:lnTo>
                    <a:pt x="0" y="837"/>
                  </a:lnTo>
                  <a:lnTo>
                    <a:pt x="19" y="875"/>
                  </a:lnTo>
                  <a:lnTo>
                    <a:pt x="57" y="875"/>
                  </a:lnTo>
                  <a:lnTo>
                    <a:pt x="114" y="856"/>
                  </a:lnTo>
                  <a:lnTo>
                    <a:pt x="589" y="361"/>
                  </a:lnTo>
                  <a:lnTo>
                    <a:pt x="856" y="95"/>
                  </a:lnTo>
                  <a:lnTo>
                    <a:pt x="875" y="57"/>
                  </a:lnTo>
                  <a:lnTo>
                    <a:pt x="856" y="19"/>
                  </a:lnTo>
                  <a:lnTo>
                    <a:pt x="818" y="0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6"/>
            <p:cNvSpPr/>
            <p:nvPr/>
          </p:nvSpPr>
          <p:spPr>
            <a:xfrm>
              <a:off x="3837075" y="321750"/>
              <a:ext cx="18075" cy="20450"/>
            </a:xfrm>
            <a:custGeom>
              <a:avLst/>
              <a:gdLst/>
              <a:ahLst/>
              <a:cxnLst/>
              <a:rect l="l" t="t" r="r" b="b"/>
              <a:pathLst>
                <a:path w="723" h="818" extrusionOk="0">
                  <a:moveTo>
                    <a:pt x="666" y="1"/>
                  </a:moveTo>
                  <a:lnTo>
                    <a:pt x="628" y="20"/>
                  </a:lnTo>
                  <a:lnTo>
                    <a:pt x="381" y="305"/>
                  </a:lnTo>
                  <a:lnTo>
                    <a:pt x="20" y="723"/>
                  </a:lnTo>
                  <a:lnTo>
                    <a:pt x="0" y="761"/>
                  </a:lnTo>
                  <a:lnTo>
                    <a:pt x="20" y="799"/>
                  </a:lnTo>
                  <a:lnTo>
                    <a:pt x="58" y="818"/>
                  </a:lnTo>
                  <a:lnTo>
                    <a:pt x="96" y="799"/>
                  </a:lnTo>
                  <a:lnTo>
                    <a:pt x="457" y="381"/>
                  </a:lnTo>
                  <a:lnTo>
                    <a:pt x="704" y="96"/>
                  </a:lnTo>
                  <a:lnTo>
                    <a:pt x="723" y="58"/>
                  </a:lnTo>
                  <a:lnTo>
                    <a:pt x="704" y="20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6"/>
            <p:cNvSpPr/>
            <p:nvPr/>
          </p:nvSpPr>
          <p:spPr>
            <a:xfrm>
              <a:off x="3856075" y="331725"/>
              <a:ext cx="12875" cy="15700"/>
            </a:xfrm>
            <a:custGeom>
              <a:avLst/>
              <a:gdLst/>
              <a:ahLst/>
              <a:cxnLst/>
              <a:rect l="l" t="t" r="r" b="b"/>
              <a:pathLst>
                <a:path w="515" h="628" extrusionOk="0">
                  <a:moveTo>
                    <a:pt x="457" y="1"/>
                  </a:moveTo>
                  <a:lnTo>
                    <a:pt x="419" y="20"/>
                  </a:lnTo>
                  <a:lnTo>
                    <a:pt x="267" y="210"/>
                  </a:lnTo>
                  <a:lnTo>
                    <a:pt x="20" y="552"/>
                  </a:lnTo>
                  <a:lnTo>
                    <a:pt x="1" y="590"/>
                  </a:lnTo>
                  <a:lnTo>
                    <a:pt x="39" y="628"/>
                  </a:lnTo>
                  <a:lnTo>
                    <a:pt x="96" y="628"/>
                  </a:lnTo>
                  <a:lnTo>
                    <a:pt x="115" y="609"/>
                  </a:lnTo>
                  <a:lnTo>
                    <a:pt x="362" y="267"/>
                  </a:lnTo>
                  <a:lnTo>
                    <a:pt x="495" y="77"/>
                  </a:lnTo>
                  <a:lnTo>
                    <a:pt x="514" y="39"/>
                  </a:lnTo>
                  <a:lnTo>
                    <a:pt x="495" y="1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6"/>
            <p:cNvSpPr/>
            <p:nvPr/>
          </p:nvSpPr>
          <p:spPr>
            <a:xfrm>
              <a:off x="3265400" y="1718875"/>
              <a:ext cx="239050" cy="118825"/>
            </a:xfrm>
            <a:custGeom>
              <a:avLst/>
              <a:gdLst/>
              <a:ahLst/>
              <a:cxnLst/>
              <a:rect l="l" t="t" r="r" b="b"/>
              <a:pathLst>
                <a:path w="9562" h="4753" extrusionOk="0">
                  <a:moveTo>
                    <a:pt x="1692" y="1"/>
                  </a:moveTo>
                  <a:lnTo>
                    <a:pt x="0" y="4753"/>
                  </a:lnTo>
                  <a:lnTo>
                    <a:pt x="0" y="4753"/>
                  </a:lnTo>
                  <a:lnTo>
                    <a:pt x="9562" y="4620"/>
                  </a:lnTo>
                  <a:lnTo>
                    <a:pt x="9562" y="4563"/>
                  </a:lnTo>
                  <a:lnTo>
                    <a:pt x="9562" y="4392"/>
                  </a:lnTo>
                  <a:lnTo>
                    <a:pt x="9543" y="4277"/>
                  </a:lnTo>
                  <a:lnTo>
                    <a:pt x="9505" y="4144"/>
                  </a:lnTo>
                  <a:lnTo>
                    <a:pt x="9447" y="3992"/>
                  </a:lnTo>
                  <a:lnTo>
                    <a:pt x="9352" y="3840"/>
                  </a:lnTo>
                  <a:lnTo>
                    <a:pt x="9219" y="3669"/>
                  </a:lnTo>
                  <a:lnTo>
                    <a:pt x="9048" y="3498"/>
                  </a:lnTo>
                  <a:lnTo>
                    <a:pt x="8820" y="3346"/>
                  </a:lnTo>
                  <a:lnTo>
                    <a:pt x="8554" y="3175"/>
                  </a:lnTo>
                  <a:lnTo>
                    <a:pt x="8212" y="3023"/>
                  </a:lnTo>
                  <a:lnTo>
                    <a:pt x="7813" y="2871"/>
                  </a:lnTo>
                  <a:lnTo>
                    <a:pt x="7357" y="2738"/>
                  </a:lnTo>
                  <a:lnTo>
                    <a:pt x="6805" y="2624"/>
                  </a:lnTo>
                  <a:lnTo>
                    <a:pt x="6653" y="2586"/>
                  </a:lnTo>
                  <a:lnTo>
                    <a:pt x="6539" y="2491"/>
                  </a:lnTo>
                  <a:lnTo>
                    <a:pt x="6444" y="2377"/>
                  </a:lnTo>
                  <a:lnTo>
                    <a:pt x="6368" y="2244"/>
                  </a:lnTo>
                  <a:lnTo>
                    <a:pt x="6311" y="2092"/>
                  </a:lnTo>
                  <a:lnTo>
                    <a:pt x="6273" y="1920"/>
                  </a:lnTo>
                  <a:lnTo>
                    <a:pt x="6235" y="1749"/>
                  </a:lnTo>
                  <a:lnTo>
                    <a:pt x="6235" y="1559"/>
                  </a:lnTo>
                  <a:lnTo>
                    <a:pt x="6235" y="1217"/>
                  </a:lnTo>
                  <a:lnTo>
                    <a:pt x="6254" y="913"/>
                  </a:lnTo>
                  <a:lnTo>
                    <a:pt x="6311" y="628"/>
                  </a:lnTo>
                  <a:lnTo>
                    <a:pt x="1692" y="1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6"/>
            <p:cNvSpPr/>
            <p:nvPr/>
          </p:nvSpPr>
          <p:spPr>
            <a:xfrm>
              <a:off x="2736475" y="1849550"/>
              <a:ext cx="239075" cy="118850"/>
            </a:xfrm>
            <a:custGeom>
              <a:avLst/>
              <a:gdLst/>
              <a:ahLst/>
              <a:cxnLst/>
              <a:rect l="l" t="t" r="r" b="b"/>
              <a:pathLst>
                <a:path w="9563" h="4754" extrusionOk="0">
                  <a:moveTo>
                    <a:pt x="1693" y="1"/>
                  </a:moveTo>
                  <a:lnTo>
                    <a:pt x="1" y="4753"/>
                  </a:lnTo>
                  <a:lnTo>
                    <a:pt x="9562" y="4620"/>
                  </a:lnTo>
                  <a:lnTo>
                    <a:pt x="9562" y="4563"/>
                  </a:lnTo>
                  <a:lnTo>
                    <a:pt x="9562" y="4392"/>
                  </a:lnTo>
                  <a:lnTo>
                    <a:pt x="9543" y="4278"/>
                  </a:lnTo>
                  <a:lnTo>
                    <a:pt x="9505" y="4145"/>
                  </a:lnTo>
                  <a:lnTo>
                    <a:pt x="9448" y="3993"/>
                  </a:lnTo>
                  <a:lnTo>
                    <a:pt x="9353" y="3841"/>
                  </a:lnTo>
                  <a:lnTo>
                    <a:pt x="9220" y="3670"/>
                  </a:lnTo>
                  <a:lnTo>
                    <a:pt x="9049" y="3498"/>
                  </a:lnTo>
                  <a:lnTo>
                    <a:pt x="8840" y="3346"/>
                  </a:lnTo>
                  <a:lnTo>
                    <a:pt x="8555" y="3175"/>
                  </a:lnTo>
                  <a:lnTo>
                    <a:pt x="8231" y="3023"/>
                  </a:lnTo>
                  <a:lnTo>
                    <a:pt x="7832" y="2871"/>
                  </a:lnTo>
                  <a:lnTo>
                    <a:pt x="7357" y="2738"/>
                  </a:lnTo>
                  <a:lnTo>
                    <a:pt x="6806" y="2624"/>
                  </a:lnTo>
                  <a:lnTo>
                    <a:pt x="6654" y="2586"/>
                  </a:lnTo>
                  <a:lnTo>
                    <a:pt x="6540" y="2491"/>
                  </a:lnTo>
                  <a:lnTo>
                    <a:pt x="6445" y="2377"/>
                  </a:lnTo>
                  <a:lnTo>
                    <a:pt x="6369" y="2244"/>
                  </a:lnTo>
                  <a:lnTo>
                    <a:pt x="6312" y="2092"/>
                  </a:lnTo>
                  <a:lnTo>
                    <a:pt x="6274" y="1921"/>
                  </a:lnTo>
                  <a:lnTo>
                    <a:pt x="6255" y="1750"/>
                  </a:lnTo>
                  <a:lnTo>
                    <a:pt x="6236" y="1579"/>
                  </a:lnTo>
                  <a:lnTo>
                    <a:pt x="6236" y="1217"/>
                  </a:lnTo>
                  <a:lnTo>
                    <a:pt x="6274" y="913"/>
                  </a:lnTo>
                  <a:lnTo>
                    <a:pt x="6312" y="628"/>
                  </a:lnTo>
                  <a:lnTo>
                    <a:pt x="1693" y="1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6"/>
            <p:cNvSpPr/>
            <p:nvPr/>
          </p:nvSpPr>
          <p:spPr>
            <a:xfrm>
              <a:off x="2741700" y="952825"/>
              <a:ext cx="797925" cy="944275"/>
            </a:xfrm>
            <a:custGeom>
              <a:avLst/>
              <a:gdLst/>
              <a:ahLst/>
              <a:cxnLst/>
              <a:rect l="l" t="t" r="r" b="b"/>
              <a:pathLst>
                <a:path w="31917" h="37771" extrusionOk="0">
                  <a:moveTo>
                    <a:pt x="8707" y="1"/>
                  </a:moveTo>
                  <a:lnTo>
                    <a:pt x="1" y="37771"/>
                  </a:lnTo>
                  <a:lnTo>
                    <a:pt x="7148" y="37771"/>
                  </a:lnTo>
                  <a:lnTo>
                    <a:pt x="15493" y="8517"/>
                  </a:lnTo>
                  <a:lnTo>
                    <a:pt x="16348" y="8422"/>
                  </a:lnTo>
                  <a:lnTo>
                    <a:pt x="17356" y="9334"/>
                  </a:lnTo>
                  <a:lnTo>
                    <a:pt x="19732" y="11501"/>
                  </a:lnTo>
                  <a:lnTo>
                    <a:pt x="21157" y="12813"/>
                  </a:lnTo>
                  <a:lnTo>
                    <a:pt x="22564" y="14124"/>
                  </a:lnTo>
                  <a:lnTo>
                    <a:pt x="23857" y="15341"/>
                  </a:lnTo>
                  <a:lnTo>
                    <a:pt x="24883" y="16367"/>
                  </a:lnTo>
                  <a:lnTo>
                    <a:pt x="24598" y="17280"/>
                  </a:lnTo>
                  <a:lnTo>
                    <a:pt x="24294" y="18344"/>
                  </a:lnTo>
                  <a:lnTo>
                    <a:pt x="23990" y="19523"/>
                  </a:lnTo>
                  <a:lnTo>
                    <a:pt x="23704" y="20777"/>
                  </a:lnTo>
                  <a:lnTo>
                    <a:pt x="23400" y="22089"/>
                  </a:lnTo>
                  <a:lnTo>
                    <a:pt x="23134" y="23419"/>
                  </a:lnTo>
                  <a:lnTo>
                    <a:pt x="22602" y="26081"/>
                  </a:lnTo>
                  <a:lnTo>
                    <a:pt x="22165" y="28533"/>
                  </a:lnTo>
                  <a:lnTo>
                    <a:pt x="21804" y="30548"/>
                  </a:lnTo>
                  <a:lnTo>
                    <a:pt x="21500" y="32410"/>
                  </a:lnTo>
                  <a:lnTo>
                    <a:pt x="28191" y="32581"/>
                  </a:lnTo>
                  <a:lnTo>
                    <a:pt x="28647" y="30757"/>
                  </a:lnTo>
                  <a:lnTo>
                    <a:pt x="29122" y="28761"/>
                  </a:lnTo>
                  <a:lnTo>
                    <a:pt x="29711" y="26271"/>
                  </a:lnTo>
                  <a:lnTo>
                    <a:pt x="30319" y="23514"/>
                  </a:lnTo>
                  <a:lnTo>
                    <a:pt x="30928" y="20663"/>
                  </a:lnTo>
                  <a:lnTo>
                    <a:pt x="31213" y="19275"/>
                  </a:lnTo>
                  <a:lnTo>
                    <a:pt x="31460" y="17926"/>
                  </a:lnTo>
                  <a:lnTo>
                    <a:pt x="31688" y="16652"/>
                  </a:lnTo>
                  <a:lnTo>
                    <a:pt x="31878" y="15455"/>
                  </a:lnTo>
                  <a:lnTo>
                    <a:pt x="31916" y="15208"/>
                  </a:lnTo>
                  <a:lnTo>
                    <a:pt x="31916" y="14961"/>
                  </a:lnTo>
                  <a:lnTo>
                    <a:pt x="31897" y="14694"/>
                  </a:lnTo>
                  <a:lnTo>
                    <a:pt x="31859" y="14447"/>
                  </a:lnTo>
                  <a:lnTo>
                    <a:pt x="31802" y="14200"/>
                  </a:lnTo>
                  <a:lnTo>
                    <a:pt x="31726" y="13972"/>
                  </a:lnTo>
                  <a:lnTo>
                    <a:pt x="31612" y="13744"/>
                  </a:lnTo>
                  <a:lnTo>
                    <a:pt x="31498" y="13516"/>
                  </a:lnTo>
                  <a:lnTo>
                    <a:pt x="31175" y="13022"/>
                  </a:lnTo>
                  <a:lnTo>
                    <a:pt x="30852" y="12527"/>
                  </a:lnTo>
                  <a:lnTo>
                    <a:pt x="30491" y="12014"/>
                  </a:lnTo>
                  <a:lnTo>
                    <a:pt x="30110" y="11501"/>
                  </a:lnTo>
                  <a:lnTo>
                    <a:pt x="29312" y="10437"/>
                  </a:lnTo>
                  <a:lnTo>
                    <a:pt x="28457" y="9372"/>
                  </a:lnTo>
                  <a:lnTo>
                    <a:pt x="27544" y="8327"/>
                  </a:lnTo>
                  <a:lnTo>
                    <a:pt x="26632" y="7281"/>
                  </a:lnTo>
                  <a:lnTo>
                    <a:pt x="25719" y="6274"/>
                  </a:lnTo>
                  <a:lnTo>
                    <a:pt x="24826" y="5304"/>
                  </a:lnTo>
                  <a:lnTo>
                    <a:pt x="23971" y="4392"/>
                  </a:lnTo>
                  <a:lnTo>
                    <a:pt x="23172" y="3574"/>
                  </a:lnTo>
                  <a:lnTo>
                    <a:pt x="21804" y="2187"/>
                  </a:lnTo>
                  <a:lnTo>
                    <a:pt x="20872" y="1274"/>
                  </a:lnTo>
                  <a:lnTo>
                    <a:pt x="20549" y="951"/>
                  </a:lnTo>
                  <a:lnTo>
                    <a:pt x="8707" y="1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6"/>
            <p:cNvSpPr/>
            <p:nvPr/>
          </p:nvSpPr>
          <p:spPr>
            <a:xfrm>
              <a:off x="3116650" y="1040275"/>
              <a:ext cx="22350" cy="81275"/>
            </a:xfrm>
            <a:custGeom>
              <a:avLst/>
              <a:gdLst/>
              <a:ahLst/>
              <a:cxnLst/>
              <a:rect l="l" t="t" r="r" b="b"/>
              <a:pathLst>
                <a:path w="894" h="3251" extrusionOk="0">
                  <a:moveTo>
                    <a:pt x="58" y="0"/>
                  </a:moveTo>
                  <a:lnTo>
                    <a:pt x="20" y="19"/>
                  </a:lnTo>
                  <a:lnTo>
                    <a:pt x="1" y="76"/>
                  </a:lnTo>
                  <a:lnTo>
                    <a:pt x="1" y="3194"/>
                  </a:lnTo>
                  <a:lnTo>
                    <a:pt x="1" y="3232"/>
                  </a:lnTo>
                  <a:lnTo>
                    <a:pt x="20" y="3251"/>
                  </a:lnTo>
                  <a:lnTo>
                    <a:pt x="77" y="3251"/>
                  </a:lnTo>
                  <a:lnTo>
                    <a:pt x="856" y="3080"/>
                  </a:lnTo>
                  <a:lnTo>
                    <a:pt x="894" y="3061"/>
                  </a:lnTo>
                  <a:lnTo>
                    <a:pt x="894" y="3023"/>
                  </a:lnTo>
                  <a:lnTo>
                    <a:pt x="875" y="2985"/>
                  </a:lnTo>
                  <a:lnTo>
                    <a:pt x="837" y="2966"/>
                  </a:lnTo>
                  <a:lnTo>
                    <a:pt x="115" y="3137"/>
                  </a:lnTo>
                  <a:lnTo>
                    <a:pt x="115" y="76"/>
                  </a:lnTo>
                  <a:lnTo>
                    <a:pt x="96" y="19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6"/>
            <p:cNvSpPr/>
            <p:nvPr/>
          </p:nvSpPr>
          <p:spPr>
            <a:xfrm>
              <a:off x="2936075" y="1031725"/>
              <a:ext cx="85550" cy="59425"/>
            </a:xfrm>
            <a:custGeom>
              <a:avLst/>
              <a:gdLst/>
              <a:ahLst/>
              <a:cxnLst/>
              <a:rect l="l" t="t" r="r" b="b"/>
              <a:pathLst>
                <a:path w="3422" h="2377" extrusionOk="0">
                  <a:moveTo>
                    <a:pt x="3365" y="0"/>
                  </a:moveTo>
                  <a:lnTo>
                    <a:pt x="3327" y="19"/>
                  </a:lnTo>
                  <a:lnTo>
                    <a:pt x="3308" y="57"/>
                  </a:lnTo>
                  <a:lnTo>
                    <a:pt x="3270" y="228"/>
                  </a:lnTo>
                  <a:lnTo>
                    <a:pt x="3232" y="399"/>
                  </a:lnTo>
                  <a:lnTo>
                    <a:pt x="3175" y="551"/>
                  </a:lnTo>
                  <a:lnTo>
                    <a:pt x="3099" y="704"/>
                  </a:lnTo>
                  <a:lnTo>
                    <a:pt x="3004" y="837"/>
                  </a:lnTo>
                  <a:lnTo>
                    <a:pt x="2909" y="970"/>
                  </a:lnTo>
                  <a:lnTo>
                    <a:pt x="2814" y="1103"/>
                  </a:lnTo>
                  <a:lnTo>
                    <a:pt x="2700" y="1217"/>
                  </a:lnTo>
                  <a:lnTo>
                    <a:pt x="2452" y="1426"/>
                  </a:lnTo>
                  <a:lnTo>
                    <a:pt x="2167" y="1597"/>
                  </a:lnTo>
                  <a:lnTo>
                    <a:pt x="1882" y="1749"/>
                  </a:lnTo>
                  <a:lnTo>
                    <a:pt x="1597" y="1882"/>
                  </a:lnTo>
                  <a:lnTo>
                    <a:pt x="1312" y="1996"/>
                  </a:lnTo>
                  <a:lnTo>
                    <a:pt x="1027" y="2072"/>
                  </a:lnTo>
                  <a:lnTo>
                    <a:pt x="533" y="2186"/>
                  </a:lnTo>
                  <a:lnTo>
                    <a:pt x="190" y="2243"/>
                  </a:lnTo>
                  <a:lnTo>
                    <a:pt x="57" y="2262"/>
                  </a:lnTo>
                  <a:lnTo>
                    <a:pt x="19" y="2281"/>
                  </a:lnTo>
                  <a:lnTo>
                    <a:pt x="0" y="2338"/>
                  </a:lnTo>
                  <a:lnTo>
                    <a:pt x="19" y="2376"/>
                  </a:lnTo>
                  <a:lnTo>
                    <a:pt x="57" y="2376"/>
                  </a:lnTo>
                  <a:lnTo>
                    <a:pt x="209" y="2357"/>
                  </a:lnTo>
                  <a:lnTo>
                    <a:pt x="571" y="2300"/>
                  </a:lnTo>
                  <a:lnTo>
                    <a:pt x="799" y="2262"/>
                  </a:lnTo>
                  <a:lnTo>
                    <a:pt x="1065" y="2186"/>
                  </a:lnTo>
                  <a:lnTo>
                    <a:pt x="1350" y="2091"/>
                  </a:lnTo>
                  <a:lnTo>
                    <a:pt x="1654" y="1977"/>
                  </a:lnTo>
                  <a:lnTo>
                    <a:pt x="1958" y="1844"/>
                  </a:lnTo>
                  <a:lnTo>
                    <a:pt x="2262" y="1692"/>
                  </a:lnTo>
                  <a:lnTo>
                    <a:pt x="2528" y="1502"/>
                  </a:lnTo>
                  <a:lnTo>
                    <a:pt x="2795" y="1293"/>
                  </a:lnTo>
                  <a:lnTo>
                    <a:pt x="2909" y="1160"/>
                  </a:lnTo>
                  <a:lnTo>
                    <a:pt x="3023" y="1027"/>
                  </a:lnTo>
                  <a:lnTo>
                    <a:pt x="3118" y="894"/>
                  </a:lnTo>
                  <a:lnTo>
                    <a:pt x="3213" y="742"/>
                  </a:lnTo>
                  <a:lnTo>
                    <a:pt x="3289" y="590"/>
                  </a:lnTo>
                  <a:lnTo>
                    <a:pt x="3346" y="437"/>
                  </a:lnTo>
                  <a:lnTo>
                    <a:pt x="3384" y="247"/>
                  </a:lnTo>
                  <a:lnTo>
                    <a:pt x="3422" y="76"/>
                  </a:lnTo>
                  <a:lnTo>
                    <a:pt x="3422" y="19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6"/>
            <p:cNvSpPr/>
            <p:nvPr/>
          </p:nvSpPr>
          <p:spPr>
            <a:xfrm>
              <a:off x="3225475" y="1018900"/>
              <a:ext cx="72725" cy="25675"/>
            </a:xfrm>
            <a:custGeom>
              <a:avLst/>
              <a:gdLst/>
              <a:ahLst/>
              <a:cxnLst/>
              <a:rect l="l" t="t" r="r" b="b"/>
              <a:pathLst>
                <a:path w="2909" h="1027" extrusionOk="0">
                  <a:moveTo>
                    <a:pt x="58" y="0"/>
                  </a:moveTo>
                  <a:lnTo>
                    <a:pt x="20" y="19"/>
                  </a:lnTo>
                  <a:lnTo>
                    <a:pt x="1" y="57"/>
                  </a:lnTo>
                  <a:lnTo>
                    <a:pt x="20" y="95"/>
                  </a:lnTo>
                  <a:lnTo>
                    <a:pt x="210" y="247"/>
                  </a:lnTo>
                  <a:lnTo>
                    <a:pt x="419" y="399"/>
                  </a:lnTo>
                  <a:lnTo>
                    <a:pt x="704" y="570"/>
                  </a:lnTo>
                  <a:lnTo>
                    <a:pt x="1046" y="722"/>
                  </a:lnTo>
                  <a:lnTo>
                    <a:pt x="1236" y="798"/>
                  </a:lnTo>
                  <a:lnTo>
                    <a:pt x="1445" y="874"/>
                  </a:lnTo>
                  <a:lnTo>
                    <a:pt x="1654" y="931"/>
                  </a:lnTo>
                  <a:lnTo>
                    <a:pt x="1882" y="988"/>
                  </a:lnTo>
                  <a:lnTo>
                    <a:pt x="2130" y="1007"/>
                  </a:lnTo>
                  <a:lnTo>
                    <a:pt x="2377" y="1026"/>
                  </a:lnTo>
                  <a:lnTo>
                    <a:pt x="2605" y="1007"/>
                  </a:lnTo>
                  <a:lnTo>
                    <a:pt x="2852" y="988"/>
                  </a:lnTo>
                  <a:lnTo>
                    <a:pt x="2890" y="950"/>
                  </a:lnTo>
                  <a:lnTo>
                    <a:pt x="2909" y="912"/>
                  </a:lnTo>
                  <a:lnTo>
                    <a:pt x="2871" y="874"/>
                  </a:lnTo>
                  <a:lnTo>
                    <a:pt x="2833" y="874"/>
                  </a:lnTo>
                  <a:lnTo>
                    <a:pt x="2548" y="893"/>
                  </a:lnTo>
                  <a:lnTo>
                    <a:pt x="2282" y="893"/>
                  </a:lnTo>
                  <a:lnTo>
                    <a:pt x="2015" y="874"/>
                  </a:lnTo>
                  <a:lnTo>
                    <a:pt x="1768" y="836"/>
                  </a:lnTo>
                  <a:lnTo>
                    <a:pt x="1521" y="779"/>
                  </a:lnTo>
                  <a:lnTo>
                    <a:pt x="1312" y="703"/>
                  </a:lnTo>
                  <a:lnTo>
                    <a:pt x="1084" y="627"/>
                  </a:lnTo>
                  <a:lnTo>
                    <a:pt x="894" y="532"/>
                  </a:lnTo>
                  <a:lnTo>
                    <a:pt x="571" y="361"/>
                  </a:lnTo>
                  <a:lnTo>
                    <a:pt x="324" y="190"/>
                  </a:lnTo>
                  <a:lnTo>
                    <a:pt x="96" y="19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6"/>
            <p:cNvSpPr/>
            <p:nvPr/>
          </p:nvSpPr>
          <p:spPr>
            <a:xfrm>
              <a:off x="2762150" y="1088275"/>
              <a:ext cx="192000" cy="803600"/>
            </a:xfrm>
            <a:custGeom>
              <a:avLst/>
              <a:gdLst/>
              <a:ahLst/>
              <a:cxnLst/>
              <a:rect l="l" t="t" r="r" b="b"/>
              <a:pathLst>
                <a:path w="7680" h="32144" extrusionOk="0">
                  <a:moveTo>
                    <a:pt x="7642" y="0"/>
                  </a:moveTo>
                  <a:lnTo>
                    <a:pt x="7604" y="19"/>
                  </a:lnTo>
                  <a:lnTo>
                    <a:pt x="7566" y="57"/>
                  </a:lnTo>
                  <a:lnTo>
                    <a:pt x="0" y="32068"/>
                  </a:lnTo>
                  <a:lnTo>
                    <a:pt x="0" y="32125"/>
                  </a:lnTo>
                  <a:lnTo>
                    <a:pt x="38" y="32144"/>
                  </a:lnTo>
                  <a:lnTo>
                    <a:pt x="57" y="32144"/>
                  </a:lnTo>
                  <a:lnTo>
                    <a:pt x="95" y="32125"/>
                  </a:lnTo>
                  <a:lnTo>
                    <a:pt x="114" y="32106"/>
                  </a:lnTo>
                  <a:lnTo>
                    <a:pt x="7680" y="76"/>
                  </a:lnTo>
                  <a:lnTo>
                    <a:pt x="7680" y="38"/>
                  </a:lnTo>
                  <a:lnTo>
                    <a:pt x="7642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6"/>
            <p:cNvSpPr/>
            <p:nvPr/>
          </p:nvSpPr>
          <p:spPr>
            <a:xfrm>
              <a:off x="3177475" y="1147200"/>
              <a:ext cx="216250" cy="596900"/>
            </a:xfrm>
            <a:custGeom>
              <a:avLst/>
              <a:gdLst/>
              <a:ahLst/>
              <a:cxnLst/>
              <a:rect l="l" t="t" r="r" b="b"/>
              <a:pathLst>
                <a:path w="8650" h="23876" extrusionOk="0">
                  <a:moveTo>
                    <a:pt x="58" y="0"/>
                  </a:moveTo>
                  <a:lnTo>
                    <a:pt x="20" y="19"/>
                  </a:lnTo>
                  <a:lnTo>
                    <a:pt x="1" y="57"/>
                  </a:lnTo>
                  <a:lnTo>
                    <a:pt x="20" y="95"/>
                  </a:lnTo>
                  <a:lnTo>
                    <a:pt x="8536" y="8250"/>
                  </a:lnTo>
                  <a:lnTo>
                    <a:pt x="5133" y="23799"/>
                  </a:lnTo>
                  <a:lnTo>
                    <a:pt x="5152" y="23837"/>
                  </a:lnTo>
                  <a:lnTo>
                    <a:pt x="5190" y="23875"/>
                  </a:lnTo>
                  <a:lnTo>
                    <a:pt x="5228" y="23856"/>
                  </a:lnTo>
                  <a:lnTo>
                    <a:pt x="5247" y="23818"/>
                  </a:lnTo>
                  <a:lnTo>
                    <a:pt x="8650" y="8250"/>
                  </a:lnTo>
                  <a:lnTo>
                    <a:pt x="8650" y="8212"/>
                  </a:lnTo>
                  <a:lnTo>
                    <a:pt x="8631" y="8193"/>
                  </a:lnTo>
                  <a:lnTo>
                    <a:pt x="96" y="19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6"/>
            <p:cNvSpPr/>
            <p:nvPr/>
          </p:nvSpPr>
          <p:spPr>
            <a:xfrm>
              <a:off x="2947950" y="500425"/>
              <a:ext cx="411075" cy="512300"/>
            </a:xfrm>
            <a:custGeom>
              <a:avLst/>
              <a:gdLst/>
              <a:ahLst/>
              <a:cxnLst/>
              <a:rect l="l" t="t" r="r" b="b"/>
              <a:pathLst>
                <a:path w="16443" h="20492" extrusionOk="0">
                  <a:moveTo>
                    <a:pt x="13782" y="1"/>
                  </a:moveTo>
                  <a:lnTo>
                    <a:pt x="12584" y="20"/>
                  </a:lnTo>
                  <a:lnTo>
                    <a:pt x="11463" y="77"/>
                  </a:lnTo>
                  <a:lnTo>
                    <a:pt x="10379" y="153"/>
                  </a:lnTo>
                  <a:lnTo>
                    <a:pt x="9353" y="267"/>
                  </a:lnTo>
                  <a:lnTo>
                    <a:pt x="8383" y="381"/>
                  </a:lnTo>
                  <a:lnTo>
                    <a:pt x="7471" y="533"/>
                  </a:lnTo>
                  <a:lnTo>
                    <a:pt x="6597" y="685"/>
                  </a:lnTo>
                  <a:lnTo>
                    <a:pt x="5779" y="856"/>
                  </a:lnTo>
                  <a:lnTo>
                    <a:pt x="5019" y="1027"/>
                  </a:lnTo>
                  <a:lnTo>
                    <a:pt x="4297" y="1217"/>
                  </a:lnTo>
                  <a:lnTo>
                    <a:pt x="3612" y="1426"/>
                  </a:lnTo>
                  <a:lnTo>
                    <a:pt x="2985" y="1635"/>
                  </a:lnTo>
                  <a:lnTo>
                    <a:pt x="2396" y="1826"/>
                  </a:lnTo>
                  <a:lnTo>
                    <a:pt x="1863" y="2035"/>
                  </a:lnTo>
                  <a:lnTo>
                    <a:pt x="1749" y="2472"/>
                  </a:lnTo>
                  <a:lnTo>
                    <a:pt x="1483" y="3669"/>
                  </a:lnTo>
                  <a:lnTo>
                    <a:pt x="1293" y="4506"/>
                  </a:lnTo>
                  <a:lnTo>
                    <a:pt x="1103" y="5494"/>
                  </a:lnTo>
                  <a:lnTo>
                    <a:pt x="894" y="6597"/>
                  </a:lnTo>
                  <a:lnTo>
                    <a:pt x="685" y="7813"/>
                  </a:lnTo>
                  <a:lnTo>
                    <a:pt x="495" y="9125"/>
                  </a:lnTo>
                  <a:lnTo>
                    <a:pt x="324" y="10512"/>
                  </a:lnTo>
                  <a:lnTo>
                    <a:pt x="191" y="11957"/>
                  </a:lnTo>
                  <a:lnTo>
                    <a:pt x="77" y="13440"/>
                  </a:lnTo>
                  <a:lnTo>
                    <a:pt x="39" y="14200"/>
                  </a:lnTo>
                  <a:lnTo>
                    <a:pt x="20" y="14960"/>
                  </a:lnTo>
                  <a:lnTo>
                    <a:pt x="1" y="15721"/>
                  </a:lnTo>
                  <a:lnTo>
                    <a:pt x="20" y="16481"/>
                  </a:lnTo>
                  <a:lnTo>
                    <a:pt x="39" y="17222"/>
                  </a:lnTo>
                  <a:lnTo>
                    <a:pt x="77" y="17983"/>
                  </a:lnTo>
                  <a:lnTo>
                    <a:pt x="134" y="18724"/>
                  </a:lnTo>
                  <a:lnTo>
                    <a:pt x="210" y="19465"/>
                  </a:lnTo>
                  <a:lnTo>
                    <a:pt x="704" y="19618"/>
                  </a:lnTo>
                  <a:lnTo>
                    <a:pt x="1331" y="19770"/>
                  </a:lnTo>
                  <a:lnTo>
                    <a:pt x="2034" y="19903"/>
                  </a:lnTo>
                  <a:lnTo>
                    <a:pt x="2852" y="20055"/>
                  </a:lnTo>
                  <a:lnTo>
                    <a:pt x="3707" y="20188"/>
                  </a:lnTo>
                  <a:lnTo>
                    <a:pt x="4639" y="20302"/>
                  </a:lnTo>
                  <a:lnTo>
                    <a:pt x="5589" y="20378"/>
                  </a:lnTo>
                  <a:lnTo>
                    <a:pt x="6559" y="20454"/>
                  </a:lnTo>
                  <a:lnTo>
                    <a:pt x="7528" y="20492"/>
                  </a:lnTo>
                  <a:lnTo>
                    <a:pt x="8497" y="20492"/>
                  </a:lnTo>
                  <a:lnTo>
                    <a:pt x="8973" y="20473"/>
                  </a:lnTo>
                  <a:lnTo>
                    <a:pt x="9429" y="20454"/>
                  </a:lnTo>
                  <a:lnTo>
                    <a:pt x="9885" y="20416"/>
                  </a:lnTo>
                  <a:lnTo>
                    <a:pt x="10322" y="20359"/>
                  </a:lnTo>
                  <a:lnTo>
                    <a:pt x="10740" y="20302"/>
                  </a:lnTo>
                  <a:lnTo>
                    <a:pt x="11140" y="20226"/>
                  </a:lnTo>
                  <a:lnTo>
                    <a:pt x="11520" y="20150"/>
                  </a:lnTo>
                  <a:lnTo>
                    <a:pt x="11881" y="20036"/>
                  </a:lnTo>
                  <a:lnTo>
                    <a:pt x="12223" y="19922"/>
                  </a:lnTo>
                  <a:lnTo>
                    <a:pt x="12527" y="19789"/>
                  </a:lnTo>
                  <a:lnTo>
                    <a:pt x="12812" y="19637"/>
                  </a:lnTo>
                  <a:lnTo>
                    <a:pt x="13078" y="19465"/>
                  </a:lnTo>
                  <a:lnTo>
                    <a:pt x="13535" y="18458"/>
                  </a:lnTo>
                  <a:lnTo>
                    <a:pt x="13972" y="17413"/>
                  </a:lnTo>
                  <a:lnTo>
                    <a:pt x="14371" y="16348"/>
                  </a:lnTo>
                  <a:lnTo>
                    <a:pt x="14751" y="15246"/>
                  </a:lnTo>
                  <a:lnTo>
                    <a:pt x="15074" y="14124"/>
                  </a:lnTo>
                  <a:lnTo>
                    <a:pt x="15378" y="12965"/>
                  </a:lnTo>
                  <a:lnTo>
                    <a:pt x="15645" y="11786"/>
                  </a:lnTo>
                  <a:lnTo>
                    <a:pt x="15873" y="10588"/>
                  </a:lnTo>
                  <a:lnTo>
                    <a:pt x="16063" y="9353"/>
                  </a:lnTo>
                  <a:lnTo>
                    <a:pt x="16215" y="8098"/>
                  </a:lnTo>
                  <a:lnTo>
                    <a:pt x="16329" y="6806"/>
                  </a:lnTo>
                  <a:lnTo>
                    <a:pt x="16405" y="5494"/>
                  </a:lnTo>
                  <a:lnTo>
                    <a:pt x="16443" y="4164"/>
                  </a:lnTo>
                  <a:lnTo>
                    <a:pt x="16443" y="2814"/>
                  </a:lnTo>
                  <a:lnTo>
                    <a:pt x="16405" y="1426"/>
                  </a:lnTo>
                  <a:lnTo>
                    <a:pt x="16329" y="20"/>
                  </a:lnTo>
                  <a:lnTo>
                    <a:pt x="15017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EFEFE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6"/>
            <p:cNvSpPr/>
            <p:nvPr/>
          </p:nvSpPr>
          <p:spPr>
            <a:xfrm>
              <a:off x="3086725" y="482850"/>
              <a:ext cx="182025" cy="68450"/>
            </a:xfrm>
            <a:custGeom>
              <a:avLst/>
              <a:gdLst/>
              <a:ahLst/>
              <a:cxnLst/>
              <a:rect l="l" t="t" r="r" b="b"/>
              <a:pathLst>
                <a:path w="7281" h="2738" extrusionOk="0">
                  <a:moveTo>
                    <a:pt x="1521" y="0"/>
                  </a:moveTo>
                  <a:lnTo>
                    <a:pt x="0" y="1464"/>
                  </a:lnTo>
                  <a:lnTo>
                    <a:pt x="399" y="1654"/>
                  </a:lnTo>
                  <a:lnTo>
                    <a:pt x="855" y="1863"/>
                  </a:lnTo>
                  <a:lnTo>
                    <a:pt x="1426" y="2091"/>
                  </a:lnTo>
                  <a:lnTo>
                    <a:pt x="2053" y="2319"/>
                  </a:lnTo>
                  <a:lnTo>
                    <a:pt x="2718" y="2529"/>
                  </a:lnTo>
                  <a:lnTo>
                    <a:pt x="3041" y="2624"/>
                  </a:lnTo>
                  <a:lnTo>
                    <a:pt x="3365" y="2681"/>
                  </a:lnTo>
                  <a:lnTo>
                    <a:pt x="3669" y="2719"/>
                  </a:lnTo>
                  <a:lnTo>
                    <a:pt x="3954" y="2738"/>
                  </a:lnTo>
                  <a:lnTo>
                    <a:pt x="4220" y="2738"/>
                  </a:lnTo>
                  <a:lnTo>
                    <a:pt x="4486" y="2681"/>
                  </a:lnTo>
                  <a:lnTo>
                    <a:pt x="4752" y="2586"/>
                  </a:lnTo>
                  <a:lnTo>
                    <a:pt x="5037" y="2472"/>
                  </a:lnTo>
                  <a:lnTo>
                    <a:pt x="5322" y="2338"/>
                  </a:lnTo>
                  <a:lnTo>
                    <a:pt x="5589" y="2186"/>
                  </a:lnTo>
                  <a:lnTo>
                    <a:pt x="5855" y="2034"/>
                  </a:lnTo>
                  <a:lnTo>
                    <a:pt x="6121" y="1863"/>
                  </a:lnTo>
                  <a:lnTo>
                    <a:pt x="6577" y="1540"/>
                  </a:lnTo>
                  <a:lnTo>
                    <a:pt x="6938" y="1236"/>
                  </a:lnTo>
                  <a:lnTo>
                    <a:pt x="7280" y="951"/>
                  </a:lnTo>
                  <a:lnTo>
                    <a:pt x="7166" y="875"/>
                  </a:lnTo>
                  <a:lnTo>
                    <a:pt x="7033" y="780"/>
                  </a:lnTo>
                  <a:lnTo>
                    <a:pt x="6843" y="666"/>
                  </a:lnTo>
                  <a:lnTo>
                    <a:pt x="6596" y="514"/>
                  </a:lnTo>
                  <a:lnTo>
                    <a:pt x="6292" y="362"/>
                  </a:lnTo>
                  <a:lnTo>
                    <a:pt x="5912" y="209"/>
                  </a:lnTo>
                  <a:lnTo>
                    <a:pt x="5475" y="57"/>
                  </a:lnTo>
                  <a:lnTo>
                    <a:pt x="5075" y="248"/>
                  </a:lnTo>
                  <a:lnTo>
                    <a:pt x="4676" y="381"/>
                  </a:lnTo>
                  <a:lnTo>
                    <a:pt x="4296" y="476"/>
                  </a:lnTo>
                  <a:lnTo>
                    <a:pt x="3935" y="533"/>
                  </a:lnTo>
                  <a:lnTo>
                    <a:pt x="3593" y="552"/>
                  </a:lnTo>
                  <a:lnTo>
                    <a:pt x="3270" y="552"/>
                  </a:lnTo>
                  <a:lnTo>
                    <a:pt x="2965" y="514"/>
                  </a:lnTo>
                  <a:lnTo>
                    <a:pt x="2680" y="457"/>
                  </a:lnTo>
                  <a:lnTo>
                    <a:pt x="2433" y="400"/>
                  </a:lnTo>
                  <a:lnTo>
                    <a:pt x="2205" y="324"/>
                  </a:lnTo>
                  <a:lnTo>
                    <a:pt x="1996" y="248"/>
                  </a:lnTo>
                  <a:lnTo>
                    <a:pt x="1825" y="171"/>
                  </a:lnTo>
                  <a:lnTo>
                    <a:pt x="1597" y="38"/>
                  </a:lnTo>
                  <a:lnTo>
                    <a:pt x="152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6"/>
            <p:cNvSpPr/>
            <p:nvPr/>
          </p:nvSpPr>
          <p:spPr>
            <a:xfrm>
              <a:off x="3148025" y="553175"/>
              <a:ext cx="64650" cy="367375"/>
            </a:xfrm>
            <a:custGeom>
              <a:avLst/>
              <a:gdLst/>
              <a:ahLst/>
              <a:cxnLst/>
              <a:rect l="l" t="t" r="r" b="b"/>
              <a:pathLst>
                <a:path w="2586" h="14695" extrusionOk="0">
                  <a:moveTo>
                    <a:pt x="1863" y="1"/>
                  </a:moveTo>
                  <a:lnTo>
                    <a:pt x="989" y="58"/>
                  </a:lnTo>
                  <a:lnTo>
                    <a:pt x="932" y="1692"/>
                  </a:lnTo>
                  <a:lnTo>
                    <a:pt x="856" y="3403"/>
                  </a:lnTo>
                  <a:lnTo>
                    <a:pt x="761" y="5475"/>
                  </a:lnTo>
                  <a:lnTo>
                    <a:pt x="627" y="7661"/>
                  </a:lnTo>
                  <a:lnTo>
                    <a:pt x="532" y="8745"/>
                  </a:lnTo>
                  <a:lnTo>
                    <a:pt x="456" y="9790"/>
                  </a:lnTo>
                  <a:lnTo>
                    <a:pt x="342" y="10759"/>
                  </a:lnTo>
                  <a:lnTo>
                    <a:pt x="247" y="11634"/>
                  </a:lnTo>
                  <a:lnTo>
                    <a:pt x="114" y="12375"/>
                  </a:lnTo>
                  <a:lnTo>
                    <a:pt x="0" y="12983"/>
                  </a:lnTo>
                  <a:lnTo>
                    <a:pt x="133" y="13288"/>
                  </a:lnTo>
                  <a:lnTo>
                    <a:pt x="285" y="13592"/>
                  </a:lnTo>
                  <a:lnTo>
                    <a:pt x="475" y="13877"/>
                  </a:lnTo>
                  <a:lnTo>
                    <a:pt x="646" y="14143"/>
                  </a:lnTo>
                  <a:lnTo>
                    <a:pt x="932" y="14542"/>
                  </a:lnTo>
                  <a:lnTo>
                    <a:pt x="1065" y="14694"/>
                  </a:lnTo>
                  <a:lnTo>
                    <a:pt x="1597" y="14105"/>
                  </a:lnTo>
                  <a:lnTo>
                    <a:pt x="2091" y="13554"/>
                  </a:lnTo>
                  <a:lnTo>
                    <a:pt x="2585" y="12983"/>
                  </a:lnTo>
                  <a:lnTo>
                    <a:pt x="2566" y="12242"/>
                  </a:lnTo>
                  <a:lnTo>
                    <a:pt x="2547" y="11387"/>
                  </a:lnTo>
                  <a:lnTo>
                    <a:pt x="2471" y="9429"/>
                  </a:lnTo>
                  <a:lnTo>
                    <a:pt x="2357" y="7281"/>
                  </a:lnTo>
                  <a:lnTo>
                    <a:pt x="2224" y="5133"/>
                  </a:lnTo>
                  <a:lnTo>
                    <a:pt x="1977" y="1521"/>
                  </a:lnTo>
                  <a:lnTo>
                    <a:pt x="1863" y="1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6"/>
            <p:cNvSpPr/>
            <p:nvPr/>
          </p:nvSpPr>
          <p:spPr>
            <a:xfrm>
              <a:off x="3162750" y="524200"/>
              <a:ext cx="44700" cy="30425"/>
            </a:xfrm>
            <a:custGeom>
              <a:avLst/>
              <a:gdLst/>
              <a:ahLst/>
              <a:cxnLst/>
              <a:rect l="l" t="t" r="r" b="b"/>
              <a:pathLst>
                <a:path w="1788" h="1217" extrusionOk="0">
                  <a:moveTo>
                    <a:pt x="856" y="0"/>
                  </a:moveTo>
                  <a:lnTo>
                    <a:pt x="742" y="19"/>
                  </a:lnTo>
                  <a:lnTo>
                    <a:pt x="647" y="19"/>
                  </a:lnTo>
                  <a:lnTo>
                    <a:pt x="476" y="76"/>
                  </a:lnTo>
                  <a:lnTo>
                    <a:pt x="343" y="171"/>
                  </a:lnTo>
                  <a:lnTo>
                    <a:pt x="210" y="266"/>
                  </a:lnTo>
                  <a:lnTo>
                    <a:pt x="114" y="380"/>
                  </a:lnTo>
                  <a:lnTo>
                    <a:pt x="38" y="456"/>
                  </a:lnTo>
                  <a:lnTo>
                    <a:pt x="0" y="551"/>
                  </a:lnTo>
                  <a:lnTo>
                    <a:pt x="400" y="1217"/>
                  </a:lnTo>
                  <a:lnTo>
                    <a:pt x="1274" y="1160"/>
                  </a:lnTo>
                  <a:lnTo>
                    <a:pt x="1787" y="608"/>
                  </a:lnTo>
                  <a:lnTo>
                    <a:pt x="1730" y="513"/>
                  </a:lnTo>
                  <a:lnTo>
                    <a:pt x="1654" y="418"/>
                  </a:lnTo>
                  <a:lnTo>
                    <a:pt x="1559" y="304"/>
                  </a:lnTo>
                  <a:lnTo>
                    <a:pt x="1426" y="209"/>
                  </a:lnTo>
                  <a:lnTo>
                    <a:pt x="1274" y="114"/>
                  </a:lnTo>
                  <a:lnTo>
                    <a:pt x="1084" y="38"/>
                  </a:lnTo>
                  <a:lnTo>
                    <a:pt x="970" y="19"/>
                  </a:lnTo>
                  <a:lnTo>
                    <a:pt x="856" y="0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6"/>
            <p:cNvSpPr/>
            <p:nvPr/>
          </p:nvSpPr>
          <p:spPr>
            <a:xfrm>
              <a:off x="3124250" y="510875"/>
              <a:ext cx="123100" cy="39000"/>
            </a:xfrm>
            <a:custGeom>
              <a:avLst/>
              <a:gdLst/>
              <a:ahLst/>
              <a:cxnLst/>
              <a:rect l="l" t="t" r="r" b="b"/>
              <a:pathLst>
                <a:path w="4924" h="1560" extrusionOk="0">
                  <a:moveTo>
                    <a:pt x="2320" y="1"/>
                  </a:moveTo>
                  <a:lnTo>
                    <a:pt x="2282" y="20"/>
                  </a:lnTo>
                  <a:lnTo>
                    <a:pt x="1312" y="1274"/>
                  </a:lnTo>
                  <a:lnTo>
                    <a:pt x="77" y="818"/>
                  </a:lnTo>
                  <a:lnTo>
                    <a:pt x="39" y="818"/>
                  </a:lnTo>
                  <a:lnTo>
                    <a:pt x="1" y="856"/>
                  </a:lnTo>
                  <a:lnTo>
                    <a:pt x="1" y="894"/>
                  </a:lnTo>
                  <a:lnTo>
                    <a:pt x="39" y="932"/>
                  </a:lnTo>
                  <a:lnTo>
                    <a:pt x="1312" y="1389"/>
                  </a:lnTo>
                  <a:lnTo>
                    <a:pt x="1350" y="1389"/>
                  </a:lnTo>
                  <a:lnTo>
                    <a:pt x="1388" y="1370"/>
                  </a:lnTo>
                  <a:lnTo>
                    <a:pt x="2339" y="134"/>
                  </a:lnTo>
                  <a:lnTo>
                    <a:pt x="3574" y="1541"/>
                  </a:lnTo>
                  <a:lnTo>
                    <a:pt x="3612" y="1560"/>
                  </a:lnTo>
                  <a:lnTo>
                    <a:pt x="3650" y="1541"/>
                  </a:lnTo>
                  <a:lnTo>
                    <a:pt x="4202" y="1236"/>
                  </a:lnTo>
                  <a:lnTo>
                    <a:pt x="4601" y="970"/>
                  </a:lnTo>
                  <a:lnTo>
                    <a:pt x="4772" y="856"/>
                  </a:lnTo>
                  <a:lnTo>
                    <a:pt x="4905" y="761"/>
                  </a:lnTo>
                  <a:lnTo>
                    <a:pt x="4924" y="723"/>
                  </a:lnTo>
                  <a:lnTo>
                    <a:pt x="4905" y="685"/>
                  </a:lnTo>
                  <a:lnTo>
                    <a:pt x="4867" y="666"/>
                  </a:lnTo>
                  <a:lnTo>
                    <a:pt x="4829" y="685"/>
                  </a:lnTo>
                  <a:lnTo>
                    <a:pt x="4582" y="856"/>
                  </a:lnTo>
                  <a:lnTo>
                    <a:pt x="4221" y="1084"/>
                  </a:lnTo>
                  <a:lnTo>
                    <a:pt x="3631" y="1427"/>
                  </a:lnTo>
                  <a:lnTo>
                    <a:pt x="2377" y="20"/>
                  </a:lnTo>
                  <a:lnTo>
                    <a:pt x="2358" y="1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6"/>
            <p:cNvSpPr/>
            <p:nvPr/>
          </p:nvSpPr>
          <p:spPr>
            <a:xfrm>
              <a:off x="3343800" y="595475"/>
              <a:ext cx="14275" cy="63700"/>
            </a:xfrm>
            <a:custGeom>
              <a:avLst/>
              <a:gdLst/>
              <a:ahLst/>
              <a:cxnLst/>
              <a:rect l="l" t="t" r="r" b="b"/>
              <a:pathLst>
                <a:path w="571" h="2548" extrusionOk="0">
                  <a:moveTo>
                    <a:pt x="20" y="0"/>
                  </a:moveTo>
                  <a:lnTo>
                    <a:pt x="1" y="38"/>
                  </a:lnTo>
                  <a:lnTo>
                    <a:pt x="1" y="76"/>
                  </a:lnTo>
                  <a:lnTo>
                    <a:pt x="77" y="286"/>
                  </a:lnTo>
                  <a:lnTo>
                    <a:pt x="153" y="514"/>
                  </a:lnTo>
                  <a:lnTo>
                    <a:pt x="229" y="818"/>
                  </a:lnTo>
                  <a:lnTo>
                    <a:pt x="324" y="1179"/>
                  </a:lnTo>
                  <a:lnTo>
                    <a:pt x="381" y="1597"/>
                  </a:lnTo>
                  <a:lnTo>
                    <a:pt x="438" y="2034"/>
                  </a:lnTo>
                  <a:lnTo>
                    <a:pt x="457" y="2491"/>
                  </a:lnTo>
                  <a:lnTo>
                    <a:pt x="476" y="2529"/>
                  </a:lnTo>
                  <a:lnTo>
                    <a:pt x="514" y="2548"/>
                  </a:lnTo>
                  <a:lnTo>
                    <a:pt x="552" y="2529"/>
                  </a:lnTo>
                  <a:lnTo>
                    <a:pt x="571" y="2491"/>
                  </a:lnTo>
                  <a:lnTo>
                    <a:pt x="552" y="2034"/>
                  </a:lnTo>
                  <a:lnTo>
                    <a:pt x="495" y="1578"/>
                  </a:lnTo>
                  <a:lnTo>
                    <a:pt x="419" y="1160"/>
                  </a:lnTo>
                  <a:lnTo>
                    <a:pt x="343" y="799"/>
                  </a:lnTo>
                  <a:lnTo>
                    <a:pt x="248" y="495"/>
                  </a:lnTo>
                  <a:lnTo>
                    <a:pt x="172" y="248"/>
                  </a:lnTo>
                  <a:lnTo>
                    <a:pt x="96" y="3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6"/>
            <p:cNvSpPr/>
            <p:nvPr/>
          </p:nvSpPr>
          <p:spPr>
            <a:xfrm>
              <a:off x="2535950" y="557450"/>
              <a:ext cx="452425" cy="307025"/>
            </a:xfrm>
            <a:custGeom>
              <a:avLst/>
              <a:gdLst/>
              <a:ahLst/>
              <a:cxnLst/>
              <a:rect l="l" t="t" r="r" b="b"/>
              <a:pathLst>
                <a:path w="18097" h="12281" extrusionOk="0">
                  <a:moveTo>
                    <a:pt x="18020" y="1"/>
                  </a:moveTo>
                  <a:lnTo>
                    <a:pt x="16918" y="742"/>
                  </a:lnTo>
                  <a:lnTo>
                    <a:pt x="14371" y="2453"/>
                  </a:lnTo>
                  <a:lnTo>
                    <a:pt x="12869" y="3441"/>
                  </a:lnTo>
                  <a:lnTo>
                    <a:pt x="11443" y="4373"/>
                  </a:lnTo>
                  <a:lnTo>
                    <a:pt x="10170" y="5171"/>
                  </a:lnTo>
                  <a:lnTo>
                    <a:pt x="9657" y="5494"/>
                  </a:lnTo>
                  <a:lnTo>
                    <a:pt x="9238" y="5722"/>
                  </a:lnTo>
                  <a:lnTo>
                    <a:pt x="8820" y="5950"/>
                  </a:lnTo>
                  <a:lnTo>
                    <a:pt x="8288" y="6179"/>
                  </a:lnTo>
                  <a:lnTo>
                    <a:pt x="7661" y="6445"/>
                  </a:lnTo>
                  <a:lnTo>
                    <a:pt x="6976" y="6711"/>
                  </a:lnTo>
                  <a:lnTo>
                    <a:pt x="5456" y="7262"/>
                  </a:lnTo>
                  <a:lnTo>
                    <a:pt x="3897" y="7794"/>
                  </a:lnTo>
                  <a:lnTo>
                    <a:pt x="2414" y="8288"/>
                  </a:lnTo>
                  <a:lnTo>
                    <a:pt x="1179" y="8669"/>
                  </a:lnTo>
                  <a:lnTo>
                    <a:pt x="0" y="9030"/>
                  </a:lnTo>
                  <a:lnTo>
                    <a:pt x="837" y="12280"/>
                  </a:lnTo>
                  <a:lnTo>
                    <a:pt x="2053" y="12014"/>
                  </a:lnTo>
                  <a:lnTo>
                    <a:pt x="3365" y="11729"/>
                  </a:lnTo>
                  <a:lnTo>
                    <a:pt x="4942" y="11368"/>
                  </a:lnTo>
                  <a:lnTo>
                    <a:pt x="6615" y="10950"/>
                  </a:lnTo>
                  <a:lnTo>
                    <a:pt x="8269" y="10512"/>
                  </a:lnTo>
                  <a:lnTo>
                    <a:pt x="9029" y="10284"/>
                  </a:lnTo>
                  <a:lnTo>
                    <a:pt x="9733" y="10075"/>
                  </a:lnTo>
                  <a:lnTo>
                    <a:pt x="10360" y="9866"/>
                  </a:lnTo>
                  <a:lnTo>
                    <a:pt x="10873" y="9676"/>
                  </a:lnTo>
                  <a:lnTo>
                    <a:pt x="11652" y="9334"/>
                  </a:lnTo>
                  <a:lnTo>
                    <a:pt x="12698" y="8840"/>
                  </a:lnTo>
                  <a:lnTo>
                    <a:pt x="15112" y="7661"/>
                  </a:lnTo>
                  <a:lnTo>
                    <a:pt x="17203" y="6616"/>
                  </a:lnTo>
                  <a:lnTo>
                    <a:pt x="18096" y="6179"/>
                  </a:lnTo>
                  <a:lnTo>
                    <a:pt x="18020" y="1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6"/>
            <p:cNvSpPr/>
            <p:nvPr/>
          </p:nvSpPr>
          <p:spPr>
            <a:xfrm>
              <a:off x="2384350" y="761800"/>
              <a:ext cx="182975" cy="148300"/>
            </a:xfrm>
            <a:custGeom>
              <a:avLst/>
              <a:gdLst/>
              <a:ahLst/>
              <a:cxnLst/>
              <a:rect l="l" t="t" r="r" b="b"/>
              <a:pathLst>
                <a:path w="7319" h="5932" extrusionOk="0">
                  <a:moveTo>
                    <a:pt x="2833" y="0"/>
                  </a:moveTo>
                  <a:lnTo>
                    <a:pt x="2719" y="19"/>
                  </a:lnTo>
                  <a:lnTo>
                    <a:pt x="2624" y="57"/>
                  </a:lnTo>
                  <a:lnTo>
                    <a:pt x="2548" y="133"/>
                  </a:lnTo>
                  <a:lnTo>
                    <a:pt x="2472" y="248"/>
                  </a:lnTo>
                  <a:lnTo>
                    <a:pt x="2396" y="400"/>
                  </a:lnTo>
                  <a:lnTo>
                    <a:pt x="2377" y="476"/>
                  </a:lnTo>
                  <a:lnTo>
                    <a:pt x="2396" y="571"/>
                  </a:lnTo>
                  <a:lnTo>
                    <a:pt x="2472" y="666"/>
                  </a:lnTo>
                  <a:lnTo>
                    <a:pt x="2548" y="761"/>
                  </a:lnTo>
                  <a:lnTo>
                    <a:pt x="2662" y="856"/>
                  </a:lnTo>
                  <a:lnTo>
                    <a:pt x="2795" y="932"/>
                  </a:lnTo>
                  <a:lnTo>
                    <a:pt x="3099" y="1103"/>
                  </a:lnTo>
                  <a:lnTo>
                    <a:pt x="3403" y="1236"/>
                  </a:lnTo>
                  <a:lnTo>
                    <a:pt x="3688" y="1350"/>
                  </a:lnTo>
                  <a:lnTo>
                    <a:pt x="3954" y="1445"/>
                  </a:lnTo>
                  <a:lnTo>
                    <a:pt x="2719" y="1806"/>
                  </a:lnTo>
                  <a:lnTo>
                    <a:pt x="1635" y="2091"/>
                  </a:lnTo>
                  <a:lnTo>
                    <a:pt x="666" y="2338"/>
                  </a:lnTo>
                  <a:lnTo>
                    <a:pt x="495" y="2376"/>
                  </a:lnTo>
                  <a:lnTo>
                    <a:pt x="362" y="2452"/>
                  </a:lnTo>
                  <a:lnTo>
                    <a:pt x="229" y="2548"/>
                  </a:lnTo>
                  <a:lnTo>
                    <a:pt x="134" y="2643"/>
                  </a:lnTo>
                  <a:lnTo>
                    <a:pt x="77" y="2757"/>
                  </a:lnTo>
                  <a:lnTo>
                    <a:pt x="20" y="2852"/>
                  </a:lnTo>
                  <a:lnTo>
                    <a:pt x="0" y="2928"/>
                  </a:lnTo>
                  <a:lnTo>
                    <a:pt x="0" y="3004"/>
                  </a:lnTo>
                  <a:lnTo>
                    <a:pt x="20" y="3080"/>
                  </a:lnTo>
                  <a:lnTo>
                    <a:pt x="58" y="3156"/>
                  </a:lnTo>
                  <a:lnTo>
                    <a:pt x="153" y="3251"/>
                  </a:lnTo>
                  <a:lnTo>
                    <a:pt x="248" y="3327"/>
                  </a:lnTo>
                  <a:lnTo>
                    <a:pt x="362" y="3365"/>
                  </a:lnTo>
                  <a:lnTo>
                    <a:pt x="457" y="3384"/>
                  </a:lnTo>
                  <a:lnTo>
                    <a:pt x="628" y="3384"/>
                  </a:lnTo>
                  <a:lnTo>
                    <a:pt x="514" y="3422"/>
                  </a:lnTo>
                  <a:lnTo>
                    <a:pt x="400" y="3460"/>
                  </a:lnTo>
                  <a:lnTo>
                    <a:pt x="267" y="3498"/>
                  </a:lnTo>
                  <a:lnTo>
                    <a:pt x="153" y="3574"/>
                  </a:lnTo>
                  <a:lnTo>
                    <a:pt x="58" y="3669"/>
                  </a:lnTo>
                  <a:lnTo>
                    <a:pt x="20" y="3726"/>
                  </a:lnTo>
                  <a:lnTo>
                    <a:pt x="0" y="3783"/>
                  </a:lnTo>
                  <a:lnTo>
                    <a:pt x="0" y="3840"/>
                  </a:lnTo>
                  <a:lnTo>
                    <a:pt x="20" y="3916"/>
                  </a:lnTo>
                  <a:lnTo>
                    <a:pt x="39" y="3992"/>
                  </a:lnTo>
                  <a:lnTo>
                    <a:pt x="96" y="4068"/>
                  </a:lnTo>
                  <a:lnTo>
                    <a:pt x="134" y="4125"/>
                  </a:lnTo>
                  <a:lnTo>
                    <a:pt x="210" y="4182"/>
                  </a:lnTo>
                  <a:lnTo>
                    <a:pt x="343" y="4258"/>
                  </a:lnTo>
                  <a:lnTo>
                    <a:pt x="476" y="4296"/>
                  </a:lnTo>
                  <a:lnTo>
                    <a:pt x="609" y="4334"/>
                  </a:lnTo>
                  <a:lnTo>
                    <a:pt x="837" y="4334"/>
                  </a:lnTo>
                  <a:lnTo>
                    <a:pt x="799" y="4372"/>
                  </a:lnTo>
                  <a:lnTo>
                    <a:pt x="704" y="4486"/>
                  </a:lnTo>
                  <a:lnTo>
                    <a:pt x="666" y="4562"/>
                  </a:lnTo>
                  <a:lnTo>
                    <a:pt x="647" y="4638"/>
                  </a:lnTo>
                  <a:lnTo>
                    <a:pt x="628" y="4715"/>
                  </a:lnTo>
                  <a:lnTo>
                    <a:pt x="647" y="4810"/>
                  </a:lnTo>
                  <a:lnTo>
                    <a:pt x="704" y="4943"/>
                  </a:lnTo>
                  <a:lnTo>
                    <a:pt x="799" y="5057"/>
                  </a:lnTo>
                  <a:lnTo>
                    <a:pt x="894" y="5114"/>
                  </a:lnTo>
                  <a:lnTo>
                    <a:pt x="1008" y="5152"/>
                  </a:lnTo>
                  <a:lnTo>
                    <a:pt x="1122" y="5171"/>
                  </a:lnTo>
                  <a:lnTo>
                    <a:pt x="1236" y="5171"/>
                  </a:lnTo>
                  <a:lnTo>
                    <a:pt x="1464" y="5152"/>
                  </a:lnTo>
                  <a:lnTo>
                    <a:pt x="1711" y="5133"/>
                  </a:lnTo>
                  <a:lnTo>
                    <a:pt x="2034" y="5076"/>
                  </a:lnTo>
                  <a:lnTo>
                    <a:pt x="2757" y="4905"/>
                  </a:lnTo>
                  <a:lnTo>
                    <a:pt x="3650" y="4676"/>
                  </a:lnTo>
                  <a:lnTo>
                    <a:pt x="3650" y="4676"/>
                  </a:lnTo>
                  <a:lnTo>
                    <a:pt x="2434" y="5399"/>
                  </a:lnTo>
                  <a:lnTo>
                    <a:pt x="2396" y="5494"/>
                  </a:lnTo>
                  <a:lnTo>
                    <a:pt x="2377" y="5570"/>
                  </a:lnTo>
                  <a:lnTo>
                    <a:pt x="2358" y="5665"/>
                  </a:lnTo>
                  <a:lnTo>
                    <a:pt x="2377" y="5760"/>
                  </a:lnTo>
                  <a:lnTo>
                    <a:pt x="2396" y="5817"/>
                  </a:lnTo>
                  <a:lnTo>
                    <a:pt x="2415" y="5855"/>
                  </a:lnTo>
                  <a:lnTo>
                    <a:pt x="2472" y="5874"/>
                  </a:lnTo>
                  <a:lnTo>
                    <a:pt x="2529" y="5912"/>
                  </a:lnTo>
                  <a:lnTo>
                    <a:pt x="2605" y="5931"/>
                  </a:lnTo>
                  <a:lnTo>
                    <a:pt x="2681" y="5931"/>
                  </a:lnTo>
                  <a:lnTo>
                    <a:pt x="2814" y="5912"/>
                  </a:lnTo>
                  <a:lnTo>
                    <a:pt x="2966" y="5874"/>
                  </a:lnTo>
                  <a:lnTo>
                    <a:pt x="3346" y="5722"/>
                  </a:lnTo>
                  <a:lnTo>
                    <a:pt x="3783" y="5513"/>
                  </a:lnTo>
                  <a:lnTo>
                    <a:pt x="4239" y="5266"/>
                  </a:lnTo>
                  <a:lnTo>
                    <a:pt x="5019" y="4810"/>
                  </a:lnTo>
                  <a:lnTo>
                    <a:pt x="5361" y="4600"/>
                  </a:lnTo>
                  <a:lnTo>
                    <a:pt x="7319" y="3973"/>
                  </a:lnTo>
                  <a:lnTo>
                    <a:pt x="6920" y="913"/>
                  </a:lnTo>
                  <a:lnTo>
                    <a:pt x="6539" y="894"/>
                  </a:lnTo>
                  <a:lnTo>
                    <a:pt x="5684" y="818"/>
                  </a:lnTo>
                  <a:lnTo>
                    <a:pt x="5171" y="742"/>
                  </a:lnTo>
                  <a:lnTo>
                    <a:pt x="4677" y="666"/>
                  </a:lnTo>
                  <a:lnTo>
                    <a:pt x="4258" y="571"/>
                  </a:lnTo>
                  <a:lnTo>
                    <a:pt x="4068" y="514"/>
                  </a:lnTo>
                  <a:lnTo>
                    <a:pt x="3916" y="457"/>
                  </a:lnTo>
                  <a:lnTo>
                    <a:pt x="3764" y="381"/>
                  </a:lnTo>
                  <a:lnTo>
                    <a:pt x="3574" y="248"/>
                  </a:lnTo>
                  <a:lnTo>
                    <a:pt x="3365" y="133"/>
                  </a:lnTo>
                  <a:lnTo>
                    <a:pt x="3156" y="38"/>
                  </a:lnTo>
                  <a:lnTo>
                    <a:pt x="3042" y="19"/>
                  </a:lnTo>
                  <a:lnTo>
                    <a:pt x="2928" y="0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6"/>
            <p:cNvSpPr/>
            <p:nvPr/>
          </p:nvSpPr>
          <p:spPr>
            <a:xfrm>
              <a:off x="2396225" y="830225"/>
              <a:ext cx="68450" cy="17125"/>
            </a:xfrm>
            <a:custGeom>
              <a:avLst/>
              <a:gdLst/>
              <a:ahLst/>
              <a:cxnLst/>
              <a:rect l="l" t="t" r="r" b="b"/>
              <a:pathLst>
                <a:path w="2738" h="685" extrusionOk="0">
                  <a:moveTo>
                    <a:pt x="2662" y="1"/>
                  </a:moveTo>
                  <a:lnTo>
                    <a:pt x="2168" y="115"/>
                  </a:lnTo>
                  <a:lnTo>
                    <a:pt x="1274" y="305"/>
                  </a:lnTo>
                  <a:lnTo>
                    <a:pt x="39" y="571"/>
                  </a:lnTo>
                  <a:lnTo>
                    <a:pt x="1" y="590"/>
                  </a:lnTo>
                  <a:lnTo>
                    <a:pt x="1" y="628"/>
                  </a:lnTo>
                  <a:lnTo>
                    <a:pt x="20" y="666"/>
                  </a:lnTo>
                  <a:lnTo>
                    <a:pt x="58" y="685"/>
                  </a:lnTo>
                  <a:lnTo>
                    <a:pt x="1331" y="419"/>
                  </a:lnTo>
                  <a:lnTo>
                    <a:pt x="2206" y="229"/>
                  </a:lnTo>
                  <a:lnTo>
                    <a:pt x="2700" y="96"/>
                  </a:lnTo>
                  <a:lnTo>
                    <a:pt x="2738" y="77"/>
                  </a:lnTo>
                  <a:lnTo>
                    <a:pt x="2738" y="20"/>
                  </a:lnTo>
                  <a:lnTo>
                    <a:pt x="2700" y="1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6"/>
            <p:cNvSpPr/>
            <p:nvPr/>
          </p:nvSpPr>
          <p:spPr>
            <a:xfrm>
              <a:off x="2403825" y="853525"/>
              <a:ext cx="74175" cy="18075"/>
            </a:xfrm>
            <a:custGeom>
              <a:avLst/>
              <a:gdLst/>
              <a:ahLst/>
              <a:cxnLst/>
              <a:rect l="l" t="t" r="r" b="b"/>
              <a:pathLst>
                <a:path w="2967" h="723" extrusionOk="0">
                  <a:moveTo>
                    <a:pt x="2909" y="0"/>
                  </a:moveTo>
                  <a:lnTo>
                    <a:pt x="685" y="475"/>
                  </a:lnTo>
                  <a:lnTo>
                    <a:pt x="20" y="608"/>
                  </a:lnTo>
                  <a:lnTo>
                    <a:pt x="1" y="646"/>
                  </a:lnTo>
                  <a:lnTo>
                    <a:pt x="20" y="703"/>
                  </a:lnTo>
                  <a:lnTo>
                    <a:pt x="39" y="722"/>
                  </a:lnTo>
                  <a:lnTo>
                    <a:pt x="77" y="722"/>
                  </a:lnTo>
                  <a:lnTo>
                    <a:pt x="704" y="589"/>
                  </a:lnTo>
                  <a:lnTo>
                    <a:pt x="2947" y="95"/>
                  </a:lnTo>
                  <a:lnTo>
                    <a:pt x="2966" y="76"/>
                  </a:lnTo>
                  <a:lnTo>
                    <a:pt x="2966" y="38"/>
                  </a:lnTo>
                  <a:lnTo>
                    <a:pt x="2947" y="0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6"/>
            <p:cNvSpPr/>
            <p:nvPr/>
          </p:nvSpPr>
          <p:spPr>
            <a:xfrm>
              <a:off x="2637175" y="549375"/>
              <a:ext cx="381600" cy="317950"/>
            </a:xfrm>
            <a:custGeom>
              <a:avLst/>
              <a:gdLst/>
              <a:ahLst/>
              <a:cxnLst/>
              <a:rect l="l" t="t" r="r" b="b"/>
              <a:pathLst>
                <a:path w="15264" h="12718" extrusionOk="0">
                  <a:moveTo>
                    <a:pt x="14484" y="1"/>
                  </a:moveTo>
                  <a:lnTo>
                    <a:pt x="13876" y="248"/>
                  </a:lnTo>
                  <a:lnTo>
                    <a:pt x="13249" y="552"/>
                  </a:lnTo>
                  <a:lnTo>
                    <a:pt x="12603" y="894"/>
                  </a:lnTo>
                  <a:lnTo>
                    <a:pt x="11937" y="1274"/>
                  </a:lnTo>
                  <a:lnTo>
                    <a:pt x="11272" y="1673"/>
                  </a:lnTo>
                  <a:lnTo>
                    <a:pt x="10607" y="2092"/>
                  </a:lnTo>
                  <a:lnTo>
                    <a:pt x="9295" y="2985"/>
                  </a:lnTo>
                  <a:lnTo>
                    <a:pt x="8041" y="3859"/>
                  </a:lnTo>
                  <a:lnTo>
                    <a:pt x="6862" y="4677"/>
                  </a:lnTo>
                  <a:lnTo>
                    <a:pt x="5836" y="5380"/>
                  </a:lnTo>
                  <a:lnTo>
                    <a:pt x="5360" y="5684"/>
                  </a:lnTo>
                  <a:lnTo>
                    <a:pt x="4961" y="5931"/>
                  </a:lnTo>
                  <a:lnTo>
                    <a:pt x="4562" y="6140"/>
                  </a:lnTo>
                  <a:lnTo>
                    <a:pt x="4144" y="6330"/>
                  </a:lnTo>
                  <a:lnTo>
                    <a:pt x="3726" y="6521"/>
                  </a:lnTo>
                  <a:lnTo>
                    <a:pt x="3308" y="6692"/>
                  </a:lnTo>
                  <a:lnTo>
                    <a:pt x="2471" y="7015"/>
                  </a:lnTo>
                  <a:lnTo>
                    <a:pt x="1711" y="7262"/>
                  </a:lnTo>
                  <a:lnTo>
                    <a:pt x="1026" y="7471"/>
                  </a:lnTo>
                  <a:lnTo>
                    <a:pt x="494" y="7623"/>
                  </a:lnTo>
                  <a:lnTo>
                    <a:pt x="0" y="7737"/>
                  </a:lnTo>
                  <a:lnTo>
                    <a:pt x="1255" y="12717"/>
                  </a:lnTo>
                  <a:lnTo>
                    <a:pt x="1749" y="12622"/>
                  </a:lnTo>
                  <a:lnTo>
                    <a:pt x="2281" y="12489"/>
                  </a:lnTo>
                  <a:lnTo>
                    <a:pt x="2984" y="12318"/>
                  </a:lnTo>
                  <a:lnTo>
                    <a:pt x="3821" y="12109"/>
                  </a:lnTo>
                  <a:lnTo>
                    <a:pt x="4733" y="11843"/>
                  </a:lnTo>
                  <a:lnTo>
                    <a:pt x="5684" y="11501"/>
                  </a:lnTo>
                  <a:lnTo>
                    <a:pt x="6178" y="11330"/>
                  </a:lnTo>
                  <a:lnTo>
                    <a:pt x="6672" y="11140"/>
                  </a:lnTo>
                  <a:lnTo>
                    <a:pt x="7508" y="10759"/>
                  </a:lnTo>
                  <a:lnTo>
                    <a:pt x="8630" y="10246"/>
                  </a:lnTo>
                  <a:lnTo>
                    <a:pt x="11234" y="8992"/>
                  </a:lnTo>
                  <a:lnTo>
                    <a:pt x="14504" y="7376"/>
                  </a:lnTo>
                  <a:lnTo>
                    <a:pt x="14580" y="7091"/>
                  </a:lnTo>
                  <a:lnTo>
                    <a:pt x="14751" y="6349"/>
                  </a:lnTo>
                  <a:lnTo>
                    <a:pt x="14960" y="5266"/>
                  </a:lnTo>
                  <a:lnTo>
                    <a:pt x="15055" y="4658"/>
                  </a:lnTo>
                  <a:lnTo>
                    <a:pt x="15150" y="4011"/>
                  </a:lnTo>
                  <a:lnTo>
                    <a:pt x="15207" y="3365"/>
                  </a:lnTo>
                  <a:lnTo>
                    <a:pt x="15245" y="2719"/>
                  </a:lnTo>
                  <a:lnTo>
                    <a:pt x="15264" y="2092"/>
                  </a:lnTo>
                  <a:lnTo>
                    <a:pt x="15245" y="1806"/>
                  </a:lnTo>
                  <a:lnTo>
                    <a:pt x="15226" y="1521"/>
                  </a:lnTo>
                  <a:lnTo>
                    <a:pt x="15188" y="1255"/>
                  </a:lnTo>
                  <a:lnTo>
                    <a:pt x="15131" y="1008"/>
                  </a:lnTo>
                  <a:lnTo>
                    <a:pt x="15055" y="780"/>
                  </a:lnTo>
                  <a:lnTo>
                    <a:pt x="14979" y="571"/>
                  </a:lnTo>
                  <a:lnTo>
                    <a:pt x="14884" y="381"/>
                  </a:lnTo>
                  <a:lnTo>
                    <a:pt x="14770" y="229"/>
                  </a:lnTo>
                  <a:lnTo>
                    <a:pt x="14637" y="96"/>
                  </a:lnTo>
                  <a:lnTo>
                    <a:pt x="144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6"/>
            <p:cNvSpPr/>
            <p:nvPr/>
          </p:nvSpPr>
          <p:spPr>
            <a:xfrm>
              <a:off x="2630025" y="714750"/>
              <a:ext cx="102200" cy="168725"/>
            </a:xfrm>
            <a:custGeom>
              <a:avLst/>
              <a:gdLst/>
              <a:ahLst/>
              <a:cxnLst/>
              <a:rect l="l" t="t" r="r" b="b"/>
              <a:pathLst>
                <a:path w="4088" h="6749" extrusionOk="0">
                  <a:moveTo>
                    <a:pt x="2491" y="1"/>
                  </a:moveTo>
                  <a:lnTo>
                    <a:pt x="1" y="818"/>
                  </a:lnTo>
                  <a:lnTo>
                    <a:pt x="20" y="1046"/>
                  </a:lnTo>
                  <a:lnTo>
                    <a:pt x="77" y="1635"/>
                  </a:lnTo>
                  <a:lnTo>
                    <a:pt x="172" y="2472"/>
                  </a:lnTo>
                  <a:lnTo>
                    <a:pt x="248" y="2966"/>
                  </a:lnTo>
                  <a:lnTo>
                    <a:pt x="343" y="3460"/>
                  </a:lnTo>
                  <a:lnTo>
                    <a:pt x="438" y="3973"/>
                  </a:lnTo>
                  <a:lnTo>
                    <a:pt x="552" y="4487"/>
                  </a:lnTo>
                  <a:lnTo>
                    <a:pt x="704" y="4981"/>
                  </a:lnTo>
                  <a:lnTo>
                    <a:pt x="856" y="5437"/>
                  </a:lnTo>
                  <a:lnTo>
                    <a:pt x="1027" y="5855"/>
                  </a:lnTo>
                  <a:lnTo>
                    <a:pt x="1122" y="6026"/>
                  </a:lnTo>
                  <a:lnTo>
                    <a:pt x="1217" y="6197"/>
                  </a:lnTo>
                  <a:lnTo>
                    <a:pt x="1331" y="6349"/>
                  </a:lnTo>
                  <a:lnTo>
                    <a:pt x="1427" y="6482"/>
                  </a:lnTo>
                  <a:lnTo>
                    <a:pt x="1541" y="6578"/>
                  </a:lnTo>
                  <a:lnTo>
                    <a:pt x="1674" y="6673"/>
                  </a:lnTo>
                  <a:lnTo>
                    <a:pt x="1788" y="6711"/>
                  </a:lnTo>
                  <a:lnTo>
                    <a:pt x="1921" y="6749"/>
                  </a:lnTo>
                  <a:lnTo>
                    <a:pt x="2225" y="6749"/>
                  </a:lnTo>
                  <a:lnTo>
                    <a:pt x="2396" y="6730"/>
                  </a:lnTo>
                  <a:lnTo>
                    <a:pt x="2567" y="6711"/>
                  </a:lnTo>
                  <a:lnTo>
                    <a:pt x="2928" y="6616"/>
                  </a:lnTo>
                  <a:lnTo>
                    <a:pt x="3289" y="6482"/>
                  </a:lnTo>
                  <a:lnTo>
                    <a:pt x="3613" y="6349"/>
                  </a:lnTo>
                  <a:lnTo>
                    <a:pt x="3879" y="6197"/>
                  </a:lnTo>
                  <a:lnTo>
                    <a:pt x="4088" y="6064"/>
                  </a:lnTo>
                  <a:lnTo>
                    <a:pt x="3974" y="5893"/>
                  </a:lnTo>
                  <a:lnTo>
                    <a:pt x="3860" y="5722"/>
                  </a:lnTo>
                  <a:lnTo>
                    <a:pt x="3670" y="5323"/>
                  </a:lnTo>
                  <a:lnTo>
                    <a:pt x="3479" y="4886"/>
                  </a:lnTo>
                  <a:lnTo>
                    <a:pt x="3327" y="4411"/>
                  </a:lnTo>
                  <a:lnTo>
                    <a:pt x="3175" y="3916"/>
                  </a:lnTo>
                  <a:lnTo>
                    <a:pt x="3042" y="3422"/>
                  </a:lnTo>
                  <a:lnTo>
                    <a:pt x="2928" y="2909"/>
                  </a:lnTo>
                  <a:lnTo>
                    <a:pt x="2833" y="2415"/>
                  </a:lnTo>
                  <a:lnTo>
                    <a:pt x="2681" y="1483"/>
                  </a:lnTo>
                  <a:lnTo>
                    <a:pt x="2567" y="723"/>
                  </a:lnTo>
                  <a:lnTo>
                    <a:pt x="24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6"/>
            <p:cNvSpPr/>
            <p:nvPr/>
          </p:nvSpPr>
          <p:spPr>
            <a:xfrm>
              <a:off x="2696575" y="785075"/>
              <a:ext cx="29000" cy="68475"/>
            </a:xfrm>
            <a:custGeom>
              <a:avLst/>
              <a:gdLst/>
              <a:ahLst/>
              <a:cxnLst/>
              <a:rect l="l" t="t" r="r" b="b"/>
              <a:pathLst>
                <a:path w="1160" h="2739" extrusionOk="0">
                  <a:moveTo>
                    <a:pt x="38" y="1"/>
                  </a:moveTo>
                  <a:lnTo>
                    <a:pt x="0" y="20"/>
                  </a:lnTo>
                  <a:lnTo>
                    <a:pt x="0" y="58"/>
                  </a:lnTo>
                  <a:lnTo>
                    <a:pt x="19" y="305"/>
                  </a:lnTo>
                  <a:lnTo>
                    <a:pt x="57" y="552"/>
                  </a:lnTo>
                  <a:lnTo>
                    <a:pt x="133" y="799"/>
                  </a:lnTo>
                  <a:lnTo>
                    <a:pt x="190" y="1046"/>
                  </a:lnTo>
                  <a:lnTo>
                    <a:pt x="380" y="1483"/>
                  </a:lnTo>
                  <a:lnTo>
                    <a:pt x="570" y="1883"/>
                  </a:lnTo>
                  <a:lnTo>
                    <a:pt x="741" y="2225"/>
                  </a:lnTo>
                  <a:lnTo>
                    <a:pt x="912" y="2491"/>
                  </a:lnTo>
                  <a:lnTo>
                    <a:pt x="1065" y="2719"/>
                  </a:lnTo>
                  <a:lnTo>
                    <a:pt x="1084" y="2738"/>
                  </a:lnTo>
                  <a:lnTo>
                    <a:pt x="1103" y="2738"/>
                  </a:lnTo>
                  <a:lnTo>
                    <a:pt x="1141" y="2719"/>
                  </a:lnTo>
                  <a:lnTo>
                    <a:pt x="1160" y="2681"/>
                  </a:lnTo>
                  <a:lnTo>
                    <a:pt x="1160" y="2643"/>
                  </a:lnTo>
                  <a:lnTo>
                    <a:pt x="1008" y="2415"/>
                  </a:lnTo>
                  <a:lnTo>
                    <a:pt x="836" y="2168"/>
                  </a:lnTo>
                  <a:lnTo>
                    <a:pt x="665" y="1845"/>
                  </a:lnTo>
                  <a:lnTo>
                    <a:pt x="475" y="1445"/>
                  </a:lnTo>
                  <a:lnTo>
                    <a:pt x="304" y="1008"/>
                  </a:lnTo>
                  <a:lnTo>
                    <a:pt x="228" y="780"/>
                  </a:lnTo>
                  <a:lnTo>
                    <a:pt x="171" y="533"/>
                  </a:lnTo>
                  <a:lnTo>
                    <a:pt x="133" y="305"/>
                  </a:lnTo>
                  <a:lnTo>
                    <a:pt x="114" y="58"/>
                  </a:lnTo>
                  <a:lnTo>
                    <a:pt x="76" y="20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6"/>
            <p:cNvSpPr/>
            <p:nvPr/>
          </p:nvSpPr>
          <p:spPr>
            <a:xfrm>
              <a:off x="2989300" y="552225"/>
              <a:ext cx="41850" cy="91275"/>
            </a:xfrm>
            <a:custGeom>
              <a:avLst/>
              <a:gdLst/>
              <a:ahLst/>
              <a:cxnLst/>
              <a:rect l="l" t="t" r="r" b="b"/>
              <a:pathLst>
                <a:path w="1674" h="3651" extrusionOk="0">
                  <a:moveTo>
                    <a:pt x="57" y="1"/>
                  </a:moveTo>
                  <a:lnTo>
                    <a:pt x="19" y="20"/>
                  </a:lnTo>
                  <a:lnTo>
                    <a:pt x="0" y="58"/>
                  </a:lnTo>
                  <a:lnTo>
                    <a:pt x="19" y="96"/>
                  </a:lnTo>
                  <a:lnTo>
                    <a:pt x="171" y="305"/>
                  </a:lnTo>
                  <a:lnTo>
                    <a:pt x="342" y="552"/>
                  </a:lnTo>
                  <a:lnTo>
                    <a:pt x="571" y="932"/>
                  </a:lnTo>
                  <a:lnTo>
                    <a:pt x="818" y="1407"/>
                  </a:lnTo>
                  <a:lnTo>
                    <a:pt x="951" y="1692"/>
                  </a:lnTo>
                  <a:lnTo>
                    <a:pt x="1065" y="2016"/>
                  </a:lnTo>
                  <a:lnTo>
                    <a:pt x="1198" y="2358"/>
                  </a:lnTo>
                  <a:lnTo>
                    <a:pt x="1331" y="2738"/>
                  </a:lnTo>
                  <a:lnTo>
                    <a:pt x="1445" y="3156"/>
                  </a:lnTo>
                  <a:lnTo>
                    <a:pt x="1559" y="3612"/>
                  </a:lnTo>
                  <a:lnTo>
                    <a:pt x="1578" y="3631"/>
                  </a:lnTo>
                  <a:lnTo>
                    <a:pt x="1616" y="3650"/>
                  </a:lnTo>
                  <a:lnTo>
                    <a:pt x="1654" y="3631"/>
                  </a:lnTo>
                  <a:lnTo>
                    <a:pt x="1673" y="3574"/>
                  </a:lnTo>
                  <a:lnTo>
                    <a:pt x="1559" y="3118"/>
                  </a:lnTo>
                  <a:lnTo>
                    <a:pt x="1426" y="2700"/>
                  </a:lnTo>
                  <a:lnTo>
                    <a:pt x="1312" y="2320"/>
                  </a:lnTo>
                  <a:lnTo>
                    <a:pt x="1179" y="1978"/>
                  </a:lnTo>
                  <a:lnTo>
                    <a:pt x="1046" y="1654"/>
                  </a:lnTo>
                  <a:lnTo>
                    <a:pt x="913" y="1369"/>
                  </a:lnTo>
                  <a:lnTo>
                    <a:pt x="666" y="875"/>
                  </a:lnTo>
                  <a:lnTo>
                    <a:pt x="457" y="514"/>
                  </a:lnTo>
                  <a:lnTo>
                    <a:pt x="266" y="248"/>
                  </a:lnTo>
                  <a:lnTo>
                    <a:pt x="152" y="96"/>
                  </a:lnTo>
                  <a:lnTo>
                    <a:pt x="95" y="20"/>
                  </a:lnTo>
                  <a:lnTo>
                    <a:pt x="57" y="1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6"/>
            <p:cNvSpPr/>
            <p:nvPr/>
          </p:nvSpPr>
          <p:spPr>
            <a:xfrm>
              <a:off x="2899950" y="1836725"/>
              <a:ext cx="703350" cy="857800"/>
            </a:xfrm>
            <a:custGeom>
              <a:avLst/>
              <a:gdLst/>
              <a:ahLst/>
              <a:cxnLst/>
              <a:rect l="l" t="t" r="r" b="b"/>
              <a:pathLst>
                <a:path w="28134" h="34312" extrusionOk="0">
                  <a:moveTo>
                    <a:pt x="9030" y="1"/>
                  </a:moveTo>
                  <a:lnTo>
                    <a:pt x="1" y="34311"/>
                  </a:lnTo>
                  <a:lnTo>
                    <a:pt x="19237" y="34311"/>
                  </a:lnTo>
                  <a:lnTo>
                    <a:pt x="28133" y="1"/>
                  </a:lnTo>
                  <a:close/>
                </a:path>
              </a:pathLst>
            </a:custGeom>
            <a:gradFill>
              <a:gsLst>
                <a:gs pos="0">
                  <a:srgbClr val="71BFC3"/>
                </a:gs>
                <a:gs pos="100000">
                  <a:srgbClr val="3B7477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6"/>
            <p:cNvSpPr/>
            <p:nvPr/>
          </p:nvSpPr>
          <p:spPr>
            <a:xfrm>
              <a:off x="3110950" y="1896600"/>
              <a:ext cx="315100" cy="2875"/>
            </a:xfrm>
            <a:custGeom>
              <a:avLst/>
              <a:gdLst/>
              <a:ahLst/>
              <a:cxnLst/>
              <a:rect l="l" t="t" r="r" b="b"/>
              <a:pathLst>
                <a:path w="12604" h="115" extrusionOk="0">
                  <a:moveTo>
                    <a:pt x="58" y="1"/>
                  </a:moveTo>
                  <a:lnTo>
                    <a:pt x="20" y="20"/>
                  </a:lnTo>
                  <a:lnTo>
                    <a:pt x="0" y="58"/>
                  </a:lnTo>
                  <a:lnTo>
                    <a:pt x="20" y="96"/>
                  </a:lnTo>
                  <a:lnTo>
                    <a:pt x="58" y="115"/>
                  </a:lnTo>
                  <a:lnTo>
                    <a:pt x="12546" y="115"/>
                  </a:lnTo>
                  <a:lnTo>
                    <a:pt x="12584" y="96"/>
                  </a:lnTo>
                  <a:lnTo>
                    <a:pt x="12603" y="58"/>
                  </a:lnTo>
                  <a:lnTo>
                    <a:pt x="12584" y="20"/>
                  </a:lnTo>
                  <a:lnTo>
                    <a:pt x="12546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6"/>
            <p:cNvSpPr/>
            <p:nvPr/>
          </p:nvSpPr>
          <p:spPr>
            <a:xfrm>
              <a:off x="3266825" y="1959800"/>
              <a:ext cx="305575" cy="3350"/>
            </a:xfrm>
            <a:custGeom>
              <a:avLst/>
              <a:gdLst/>
              <a:ahLst/>
              <a:cxnLst/>
              <a:rect l="l" t="t" r="r" b="b"/>
              <a:pathLst>
                <a:path w="12223" h="134" extrusionOk="0">
                  <a:moveTo>
                    <a:pt x="57" y="1"/>
                  </a:moveTo>
                  <a:lnTo>
                    <a:pt x="19" y="20"/>
                  </a:lnTo>
                  <a:lnTo>
                    <a:pt x="0" y="58"/>
                  </a:lnTo>
                  <a:lnTo>
                    <a:pt x="19" y="115"/>
                  </a:lnTo>
                  <a:lnTo>
                    <a:pt x="57" y="134"/>
                  </a:lnTo>
                  <a:lnTo>
                    <a:pt x="12147" y="134"/>
                  </a:lnTo>
                  <a:lnTo>
                    <a:pt x="12204" y="115"/>
                  </a:lnTo>
                  <a:lnTo>
                    <a:pt x="12223" y="58"/>
                  </a:lnTo>
                  <a:lnTo>
                    <a:pt x="12204" y="20"/>
                  </a:lnTo>
                  <a:lnTo>
                    <a:pt x="12147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6"/>
            <p:cNvSpPr/>
            <p:nvPr/>
          </p:nvSpPr>
          <p:spPr>
            <a:xfrm>
              <a:off x="3091000" y="2022550"/>
              <a:ext cx="269925" cy="2875"/>
            </a:xfrm>
            <a:custGeom>
              <a:avLst/>
              <a:gdLst/>
              <a:ahLst/>
              <a:cxnLst/>
              <a:rect l="l" t="t" r="r" b="b"/>
              <a:pathLst>
                <a:path w="10797" h="115" extrusionOk="0">
                  <a:moveTo>
                    <a:pt x="57" y="0"/>
                  </a:moveTo>
                  <a:lnTo>
                    <a:pt x="19" y="19"/>
                  </a:lnTo>
                  <a:lnTo>
                    <a:pt x="0" y="57"/>
                  </a:lnTo>
                  <a:lnTo>
                    <a:pt x="19" y="95"/>
                  </a:lnTo>
                  <a:lnTo>
                    <a:pt x="57" y="114"/>
                  </a:lnTo>
                  <a:lnTo>
                    <a:pt x="10740" y="114"/>
                  </a:lnTo>
                  <a:lnTo>
                    <a:pt x="10778" y="95"/>
                  </a:lnTo>
                  <a:lnTo>
                    <a:pt x="10797" y="57"/>
                  </a:lnTo>
                  <a:lnTo>
                    <a:pt x="10778" y="19"/>
                  </a:lnTo>
                  <a:lnTo>
                    <a:pt x="1074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6"/>
            <p:cNvSpPr/>
            <p:nvPr/>
          </p:nvSpPr>
          <p:spPr>
            <a:xfrm>
              <a:off x="3232600" y="2091450"/>
              <a:ext cx="305600" cy="2875"/>
            </a:xfrm>
            <a:custGeom>
              <a:avLst/>
              <a:gdLst/>
              <a:ahLst/>
              <a:cxnLst/>
              <a:rect l="l" t="t" r="r" b="b"/>
              <a:pathLst>
                <a:path w="12224" h="115" extrusionOk="0">
                  <a:moveTo>
                    <a:pt x="58" y="0"/>
                  </a:moveTo>
                  <a:lnTo>
                    <a:pt x="20" y="19"/>
                  </a:lnTo>
                  <a:lnTo>
                    <a:pt x="1" y="57"/>
                  </a:lnTo>
                  <a:lnTo>
                    <a:pt x="20" y="95"/>
                  </a:lnTo>
                  <a:lnTo>
                    <a:pt x="58" y="114"/>
                  </a:lnTo>
                  <a:lnTo>
                    <a:pt x="12166" y="114"/>
                  </a:lnTo>
                  <a:lnTo>
                    <a:pt x="12204" y="95"/>
                  </a:lnTo>
                  <a:lnTo>
                    <a:pt x="12223" y="57"/>
                  </a:lnTo>
                  <a:lnTo>
                    <a:pt x="12204" y="19"/>
                  </a:lnTo>
                  <a:lnTo>
                    <a:pt x="12166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6"/>
            <p:cNvSpPr/>
            <p:nvPr/>
          </p:nvSpPr>
          <p:spPr>
            <a:xfrm>
              <a:off x="3060100" y="2149900"/>
              <a:ext cx="283725" cy="2875"/>
            </a:xfrm>
            <a:custGeom>
              <a:avLst/>
              <a:gdLst/>
              <a:ahLst/>
              <a:cxnLst/>
              <a:rect l="l" t="t" r="r" b="b"/>
              <a:pathLst>
                <a:path w="11349" h="115" extrusionOk="0">
                  <a:moveTo>
                    <a:pt x="58" y="0"/>
                  </a:moveTo>
                  <a:lnTo>
                    <a:pt x="1" y="19"/>
                  </a:lnTo>
                  <a:lnTo>
                    <a:pt x="1" y="57"/>
                  </a:lnTo>
                  <a:lnTo>
                    <a:pt x="1" y="114"/>
                  </a:lnTo>
                  <a:lnTo>
                    <a:pt x="11330" y="114"/>
                  </a:lnTo>
                  <a:lnTo>
                    <a:pt x="11349" y="57"/>
                  </a:lnTo>
                  <a:lnTo>
                    <a:pt x="11330" y="19"/>
                  </a:lnTo>
                  <a:lnTo>
                    <a:pt x="11292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6"/>
            <p:cNvSpPr/>
            <p:nvPr/>
          </p:nvSpPr>
          <p:spPr>
            <a:xfrm>
              <a:off x="3250175" y="2251125"/>
              <a:ext cx="255700" cy="2875"/>
            </a:xfrm>
            <a:custGeom>
              <a:avLst/>
              <a:gdLst/>
              <a:ahLst/>
              <a:cxnLst/>
              <a:rect l="l" t="t" r="r" b="b"/>
              <a:pathLst>
                <a:path w="10228" h="115" extrusionOk="0">
                  <a:moveTo>
                    <a:pt x="58" y="0"/>
                  </a:moveTo>
                  <a:lnTo>
                    <a:pt x="20" y="19"/>
                  </a:lnTo>
                  <a:lnTo>
                    <a:pt x="1" y="57"/>
                  </a:lnTo>
                  <a:lnTo>
                    <a:pt x="20" y="95"/>
                  </a:lnTo>
                  <a:lnTo>
                    <a:pt x="58" y="114"/>
                  </a:lnTo>
                  <a:lnTo>
                    <a:pt x="10171" y="114"/>
                  </a:lnTo>
                  <a:lnTo>
                    <a:pt x="10228" y="95"/>
                  </a:lnTo>
                  <a:lnTo>
                    <a:pt x="10228" y="57"/>
                  </a:lnTo>
                  <a:lnTo>
                    <a:pt x="10228" y="19"/>
                  </a:lnTo>
                  <a:lnTo>
                    <a:pt x="1017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6"/>
            <p:cNvSpPr/>
            <p:nvPr/>
          </p:nvSpPr>
          <p:spPr>
            <a:xfrm>
              <a:off x="3164175" y="1836725"/>
              <a:ext cx="16175" cy="61800"/>
            </a:xfrm>
            <a:custGeom>
              <a:avLst/>
              <a:gdLst/>
              <a:ahLst/>
              <a:cxnLst/>
              <a:rect l="l" t="t" r="r" b="b"/>
              <a:pathLst>
                <a:path w="647" h="2472" extrusionOk="0">
                  <a:moveTo>
                    <a:pt x="571" y="1"/>
                  </a:moveTo>
                  <a:lnTo>
                    <a:pt x="533" y="39"/>
                  </a:lnTo>
                  <a:lnTo>
                    <a:pt x="0" y="2396"/>
                  </a:lnTo>
                  <a:lnTo>
                    <a:pt x="0" y="2434"/>
                  </a:lnTo>
                  <a:lnTo>
                    <a:pt x="38" y="2472"/>
                  </a:lnTo>
                  <a:lnTo>
                    <a:pt x="57" y="2472"/>
                  </a:lnTo>
                  <a:lnTo>
                    <a:pt x="95" y="2453"/>
                  </a:lnTo>
                  <a:lnTo>
                    <a:pt x="115" y="2415"/>
                  </a:lnTo>
                  <a:lnTo>
                    <a:pt x="647" y="77"/>
                  </a:lnTo>
                  <a:lnTo>
                    <a:pt x="647" y="20"/>
                  </a:lnTo>
                  <a:lnTo>
                    <a:pt x="609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6"/>
            <p:cNvSpPr/>
            <p:nvPr/>
          </p:nvSpPr>
          <p:spPr>
            <a:xfrm>
              <a:off x="3219300" y="1836725"/>
              <a:ext cx="16175" cy="61800"/>
            </a:xfrm>
            <a:custGeom>
              <a:avLst/>
              <a:gdLst/>
              <a:ahLst/>
              <a:cxnLst/>
              <a:rect l="l" t="t" r="r" b="b"/>
              <a:pathLst>
                <a:path w="647" h="2472" extrusionOk="0">
                  <a:moveTo>
                    <a:pt x="609" y="1"/>
                  </a:moveTo>
                  <a:lnTo>
                    <a:pt x="571" y="20"/>
                  </a:lnTo>
                  <a:lnTo>
                    <a:pt x="533" y="39"/>
                  </a:lnTo>
                  <a:lnTo>
                    <a:pt x="0" y="2396"/>
                  </a:lnTo>
                  <a:lnTo>
                    <a:pt x="19" y="2434"/>
                  </a:lnTo>
                  <a:lnTo>
                    <a:pt x="57" y="2472"/>
                  </a:lnTo>
                  <a:lnTo>
                    <a:pt x="95" y="2453"/>
                  </a:lnTo>
                  <a:lnTo>
                    <a:pt x="114" y="2415"/>
                  </a:lnTo>
                  <a:lnTo>
                    <a:pt x="647" y="77"/>
                  </a:lnTo>
                  <a:lnTo>
                    <a:pt x="647" y="20"/>
                  </a:lnTo>
                  <a:lnTo>
                    <a:pt x="609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6"/>
            <p:cNvSpPr/>
            <p:nvPr/>
          </p:nvSpPr>
          <p:spPr>
            <a:xfrm>
              <a:off x="3275375" y="1836725"/>
              <a:ext cx="14750" cy="61800"/>
            </a:xfrm>
            <a:custGeom>
              <a:avLst/>
              <a:gdLst/>
              <a:ahLst/>
              <a:cxnLst/>
              <a:rect l="l" t="t" r="r" b="b"/>
              <a:pathLst>
                <a:path w="590" h="2472" extrusionOk="0">
                  <a:moveTo>
                    <a:pt x="495" y="1"/>
                  </a:moveTo>
                  <a:lnTo>
                    <a:pt x="476" y="39"/>
                  </a:lnTo>
                  <a:lnTo>
                    <a:pt x="0" y="2396"/>
                  </a:lnTo>
                  <a:lnTo>
                    <a:pt x="19" y="2434"/>
                  </a:lnTo>
                  <a:lnTo>
                    <a:pt x="57" y="2472"/>
                  </a:lnTo>
                  <a:lnTo>
                    <a:pt x="95" y="2453"/>
                  </a:lnTo>
                  <a:lnTo>
                    <a:pt x="114" y="2415"/>
                  </a:lnTo>
                  <a:lnTo>
                    <a:pt x="590" y="77"/>
                  </a:lnTo>
                  <a:lnTo>
                    <a:pt x="571" y="20"/>
                  </a:lnTo>
                  <a:lnTo>
                    <a:pt x="533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6"/>
            <p:cNvSpPr/>
            <p:nvPr/>
          </p:nvSpPr>
          <p:spPr>
            <a:xfrm>
              <a:off x="3222625" y="2091450"/>
              <a:ext cx="16650" cy="61325"/>
            </a:xfrm>
            <a:custGeom>
              <a:avLst/>
              <a:gdLst/>
              <a:ahLst/>
              <a:cxnLst/>
              <a:rect l="l" t="t" r="r" b="b"/>
              <a:pathLst>
                <a:path w="666" h="2453" extrusionOk="0">
                  <a:moveTo>
                    <a:pt x="571" y="0"/>
                  </a:moveTo>
                  <a:lnTo>
                    <a:pt x="552" y="38"/>
                  </a:lnTo>
                  <a:lnTo>
                    <a:pt x="0" y="2395"/>
                  </a:lnTo>
                  <a:lnTo>
                    <a:pt x="0" y="2433"/>
                  </a:lnTo>
                  <a:lnTo>
                    <a:pt x="39" y="2452"/>
                  </a:lnTo>
                  <a:lnTo>
                    <a:pt x="96" y="2452"/>
                  </a:lnTo>
                  <a:lnTo>
                    <a:pt x="115" y="2414"/>
                  </a:lnTo>
                  <a:lnTo>
                    <a:pt x="666" y="57"/>
                  </a:lnTo>
                  <a:lnTo>
                    <a:pt x="647" y="19"/>
                  </a:lnTo>
                  <a:lnTo>
                    <a:pt x="609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6"/>
            <p:cNvSpPr/>
            <p:nvPr/>
          </p:nvSpPr>
          <p:spPr>
            <a:xfrm>
              <a:off x="3278225" y="2091450"/>
              <a:ext cx="16175" cy="61325"/>
            </a:xfrm>
            <a:custGeom>
              <a:avLst/>
              <a:gdLst/>
              <a:ahLst/>
              <a:cxnLst/>
              <a:rect l="l" t="t" r="r" b="b"/>
              <a:pathLst>
                <a:path w="647" h="2453" extrusionOk="0">
                  <a:moveTo>
                    <a:pt x="552" y="0"/>
                  </a:moveTo>
                  <a:lnTo>
                    <a:pt x="533" y="38"/>
                  </a:lnTo>
                  <a:lnTo>
                    <a:pt x="0" y="2395"/>
                  </a:lnTo>
                  <a:lnTo>
                    <a:pt x="0" y="2433"/>
                  </a:lnTo>
                  <a:lnTo>
                    <a:pt x="39" y="2452"/>
                  </a:lnTo>
                  <a:lnTo>
                    <a:pt x="96" y="2452"/>
                  </a:lnTo>
                  <a:lnTo>
                    <a:pt x="115" y="2414"/>
                  </a:lnTo>
                  <a:lnTo>
                    <a:pt x="647" y="57"/>
                  </a:lnTo>
                  <a:lnTo>
                    <a:pt x="628" y="19"/>
                  </a:lnTo>
                  <a:lnTo>
                    <a:pt x="59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6"/>
            <p:cNvSpPr/>
            <p:nvPr/>
          </p:nvSpPr>
          <p:spPr>
            <a:xfrm>
              <a:off x="3334300" y="2091450"/>
              <a:ext cx="14275" cy="61325"/>
            </a:xfrm>
            <a:custGeom>
              <a:avLst/>
              <a:gdLst/>
              <a:ahLst/>
              <a:cxnLst/>
              <a:rect l="l" t="t" r="r" b="b"/>
              <a:pathLst>
                <a:path w="571" h="2453" extrusionOk="0">
                  <a:moveTo>
                    <a:pt x="476" y="0"/>
                  </a:moveTo>
                  <a:lnTo>
                    <a:pt x="457" y="38"/>
                  </a:lnTo>
                  <a:lnTo>
                    <a:pt x="0" y="2395"/>
                  </a:lnTo>
                  <a:lnTo>
                    <a:pt x="0" y="2433"/>
                  </a:lnTo>
                  <a:lnTo>
                    <a:pt x="39" y="2452"/>
                  </a:lnTo>
                  <a:lnTo>
                    <a:pt x="96" y="2452"/>
                  </a:lnTo>
                  <a:lnTo>
                    <a:pt x="115" y="2414"/>
                  </a:lnTo>
                  <a:lnTo>
                    <a:pt x="571" y="57"/>
                  </a:lnTo>
                  <a:lnTo>
                    <a:pt x="571" y="19"/>
                  </a:lnTo>
                  <a:lnTo>
                    <a:pt x="533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6"/>
            <p:cNvSpPr/>
            <p:nvPr/>
          </p:nvSpPr>
          <p:spPr>
            <a:xfrm>
              <a:off x="3406525" y="1896600"/>
              <a:ext cx="14300" cy="61325"/>
            </a:xfrm>
            <a:custGeom>
              <a:avLst/>
              <a:gdLst/>
              <a:ahLst/>
              <a:cxnLst/>
              <a:rect l="l" t="t" r="r" b="b"/>
              <a:pathLst>
                <a:path w="572" h="2453" extrusionOk="0">
                  <a:moveTo>
                    <a:pt x="495" y="1"/>
                  </a:moveTo>
                  <a:lnTo>
                    <a:pt x="457" y="39"/>
                  </a:lnTo>
                  <a:lnTo>
                    <a:pt x="1" y="2396"/>
                  </a:lnTo>
                  <a:lnTo>
                    <a:pt x="20" y="2434"/>
                  </a:lnTo>
                  <a:lnTo>
                    <a:pt x="58" y="2453"/>
                  </a:lnTo>
                  <a:lnTo>
                    <a:pt x="96" y="2453"/>
                  </a:lnTo>
                  <a:lnTo>
                    <a:pt x="115" y="2415"/>
                  </a:lnTo>
                  <a:lnTo>
                    <a:pt x="571" y="58"/>
                  </a:lnTo>
                  <a:lnTo>
                    <a:pt x="571" y="20"/>
                  </a:lnTo>
                  <a:lnTo>
                    <a:pt x="533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6"/>
            <p:cNvSpPr/>
            <p:nvPr/>
          </p:nvSpPr>
          <p:spPr>
            <a:xfrm>
              <a:off x="3358050" y="1896600"/>
              <a:ext cx="14300" cy="61325"/>
            </a:xfrm>
            <a:custGeom>
              <a:avLst/>
              <a:gdLst/>
              <a:ahLst/>
              <a:cxnLst/>
              <a:rect l="l" t="t" r="r" b="b"/>
              <a:pathLst>
                <a:path w="572" h="2453" extrusionOk="0">
                  <a:moveTo>
                    <a:pt x="476" y="1"/>
                  </a:moveTo>
                  <a:lnTo>
                    <a:pt x="457" y="39"/>
                  </a:lnTo>
                  <a:lnTo>
                    <a:pt x="1" y="2396"/>
                  </a:lnTo>
                  <a:lnTo>
                    <a:pt x="1" y="2434"/>
                  </a:lnTo>
                  <a:lnTo>
                    <a:pt x="39" y="2453"/>
                  </a:lnTo>
                  <a:lnTo>
                    <a:pt x="77" y="2453"/>
                  </a:lnTo>
                  <a:lnTo>
                    <a:pt x="115" y="2415"/>
                  </a:lnTo>
                  <a:lnTo>
                    <a:pt x="571" y="58"/>
                  </a:lnTo>
                  <a:lnTo>
                    <a:pt x="552" y="20"/>
                  </a:lnTo>
                  <a:lnTo>
                    <a:pt x="514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6"/>
            <p:cNvSpPr/>
            <p:nvPr/>
          </p:nvSpPr>
          <p:spPr>
            <a:xfrm>
              <a:off x="2731250" y="2220225"/>
              <a:ext cx="492825" cy="467150"/>
            </a:xfrm>
            <a:custGeom>
              <a:avLst/>
              <a:gdLst/>
              <a:ahLst/>
              <a:cxnLst/>
              <a:rect l="l" t="t" r="r" b="b"/>
              <a:pathLst>
                <a:path w="19713" h="18686" extrusionOk="0">
                  <a:moveTo>
                    <a:pt x="10683" y="1"/>
                  </a:moveTo>
                  <a:lnTo>
                    <a:pt x="10208" y="20"/>
                  </a:lnTo>
                  <a:lnTo>
                    <a:pt x="9714" y="58"/>
                  </a:lnTo>
                  <a:lnTo>
                    <a:pt x="9239" y="115"/>
                  </a:lnTo>
                  <a:lnTo>
                    <a:pt x="8764" y="191"/>
                  </a:lnTo>
                  <a:lnTo>
                    <a:pt x="8288" y="305"/>
                  </a:lnTo>
                  <a:lnTo>
                    <a:pt x="7832" y="419"/>
                  </a:lnTo>
                  <a:lnTo>
                    <a:pt x="7357" y="571"/>
                  </a:lnTo>
                  <a:lnTo>
                    <a:pt x="6901" y="723"/>
                  </a:lnTo>
                  <a:lnTo>
                    <a:pt x="6464" y="913"/>
                  </a:lnTo>
                  <a:lnTo>
                    <a:pt x="6026" y="1122"/>
                  </a:lnTo>
                  <a:lnTo>
                    <a:pt x="5589" y="1331"/>
                  </a:lnTo>
                  <a:lnTo>
                    <a:pt x="5171" y="1578"/>
                  </a:lnTo>
                  <a:lnTo>
                    <a:pt x="4753" y="1825"/>
                  </a:lnTo>
                  <a:lnTo>
                    <a:pt x="4354" y="2111"/>
                  </a:lnTo>
                  <a:lnTo>
                    <a:pt x="3973" y="2396"/>
                  </a:lnTo>
                  <a:lnTo>
                    <a:pt x="3593" y="2700"/>
                  </a:lnTo>
                  <a:lnTo>
                    <a:pt x="3232" y="3023"/>
                  </a:lnTo>
                  <a:lnTo>
                    <a:pt x="2890" y="3365"/>
                  </a:lnTo>
                  <a:lnTo>
                    <a:pt x="2567" y="3726"/>
                  </a:lnTo>
                  <a:lnTo>
                    <a:pt x="2244" y="4087"/>
                  </a:lnTo>
                  <a:lnTo>
                    <a:pt x="1940" y="4487"/>
                  </a:lnTo>
                  <a:lnTo>
                    <a:pt x="1673" y="4886"/>
                  </a:lnTo>
                  <a:lnTo>
                    <a:pt x="1407" y="5285"/>
                  </a:lnTo>
                  <a:lnTo>
                    <a:pt x="1160" y="5722"/>
                  </a:lnTo>
                  <a:lnTo>
                    <a:pt x="932" y="6159"/>
                  </a:lnTo>
                  <a:lnTo>
                    <a:pt x="742" y="6597"/>
                  </a:lnTo>
                  <a:lnTo>
                    <a:pt x="552" y="7072"/>
                  </a:lnTo>
                  <a:lnTo>
                    <a:pt x="400" y="7528"/>
                  </a:lnTo>
                  <a:lnTo>
                    <a:pt x="267" y="8003"/>
                  </a:lnTo>
                  <a:lnTo>
                    <a:pt x="172" y="8478"/>
                  </a:lnTo>
                  <a:lnTo>
                    <a:pt x="96" y="8935"/>
                  </a:lnTo>
                  <a:lnTo>
                    <a:pt x="39" y="9410"/>
                  </a:lnTo>
                  <a:lnTo>
                    <a:pt x="1" y="9866"/>
                  </a:lnTo>
                  <a:lnTo>
                    <a:pt x="1" y="10322"/>
                  </a:lnTo>
                  <a:lnTo>
                    <a:pt x="20" y="10778"/>
                  </a:lnTo>
                  <a:lnTo>
                    <a:pt x="58" y="11216"/>
                  </a:lnTo>
                  <a:lnTo>
                    <a:pt x="134" y="11653"/>
                  </a:lnTo>
                  <a:lnTo>
                    <a:pt x="210" y="12090"/>
                  </a:lnTo>
                  <a:lnTo>
                    <a:pt x="324" y="12508"/>
                  </a:lnTo>
                  <a:lnTo>
                    <a:pt x="457" y="12926"/>
                  </a:lnTo>
                  <a:lnTo>
                    <a:pt x="609" y="13345"/>
                  </a:lnTo>
                  <a:lnTo>
                    <a:pt x="780" y="13744"/>
                  </a:lnTo>
                  <a:lnTo>
                    <a:pt x="989" y="14143"/>
                  </a:lnTo>
                  <a:lnTo>
                    <a:pt x="1198" y="14523"/>
                  </a:lnTo>
                  <a:lnTo>
                    <a:pt x="1445" y="14884"/>
                  </a:lnTo>
                  <a:lnTo>
                    <a:pt x="1692" y="15245"/>
                  </a:lnTo>
                  <a:lnTo>
                    <a:pt x="1978" y="15569"/>
                  </a:lnTo>
                  <a:lnTo>
                    <a:pt x="2263" y="15911"/>
                  </a:lnTo>
                  <a:lnTo>
                    <a:pt x="2567" y="16215"/>
                  </a:lnTo>
                  <a:lnTo>
                    <a:pt x="2909" y="16519"/>
                  </a:lnTo>
                  <a:lnTo>
                    <a:pt x="3251" y="16804"/>
                  </a:lnTo>
                  <a:lnTo>
                    <a:pt x="3612" y="17070"/>
                  </a:lnTo>
                  <a:lnTo>
                    <a:pt x="4011" y="17317"/>
                  </a:lnTo>
                  <a:lnTo>
                    <a:pt x="4411" y="17545"/>
                  </a:lnTo>
                  <a:lnTo>
                    <a:pt x="4810" y="17755"/>
                  </a:lnTo>
                  <a:lnTo>
                    <a:pt x="5247" y="17945"/>
                  </a:lnTo>
                  <a:lnTo>
                    <a:pt x="5703" y="18116"/>
                  </a:lnTo>
                  <a:lnTo>
                    <a:pt x="6159" y="18268"/>
                  </a:lnTo>
                  <a:lnTo>
                    <a:pt x="6635" y="18401"/>
                  </a:lnTo>
                  <a:lnTo>
                    <a:pt x="7129" y="18515"/>
                  </a:lnTo>
                  <a:lnTo>
                    <a:pt x="7604" y="18591"/>
                  </a:lnTo>
                  <a:lnTo>
                    <a:pt x="8098" y="18648"/>
                  </a:lnTo>
                  <a:lnTo>
                    <a:pt x="8593" y="18686"/>
                  </a:lnTo>
                  <a:lnTo>
                    <a:pt x="9068" y="18686"/>
                  </a:lnTo>
                  <a:lnTo>
                    <a:pt x="9562" y="18667"/>
                  </a:lnTo>
                  <a:lnTo>
                    <a:pt x="10037" y="18629"/>
                  </a:lnTo>
                  <a:lnTo>
                    <a:pt x="10531" y="18572"/>
                  </a:lnTo>
                  <a:lnTo>
                    <a:pt x="11007" y="18496"/>
                  </a:lnTo>
                  <a:lnTo>
                    <a:pt x="11482" y="18401"/>
                  </a:lnTo>
                  <a:lnTo>
                    <a:pt x="11938" y="18268"/>
                  </a:lnTo>
                  <a:lnTo>
                    <a:pt x="12413" y="18135"/>
                  </a:lnTo>
                  <a:lnTo>
                    <a:pt x="12869" y="17964"/>
                  </a:lnTo>
                  <a:lnTo>
                    <a:pt x="13307" y="17793"/>
                  </a:lnTo>
                  <a:lnTo>
                    <a:pt x="13744" y="17583"/>
                  </a:lnTo>
                  <a:lnTo>
                    <a:pt x="14181" y="17355"/>
                  </a:lnTo>
                  <a:lnTo>
                    <a:pt x="14599" y="17127"/>
                  </a:lnTo>
                  <a:lnTo>
                    <a:pt x="15017" y="16861"/>
                  </a:lnTo>
                  <a:lnTo>
                    <a:pt x="15417" y="16595"/>
                  </a:lnTo>
                  <a:lnTo>
                    <a:pt x="15797" y="16291"/>
                  </a:lnTo>
                  <a:lnTo>
                    <a:pt x="16177" y="15987"/>
                  </a:lnTo>
                  <a:lnTo>
                    <a:pt x="16519" y="15664"/>
                  </a:lnTo>
                  <a:lnTo>
                    <a:pt x="16880" y="15321"/>
                  </a:lnTo>
                  <a:lnTo>
                    <a:pt x="17203" y="14960"/>
                  </a:lnTo>
                  <a:lnTo>
                    <a:pt x="17508" y="14599"/>
                  </a:lnTo>
                  <a:lnTo>
                    <a:pt x="17812" y="14219"/>
                  </a:lnTo>
                  <a:lnTo>
                    <a:pt x="18078" y="13820"/>
                  </a:lnTo>
                  <a:lnTo>
                    <a:pt x="18344" y="13402"/>
                  </a:lnTo>
                  <a:lnTo>
                    <a:pt x="18591" y="12964"/>
                  </a:lnTo>
                  <a:lnTo>
                    <a:pt x="18800" y="12527"/>
                  </a:lnTo>
                  <a:lnTo>
                    <a:pt x="19009" y="12090"/>
                  </a:lnTo>
                  <a:lnTo>
                    <a:pt x="19180" y="11615"/>
                  </a:lnTo>
                  <a:lnTo>
                    <a:pt x="19332" y="11159"/>
                  </a:lnTo>
                  <a:lnTo>
                    <a:pt x="19465" y="10683"/>
                  </a:lnTo>
                  <a:lnTo>
                    <a:pt x="19560" y="10208"/>
                  </a:lnTo>
                  <a:lnTo>
                    <a:pt x="19636" y="9752"/>
                  </a:lnTo>
                  <a:lnTo>
                    <a:pt x="19694" y="9277"/>
                  </a:lnTo>
                  <a:lnTo>
                    <a:pt x="19713" y="8821"/>
                  </a:lnTo>
                  <a:lnTo>
                    <a:pt x="19713" y="8364"/>
                  </a:lnTo>
                  <a:lnTo>
                    <a:pt x="19694" y="7908"/>
                  </a:lnTo>
                  <a:lnTo>
                    <a:pt x="19655" y="7471"/>
                  </a:lnTo>
                  <a:lnTo>
                    <a:pt x="19598" y="7034"/>
                  </a:lnTo>
                  <a:lnTo>
                    <a:pt x="19503" y="6597"/>
                  </a:lnTo>
                  <a:lnTo>
                    <a:pt x="19389" y="6159"/>
                  </a:lnTo>
                  <a:lnTo>
                    <a:pt x="19256" y="5741"/>
                  </a:lnTo>
                  <a:lnTo>
                    <a:pt x="19104" y="5342"/>
                  </a:lnTo>
                  <a:lnTo>
                    <a:pt x="18933" y="4943"/>
                  </a:lnTo>
                  <a:lnTo>
                    <a:pt x="18724" y="4544"/>
                  </a:lnTo>
                  <a:lnTo>
                    <a:pt x="18515" y="4163"/>
                  </a:lnTo>
                  <a:lnTo>
                    <a:pt x="18287" y="3802"/>
                  </a:lnTo>
                  <a:lnTo>
                    <a:pt x="18021" y="3441"/>
                  </a:lnTo>
                  <a:lnTo>
                    <a:pt x="17755" y="3099"/>
                  </a:lnTo>
                  <a:lnTo>
                    <a:pt x="17451" y="2776"/>
                  </a:lnTo>
                  <a:lnTo>
                    <a:pt x="17146" y="2453"/>
                  </a:lnTo>
                  <a:lnTo>
                    <a:pt x="16823" y="2168"/>
                  </a:lnTo>
                  <a:lnTo>
                    <a:pt x="16462" y="1882"/>
                  </a:lnTo>
                  <a:lnTo>
                    <a:pt x="16101" y="1616"/>
                  </a:lnTo>
                  <a:lnTo>
                    <a:pt x="15721" y="1369"/>
                  </a:lnTo>
                  <a:lnTo>
                    <a:pt x="15322" y="1141"/>
                  </a:lnTo>
                  <a:lnTo>
                    <a:pt x="14922" y="932"/>
                  </a:lnTo>
                  <a:lnTo>
                    <a:pt x="14485" y="742"/>
                  </a:lnTo>
                  <a:lnTo>
                    <a:pt x="14048" y="571"/>
                  </a:lnTo>
                  <a:lnTo>
                    <a:pt x="13573" y="419"/>
                  </a:lnTo>
                  <a:lnTo>
                    <a:pt x="13117" y="286"/>
                  </a:lnTo>
                  <a:lnTo>
                    <a:pt x="12622" y="191"/>
                  </a:lnTo>
                  <a:lnTo>
                    <a:pt x="12147" y="96"/>
                  </a:lnTo>
                  <a:lnTo>
                    <a:pt x="11653" y="39"/>
                  </a:lnTo>
                  <a:lnTo>
                    <a:pt x="11178" y="20"/>
                  </a:lnTo>
                  <a:lnTo>
                    <a:pt x="106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6"/>
            <p:cNvSpPr/>
            <p:nvPr/>
          </p:nvSpPr>
          <p:spPr>
            <a:xfrm>
              <a:off x="2764050" y="2251125"/>
              <a:ext cx="427700" cy="405375"/>
            </a:xfrm>
            <a:custGeom>
              <a:avLst/>
              <a:gdLst/>
              <a:ahLst/>
              <a:cxnLst/>
              <a:rect l="l" t="t" r="r" b="b"/>
              <a:pathLst>
                <a:path w="17108" h="16215" extrusionOk="0">
                  <a:moveTo>
                    <a:pt x="9314" y="342"/>
                  </a:moveTo>
                  <a:lnTo>
                    <a:pt x="9809" y="361"/>
                  </a:lnTo>
                  <a:lnTo>
                    <a:pt x="10284" y="399"/>
                  </a:lnTo>
                  <a:lnTo>
                    <a:pt x="10778" y="475"/>
                  </a:lnTo>
                  <a:lnTo>
                    <a:pt x="11272" y="570"/>
                  </a:lnTo>
                  <a:lnTo>
                    <a:pt x="11786" y="722"/>
                  </a:lnTo>
                  <a:lnTo>
                    <a:pt x="12280" y="894"/>
                  </a:lnTo>
                  <a:lnTo>
                    <a:pt x="12774" y="1103"/>
                  </a:lnTo>
                  <a:lnTo>
                    <a:pt x="13230" y="1350"/>
                  </a:lnTo>
                  <a:lnTo>
                    <a:pt x="13667" y="1616"/>
                  </a:lnTo>
                  <a:lnTo>
                    <a:pt x="14067" y="1901"/>
                  </a:lnTo>
                  <a:lnTo>
                    <a:pt x="14466" y="2224"/>
                  </a:lnTo>
                  <a:lnTo>
                    <a:pt x="14827" y="2566"/>
                  </a:lnTo>
                  <a:lnTo>
                    <a:pt x="15150" y="2946"/>
                  </a:lnTo>
                  <a:lnTo>
                    <a:pt x="15454" y="3346"/>
                  </a:lnTo>
                  <a:lnTo>
                    <a:pt x="15739" y="3745"/>
                  </a:lnTo>
                  <a:lnTo>
                    <a:pt x="15986" y="4182"/>
                  </a:lnTo>
                  <a:lnTo>
                    <a:pt x="16196" y="4638"/>
                  </a:lnTo>
                  <a:lnTo>
                    <a:pt x="16386" y="5113"/>
                  </a:lnTo>
                  <a:lnTo>
                    <a:pt x="16538" y="5608"/>
                  </a:lnTo>
                  <a:lnTo>
                    <a:pt x="16652" y="6102"/>
                  </a:lnTo>
                  <a:lnTo>
                    <a:pt x="16709" y="6577"/>
                  </a:lnTo>
                  <a:lnTo>
                    <a:pt x="16747" y="7071"/>
                  </a:lnTo>
                  <a:lnTo>
                    <a:pt x="16766" y="7547"/>
                  </a:lnTo>
                  <a:lnTo>
                    <a:pt x="16747" y="8041"/>
                  </a:lnTo>
                  <a:lnTo>
                    <a:pt x="16671" y="8535"/>
                  </a:lnTo>
                  <a:lnTo>
                    <a:pt x="16595" y="9010"/>
                  </a:lnTo>
                  <a:lnTo>
                    <a:pt x="16462" y="9504"/>
                  </a:lnTo>
                  <a:lnTo>
                    <a:pt x="16310" y="9980"/>
                  </a:lnTo>
                  <a:lnTo>
                    <a:pt x="16196" y="10303"/>
                  </a:lnTo>
                  <a:lnTo>
                    <a:pt x="16062" y="10607"/>
                  </a:lnTo>
                  <a:lnTo>
                    <a:pt x="15929" y="10911"/>
                  </a:lnTo>
                  <a:lnTo>
                    <a:pt x="15777" y="11215"/>
                  </a:lnTo>
                  <a:lnTo>
                    <a:pt x="15606" y="11500"/>
                  </a:lnTo>
                  <a:lnTo>
                    <a:pt x="15416" y="11785"/>
                  </a:lnTo>
                  <a:lnTo>
                    <a:pt x="15226" y="12071"/>
                  </a:lnTo>
                  <a:lnTo>
                    <a:pt x="15036" y="12337"/>
                  </a:lnTo>
                  <a:lnTo>
                    <a:pt x="14827" y="12603"/>
                  </a:lnTo>
                  <a:lnTo>
                    <a:pt x="14599" y="12850"/>
                  </a:lnTo>
                  <a:lnTo>
                    <a:pt x="14371" y="13097"/>
                  </a:lnTo>
                  <a:lnTo>
                    <a:pt x="14124" y="13344"/>
                  </a:lnTo>
                  <a:lnTo>
                    <a:pt x="13876" y="13572"/>
                  </a:lnTo>
                  <a:lnTo>
                    <a:pt x="13610" y="13800"/>
                  </a:lnTo>
                  <a:lnTo>
                    <a:pt x="13325" y="14009"/>
                  </a:lnTo>
                  <a:lnTo>
                    <a:pt x="13059" y="14219"/>
                  </a:lnTo>
                  <a:lnTo>
                    <a:pt x="12641" y="14485"/>
                  </a:lnTo>
                  <a:lnTo>
                    <a:pt x="12223" y="14732"/>
                  </a:lnTo>
                  <a:lnTo>
                    <a:pt x="11805" y="14960"/>
                  </a:lnTo>
                  <a:lnTo>
                    <a:pt x="11367" y="15150"/>
                  </a:lnTo>
                  <a:lnTo>
                    <a:pt x="10911" y="15340"/>
                  </a:lnTo>
                  <a:lnTo>
                    <a:pt x="10474" y="15492"/>
                  </a:lnTo>
                  <a:lnTo>
                    <a:pt x="10018" y="15606"/>
                  </a:lnTo>
                  <a:lnTo>
                    <a:pt x="9562" y="15720"/>
                  </a:lnTo>
                  <a:lnTo>
                    <a:pt x="9086" y="15796"/>
                  </a:lnTo>
                  <a:lnTo>
                    <a:pt x="8630" y="15853"/>
                  </a:lnTo>
                  <a:lnTo>
                    <a:pt x="8155" y="15872"/>
                  </a:lnTo>
                  <a:lnTo>
                    <a:pt x="7699" y="15891"/>
                  </a:lnTo>
                  <a:lnTo>
                    <a:pt x="7224" y="15853"/>
                  </a:lnTo>
                  <a:lnTo>
                    <a:pt x="6767" y="15815"/>
                  </a:lnTo>
                  <a:lnTo>
                    <a:pt x="6311" y="15739"/>
                  </a:lnTo>
                  <a:lnTo>
                    <a:pt x="5855" y="15644"/>
                  </a:lnTo>
                  <a:lnTo>
                    <a:pt x="5475" y="15549"/>
                  </a:lnTo>
                  <a:lnTo>
                    <a:pt x="5114" y="15416"/>
                  </a:lnTo>
                  <a:lnTo>
                    <a:pt x="4752" y="15283"/>
                  </a:lnTo>
                  <a:lnTo>
                    <a:pt x="4410" y="15131"/>
                  </a:lnTo>
                  <a:lnTo>
                    <a:pt x="4068" y="14979"/>
                  </a:lnTo>
                  <a:lnTo>
                    <a:pt x="3745" y="14789"/>
                  </a:lnTo>
                  <a:lnTo>
                    <a:pt x="3422" y="14599"/>
                  </a:lnTo>
                  <a:lnTo>
                    <a:pt x="3118" y="14371"/>
                  </a:lnTo>
                  <a:lnTo>
                    <a:pt x="2890" y="14199"/>
                  </a:lnTo>
                  <a:lnTo>
                    <a:pt x="2661" y="14009"/>
                  </a:lnTo>
                  <a:lnTo>
                    <a:pt x="2452" y="13819"/>
                  </a:lnTo>
                  <a:lnTo>
                    <a:pt x="2262" y="13610"/>
                  </a:lnTo>
                  <a:lnTo>
                    <a:pt x="2053" y="13401"/>
                  </a:lnTo>
                  <a:lnTo>
                    <a:pt x="1882" y="13192"/>
                  </a:lnTo>
                  <a:lnTo>
                    <a:pt x="1711" y="12964"/>
                  </a:lnTo>
                  <a:lnTo>
                    <a:pt x="1540" y="12755"/>
                  </a:lnTo>
                  <a:lnTo>
                    <a:pt x="1388" y="12508"/>
                  </a:lnTo>
                  <a:lnTo>
                    <a:pt x="1236" y="12280"/>
                  </a:lnTo>
                  <a:lnTo>
                    <a:pt x="989" y="11785"/>
                  </a:lnTo>
                  <a:lnTo>
                    <a:pt x="780" y="11272"/>
                  </a:lnTo>
                  <a:lnTo>
                    <a:pt x="609" y="10759"/>
                  </a:lnTo>
                  <a:lnTo>
                    <a:pt x="476" y="10208"/>
                  </a:lnTo>
                  <a:lnTo>
                    <a:pt x="380" y="9656"/>
                  </a:lnTo>
                  <a:lnTo>
                    <a:pt x="342" y="9105"/>
                  </a:lnTo>
                  <a:lnTo>
                    <a:pt x="342" y="8535"/>
                  </a:lnTo>
                  <a:lnTo>
                    <a:pt x="380" y="7965"/>
                  </a:lnTo>
                  <a:lnTo>
                    <a:pt x="476" y="7394"/>
                  </a:lnTo>
                  <a:lnTo>
                    <a:pt x="609" y="6805"/>
                  </a:lnTo>
                  <a:lnTo>
                    <a:pt x="799" y="6235"/>
                  </a:lnTo>
                  <a:lnTo>
                    <a:pt x="932" y="5912"/>
                  </a:lnTo>
                  <a:lnTo>
                    <a:pt x="1065" y="5589"/>
                  </a:lnTo>
                  <a:lnTo>
                    <a:pt x="1217" y="5265"/>
                  </a:lnTo>
                  <a:lnTo>
                    <a:pt x="1388" y="4961"/>
                  </a:lnTo>
                  <a:lnTo>
                    <a:pt x="1559" y="4657"/>
                  </a:lnTo>
                  <a:lnTo>
                    <a:pt x="1749" y="4372"/>
                  </a:lnTo>
                  <a:lnTo>
                    <a:pt x="1939" y="4087"/>
                  </a:lnTo>
                  <a:lnTo>
                    <a:pt x="2148" y="3821"/>
                  </a:lnTo>
                  <a:lnTo>
                    <a:pt x="2376" y="3555"/>
                  </a:lnTo>
                  <a:lnTo>
                    <a:pt x="2604" y="3308"/>
                  </a:lnTo>
                  <a:lnTo>
                    <a:pt x="2833" y="3060"/>
                  </a:lnTo>
                  <a:lnTo>
                    <a:pt x="3080" y="2813"/>
                  </a:lnTo>
                  <a:lnTo>
                    <a:pt x="3346" y="2585"/>
                  </a:lnTo>
                  <a:lnTo>
                    <a:pt x="3612" y="2376"/>
                  </a:lnTo>
                  <a:lnTo>
                    <a:pt x="3878" y="2167"/>
                  </a:lnTo>
                  <a:lnTo>
                    <a:pt x="4163" y="1958"/>
                  </a:lnTo>
                  <a:lnTo>
                    <a:pt x="4448" y="1768"/>
                  </a:lnTo>
                  <a:lnTo>
                    <a:pt x="4733" y="1597"/>
                  </a:lnTo>
                  <a:lnTo>
                    <a:pt x="5038" y="1426"/>
                  </a:lnTo>
                  <a:lnTo>
                    <a:pt x="5342" y="1274"/>
                  </a:lnTo>
                  <a:lnTo>
                    <a:pt x="5646" y="1122"/>
                  </a:lnTo>
                  <a:lnTo>
                    <a:pt x="5969" y="989"/>
                  </a:lnTo>
                  <a:lnTo>
                    <a:pt x="6292" y="875"/>
                  </a:lnTo>
                  <a:lnTo>
                    <a:pt x="6615" y="760"/>
                  </a:lnTo>
                  <a:lnTo>
                    <a:pt x="6938" y="665"/>
                  </a:lnTo>
                  <a:lnTo>
                    <a:pt x="7281" y="570"/>
                  </a:lnTo>
                  <a:lnTo>
                    <a:pt x="7604" y="513"/>
                  </a:lnTo>
                  <a:lnTo>
                    <a:pt x="7946" y="437"/>
                  </a:lnTo>
                  <a:lnTo>
                    <a:pt x="8288" y="399"/>
                  </a:lnTo>
                  <a:lnTo>
                    <a:pt x="8630" y="361"/>
                  </a:lnTo>
                  <a:lnTo>
                    <a:pt x="8972" y="342"/>
                  </a:lnTo>
                  <a:close/>
                  <a:moveTo>
                    <a:pt x="9257" y="0"/>
                  </a:moveTo>
                  <a:lnTo>
                    <a:pt x="8839" y="19"/>
                  </a:lnTo>
                  <a:lnTo>
                    <a:pt x="8421" y="38"/>
                  </a:lnTo>
                  <a:lnTo>
                    <a:pt x="8003" y="95"/>
                  </a:lnTo>
                  <a:lnTo>
                    <a:pt x="7585" y="171"/>
                  </a:lnTo>
                  <a:lnTo>
                    <a:pt x="7186" y="247"/>
                  </a:lnTo>
                  <a:lnTo>
                    <a:pt x="6767" y="361"/>
                  </a:lnTo>
                  <a:lnTo>
                    <a:pt x="6368" y="475"/>
                  </a:lnTo>
                  <a:lnTo>
                    <a:pt x="5988" y="627"/>
                  </a:lnTo>
                  <a:lnTo>
                    <a:pt x="5589" y="779"/>
                  </a:lnTo>
                  <a:lnTo>
                    <a:pt x="5209" y="951"/>
                  </a:lnTo>
                  <a:lnTo>
                    <a:pt x="4847" y="1160"/>
                  </a:lnTo>
                  <a:lnTo>
                    <a:pt x="4467" y="1350"/>
                  </a:lnTo>
                  <a:lnTo>
                    <a:pt x="4125" y="1578"/>
                  </a:lnTo>
                  <a:lnTo>
                    <a:pt x="3764" y="1825"/>
                  </a:lnTo>
                  <a:lnTo>
                    <a:pt x="3441" y="2072"/>
                  </a:lnTo>
                  <a:lnTo>
                    <a:pt x="3118" y="2338"/>
                  </a:lnTo>
                  <a:lnTo>
                    <a:pt x="2795" y="2623"/>
                  </a:lnTo>
                  <a:lnTo>
                    <a:pt x="2509" y="2908"/>
                  </a:lnTo>
                  <a:lnTo>
                    <a:pt x="2205" y="3213"/>
                  </a:lnTo>
                  <a:lnTo>
                    <a:pt x="1939" y="3536"/>
                  </a:lnTo>
                  <a:lnTo>
                    <a:pt x="1692" y="3878"/>
                  </a:lnTo>
                  <a:lnTo>
                    <a:pt x="1445" y="4220"/>
                  </a:lnTo>
                  <a:lnTo>
                    <a:pt x="1217" y="4581"/>
                  </a:lnTo>
                  <a:lnTo>
                    <a:pt x="1008" y="4942"/>
                  </a:lnTo>
                  <a:lnTo>
                    <a:pt x="818" y="5323"/>
                  </a:lnTo>
                  <a:lnTo>
                    <a:pt x="628" y="5722"/>
                  </a:lnTo>
                  <a:lnTo>
                    <a:pt x="476" y="6121"/>
                  </a:lnTo>
                  <a:lnTo>
                    <a:pt x="380" y="6425"/>
                  </a:lnTo>
                  <a:lnTo>
                    <a:pt x="285" y="6729"/>
                  </a:lnTo>
                  <a:lnTo>
                    <a:pt x="209" y="7014"/>
                  </a:lnTo>
                  <a:lnTo>
                    <a:pt x="152" y="7318"/>
                  </a:lnTo>
                  <a:lnTo>
                    <a:pt x="95" y="7623"/>
                  </a:lnTo>
                  <a:lnTo>
                    <a:pt x="57" y="7927"/>
                  </a:lnTo>
                  <a:lnTo>
                    <a:pt x="19" y="8231"/>
                  </a:lnTo>
                  <a:lnTo>
                    <a:pt x="0" y="8535"/>
                  </a:lnTo>
                  <a:lnTo>
                    <a:pt x="0" y="8820"/>
                  </a:lnTo>
                  <a:lnTo>
                    <a:pt x="0" y="9124"/>
                  </a:lnTo>
                  <a:lnTo>
                    <a:pt x="19" y="9428"/>
                  </a:lnTo>
                  <a:lnTo>
                    <a:pt x="38" y="9713"/>
                  </a:lnTo>
                  <a:lnTo>
                    <a:pt x="76" y="9999"/>
                  </a:lnTo>
                  <a:lnTo>
                    <a:pt x="133" y="10284"/>
                  </a:lnTo>
                  <a:lnTo>
                    <a:pt x="190" y="10569"/>
                  </a:lnTo>
                  <a:lnTo>
                    <a:pt x="266" y="10854"/>
                  </a:lnTo>
                  <a:lnTo>
                    <a:pt x="361" y="11120"/>
                  </a:lnTo>
                  <a:lnTo>
                    <a:pt x="456" y="11405"/>
                  </a:lnTo>
                  <a:lnTo>
                    <a:pt x="571" y="11671"/>
                  </a:lnTo>
                  <a:lnTo>
                    <a:pt x="685" y="11937"/>
                  </a:lnTo>
                  <a:lnTo>
                    <a:pt x="818" y="12185"/>
                  </a:lnTo>
                  <a:lnTo>
                    <a:pt x="951" y="12451"/>
                  </a:lnTo>
                  <a:lnTo>
                    <a:pt x="1103" y="12698"/>
                  </a:lnTo>
                  <a:lnTo>
                    <a:pt x="1255" y="12945"/>
                  </a:lnTo>
                  <a:lnTo>
                    <a:pt x="1426" y="13173"/>
                  </a:lnTo>
                  <a:lnTo>
                    <a:pt x="1616" y="13401"/>
                  </a:lnTo>
                  <a:lnTo>
                    <a:pt x="1806" y="13629"/>
                  </a:lnTo>
                  <a:lnTo>
                    <a:pt x="2015" y="13857"/>
                  </a:lnTo>
                  <a:lnTo>
                    <a:pt x="2224" y="14066"/>
                  </a:lnTo>
                  <a:lnTo>
                    <a:pt x="2433" y="14257"/>
                  </a:lnTo>
                  <a:lnTo>
                    <a:pt x="2680" y="14466"/>
                  </a:lnTo>
                  <a:lnTo>
                    <a:pt x="2928" y="14656"/>
                  </a:lnTo>
                  <a:lnTo>
                    <a:pt x="3232" y="14884"/>
                  </a:lnTo>
                  <a:lnTo>
                    <a:pt x="3574" y="15074"/>
                  </a:lnTo>
                  <a:lnTo>
                    <a:pt x="3916" y="15283"/>
                  </a:lnTo>
                  <a:lnTo>
                    <a:pt x="4258" y="15454"/>
                  </a:lnTo>
                  <a:lnTo>
                    <a:pt x="4619" y="15606"/>
                  </a:lnTo>
                  <a:lnTo>
                    <a:pt x="5000" y="15739"/>
                  </a:lnTo>
                  <a:lnTo>
                    <a:pt x="5380" y="15872"/>
                  </a:lnTo>
                  <a:lnTo>
                    <a:pt x="5760" y="15967"/>
                  </a:lnTo>
                  <a:lnTo>
                    <a:pt x="6273" y="16081"/>
                  </a:lnTo>
                  <a:lnTo>
                    <a:pt x="6805" y="16157"/>
                  </a:lnTo>
                  <a:lnTo>
                    <a:pt x="7319" y="16214"/>
                  </a:lnTo>
                  <a:lnTo>
                    <a:pt x="8193" y="16214"/>
                  </a:lnTo>
                  <a:lnTo>
                    <a:pt x="8554" y="16195"/>
                  </a:lnTo>
                  <a:lnTo>
                    <a:pt x="8915" y="16157"/>
                  </a:lnTo>
                  <a:lnTo>
                    <a:pt x="9257" y="16119"/>
                  </a:lnTo>
                  <a:lnTo>
                    <a:pt x="9600" y="16043"/>
                  </a:lnTo>
                  <a:lnTo>
                    <a:pt x="9961" y="15967"/>
                  </a:lnTo>
                  <a:lnTo>
                    <a:pt x="10303" y="15891"/>
                  </a:lnTo>
                  <a:lnTo>
                    <a:pt x="10645" y="15777"/>
                  </a:lnTo>
                  <a:lnTo>
                    <a:pt x="10987" y="15663"/>
                  </a:lnTo>
                  <a:lnTo>
                    <a:pt x="11329" y="15549"/>
                  </a:lnTo>
                  <a:lnTo>
                    <a:pt x="11653" y="15397"/>
                  </a:lnTo>
                  <a:lnTo>
                    <a:pt x="11976" y="15245"/>
                  </a:lnTo>
                  <a:lnTo>
                    <a:pt x="12299" y="15074"/>
                  </a:lnTo>
                  <a:lnTo>
                    <a:pt x="12622" y="14903"/>
                  </a:lnTo>
                  <a:lnTo>
                    <a:pt x="12945" y="14694"/>
                  </a:lnTo>
                  <a:lnTo>
                    <a:pt x="13249" y="14485"/>
                  </a:lnTo>
                  <a:lnTo>
                    <a:pt x="13534" y="14276"/>
                  </a:lnTo>
                  <a:lnTo>
                    <a:pt x="13819" y="14066"/>
                  </a:lnTo>
                  <a:lnTo>
                    <a:pt x="14105" y="13819"/>
                  </a:lnTo>
                  <a:lnTo>
                    <a:pt x="14371" y="13591"/>
                  </a:lnTo>
                  <a:lnTo>
                    <a:pt x="14618" y="13344"/>
                  </a:lnTo>
                  <a:lnTo>
                    <a:pt x="14865" y="13078"/>
                  </a:lnTo>
                  <a:lnTo>
                    <a:pt x="15093" y="12812"/>
                  </a:lnTo>
                  <a:lnTo>
                    <a:pt x="15302" y="12546"/>
                  </a:lnTo>
                  <a:lnTo>
                    <a:pt x="15511" y="12261"/>
                  </a:lnTo>
                  <a:lnTo>
                    <a:pt x="15701" y="11975"/>
                  </a:lnTo>
                  <a:lnTo>
                    <a:pt x="15891" y="11671"/>
                  </a:lnTo>
                  <a:lnTo>
                    <a:pt x="16062" y="11367"/>
                  </a:lnTo>
                  <a:lnTo>
                    <a:pt x="16234" y="11063"/>
                  </a:lnTo>
                  <a:lnTo>
                    <a:pt x="16386" y="10740"/>
                  </a:lnTo>
                  <a:lnTo>
                    <a:pt x="16519" y="10436"/>
                  </a:lnTo>
                  <a:lnTo>
                    <a:pt x="16633" y="10094"/>
                  </a:lnTo>
                  <a:lnTo>
                    <a:pt x="16804" y="9599"/>
                  </a:lnTo>
                  <a:lnTo>
                    <a:pt x="16918" y="9086"/>
                  </a:lnTo>
                  <a:lnTo>
                    <a:pt x="17013" y="8573"/>
                  </a:lnTo>
                  <a:lnTo>
                    <a:pt x="17070" y="8060"/>
                  </a:lnTo>
                  <a:lnTo>
                    <a:pt x="17108" y="7566"/>
                  </a:lnTo>
                  <a:lnTo>
                    <a:pt x="17089" y="7052"/>
                  </a:lnTo>
                  <a:lnTo>
                    <a:pt x="17051" y="6539"/>
                  </a:lnTo>
                  <a:lnTo>
                    <a:pt x="16975" y="6045"/>
                  </a:lnTo>
                  <a:lnTo>
                    <a:pt x="16861" y="5513"/>
                  </a:lnTo>
                  <a:lnTo>
                    <a:pt x="16709" y="4999"/>
                  </a:lnTo>
                  <a:lnTo>
                    <a:pt x="16519" y="4505"/>
                  </a:lnTo>
                  <a:lnTo>
                    <a:pt x="16291" y="4030"/>
                  </a:lnTo>
                  <a:lnTo>
                    <a:pt x="16024" y="3574"/>
                  </a:lnTo>
                  <a:lnTo>
                    <a:pt x="15739" y="3137"/>
                  </a:lnTo>
                  <a:lnTo>
                    <a:pt x="15416" y="2718"/>
                  </a:lnTo>
                  <a:lnTo>
                    <a:pt x="15074" y="2338"/>
                  </a:lnTo>
                  <a:lnTo>
                    <a:pt x="14694" y="1977"/>
                  </a:lnTo>
                  <a:lnTo>
                    <a:pt x="14276" y="1635"/>
                  </a:lnTo>
                  <a:lnTo>
                    <a:pt x="13857" y="1331"/>
                  </a:lnTo>
                  <a:lnTo>
                    <a:pt x="13401" y="1046"/>
                  </a:lnTo>
                  <a:lnTo>
                    <a:pt x="12926" y="798"/>
                  </a:lnTo>
                  <a:lnTo>
                    <a:pt x="12413" y="570"/>
                  </a:lnTo>
                  <a:lnTo>
                    <a:pt x="11900" y="399"/>
                  </a:lnTo>
                  <a:lnTo>
                    <a:pt x="11348" y="247"/>
                  </a:lnTo>
                  <a:lnTo>
                    <a:pt x="10930" y="152"/>
                  </a:lnTo>
                  <a:lnTo>
                    <a:pt x="10512" y="76"/>
                  </a:lnTo>
                  <a:lnTo>
                    <a:pt x="10094" y="38"/>
                  </a:lnTo>
                  <a:lnTo>
                    <a:pt x="96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6"/>
            <p:cNvSpPr/>
            <p:nvPr/>
          </p:nvSpPr>
          <p:spPr>
            <a:xfrm>
              <a:off x="2869075" y="2307200"/>
              <a:ext cx="209100" cy="293225"/>
            </a:xfrm>
            <a:custGeom>
              <a:avLst/>
              <a:gdLst/>
              <a:ahLst/>
              <a:cxnLst/>
              <a:rect l="l" t="t" r="r" b="b"/>
              <a:pathLst>
                <a:path w="8364" h="11729" extrusionOk="0">
                  <a:moveTo>
                    <a:pt x="6311" y="0"/>
                  </a:moveTo>
                  <a:lnTo>
                    <a:pt x="6159" y="19"/>
                  </a:lnTo>
                  <a:lnTo>
                    <a:pt x="6026" y="38"/>
                  </a:lnTo>
                  <a:lnTo>
                    <a:pt x="5893" y="95"/>
                  </a:lnTo>
                  <a:lnTo>
                    <a:pt x="5779" y="171"/>
                  </a:lnTo>
                  <a:lnTo>
                    <a:pt x="5684" y="266"/>
                  </a:lnTo>
                  <a:lnTo>
                    <a:pt x="5589" y="399"/>
                  </a:lnTo>
                  <a:lnTo>
                    <a:pt x="5532" y="513"/>
                  </a:lnTo>
                  <a:lnTo>
                    <a:pt x="5323" y="1122"/>
                  </a:lnTo>
                  <a:lnTo>
                    <a:pt x="4904" y="1103"/>
                  </a:lnTo>
                  <a:lnTo>
                    <a:pt x="4695" y="1122"/>
                  </a:lnTo>
                  <a:lnTo>
                    <a:pt x="4505" y="1141"/>
                  </a:lnTo>
                  <a:lnTo>
                    <a:pt x="4296" y="1179"/>
                  </a:lnTo>
                  <a:lnTo>
                    <a:pt x="4106" y="1236"/>
                  </a:lnTo>
                  <a:lnTo>
                    <a:pt x="3935" y="1293"/>
                  </a:lnTo>
                  <a:lnTo>
                    <a:pt x="3745" y="1350"/>
                  </a:lnTo>
                  <a:lnTo>
                    <a:pt x="3498" y="1483"/>
                  </a:lnTo>
                  <a:lnTo>
                    <a:pt x="3251" y="1635"/>
                  </a:lnTo>
                  <a:lnTo>
                    <a:pt x="3042" y="1787"/>
                  </a:lnTo>
                  <a:lnTo>
                    <a:pt x="2851" y="1977"/>
                  </a:lnTo>
                  <a:lnTo>
                    <a:pt x="2680" y="2186"/>
                  </a:lnTo>
                  <a:lnTo>
                    <a:pt x="2528" y="2414"/>
                  </a:lnTo>
                  <a:lnTo>
                    <a:pt x="2395" y="2661"/>
                  </a:lnTo>
                  <a:lnTo>
                    <a:pt x="2281" y="2946"/>
                  </a:lnTo>
                  <a:lnTo>
                    <a:pt x="2205" y="3175"/>
                  </a:lnTo>
                  <a:lnTo>
                    <a:pt x="2167" y="3384"/>
                  </a:lnTo>
                  <a:lnTo>
                    <a:pt x="2129" y="3593"/>
                  </a:lnTo>
                  <a:lnTo>
                    <a:pt x="2110" y="3821"/>
                  </a:lnTo>
                  <a:lnTo>
                    <a:pt x="2110" y="4030"/>
                  </a:lnTo>
                  <a:lnTo>
                    <a:pt x="2148" y="4220"/>
                  </a:lnTo>
                  <a:lnTo>
                    <a:pt x="2186" y="4429"/>
                  </a:lnTo>
                  <a:lnTo>
                    <a:pt x="2243" y="4619"/>
                  </a:lnTo>
                  <a:lnTo>
                    <a:pt x="2319" y="4809"/>
                  </a:lnTo>
                  <a:lnTo>
                    <a:pt x="2433" y="4980"/>
                  </a:lnTo>
                  <a:lnTo>
                    <a:pt x="2566" y="5170"/>
                  </a:lnTo>
                  <a:lnTo>
                    <a:pt x="2699" y="5361"/>
                  </a:lnTo>
                  <a:lnTo>
                    <a:pt x="2870" y="5551"/>
                  </a:lnTo>
                  <a:lnTo>
                    <a:pt x="3080" y="5741"/>
                  </a:lnTo>
                  <a:lnTo>
                    <a:pt x="3289" y="5931"/>
                  </a:lnTo>
                  <a:lnTo>
                    <a:pt x="3536" y="6121"/>
                  </a:lnTo>
                  <a:lnTo>
                    <a:pt x="3631" y="6197"/>
                  </a:lnTo>
                  <a:lnTo>
                    <a:pt x="3954" y="6444"/>
                  </a:lnTo>
                  <a:lnTo>
                    <a:pt x="4239" y="6672"/>
                  </a:lnTo>
                  <a:lnTo>
                    <a:pt x="4467" y="6881"/>
                  </a:lnTo>
                  <a:lnTo>
                    <a:pt x="4676" y="7071"/>
                  </a:lnTo>
                  <a:lnTo>
                    <a:pt x="4847" y="7261"/>
                  </a:lnTo>
                  <a:lnTo>
                    <a:pt x="4961" y="7432"/>
                  </a:lnTo>
                  <a:lnTo>
                    <a:pt x="5018" y="7547"/>
                  </a:lnTo>
                  <a:lnTo>
                    <a:pt x="5075" y="7661"/>
                  </a:lnTo>
                  <a:lnTo>
                    <a:pt x="5113" y="7775"/>
                  </a:lnTo>
                  <a:lnTo>
                    <a:pt x="5113" y="7908"/>
                  </a:lnTo>
                  <a:lnTo>
                    <a:pt x="5132" y="8022"/>
                  </a:lnTo>
                  <a:lnTo>
                    <a:pt x="5113" y="8155"/>
                  </a:lnTo>
                  <a:lnTo>
                    <a:pt x="5094" y="8269"/>
                  </a:lnTo>
                  <a:lnTo>
                    <a:pt x="5056" y="8402"/>
                  </a:lnTo>
                  <a:lnTo>
                    <a:pt x="4999" y="8535"/>
                  </a:lnTo>
                  <a:lnTo>
                    <a:pt x="4923" y="8649"/>
                  </a:lnTo>
                  <a:lnTo>
                    <a:pt x="4847" y="8763"/>
                  </a:lnTo>
                  <a:lnTo>
                    <a:pt x="4771" y="8877"/>
                  </a:lnTo>
                  <a:lnTo>
                    <a:pt x="4676" y="8972"/>
                  </a:lnTo>
                  <a:lnTo>
                    <a:pt x="4562" y="9048"/>
                  </a:lnTo>
                  <a:lnTo>
                    <a:pt x="4429" y="9124"/>
                  </a:lnTo>
                  <a:lnTo>
                    <a:pt x="4296" y="9181"/>
                  </a:lnTo>
                  <a:lnTo>
                    <a:pt x="4106" y="9257"/>
                  </a:lnTo>
                  <a:lnTo>
                    <a:pt x="3878" y="9295"/>
                  </a:lnTo>
                  <a:lnTo>
                    <a:pt x="3650" y="9314"/>
                  </a:lnTo>
                  <a:lnTo>
                    <a:pt x="3403" y="9295"/>
                  </a:lnTo>
                  <a:lnTo>
                    <a:pt x="3137" y="9257"/>
                  </a:lnTo>
                  <a:lnTo>
                    <a:pt x="2851" y="9200"/>
                  </a:lnTo>
                  <a:lnTo>
                    <a:pt x="2471" y="9086"/>
                  </a:lnTo>
                  <a:lnTo>
                    <a:pt x="2015" y="8915"/>
                  </a:lnTo>
                  <a:lnTo>
                    <a:pt x="1578" y="8706"/>
                  </a:lnTo>
                  <a:lnTo>
                    <a:pt x="1141" y="8459"/>
                  </a:lnTo>
                  <a:lnTo>
                    <a:pt x="1046" y="8402"/>
                  </a:lnTo>
                  <a:lnTo>
                    <a:pt x="951" y="8383"/>
                  </a:lnTo>
                  <a:lnTo>
                    <a:pt x="818" y="8364"/>
                  </a:lnTo>
                  <a:lnTo>
                    <a:pt x="665" y="8364"/>
                  </a:lnTo>
                  <a:lnTo>
                    <a:pt x="532" y="8402"/>
                  </a:lnTo>
                  <a:lnTo>
                    <a:pt x="399" y="8459"/>
                  </a:lnTo>
                  <a:lnTo>
                    <a:pt x="285" y="8535"/>
                  </a:lnTo>
                  <a:lnTo>
                    <a:pt x="190" y="8630"/>
                  </a:lnTo>
                  <a:lnTo>
                    <a:pt x="95" y="8744"/>
                  </a:lnTo>
                  <a:lnTo>
                    <a:pt x="38" y="8877"/>
                  </a:lnTo>
                  <a:lnTo>
                    <a:pt x="0" y="8972"/>
                  </a:lnTo>
                  <a:lnTo>
                    <a:pt x="0" y="9086"/>
                  </a:lnTo>
                  <a:lnTo>
                    <a:pt x="0" y="9181"/>
                  </a:lnTo>
                  <a:lnTo>
                    <a:pt x="19" y="9276"/>
                  </a:lnTo>
                  <a:lnTo>
                    <a:pt x="57" y="9371"/>
                  </a:lnTo>
                  <a:lnTo>
                    <a:pt x="114" y="9466"/>
                  </a:lnTo>
                  <a:lnTo>
                    <a:pt x="171" y="9542"/>
                  </a:lnTo>
                  <a:lnTo>
                    <a:pt x="247" y="9599"/>
                  </a:lnTo>
                  <a:lnTo>
                    <a:pt x="627" y="9809"/>
                  </a:lnTo>
                  <a:lnTo>
                    <a:pt x="1046" y="10018"/>
                  </a:lnTo>
                  <a:lnTo>
                    <a:pt x="1502" y="10189"/>
                  </a:lnTo>
                  <a:lnTo>
                    <a:pt x="2015" y="10341"/>
                  </a:lnTo>
                  <a:lnTo>
                    <a:pt x="1825" y="10873"/>
                  </a:lnTo>
                  <a:lnTo>
                    <a:pt x="1787" y="11006"/>
                  </a:lnTo>
                  <a:lnTo>
                    <a:pt x="1787" y="11139"/>
                  </a:lnTo>
                  <a:lnTo>
                    <a:pt x="1806" y="11272"/>
                  </a:lnTo>
                  <a:lnTo>
                    <a:pt x="1863" y="11386"/>
                  </a:lnTo>
                  <a:lnTo>
                    <a:pt x="1939" y="11500"/>
                  </a:lnTo>
                  <a:lnTo>
                    <a:pt x="2015" y="11595"/>
                  </a:lnTo>
                  <a:lnTo>
                    <a:pt x="2129" y="11652"/>
                  </a:lnTo>
                  <a:lnTo>
                    <a:pt x="2262" y="11709"/>
                  </a:lnTo>
                  <a:lnTo>
                    <a:pt x="2414" y="11728"/>
                  </a:lnTo>
                  <a:lnTo>
                    <a:pt x="2547" y="11709"/>
                  </a:lnTo>
                  <a:lnTo>
                    <a:pt x="2699" y="11690"/>
                  </a:lnTo>
                  <a:lnTo>
                    <a:pt x="2813" y="11633"/>
                  </a:lnTo>
                  <a:lnTo>
                    <a:pt x="2946" y="11557"/>
                  </a:lnTo>
                  <a:lnTo>
                    <a:pt x="3042" y="11462"/>
                  </a:lnTo>
                  <a:lnTo>
                    <a:pt x="3137" y="11348"/>
                  </a:lnTo>
                  <a:lnTo>
                    <a:pt x="3194" y="11215"/>
                  </a:lnTo>
                  <a:lnTo>
                    <a:pt x="3403" y="10588"/>
                  </a:lnTo>
                  <a:lnTo>
                    <a:pt x="3840" y="10588"/>
                  </a:lnTo>
                  <a:lnTo>
                    <a:pt x="4258" y="10550"/>
                  </a:lnTo>
                  <a:lnTo>
                    <a:pt x="4467" y="10512"/>
                  </a:lnTo>
                  <a:lnTo>
                    <a:pt x="4657" y="10474"/>
                  </a:lnTo>
                  <a:lnTo>
                    <a:pt x="4847" y="10417"/>
                  </a:lnTo>
                  <a:lnTo>
                    <a:pt x="5018" y="10341"/>
                  </a:lnTo>
                  <a:lnTo>
                    <a:pt x="5304" y="10208"/>
                  </a:lnTo>
                  <a:lnTo>
                    <a:pt x="5551" y="10056"/>
                  </a:lnTo>
                  <a:lnTo>
                    <a:pt x="5779" y="9885"/>
                  </a:lnTo>
                  <a:lnTo>
                    <a:pt x="5988" y="9694"/>
                  </a:lnTo>
                  <a:lnTo>
                    <a:pt x="6178" y="9466"/>
                  </a:lnTo>
                  <a:lnTo>
                    <a:pt x="6349" y="9219"/>
                  </a:lnTo>
                  <a:lnTo>
                    <a:pt x="6482" y="8953"/>
                  </a:lnTo>
                  <a:lnTo>
                    <a:pt x="6596" y="8668"/>
                  </a:lnTo>
                  <a:lnTo>
                    <a:pt x="6691" y="8364"/>
                  </a:lnTo>
                  <a:lnTo>
                    <a:pt x="6748" y="8079"/>
                  </a:lnTo>
                  <a:lnTo>
                    <a:pt x="6767" y="7813"/>
                  </a:lnTo>
                  <a:lnTo>
                    <a:pt x="6748" y="7547"/>
                  </a:lnTo>
                  <a:lnTo>
                    <a:pt x="6710" y="7299"/>
                  </a:lnTo>
                  <a:lnTo>
                    <a:pt x="6615" y="7052"/>
                  </a:lnTo>
                  <a:lnTo>
                    <a:pt x="6501" y="6805"/>
                  </a:lnTo>
                  <a:lnTo>
                    <a:pt x="6349" y="6558"/>
                  </a:lnTo>
                  <a:lnTo>
                    <a:pt x="6159" y="6330"/>
                  </a:lnTo>
                  <a:lnTo>
                    <a:pt x="5893" y="6083"/>
                  </a:lnTo>
                  <a:lnTo>
                    <a:pt x="5589" y="5798"/>
                  </a:lnTo>
                  <a:lnTo>
                    <a:pt x="5228" y="5513"/>
                  </a:lnTo>
                  <a:lnTo>
                    <a:pt x="5113" y="5418"/>
                  </a:lnTo>
                  <a:lnTo>
                    <a:pt x="4771" y="5151"/>
                  </a:lnTo>
                  <a:lnTo>
                    <a:pt x="4486" y="4923"/>
                  </a:lnTo>
                  <a:lnTo>
                    <a:pt x="4258" y="4714"/>
                  </a:lnTo>
                  <a:lnTo>
                    <a:pt x="4087" y="4543"/>
                  </a:lnTo>
                  <a:lnTo>
                    <a:pt x="4068" y="4524"/>
                  </a:lnTo>
                  <a:lnTo>
                    <a:pt x="3954" y="4372"/>
                  </a:lnTo>
                  <a:lnTo>
                    <a:pt x="3859" y="4220"/>
                  </a:lnTo>
                  <a:lnTo>
                    <a:pt x="3783" y="4068"/>
                  </a:lnTo>
                  <a:lnTo>
                    <a:pt x="3726" y="3935"/>
                  </a:lnTo>
                  <a:lnTo>
                    <a:pt x="3707" y="3783"/>
                  </a:lnTo>
                  <a:lnTo>
                    <a:pt x="3726" y="3631"/>
                  </a:lnTo>
                  <a:lnTo>
                    <a:pt x="3745" y="3460"/>
                  </a:lnTo>
                  <a:lnTo>
                    <a:pt x="3802" y="3289"/>
                  </a:lnTo>
                  <a:lnTo>
                    <a:pt x="3840" y="3156"/>
                  </a:lnTo>
                  <a:lnTo>
                    <a:pt x="3916" y="3041"/>
                  </a:lnTo>
                  <a:lnTo>
                    <a:pt x="3973" y="2946"/>
                  </a:lnTo>
                  <a:lnTo>
                    <a:pt x="4068" y="2851"/>
                  </a:lnTo>
                  <a:lnTo>
                    <a:pt x="4144" y="2756"/>
                  </a:lnTo>
                  <a:lnTo>
                    <a:pt x="4258" y="2680"/>
                  </a:lnTo>
                  <a:lnTo>
                    <a:pt x="4353" y="2604"/>
                  </a:lnTo>
                  <a:lnTo>
                    <a:pt x="4486" y="2547"/>
                  </a:lnTo>
                  <a:lnTo>
                    <a:pt x="4657" y="2490"/>
                  </a:lnTo>
                  <a:lnTo>
                    <a:pt x="4847" y="2452"/>
                  </a:lnTo>
                  <a:lnTo>
                    <a:pt x="5037" y="2433"/>
                  </a:lnTo>
                  <a:lnTo>
                    <a:pt x="5247" y="2433"/>
                  </a:lnTo>
                  <a:lnTo>
                    <a:pt x="5475" y="2471"/>
                  </a:lnTo>
                  <a:lnTo>
                    <a:pt x="5703" y="2509"/>
                  </a:lnTo>
                  <a:lnTo>
                    <a:pt x="5969" y="2585"/>
                  </a:lnTo>
                  <a:lnTo>
                    <a:pt x="6235" y="2680"/>
                  </a:lnTo>
                  <a:lnTo>
                    <a:pt x="6482" y="2794"/>
                  </a:lnTo>
                  <a:lnTo>
                    <a:pt x="6729" y="2908"/>
                  </a:lnTo>
                  <a:lnTo>
                    <a:pt x="6957" y="3041"/>
                  </a:lnTo>
                  <a:lnTo>
                    <a:pt x="7223" y="3194"/>
                  </a:lnTo>
                  <a:lnTo>
                    <a:pt x="7337" y="3251"/>
                  </a:lnTo>
                  <a:lnTo>
                    <a:pt x="7452" y="3289"/>
                  </a:lnTo>
                  <a:lnTo>
                    <a:pt x="7585" y="3308"/>
                  </a:lnTo>
                  <a:lnTo>
                    <a:pt x="7718" y="3289"/>
                  </a:lnTo>
                  <a:lnTo>
                    <a:pt x="7851" y="3251"/>
                  </a:lnTo>
                  <a:lnTo>
                    <a:pt x="7984" y="3194"/>
                  </a:lnTo>
                  <a:lnTo>
                    <a:pt x="8098" y="3118"/>
                  </a:lnTo>
                  <a:lnTo>
                    <a:pt x="8193" y="3022"/>
                  </a:lnTo>
                  <a:lnTo>
                    <a:pt x="8288" y="2889"/>
                  </a:lnTo>
                  <a:lnTo>
                    <a:pt x="8326" y="2775"/>
                  </a:lnTo>
                  <a:lnTo>
                    <a:pt x="8364" y="2642"/>
                  </a:lnTo>
                  <a:lnTo>
                    <a:pt x="8364" y="2509"/>
                  </a:lnTo>
                  <a:lnTo>
                    <a:pt x="8345" y="2376"/>
                  </a:lnTo>
                  <a:lnTo>
                    <a:pt x="8288" y="2262"/>
                  </a:lnTo>
                  <a:lnTo>
                    <a:pt x="8212" y="2167"/>
                  </a:lnTo>
                  <a:lnTo>
                    <a:pt x="8098" y="2072"/>
                  </a:lnTo>
                  <a:lnTo>
                    <a:pt x="7756" y="1863"/>
                  </a:lnTo>
                  <a:lnTo>
                    <a:pt x="7413" y="1692"/>
                  </a:lnTo>
                  <a:lnTo>
                    <a:pt x="7052" y="1540"/>
                  </a:lnTo>
                  <a:lnTo>
                    <a:pt x="6691" y="1388"/>
                  </a:lnTo>
                  <a:lnTo>
                    <a:pt x="6881" y="856"/>
                  </a:lnTo>
                  <a:lnTo>
                    <a:pt x="6919" y="722"/>
                  </a:lnTo>
                  <a:lnTo>
                    <a:pt x="6919" y="589"/>
                  </a:lnTo>
                  <a:lnTo>
                    <a:pt x="6900" y="456"/>
                  </a:lnTo>
                  <a:lnTo>
                    <a:pt x="6862" y="342"/>
                  </a:lnTo>
                  <a:lnTo>
                    <a:pt x="6786" y="228"/>
                  </a:lnTo>
                  <a:lnTo>
                    <a:pt x="6691" y="133"/>
                  </a:lnTo>
                  <a:lnTo>
                    <a:pt x="6577" y="76"/>
                  </a:lnTo>
                  <a:lnTo>
                    <a:pt x="6444" y="19"/>
                  </a:lnTo>
                  <a:lnTo>
                    <a:pt x="6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6"/>
            <p:cNvSpPr/>
            <p:nvPr/>
          </p:nvSpPr>
          <p:spPr>
            <a:xfrm>
              <a:off x="3630825" y="2001625"/>
              <a:ext cx="656775" cy="692900"/>
            </a:xfrm>
            <a:custGeom>
              <a:avLst/>
              <a:gdLst/>
              <a:ahLst/>
              <a:cxnLst/>
              <a:rect l="l" t="t" r="r" b="b"/>
              <a:pathLst>
                <a:path w="26271" h="27716" extrusionOk="0">
                  <a:moveTo>
                    <a:pt x="7148" y="1"/>
                  </a:moveTo>
                  <a:lnTo>
                    <a:pt x="1" y="27715"/>
                  </a:lnTo>
                  <a:lnTo>
                    <a:pt x="19237" y="27715"/>
                  </a:lnTo>
                  <a:lnTo>
                    <a:pt x="26271" y="1"/>
                  </a:lnTo>
                  <a:close/>
                </a:path>
              </a:pathLst>
            </a:custGeom>
            <a:gradFill>
              <a:gsLst>
                <a:gs pos="0">
                  <a:srgbClr val="71BFC3"/>
                </a:gs>
                <a:gs pos="100000">
                  <a:srgbClr val="3B7477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6"/>
            <p:cNvSpPr/>
            <p:nvPr/>
          </p:nvSpPr>
          <p:spPr>
            <a:xfrm>
              <a:off x="3801900" y="2052000"/>
              <a:ext cx="269475" cy="2875"/>
            </a:xfrm>
            <a:custGeom>
              <a:avLst/>
              <a:gdLst/>
              <a:ahLst/>
              <a:cxnLst/>
              <a:rect l="l" t="t" r="r" b="b"/>
              <a:pathLst>
                <a:path w="10779" h="115" extrusionOk="0">
                  <a:moveTo>
                    <a:pt x="58" y="1"/>
                  </a:moveTo>
                  <a:lnTo>
                    <a:pt x="20" y="20"/>
                  </a:lnTo>
                  <a:lnTo>
                    <a:pt x="1" y="58"/>
                  </a:lnTo>
                  <a:lnTo>
                    <a:pt x="20" y="96"/>
                  </a:lnTo>
                  <a:lnTo>
                    <a:pt x="58" y="115"/>
                  </a:lnTo>
                  <a:lnTo>
                    <a:pt x="10722" y="115"/>
                  </a:lnTo>
                  <a:lnTo>
                    <a:pt x="10760" y="96"/>
                  </a:lnTo>
                  <a:lnTo>
                    <a:pt x="10779" y="58"/>
                  </a:lnTo>
                  <a:lnTo>
                    <a:pt x="10760" y="20"/>
                  </a:lnTo>
                  <a:lnTo>
                    <a:pt x="10722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6"/>
            <p:cNvSpPr/>
            <p:nvPr/>
          </p:nvSpPr>
          <p:spPr>
            <a:xfrm>
              <a:off x="3943525" y="2120900"/>
              <a:ext cx="305100" cy="2875"/>
            </a:xfrm>
            <a:custGeom>
              <a:avLst/>
              <a:gdLst/>
              <a:ahLst/>
              <a:cxnLst/>
              <a:rect l="l" t="t" r="r" b="b"/>
              <a:pathLst>
                <a:path w="12204" h="115" extrusionOk="0">
                  <a:moveTo>
                    <a:pt x="57" y="1"/>
                  </a:moveTo>
                  <a:lnTo>
                    <a:pt x="19" y="20"/>
                  </a:lnTo>
                  <a:lnTo>
                    <a:pt x="0" y="58"/>
                  </a:lnTo>
                  <a:lnTo>
                    <a:pt x="19" y="96"/>
                  </a:lnTo>
                  <a:lnTo>
                    <a:pt x="57" y="115"/>
                  </a:lnTo>
                  <a:lnTo>
                    <a:pt x="12147" y="115"/>
                  </a:lnTo>
                  <a:lnTo>
                    <a:pt x="12204" y="96"/>
                  </a:lnTo>
                  <a:lnTo>
                    <a:pt x="12204" y="58"/>
                  </a:lnTo>
                  <a:lnTo>
                    <a:pt x="12204" y="20"/>
                  </a:lnTo>
                  <a:lnTo>
                    <a:pt x="12147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6"/>
            <p:cNvSpPr/>
            <p:nvPr/>
          </p:nvSpPr>
          <p:spPr>
            <a:xfrm>
              <a:off x="3764850" y="2179350"/>
              <a:ext cx="332675" cy="3350"/>
            </a:xfrm>
            <a:custGeom>
              <a:avLst/>
              <a:gdLst/>
              <a:ahLst/>
              <a:cxnLst/>
              <a:rect l="l" t="t" r="r" b="b"/>
              <a:pathLst>
                <a:path w="13307" h="134" extrusionOk="0">
                  <a:moveTo>
                    <a:pt x="57" y="1"/>
                  </a:moveTo>
                  <a:lnTo>
                    <a:pt x="19" y="20"/>
                  </a:lnTo>
                  <a:lnTo>
                    <a:pt x="0" y="58"/>
                  </a:lnTo>
                  <a:lnTo>
                    <a:pt x="19" y="115"/>
                  </a:lnTo>
                  <a:lnTo>
                    <a:pt x="57" y="134"/>
                  </a:lnTo>
                  <a:lnTo>
                    <a:pt x="13249" y="134"/>
                  </a:lnTo>
                  <a:lnTo>
                    <a:pt x="13287" y="115"/>
                  </a:lnTo>
                  <a:lnTo>
                    <a:pt x="13306" y="58"/>
                  </a:lnTo>
                  <a:lnTo>
                    <a:pt x="13287" y="20"/>
                  </a:lnTo>
                  <a:lnTo>
                    <a:pt x="13249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6"/>
            <p:cNvSpPr/>
            <p:nvPr/>
          </p:nvSpPr>
          <p:spPr>
            <a:xfrm>
              <a:off x="3968225" y="2248275"/>
              <a:ext cx="255700" cy="2875"/>
            </a:xfrm>
            <a:custGeom>
              <a:avLst/>
              <a:gdLst/>
              <a:ahLst/>
              <a:cxnLst/>
              <a:rect l="l" t="t" r="r" b="b"/>
              <a:pathLst>
                <a:path w="10228" h="115" extrusionOk="0">
                  <a:moveTo>
                    <a:pt x="58" y="0"/>
                  </a:moveTo>
                  <a:lnTo>
                    <a:pt x="20" y="19"/>
                  </a:lnTo>
                  <a:lnTo>
                    <a:pt x="1" y="57"/>
                  </a:lnTo>
                  <a:lnTo>
                    <a:pt x="20" y="95"/>
                  </a:lnTo>
                  <a:lnTo>
                    <a:pt x="58" y="114"/>
                  </a:lnTo>
                  <a:lnTo>
                    <a:pt x="10170" y="114"/>
                  </a:lnTo>
                  <a:lnTo>
                    <a:pt x="10227" y="95"/>
                  </a:lnTo>
                  <a:lnTo>
                    <a:pt x="10227" y="57"/>
                  </a:lnTo>
                  <a:lnTo>
                    <a:pt x="10227" y="19"/>
                  </a:lnTo>
                  <a:lnTo>
                    <a:pt x="1017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6"/>
            <p:cNvSpPr/>
            <p:nvPr/>
          </p:nvSpPr>
          <p:spPr>
            <a:xfrm>
              <a:off x="3960625" y="2120900"/>
              <a:ext cx="16650" cy="61800"/>
            </a:xfrm>
            <a:custGeom>
              <a:avLst/>
              <a:gdLst/>
              <a:ahLst/>
              <a:cxnLst/>
              <a:rect l="l" t="t" r="r" b="b"/>
              <a:pathLst>
                <a:path w="666" h="2472" extrusionOk="0">
                  <a:moveTo>
                    <a:pt x="571" y="1"/>
                  </a:moveTo>
                  <a:lnTo>
                    <a:pt x="552" y="39"/>
                  </a:lnTo>
                  <a:lnTo>
                    <a:pt x="1" y="2396"/>
                  </a:lnTo>
                  <a:lnTo>
                    <a:pt x="20" y="2434"/>
                  </a:lnTo>
                  <a:lnTo>
                    <a:pt x="58" y="2453"/>
                  </a:lnTo>
                  <a:lnTo>
                    <a:pt x="58" y="2472"/>
                  </a:lnTo>
                  <a:lnTo>
                    <a:pt x="96" y="2453"/>
                  </a:lnTo>
                  <a:lnTo>
                    <a:pt x="115" y="2415"/>
                  </a:lnTo>
                  <a:lnTo>
                    <a:pt x="666" y="77"/>
                  </a:lnTo>
                  <a:lnTo>
                    <a:pt x="666" y="20"/>
                  </a:lnTo>
                  <a:lnTo>
                    <a:pt x="628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6"/>
            <p:cNvSpPr/>
            <p:nvPr/>
          </p:nvSpPr>
          <p:spPr>
            <a:xfrm>
              <a:off x="4016225" y="2120900"/>
              <a:ext cx="16175" cy="61800"/>
            </a:xfrm>
            <a:custGeom>
              <a:avLst/>
              <a:gdLst/>
              <a:ahLst/>
              <a:cxnLst/>
              <a:rect l="l" t="t" r="r" b="b"/>
              <a:pathLst>
                <a:path w="647" h="2472" extrusionOk="0">
                  <a:moveTo>
                    <a:pt x="552" y="1"/>
                  </a:moveTo>
                  <a:lnTo>
                    <a:pt x="533" y="39"/>
                  </a:lnTo>
                  <a:lnTo>
                    <a:pt x="1" y="2396"/>
                  </a:lnTo>
                  <a:lnTo>
                    <a:pt x="1" y="2434"/>
                  </a:lnTo>
                  <a:lnTo>
                    <a:pt x="39" y="2453"/>
                  </a:lnTo>
                  <a:lnTo>
                    <a:pt x="58" y="2472"/>
                  </a:lnTo>
                  <a:lnTo>
                    <a:pt x="96" y="2453"/>
                  </a:lnTo>
                  <a:lnTo>
                    <a:pt x="115" y="2415"/>
                  </a:lnTo>
                  <a:lnTo>
                    <a:pt x="647" y="77"/>
                  </a:lnTo>
                  <a:lnTo>
                    <a:pt x="628" y="20"/>
                  </a:lnTo>
                  <a:lnTo>
                    <a:pt x="609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6"/>
            <p:cNvSpPr/>
            <p:nvPr/>
          </p:nvSpPr>
          <p:spPr>
            <a:xfrm>
              <a:off x="4072300" y="2120900"/>
              <a:ext cx="14275" cy="61800"/>
            </a:xfrm>
            <a:custGeom>
              <a:avLst/>
              <a:gdLst/>
              <a:ahLst/>
              <a:cxnLst/>
              <a:rect l="l" t="t" r="r" b="b"/>
              <a:pathLst>
                <a:path w="571" h="2472" extrusionOk="0">
                  <a:moveTo>
                    <a:pt x="495" y="1"/>
                  </a:moveTo>
                  <a:lnTo>
                    <a:pt x="457" y="39"/>
                  </a:lnTo>
                  <a:lnTo>
                    <a:pt x="1" y="2396"/>
                  </a:lnTo>
                  <a:lnTo>
                    <a:pt x="20" y="2434"/>
                  </a:lnTo>
                  <a:lnTo>
                    <a:pt x="58" y="2453"/>
                  </a:lnTo>
                  <a:lnTo>
                    <a:pt x="58" y="2472"/>
                  </a:lnTo>
                  <a:lnTo>
                    <a:pt x="96" y="2453"/>
                  </a:lnTo>
                  <a:lnTo>
                    <a:pt x="115" y="2415"/>
                  </a:lnTo>
                  <a:lnTo>
                    <a:pt x="571" y="58"/>
                  </a:lnTo>
                  <a:lnTo>
                    <a:pt x="571" y="20"/>
                  </a:lnTo>
                  <a:lnTo>
                    <a:pt x="533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6"/>
            <p:cNvSpPr/>
            <p:nvPr/>
          </p:nvSpPr>
          <p:spPr>
            <a:xfrm>
              <a:off x="4228650" y="1444675"/>
              <a:ext cx="245700" cy="463825"/>
            </a:xfrm>
            <a:custGeom>
              <a:avLst/>
              <a:gdLst/>
              <a:ahLst/>
              <a:cxnLst/>
              <a:rect l="l" t="t" r="r" b="b"/>
              <a:pathLst>
                <a:path w="9828" h="18553" extrusionOk="0">
                  <a:moveTo>
                    <a:pt x="3612" y="1"/>
                  </a:moveTo>
                  <a:lnTo>
                    <a:pt x="3270" y="115"/>
                  </a:lnTo>
                  <a:lnTo>
                    <a:pt x="2928" y="229"/>
                  </a:lnTo>
                  <a:lnTo>
                    <a:pt x="2586" y="381"/>
                  </a:lnTo>
                  <a:lnTo>
                    <a:pt x="2263" y="533"/>
                  </a:lnTo>
                  <a:lnTo>
                    <a:pt x="1939" y="704"/>
                  </a:lnTo>
                  <a:lnTo>
                    <a:pt x="1616" y="913"/>
                  </a:lnTo>
                  <a:lnTo>
                    <a:pt x="1331" y="1141"/>
                  </a:lnTo>
                  <a:lnTo>
                    <a:pt x="1065" y="1407"/>
                  </a:lnTo>
                  <a:lnTo>
                    <a:pt x="799" y="1692"/>
                  </a:lnTo>
                  <a:lnTo>
                    <a:pt x="590" y="2016"/>
                  </a:lnTo>
                  <a:lnTo>
                    <a:pt x="476" y="2206"/>
                  </a:lnTo>
                  <a:lnTo>
                    <a:pt x="400" y="2396"/>
                  </a:lnTo>
                  <a:lnTo>
                    <a:pt x="305" y="2586"/>
                  </a:lnTo>
                  <a:lnTo>
                    <a:pt x="229" y="2795"/>
                  </a:lnTo>
                  <a:lnTo>
                    <a:pt x="172" y="3004"/>
                  </a:lnTo>
                  <a:lnTo>
                    <a:pt x="115" y="3232"/>
                  </a:lnTo>
                  <a:lnTo>
                    <a:pt x="58" y="3479"/>
                  </a:lnTo>
                  <a:lnTo>
                    <a:pt x="39" y="3726"/>
                  </a:lnTo>
                  <a:lnTo>
                    <a:pt x="0" y="3992"/>
                  </a:lnTo>
                  <a:lnTo>
                    <a:pt x="0" y="4259"/>
                  </a:lnTo>
                  <a:lnTo>
                    <a:pt x="0" y="4563"/>
                  </a:lnTo>
                  <a:lnTo>
                    <a:pt x="0" y="4848"/>
                  </a:lnTo>
                  <a:lnTo>
                    <a:pt x="77" y="6330"/>
                  </a:lnTo>
                  <a:lnTo>
                    <a:pt x="115" y="7604"/>
                  </a:lnTo>
                  <a:lnTo>
                    <a:pt x="115" y="8669"/>
                  </a:lnTo>
                  <a:lnTo>
                    <a:pt x="115" y="9543"/>
                  </a:lnTo>
                  <a:lnTo>
                    <a:pt x="96" y="10227"/>
                  </a:lnTo>
                  <a:lnTo>
                    <a:pt x="58" y="10702"/>
                  </a:lnTo>
                  <a:lnTo>
                    <a:pt x="20" y="11102"/>
                  </a:lnTo>
                  <a:lnTo>
                    <a:pt x="39" y="11216"/>
                  </a:lnTo>
                  <a:lnTo>
                    <a:pt x="58" y="11539"/>
                  </a:lnTo>
                  <a:lnTo>
                    <a:pt x="115" y="12014"/>
                  </a:lnTo>
                  <a:lnTo>
                    <a:pt x="172" y="12280"/>
                  </a:lnTo>
                  <a:lnTo>
                    <a:pt x="248" y="12565"/>
                  </a:lnTo>
                  <a:lnTo>
                    <a:pt x="362" y="12869"/>
                  </a:lnTo>
                  <a:lnTo>
                    <a:pt x="476" y="13155"/>
                  </a:lnTo>
                  <a:lnTo>
                    <a:pt x="628" y="13440"/>
                  </a:lnTo>
                  <a:lnTo>
                    <a:pt x="818" y="13706"/>
                  </a:lnTo>
                  <a:lnTo>
                    <a:pt x="932" y="13820"/>
                  </a:lnTo>
                  <a:lnTo>
                    <a:pt x="1046" y="13953"/>
                  </a:lnTo>
                  <a:lnTo>
                    <a:pt x="1160" y="14048"/>
                  </a:lnTo>
                  <a:lnTo>
                    <a:pt x="1293" y="14162"/>
                  </a:lnTo>
                  <a:lnTo>
                    <a:pt x="1445" y="14257"/>
                  </a:lnTo>
                  <a:lnTo>
                    <a:pt x="1597" y="14333"/>
                  </a:lnTo>
                  <a:lnTo>
                    <a:pt x="1768" y="14409"/>
                  </a:lnTo>
                  <a:lnTo>
                    <a:pt x="1939" y="14466"/>
                  </a:lnTo>
                  <a:lnTo>
                    <a:pt x="2186" y="14542"/>
                  </a:lnTo>
                  <a:lnTo>
                    <a:pt x="2434" y="14637"/>
                  </a:lnTo>
                  <a:lnTo>
                    <a:pt x="2909" y="14865"/>
                  </a:lnTo>
                  <a:lnTo>
                    <a:pt x="3403" y="15131"/>
                  </a:lnTo>
                  <a:lnTo>
                    <a:pt x="3897" y="15417"/>
                  </a:lnTo>
                  <a:lnTo>
                    <a:pt x="4372" y="15759"/>
                  </a:lnTo>
                  <a:lnTo>
                    <a:pt x="4829" y="16101"/>
                  </a:lnTo>
                  <a:lnTo>
                    <a:pt x="5266" y="16443"/>
                  </a:lnTo>
                  <a:lnTo>
                    <a:pt x="5684" y="16804"/>
                  </a:lnTo>
                  <a:lnTo>
                    <a:pt x="6083" y="17146"/>
                  </a:lnTo>
                  <a:lnTo>
                    <a:pt x="6425" y="17469"/>
                  </a:lnTo>
                  <a:lnTo>
                    <a:pt x="7015" y="18021"/>
                  </a:lnTo>
                  <a:lnTo>
                    <a:pt x="7395" y="18420"/>
                  </a:lnTo>
                  <a:lnTo>
                    <a:pt x="7528" y="18553"/>
                  </a:lnTo>
                  <a:lnTo>
                    <a:pt x="7946" y="18230"/>
                  </a:lnTo>
                  <a:lnTo>
                    <a:pt x="8364" y="17869"/>
                  </a:lnTo>
                  <a:lnTo>
                    <a:pt x="8839" y="17450"/>
                  </a:lnTo>
                  <a:lnTo>
                    <a:pt x="9277" y="17013"/>
                  </a:lnTo>
                  <a:lnTo>
                    <a:pt x="9467" y="16804"/>
                  </a:lnTo>
                  <a:lnTo>
                    <a:pt x="9638" y="16595"/>
                  </a:lnTo>
                  <a:lnTo>
                    <a:pt x="9752" y="16405"/>
                  </a:lnTo>
                  <a:lnTo>
                    <a:pt x="9828" y="16253"/>
                  </a:lnTo>
                  <a:lnTo>
                    <a:pt x="9828" y="16177"/>
                  </a:lnTo>
                  <a:lnTo>
                    <a:pt x="9828" y="16101"/>
                  </a:lnTo>
                  <a:lnTo>
                    <a:pt x="9809" y="16044"/>
                  </a:lnTo>
                  <a:lnTo>
                    <a:pt x="9771" y="16006"/>
                  </a:lnTo>
                  <a:lnTo>
                    <a:pt x="9182" y="15303"/>
                  </a:lnTo>
                  <a:lnTo>
                    <a:pt x="8554" y="14580"/>
                  </a:lnTo>
                  <a:lnTo>
                    <a:pt x="7794" y="13725"/>
                  </a:lnTo>
                  <a:lnTo>
                    <a:pt x="6958" y="12812"/>
                  </a:lnTo>
                  <a:lnTo>
                    <a:pt x="6539" y="12375"/>
                  </a:lnTo>
                  <a:lnTo>
                    <a:pt x="6121" y="11976"/>
                  </a:lnTo>
                  <a:lnTo>
                    <a:pt x="5722" y="11577"/>
                  </a:lnTo>
                  <a:lnTo>
                    <a:pt x="5342" y="11254"/>
                  </a:lnTo>
                  <a:lnTo>
                    <a:pt x="5000" y="10969"/>
                  </a:lnTo>
                  <a:lnTo>
                    <a:pt x="4696" y="10759"/>
                  </a:lnTo>
                  <a:lnTo>
                    <a:pt x="4639" y="10702"/>
                  </a:lnTo>
                  <a:lnTo>
                    <a:pt x="4582" y="10569"/>
                  </a:lnTo>
                  <a:lnTo>
                    <a:pt x="4544" y="10417"/>
                  </a:lnTo>
                  <a:lnTo>
                    <a:pt x="4506" y="10208"/>
                  </a:lnTo>
                  <a:lnTo>
                    <a:pt x="4448" y="9657"/>
                  </a:lnTo>
                  <a:lnTo>
                    <a:pt x="4429" y="8992"/>
                  </a:lnTo>
                  <a:lnTo>
                    <a:pt x="4410" y="8193"/>
                  </a:lnTo>
                  <a:lnTo>
                    <a:pt x="4410" y="7338"/>
                  </a:lnTo>
                  <a:lnTo>
                    <a:pt x="4410" y="5456"/>
                  </a:lnTo>
                  <a:lnTo>
                    <a:pt x="4410" y="4487"/>
                  </a:lnTo>
                  <a:lnTo>
                    <a:pt x="4372" y="3555"/>
                  </a:lnTo>
                  <a:lnTo>
                    <a:pt x="4334" y="2681"/>
                  </a:lnTo>
                  <a:lnTo>
                    <a:pt x="4277" y="1882"/>
                  </a:lnTo>
                  <a:lnTo>
                    <a:pt x="4220" y="1521"/>
                  </a:lnTo>
                  <a:lnTo>
                    <a:pt x="4163" y="1179"/>
                  </a:lnTo>
                  <a:lnTo>
                    <a:pt x="4106" y="875"/>
                  </a:lnTo>
                  <a:lnTo>
                    <a:pt x="4030" y="609"/>
                  </a:lnTo>
                  <a:lnTo>
                    <a:pt x="3935" y="400"/>
                  </a:lnTo>
                  <a:lnTo>
                    <a:pt x="3840" y="210"/>
                  </a:lnTo>
                  <a:lnTo>
                    <a:pt x="3745" y="77"/>
                  </a:lnTo>
                  <a:lnTo>
                    <a:pt x="3669" y="39"/>
                  </a:lnTo>
                  <a:lnTo>
                    <a:pt x="3612" y="1"/>
                  </a:lnTo>
                  <a:close/>
                </a:path>
              </a:pathLst>
            </a:custGeom>
            <a:gradFill>
              <a:gsLst>
                <a:gs pos="0">
                  <a:srgbClr val="36D5E6"/>
                </a:gs>
                <a:gs pos="100000">
                  <a:srgbClr val="17788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6"/>
            <p:cNvSpPr/>
            <p:nvPr/>
          </p:nvSpPr>
          <p:spPr>
            <a:xfrm>
              <a:off x="4532775" y="2267275"/>
              <a:ext cx="202000" cy="157325"/>
            </a:xfrm>
            <a:custGeom>
              <a:avLst/>
              <a:gdLst/>
              <a:ahLst/>
              <a:cxnLst/>
              <a:rect l="l" t="t" r="r" b="b"/>
              <a:pathLst>
                <a:path w="8080" h="6293" extrusionOk="0">
                  <a:moveTo>
                    <a:pt x="3822" y="0"/>
                  </a:moveTo>
                  <a:lnTo>
                    <a:pt x="1" y="267"/>
                  </a:lnTo>
                  <a:lnTo>
                    <a:pt x="590" y="5798"/>
                  </a:lnTo>
                  <a:lnTo>
                    <a:pt x="609" y="5912"/>
                  </a:lnTo>
                  <a:lnTo>
                    <a:pt x="666" y="6026"/>
                  </a:lnTo>
                  <a:lnTo>
                    <a:pt x="742" y="6102"/>
                  </a:lnTo>
                  <a:lnTo>
                    <a:pt x="818" y="6178"/>
                  </a:lnTo>
                  <a:lnTo>
                    <a:pt x="913" y="6235"/>
                  </a:lnTo>
                  <a:lnTo>
                    <a:pt x="1027" y="6273"/>
                  </a:lnTo>
                  <a:lnTo>
                    <a:pt x="1141" y="6292"/>
                  </a:lnTo>
                  <a:lnTo>
                    <a:pt x="1275" y="6273"/>
                  </a:lnTo>
                  <a:lnTo>
                    <a:pt x="8061" y="4753"/>
                  </a:lnTo>
                  <a:lnTo>
                    <a:pt x="8080" y="4715"/>
                  </a:lnTo>
                  <a:lnTo>
                    <a:pt x="8061" y="4581"/>
                  </a:lnTo>
                  <a:lnTo>
                    <a:pt x="8023" y="4391"/>
                  </a:lnTo>
                  <a:lnTo>
                    <a:pt x="8004" y="4296"/>
                  </a:lnTo>
                  <a:lnTo>
                    <a:pt x="7946" y="4201"/>
                  </a:lnTo>
                  <a:lnTo>
                    <a:pt x="7889" y="4106"/>
                  </a:lnTo>
                  <a:lnTo>
                    <a:pt x="7794" y="4011"/>
                  </a:lnTo>
                  <a:lnTo>
                    <a:pt x="7699" y="3935"/>
                  </a:lnTo>
                  <a:lnTo>
                    <a:pt x="7566" y="3878"/>
                  </a:lnTo>
                  <a:lnTo>
                    <a:pt x="7414" y="3821"/>
                  </a:lnTo>
                  <a:lnTo>
                    <a:pt x="7243" y="3802"/>
                  </a:lnTo>
                  <a:lnTo>
                    <a:pt x="7015" y="3821"/>
                  </a:lnTo>
                  <a:lnTo>
                    <a:pt x="6768" y="3840"/>
                  </a:lnTo>
                  <a:lnTo>
                    <a:pt x="6521" y="3878"/>
                  </a:lnTo>
                  <a:lnTo>
                    <a:pt x="6293" y="3897"/>
                  </a:lnTo>
                  <a:lnTo>
                    <a:pt x="6084" y="3916"/>
                  </a:lnTo>
                  <a:lnTo>
                    <a:pt x="5913" y="3897"/>
                  </a:lnTo>
                  <a:lnTo>
                    <a:pt x="5742" y="3859"/>
                  </a:lnTo>
                  <a:lnTo>
                    <a:pt x="5589" y="3821"/>
                  </a:lnTo>
                  <a:lnTo>
                    <a:pt x="5437" y="3764"/>
                  </a:lnTo>
                  <a:lnTo>
                    <a:pt x="5323" y="3688"/>
                  </a:lnTo>
                  <a:lnTo>
                    <a:pt x="5209" y="3612"/>
                  </a:lnTo>
                  <a:lnTo>
                    <a:pt x="5114" y="3536"/>
                  </a:lnTo>
                  <a:lnTo>
                    <a:pt x="4924" y="3365"/>
                  </a:lnTo>
                  <a:lnTo>
                    <a:pt x="4639" y="3023"/>
                  </a:lnTo>
                  <a:lnTo>
                    <a:pt x="4487" y="2852"/>
                  </a:lnTo>
                  <a:lnTo>
                    <a:pt x="4354" y="2662"/>
                  </a:lnTo>
                  <a:lnTo>
                    <a:pt x="4240" y="2434"/>
                  </a:lnTo>
                  <a:lnTo>
                    <a:pt x="4164" y="2186"/>
                  </a:lnTo>
                  <a:lnTo>
                    <a:pt x="4069" y="1939"/>
                  </a:lnTo>
                  <a:lnTo>
                    <a:pt x="4012" y="1692"/>
                  </a:lnTo>
                  <a:lnTo>
                    <a:pt x="3917" y="1198"/>
                  </a:lnTo>
                  <a:lnTo>
                    <a:pt x="3860" y="742"/>
                  </a:lnTo>
                  <a:lnTo>
                    <a:pt x="3841" y="362"/>
                  </a:lnTo>
                  <a:lnTo>
                    <a:pt x="3822" y="0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6"/>
            <p:cNvSpPr/>
            <p:nvPr/>
          </p:nvSpPr>
          <p:spPr>
            <a:xfrm>
              <a:off x="4269050" y="1809175"/>
              <a:ext cx="407275" cy="548900"/>
            </a:xfrm>
            <a:custGeom>
              <a:avLst/>
              <a:gdLst/>
              <a:ahLst/>
              <a:cxnLst/>
              <a:rect l="l" t="t" r="r" b="b"/>
              <a:pathLst>
                <a:path w="16291" h="21956" extrusionOk="0">
                  <a:moveTo>
                    <a:pt x="4087" y="0"/>
                  </a:moveTo>
                  <a:lnTo>
                    <a:pt x="3707" y="19"/>
                  </a:lnTo>
                  <a:lnTo>
                    <a:pt x="3327" y="57"/>
                  </a:lnTo>
                  <a:lnTo>
                    <a:pt x="2947" y="95"/>
                  </a:lnTo>
                  <a:lnTo>
                    <a:pt x="2186" y="228"/>
                  </a:lnTo>
                  <a:lnTo>
                    <a:pt x="1502" y="380"/>
                  </a:lnTo>
                  <a:lnTo>
                    <a:pt x="894" y="532"/>
                  </a:lnTo>
                  <a:lnTo>
                    <a:pt x="418" y="665"/>
                  </a:lnTo>
                  <a:lnTo>
                    <a:pt x="0" y="799"/>
                  </a:lnTo>
                  <a:lnTo>
                    <a:pt x="1198" y="5132"/>
                  </a:lnTo>
                  <a:lnTo>
                    <a:pt x="4258" y="4714"/>
                  </a:lnTo>
                  <a:lnTo>
                    <a:pt x="4809" y="6425"/>
                  </a:lnTo>
                  <a:lnTo>
                    <a:pt x="6235" y="10721"/>
                  </a:lnTo>
                  <a:lnTo>
                    <a:pt x="7128" y="13439"/>
                  </a:lnTo>
                  <a:lnTo>
                    <a:pt x="8117" y="16310"/>
                  </a:lnTo>
                  <a:lnTo>
                    <a:pt x="9105" y="19161"/>
                  </a:lnTo>
                  <a:lnTo>
                    <a:pt x="10075" y="21860"/>
                  </a:lnTo>
                  <a:lnTo>
                    <a:pt x="10398" y="21898"/>
                  </a:lnTo>
                  <a:lnTo>
                    <a:pt x="10721" y="21936"/>
                  </a:lnTo>
                  <a:lnTo>
                    <a:pt x="11025" y="21955"/>
                  </a:lnTo>
                  <a:lnTo>
                    <a:pt x="11329" y="21936"/>
                  </a:lnTo>
                  <a:lnTo>
                    <a:pt x="11633" y="21917"/>
                  </a:lnTo>
                  <a:lnTo>
                    <a:pt x="11938" y="21898"/>
                  </a:lnTo>
                  <a:lnTo>
                    <a:pt x="12223" y="21841"/>
                  </a:lnTo>
                  <a:lnTo>
                    <a:pt x="12508" y="21784"/>
                  </a:lnTo>
                  <a:lnTo>
                    <a:pt x="12793" y="21708"/>
                  </a:lnTo>
                  <a:lnTo>
                    <a:pt x="13059" y="21632"/>
                  </a:lnTo>
                  <a:lnTo>
                    <a:pt x="13572" y="21461"/>
                  </a:lnTo>
                  <a:lnTo>
                    <a:pt x="14048" y="21252"/>
                  </a:lnTo>
                  <a:lnTo>
                    <a:pt x="14485" y="21024"/>
                  </a:lnTo>
                  <a:lnTo>
                    <a:pt x="14884" y="20777"/>
                  </a:lnTo>
                  <a:lnTo>
                    <a:pt x="15245" y="20548"/>
                  </a:lnTo>
                  <a:lnTo>
                    <a:pt x="15549" y="20339"/>
                  </a:lnTo>
                  <a:lnTo>
                    <a:pt x="15796" y="20130"/>
                  </a:lnTo>
                  <a:lnTo>
                    <a:pt x="16157" y="19826"/>
                  </a:lnTo>
                  <a:lnTo>
                    <a:pt x="16291" y="19712"/>
                  </a:lnTo>
                  <a:lnTo>
                    <a:pt x="15340" y="17298"/>
                  </a:lnTo>
                  <a:lnTo>
                    <a:pt x="14333" y="14751"/>
                  </a:lnTo>
                  <a:lnTo>
                    <a:pt x="13097" y="11747"/>
                  </a:lnTo>
                  <a:lnTo>
                    <a:pt x="12432" y="10170"/>
                  </a:lnTo>
                  <a:lnTo>
                    <a:pt x="11747" y="8611"/>
                  </a:lnTo>
                  <a:lnTo>
                    <a:pt x="11082" y="7090"/>
                  </a:lnTo>
                  <a:lnTo>
                    <a:pt x="10417" y="5646"/>
                  </a:lnTo>
                  <a:lnTo>
                    <a:pt x="9771" y="4334"/>
                  </a:lnTo>
                  <a:lnTo>
                    <a:pt x="9181" y="3175"/>
                  </a:lnTo>
                  <a:lnTo>
                    <a:pt x="8896" y="2680"/>
                  </a:lnTo>
                  <a:lnTo>
                    <a:pt x="8649" y="2243"/>
                  </a:lnTo>
                  <a:lnTo>
                    <a:pt x="8402" y="1863"/>
                  </a:lnTo>
                  <a:lnTo>
                    <a:pt x="8174" y="1540"/>
                  </a:lnTo>
                  <a:lnTo>
                    <a:pt x="8060" y="1407"/>
                  </a:lnTo>
                  <a:lnTo>
                    <a:pt x="7927" y="1274"/>
                  </a:lnTo>
                  <a:lnTo>
                    <a:pt x="7794" y="1141"/>
                  </a:lnTo>
                  <a:lnTo>
                    <a:pt x="7623" y="1008"/>
                  </a:lnTo>
                  <a:lnTo>
                    <a:pt x="7452" y="894"/>
                  </a:lnTo>
                  <a:lnTo>
                    <a:pt x="7261" y="761"/>
                  </a:lnTo>
                  <a:lnTo>
                    <a:pt x="7052" y="646"/>
                  </a:lnTo>
                  <a:lnTo>
                    <a:pt x="6824" y="551"/>
                  </a:lnTo>
                  <a:lnTo>
                    <a:pt x="6577" y="437"/>
                  </a:lnTo>
                  <a:lnTo>
                    <a:pt x="6330" y="342"/>
                  </a:lnTo>
                  <a:lnTo>
                    <a:pt x="6045" y="266"/>
                  </a:lnTo>
                  <a:lnTo>
                    <a:pt x="5760" y="190"/>
                  </a:lnTo>
                  <a:lnTo>
                    <a:pt x="5456" y="133"/>
                  </a:lnTo>
                  <a:lnTo>
                    <a:pt x="5133" y="76"/>
                  </a:lnTo>
                  <a:lnTo>
                    <a:pt x="4809" y="38"/>
                  </a:lnTo>
                  <a:lnTo>
                    <a:pt x="4448" y="19"/>
                  </a:lnTo>
                  <a:lnTo>
                    <a:pt x="4087" y="0"/>
                  </a:lnTo>
                  <a:close/>
                </a:path>
              </a:pathLst>
            </a:custGeom>
            <a:gradFill>
              <a:gsLst>
                <a:gs pos="0">
                  <a:srgbClr val="676767"/>
                </a:gs>
                <a:gs pos="100000">
                  <a:srgbClr val="26262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6"/>
            <p:cNvSpPr/>
            <p:nvPr/>
          </p:nvSpPr>
          <p:spPr>
            <a:xfrm>
              <a:off x="4428725" y="1949350"/>
              <a:ext cx="231450" cy="359300"/>
            </a:xfrm>
            <a:custGeom>
              <a:avLst/>
              <a:gdLst/>
              <a:ahLst/>
              <a:cxnLst/>
              <a:rect l="l" t="t" r="r" b="b"/>
              <a:pathLst>
                <a:path w="9258" h="14372" extrusionOk="0">
                  <a:moveTo>
                    <a:pt x="38" y="1"/>
                  </a:moveTo>
                  <a:lnTo>
                    <a:pt x="0" y="20"/>
                  </a:lnTo>
                  <a:lnTo>
                    <a:pt x="0" y="77"/>
                  </a:lnTo>
                  <a:lnTo>
                    <a:pt x="5094" y="14333"/>
                  </a:lnTo>
                  <a:lnTo>
                    <a:pt x="5113" y="14371"/>
                  </a:lnTo>
                  <a:lnTo>
                    <a:pt x="5341" y="14371"/>
                  </a:lnTo>
                  <a:lnTo>
                    <a:pt x="5703" y="14333"/>
                  </a:lnTo>
                  <a:lnTo>
                    <a:pt x="5931" y="14295"/>
                  </a:lnTo>
                  <a:lnTo>
                    <a:pt x="6197" y="14257"/>
                  </a:lnTo>
                  <a:lnTo>
                    <a:pt x="6482" y="14181"/>
                  </a:lnTo>
                  <a:lnTo>
                    <a:pt x="6805" y="14105"/>
                  </a:lnTo>
                  <a:lnTo>
                    <a:pt x="7109" y="13991"/>
                  </a:lnTo>
                  <a:lnTo>
                    <a:pt x="7451" y="13858"/>
                  </a:lnTo>
                  <a:lnTo>
                    <a:pt x="7775" y="13687"/>
                  </a:lnTo>
                  <a:lnTo>
                    <a:pt x="8098" y="13497"/>
                  </a:lnTo>
                  <a:lnTo>
                    <a:pt x="8402" y="13269"/>
                  </a:lnTo>
                  <a:lnTo>
                    <a:pt x="8706" y="12984"/>
                  </a:lnTo>
                  <a:lnTo>
                    <a:pt x="8858" y="12850"/>
                  </a:lnTo>
                  <a:lnTo>
                    <a:pt x="8991" y="12679"/>
                  </a:lnTo>
                  <a:lnTo>
                    <a:pt x="9124" y="12508"/>
                  </a:lnTo>
                  <a:lnTo>
                    <a:pt x="9238" y="12337"/>
                  </a:lnTo>
                  <a:lnTo>
                    <a:pt x="9257" y="12280"/>
                  </a:lnTo>
                  <a:lnTo>
                    <a:pt x="9238" y="12242"/>
                  </a:lnTo>
                  <a:lnTo>
                    <a:pt x="9181" y="12242"/>
                  </a:lnTo>
                  <a:lnTo>
                    <a:pt x="9143" y="12261"/>
                  </a:lnTo>
                  <a:lnTo>
                    <a:pt x="9029" y="12432"/>
                  </a:lnTo>
                  <a:lnTo>
                    <a:pt x="8915" y="12603"/>
                  </a:lnTo>
                  <a:lnTo>
                    <a:pt x="8649" y="12888"/>
                  </a:lnTo>
                  <a:lnTo>
                    <a:pt x="8364" y="13155"/>
                  </a:lnTo>
                  <a:lnTo>
                    <a:pt x="8060" y="13364"/>
                  </a:lnTo>
                  <a:lnTo>
                    <a:pt x="7756" y="13554"/>
                  </a:lnTo>
                  <a:lnTo>
                    <a:pt x="7451" y="13725"/>
                  </a:lnTo>
                  <a:lnTo>
                    <a:pt x="7147" y="13858"/>
                  </a:lnTo>
                  <a:lnTo>
                    <a:pt x="6843" y="13972"/>
                  </a:lnTo>
                  <a:lnTo>
                    <a:pt x="6539" y="14048"/>
                  </a:lnTo>
                  <a:lnTo>
                    <a:pt x="6273" y="14124"/>
                  </a:lnTo>
                  <a:lnTo>
                    <a:pt x="5779" y="14200"/>
                  </a:lnTo>
                  <a:lnTo>
                    <a:pt x="5398" y="14238"/>
                  </a:lnTo>
                  <a:lnTo>
                    <a:pt x="5189" y="14257"/>
                  </a:lnTo>
                  <a:lnTo>
                    <a:pt x="114" y="39"/>
                  </a:lnTo>
                  <a:lnTo>
                    <a:pt x="76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6"/>
            <p:cNvSpPr/>
            <p:nvPr/>
          </p:nvSpPr>
          <p:spPr>
            <a:xfrm>
              <a:off x="4202050" y="2312425"/>
              <a:ext cx="192000" cy="156850"/>
            </a:xfrm>
            <a:custGeom>
              <a:avLst/>
              <a:gdLst/>
              <a:ahLst/>
              <a:cxnLst/>
              <a:rect l="l" t="t" r="r" b="b"/>
              <a:pathLst>
                <a:path w="7680" h="6274" extrusionOk="0">
                  <a:moveTo>
                    <a:pt x="1673" y="0"/>
                  </a:moveTo>
                  <a:lnTo>
                    <a:pt x="19" y="5266"/>
                  </a:lnTo>
                  <a:lnTo>
                    <a:pt x="0" y="5399"/>
                  </a:lnTo>
                  <a:lnTo>
                    <a:pt x="0" y="5532"/>
                  </a:lnTo>
                  <a:lnTo>
                    <a:pt x="38" y="5665"/>
                  </a:lnTo>
                  <a:lnTo>
                    <a:pt x="95" y="5779"/>
                  </a:lnTo>
                  <a:lnTo>
                    <a:pt x="190" y="5874"/>
                  </a:lnTo>
                  <a:lnTo>
                    <a:pt x="304" y="5950"/>
                  </a:lnTo>
                  <a:lnTo>
                    <a:pt x="418" y="5988"/>
                  </a:lnTo>
                  <a:lnTo>
                    <a:pt x="551" y="6026"/>
                  </a:lnTo>
                  <a:lnTo>
                    <a:pt x="7584" y="6273"/>
                  </a:lnTo>
                  <a:lnTo>
                    <a:pt x="7603" y="6235"/>
                  </a:lnTo>
                  <a:lnTo>
                    <a:pt x="7641" y="6102"/>
                  </a:lnTo>
                  <a:lnTo>
                    <a:pt x="7679" y="5931"/>
                  </a:lnTo>
                  <a:lnTo>
                    <a:pt x="7679" y="5817"/>
                  </a:lnTo>
                  <a:lnTo>
                    <a:pt x="7660" y="5722"/>
                  </a:lnTo>
                  <a:lnTo>
                    <a:pt x="7622" y="5608"/>
                  </a:lnTo>
                  <a:lnTo>
                    <a:pt x="7584" y="5494"/>
                  </a:lnTo>
                  <a:lnTo>
                    <a:pt x="7508" y="5380"/>
                  </a:lnTo>
                  <a:lnTo>
                    <a:pt x="7413" y="5285"/>
                  </a:lnTo>
                  <a:lnTo>
                    <a:pt x="7280" y="5190"/>
                  </a:lnTo>
                  <a:lnTo>
                    <a:pt x="7109" y="5114"/>
                  </a:lnTo>
                  <a:lnTo>
                    <a:pt x="6919" y="5037"/>
                  </a:lnTo>
                  <a:lnTo>
                    <a:pt x="6672" y="4999"/>
                  </a:lnTo>
                  <a:lnTo>
                    <a:pt x="6197" y="4923"/>
                  </a:lnTo>
                  <a:lnTo>
                    <a:pt x="5798" y="4847"/>
                  </a:lnTo>
                  <a:lnTo>
                    <a:pt x="5474" y="4752"/>
                  </a:lnTo>
                  <a:lnTo>
                    <a:pt x="5227" y="4657"/>
                  </a:lnTo>
                  <a:lnTo>
                    <a:pt x="5037" y="4562"/>
                  </a:lnTo>
                  <a:lnTo>
                    <a:pt x="4885" y="4429"/>
                  </a:lnTo>
                  <a:lnTo>
                    <a:pt x="4771" y="4296"/>
                  </a:lnTo>
                  <a:lnTo>
                    <a:pt x="4676" y="4125"/>
                  </a:lnTo>
                  <a:lnTo>
                    <a:pt x="4600" y="3897"/>
                  </a:lnTo>
                  <a:lnTo>
                    <a:pt x="4543" y="3669"/>
                  </a:lnTo>
                  <a:lnTo>
                    <a:pt x="4505" y="3422"/>
                  </a:lnTo>
                  <a:lnTo>
                    <a:pt x="4505" y="3175"/>
                  </a:lnTo>
                  <a:lnTo>
                    <a:pt x="4505" y="2909"/>
                  </a:lnTo>
                  <a:lnTo>
                    <a:pt x="4524" y="2661"/>
                  </a:lnTo>
                  <a:lnTo>
                    <a:pt x="4600" y="2148"/>
                  </a:lnTo>
                  <a:lnTo>
                    <a:pt x="4714" y="1692"/>
                  </a:lnTo>
                  <a:lnTo>
                    <a:pt x="4809" y="1331"/>
                  </a:lnTo>
                  <a:lnTo>
                    <a:pt x="4923" y="989"/>
                  </a:lnTo>
                  <a:lnTo>
                    <a:pt x="1673" y="0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6"/>
            <p:cNvSpPr/>
            <p:nvPr/>
          </p:nvSpPr>
          <p:spPr>
            <a:xfrm>
              <a:off x="3906450" y="1811550"/>
              <a:ext cx="580275" cy="583575"/>
            </a:xfrm>
            <a:custGeom>
              <a:avLst/>
              <a:gdLst/>
              <a:ahLst/>
              <a:cxnLst/>
              <a:rect l="l" t="t" r="r" b="b"/>
              <a:pathLst>
                <a:path w="23211" h="23343" extrusionOk="0">
                  <a:moveTo>
                    <a:pt x="1635" y="0"/>
                  </a:moveTo>
                  <a:lnTo>
                    <a:pt x="1483" y="323"/>
                  </a:lnTo>
                  <a:lnTo>
                    <a:pt x="1160" y="1198"/>
                  </a:lnTo>
                  <a:lnTo>
                    <a:pt x="951" y="1768"/>
                  </a:lnTo>
                  <a:lnTo>
                    <a:pt x="723" y="2414"/>
                  </a:lnTo>
                  <a:lnTo>
                    <a:pt x="514" y="3099"/>
                  </a:lnTo>
                  <a:lnTo>
                    <a:pt x="324" y="3821"/>
                  </a:lnTo>
                  <a:lnTo>
                    <a:pt x="172" y="4524"/>
                  </a:lnTo>
                  <a:lnTo>
                    <a:pt x="96" y="4866"/>
                  </a:lnTo>
                  <a:lnTo>
                    <a:pt x="58" y="5209"/>
                  </a:lnTo>
                  <a:lnTo>
                    <a:pt x="20" y="5532"/>
                  </a:lnTo>
                  <a:lnTo>
                    <a:pt x="1" y="5855"/>
                  </a:lnTo>
                  <a:lnTo>
                    <a:pt x="20" y="6159"/>
                  </a:lnTo>
                  <a:lnTo>
                    <a:pt x="39" y="6425"/>
                  </a:lnTo>
                  <a:lnTo>
                    <a:pt x="96" y="6672"/>
                  </a:lnTo>
                  <a:lnTo>
                    <a:pt x="172" y="6900"/>
                  </a:lnTo>
                  <a:lnTo>
                    <a:pt x="267" y="7109"/>
                  </a:lnTo>
                  <a:lnTo>
                    <a:pt x="381" y="7281"/>
                  </a:lnTo>
                  <a:lnTo>
                    <a:pt x="457" y="7338"/>
                  </a:lnTo>
                  <a:lnTo>
                    <a:pt x="552" y="7414"/>
                  </a:lnTo>
                  <a:lnTo>
                    <a:pt x="628" y="7471"/>
                  </a:lnTo>
                  <a:lnTo>
                    <a:pt x="742" y="7509"/>
                  </a:lnTo>
                  <a:lnTo>
                    <a:pt x="837" y="7547"/>
                  </a:lnTo>
                  <a:lnTo>
                    <a:pt x="951" y="7566"/>
                  </a:lnTo>
                  <a:lnTo>
                    <a:pt x="1084" y="7585"/>
                  </a:lnTo>
                  <a:lnTo>
                    <a:pt x="1217" y="7585"/>
                  </a:lnTo>
                  <a:lnTo>
                    <a:pt x="4088" y="7528"/>
                  </a:lnTo>
                  <a:lnTo>
                    <a:pt x="6749" y="7509"/>
                  </a:lnTo>
                  <a:lnTo>
                    <a:pt x="9125" y="7509"/>
                  </a:lnTo>
                  <a:lnTo>
                    <a:pt x="11197" y="7528"/>
                  </a:lnTo>
                  <a:lnTo>
                    <a:pt x="12888" y="7547"/>
                  </a:lnTo>
                  <a:lnTo>
                    <a:pt x="14162" y="7585"/>
                  </a:lnTo>
                  <a:lnTo>
                    <a:pt x="15246" y="7604"/>
                  </a:lnTo>
                  <a:lnTo>
                    <a:pt x="14884" y="8820"/>
                  </a:lnTo>
                  <a:lnTo>
                    <a:pt x="14485" y="10208"/>
                  </a:lnTo>
                  <a:lnTo>
                    <a:pt x="13972" y="12014"/>
                  </a:lnTo>
                  <a:lnTo>
                    <a:pt x="13402" y="14162"/>
                  </a:lnTo>
                  <a:lnTo>
                    <a:pt x="12793" y="16538"/>
                  </a:lnTo>
                  <a:lnTo>
                    <a:pt x="12166" y="19104"/>
                  </a:lnTo>
                  <a:lnTo>
                    <a:pt x="11862" y="20415"/>
                  </a:lnTo>
                  <a:lnTo>
                    <a:pt x="11577" y="21746"/>
                  </a:lnTo>
                  <a:lnTo>
                    <a:pt x="11748" y="21974"/>
                  </a:lnTo>
                  <a:lnTo>
                    <a:pt x="11919" y="22202"/>
                  </a:lnTo>
                  <a:lnTo>
                    <a:pt x="12128" y="22392"/>
                  </a:lnTo>
                  <a:lnTo>
                    <a:pt x="12337" y="22582"/>
                  </a:lnTo>
                  <a:lnTo>
                    <a:pt x="12565" y="22734"/>
                  </a:lnTo>
                  <a:lnTo>
                    <a:pt x="12793" y="22867"/>
                  </a:lnTo>
                  <a:lnTo>
                    <a:pt x="13022" y="22982"/>
                  </a:lnTo>
                  <a:lnTo>
                    <a:pt x="13288" y="23077"/>
                  </a:lnTo>
                  <a:lnTo>
                    <a:pt x="13535" y="23153"/>
                  </a:lnTo>
                  <a:lnTo>
                    <a:pt x="13801" y="23229"/>
                  </a:lnTo>
                  <a:lnTo>
                    <a:pt x="14067" y="23267"/>
                  </a:lnTo>
                  <a:lnTo>
                    <a:pt x="14333" y="23305"/>
                  </a:lnTo>
                  <a:lnTo>
                    <a:pt x="14599" y="23343"/>
                  </a:lnTo>
                  <a:lnTo>
                    <a:pt x="15398" y="23343"/>
                  </a:lnTo>
                  <a:lnTo>
                    <a:pt x="15892" y="23324"/>
                  </a:lnTo>
                  <a:lnTo>
                    <a:pt x="16386" y="23267"/>
                  </a:lnTo>
                  <a:lnTo>
                    <a:pt x="16804" y="23191"/>
                  </a:lnTo>
                  <a:lnTo>
                    <a:pt x="17184" y="23115"/>
                  </a:lnTo>
                  <a:lnTo>
                    <a:pt x="17755" y="22963"/>
                  </a:lnTo>
                  <a:lnTo>
                    <a:pt x="17945" y="22906"/>
                  </a:lnTo>
                  <a:lnTo>
                    <a:pt x="18629" y="20815"/>
                  </a:lnTo>
                  <a:lnTo>
                    <a:pt x="19351" y="18591"/>
                  </a:lnTo>
                  <a:lnTo>
                    <a:pt x="20188" y="15891"/>
                  </a:lnTo>
                  <a:lnTo>
                    <a:pt x="21081" y="12983"/>
                  </a:lnTo>
                  <a:lnTo>
                    <a:pt x="21499" y="11519"/>
                  </a:lnTo>
                  <a:lnTo>
                    <a:pt x="21918" y="10113"/>
                  </a:lnTo>
                  <a:lnTo>
                    <a:pt x="22279" y="8782"/>
                  </a:lnTo>
                  <a:lnTo>
                    <a:pt x="22602" y="7528"/>
                  </a:lnTo>
                  <a:lnTo>
                    <a:pt x="22868" y="6425"/>
                  </a:lnTo>
                  <a:lnTo>
                    <a:pt x="23077" y="5494"/>
                  </a:lnTo>
                  <a:lnTo>
                    <a:pt x="23172" y="4885"/>
                  </a:lnTo>
                  <a:lnTo>
                    <a:pt x="23191" y="4600"/>
                  </a:lnTo>
                  <a:lnTo>
                    <a:pt x="23210" y="4334"/>
                  </a:lnTo>
                  <a:lnTo>
                    <a:pt x="23210" y="4087"/>
                  </a:lnTo>
                  <a:lnTo>
                    <a:pt x="23210" y="3859"/>
                  </a:lnTo>
                  <a:lnTo>
                    <a:pt x="23191" y="3631"/>
                  </a:lnTo>
                  <a:lnTo>
                    <a:pt x="23153" y="3403"/>
                  </a:lnTo>
                  <a:lnTo>
                    <a:pt x="23115" y="3213"/>
                  </a:lnTo>
                  <a:lnTo>
                    <a:pt x="23077" y="3023"/>
                  </a:lnTo>
                  <a:lnTo>
                    <a:pt x="23020" y="2852"/>
                  </a:lnTo>
                  <a:lnTo>
                    <a:pt x="22944" y="2680"/>
                  </a:lnTo>
                  <a:lnTo>
                    <a:pt x="22868" y="2528"/>
                  </a:lnTo>
                  <a:lnTo>
                    <a:pt x="22792" y="2376"/>
                  </a:lnTo>
                  <a:lnTo>
                    <a:pt x="22602" y="2110"/>
                  </a:lnTo>
                  <a:lnTo>
                    <a:pt x="22374" y="1882"/>
                  </a:lnTo>
                  <a:lnTo>
                    <a:pt x="22146" y="1692"/>
                  </a:lnTo>
                  <a:lnTo>
                    <a:pt x="21880" y="1521"/>
                  </a:lnTo>
                  <a:lnTo>
                    <a:pt x="21613" y="1388"/>
                  </a:lnTo>
                  <a:lnTo>
                    <a:pt x="21328" y="1255"/>
                  </a:lnTo>
                  <a:lnTo>
                    <a:pt x="21043" y="1160"/>
                  </a:lnTo>
                  <a:lnTo>
                    <a:pt x="20739" y="1084"/>
                  </a:lnTo>
                  <a:lnTo>
                    <a:pt x="20454" y="1008"/>
                  </a:lnTo>
                  <a:lnTo>
                    <a:pt x="20093" y="932"/>
                  </a:lnTo>
                  <a:lnTo>
                    <a:pt x="19579" y="875"/>
                  </a:lnTo>
                  <a:lnTo>
                    <a:pt x="18952" y="818"/>
                  </a:lnTo>
                  <a:lnTo>
                    <a:pt x="18230" y="761"/>
                  </a:lnTo>
                  <a:lnTo>
                    <a:pt x="16595" y="685"/>
                  </a:lnTo>
                  <a:lnTo>
                    <a:pt x="14827" y="609"/>
                  </a:lnTo>
                  <a:lnTo>
                    <a:pt x="11729" y="532"/>
                  </a:lnTo>
                  <a:lnTo>
                    <a:pt x="10379" y="494"/>
                  </a:lnTo>
                  <a:lnTo>
                    <a:pt x="1635" y="0"/>
                  </a:lnTo>
                  <a:close/>
                </a:path>
              </a:pathLst>
            </a:custGeom>
            <a:gradFill>
              <a:gsLst>
                <a:gs pos="0">
                  <a:srgbClr val="676767"/>
                </a:gs>
                <a:gs pos="100000">
                  <a:srgbClr val="26262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6"/>
            <p:cNvSpPr/>
            <p:nvPr/>
          </p:nvSpPr>
          <p:spPr>
            <a:xfrm>
              <a:off x="4453425" y="1864775"/>
              <a:ext cx="33775" cy="199600"/>
            </a:xfrm>
            <a:custGeom>
              <a:avLst/>
              <a:gdLst/>
              <a:ahLst/>
              <a:cxnLst/>
              <a:rect l="l" t="t" r="r" b="b"/>
              <a:pathLst>
                <a:path w="1351" h="7984" extrusionOk="0">
                  <a:moveTo>
                    <a:pt x="761" y="0"/>
                  </a:moveTo>
                  <a:lnTo>
                    <a:pt x="742" y="38"/>
                  </a:lnTo>
                  <a:lnTo>
                    <a:pt x="742" y="95"/>
                  </a:lnTo>
                  <a:lnTo>
                    <a:pt x="837" y="304"/>
                  </a:lnTo>
                  <a:lnTo>
                    <a:pt x="932" y="551"/>
                  </a:lnTo>
                  <a:lnTo>
                    <a:pt x="1046" y="913"/>
                  </a:lnTo>
                  <a:lnTo>
                    <a:pt x="1141" y="1350"/>
                  </a:lnTo>
                  <a:lnTo>
                    <a:pt x="1179" y="1597"/>
                  </a:lnTo>
                  <a:lnTo>
                    <a:pt x="1198" y="1863"/>
                  </a:lnTo>
                  <a:lnTo>
                    <a:pt x="1217" y="2167"/>
                  </a:lnTo>
                  <a:lnTo>
                    <a:pt x="1236" y="2490"/>
                  </a:lnTo>
                  <a:lnTo>
                    <a:pt x="1217" y="2813"/>
                  </a:lnTo>
                  <a:lnTo>
                    <a:pt x="1198" y="3175"/>
                  </a:lnTo>
                  <a:lnTo>
                    <a:pt x="1160" y="3441"/>
                  </a:lnTo>
                  <a:lnTo>
                    <a:pt x="1122" y="3764"/>
                  </a:lnTo>
                  <a:lnTo>
                    <a:pt x="970" y="4467"/>
                  </a:lnTo>
                  <a:lnTo>
                    <a:pt x="761" y="5247"/>
                  </a:lnTo>
                  <a:lnTo>
                    <a:pt x="552" y="6026"/>
                  </a:lnTo>
                  <a:lnTo>
                    <a:pt x="172" y="7337"/>
                  </a:lnTo>
                  <a:lnTo>
                    <a:pt x="1" y="7908"/>
                  </a:lnTo>
                  <a:lnTo>
                    <a:pt x="1" y="7946"/>
                  </a:lnTo>
                  <a:lnTo>
                    <a:pt x="39" y="7984"/>
                  </a:lnTo>
                  <a:lnTo>
                    <a:pt x="77" y="7965"/>
                  </a:lnTo>
                  <a:lnTo>
                    <a:pt x="96" y="7946"/>
                  </a:lnTo>
                  <a:lnTo>
                    <a:pt x="286" y="7375"/>
                  </a:lnTo>
                  <a:lnTo>
                    <a:pt x="666" y="6045"/>
                  </a:lnTo>
                  <a:lnTo>
                    <a:pt x="875" y="5266"/>
                  </a:lnTo>
                  <a:lnTo>
                    <a:pt x="1084" y="4486"/>
                  </a:lnTo>
                  <a:lnTo>
                    <a:pt x="1236" y="3764"/>
                  </a:lnTo>
                  <a:lnTo>
                    <a:pt x="1274" y="3460"/>
                  </a:lnTo>
                  <a:lnTo>
                    <a:pt x="1312" y="3194"/>
                  </a:lnTo>
                  <a:lnTo>
                    <a:pt x="1350" y="2832"/>
                  </a:lnTo>
                  <a:lnTo>
                    <a:pt x="1350" y="2471"/>
                  </a:lnTo>
                  <a:lnTo>
                    <a:pt x="1350" y="2167"/>
                  </a:lnTo>
                  <a:lnTo>
                    <a:pt x="1331" y="1863"/>
                  </a:lnTo>
                  <a:lnTo>
                    <a:pt x="1293" y="1578"/>
                  </a:lnTo>
                  <a:lnTo>
                    <a:pt x="1255" y="1331"/>
                  </a:lnTo>
                  <a:lnTo>
                    <a:pt x="1160" y="875"/>
                  </a:lnTo>
                  <a:lnTo>
                    <a:pt x="1046" y="513"/>
                  </a:lnTo>
                  <a:lnTo>
                    <a:pt x="951" y="266"/>
                  </a:lnTo>
                  <a:lnTo>
                    <a:pt x="837" y="38"/>
                  </a:lnTo>
                  <a:lnTo>
                    <a:pt x="799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6"/>
            <p:cNvSpPr/>
            <p:nvPr/>
          </p:nvSpPr>
          <p:spPr>
            <a:xfrm>
              <a:off x="3952550" y="1883300"/>
              <a:ext cx="456225" cy="472375"/>
            </a:xfrm>
            <a:custGeom>
              <a:avLst/>
              <a:gdLst/>
              <a:ahLst/>
              <a:cxnLst/>
              <a:rect l="l" t="t" r="r" b="b"/>
              <a:pathLst>
                <a:path w="18249" h="18895" extrusionOk="0">
                  <a:moveTo>
                    <a:pt x="381" y="1"/>
                  </a:moveTo>
                  <a:lnTo>
                    <a:pt x="343" y="20"/>
                  </a:lnTo>
                  <a:lnTo>
                    <a:pt x="248" y="172"/>
                  </a:lnTo>
                  <a:lnTo>
                    <a:pt x="153" y="362"/>
                  </a:lnTo>
                  <a:lnTo>
                    <a:pt x="77" y="590"/>
                  </a:lnTo>
                  <a:lnTo>
                    <a:pt x="39" y="704"/>
                  </a:lnTo>
                  <a:lnTo>
                    <a:pt x="20" y="856"/>
                  </a:lnTo>
                  <a:lnTo>
                    <a:pt x="1" y="989"/>
                  </a:lnTo>
                  <a:lnTo>
                    <a:pt x="1" y="1141"/>
                  </a:lnTo>
                  <a:lnTo>
                    <a:pt x="20" y="1274"/>
                  </a:lnTo>
                  <a:lnTo>
                    <a:pt x="58" y="1426"/>
                  </a:lnTo>
                  <a:lnTo>
                    <a:pt x="134" y="1578"/>
                  </a:lnTo>
                  <a:lnTo>
                    <a:pt x="229" y="1730"/>
                  </a:lnTo>
                  <a:lnTo>
                    <a:pt x="248" y="1749"/>
                  </a:lnTo>
                  <a:lnTo>
                    <a:pt x="305" y="1787"/>
                  </a:lnTo>
                  <a:lnTo>
                    <a:pt x="438" y="1825"/>
                  </a:lnTo>
                  <a:lnTo>
                    <a:pt x="647" y="1882"/>
                  </a:lnTo>
                  <a:lnTo>
                    <a:pt x="894" y="1901"/>
                  </a:lnTo>
                  <a:lnTo>
                    <a:pt x="1217" y="1920"/>
                  </a:lnTo>
                  <a:lnTo>
                    <a:pt x="1578" y="1939"/>
                  </a:lnTo>
                  <a:lnTo>
                    <a:pt x="2491" y="1939"/>
                  </a:lnTo>
                  <a:lnTo>
                    <a:pt x="3612" y="1901"/>
                  </a:lnTo>
                  <a:lnTo>
                    <a:pt x="4943" y="1844"/>
                  </a:lnTo>
                  <a:lnTo>
                    <a:pt x="8155" y="1692"/>
                  </a:lnTo>
                  <a:lnTo>
                    <a:pt x="11482" y="1521"/>
                  </a:lnTo>
                  <a:lnTo>
                    <a:pt x="13116" y="1464"/>
                  </a:lnTo>
                  <a:lnTo>
                    <a:pt x="14637" y="1407"/>
                  </a:lnTo>
                  <a:lnTo>
                    <a:pt x="15968" y="1407"/>
                  </a:lnTo>
                  <a:lnTo>
                    <a:pt x="16519" y="1426"/>
                  </a:lnTo>
                  <a:lnTo>
                    <a:pt x="17013" y="1445"/>
                  </a:lnTo>
                  <a:lnTo>
                    <a:pt x="17431" y="1483"/>
                  </a:lnTo>
                  <a:lnTo>
                    <a:pt x="17735" y="1540"/>
                  </a:lnTo>
                  <a:lnTo>
                    <a:pt x="17869" y="1578"/>
                  </a:lnTo>
                  <a:lnTo>
                    <a:pt x="17945" y="1616"/>
                  </a:lnTo>
                  <a:lnTo>
                    <a:pt x="18021" y="1673"/>
                  </a:lnTo>
                  <a:lnTo>
                    <a:pt x="18059" y="1711"/>
                  </a:lnTo>
                  <a:lnTo>
                    <a:pt x="18097" y="1825"/>
                  </a:lnTo>
                  <a:lnTo>
                    <a:pt x="18116" y="1958"/>
                  </a:lnTo>
                  <a:lnTo>
                    <a:pt x="18135" y="2263"/>
                  </a:lnTo>
                  <a:lnTo>
                    <a:pt x="18116" y="2624"/>
                  </a:lnTo>
                  <a:lnTo>
                    <a:pt x="18059" y="3061"/>
                  </a:lnTo>
                  <a:lnTo>
                    <a:pt x="17983" y="3536"/>
                  </a:lnTo>
                  <a:lnTo>
                    <a:pt x="17869" y="4068"/>
                  </a:lnTo>
                  <a:lnTo>
                    <a:pt x="17716" y="4639"/>
                  </a:lnTo>
                  <a:lnTo>
                    <a:pt x="17545" y="5247"/>
                  </a:lnTo>
                  <a:lnTo>
                    <a:pt x="17165" y="6558"/>
                  </a:lnTo>
                  <a:lnTo>
                    <a:pt x="16690" y="7984"/>
                  </a:lnTo>
                  <a:lnTo>
                    <a:pt x="16196" y="9467"/>
                  </a:lnTo>
                  <a:lnTo>
                    <a:pt x="15683" y="10968"/>
                  </a:lnTo>
                  <a:lnTo>
                    <a:pt x="14941" y="13116"/>
                  </a:lnTo>
                  <a:lnTo>
                    <a:pt x="14580" y="14162"/>
                  </a:lnTo>
                  <a:lnTo>
                    <a:pt x="14257" y="15169"/>
                  </a:lnTo>
                  <a:lnTo>
                    <a:pt x="13972" y="16139"/>
                  </a:lnTo>
                  <a:lnTo>
                    <a:pt x="13706" y="17032"/>
                  </a:lnTo>
                  <a:lnTo>
                    <a:pt x="13497" y="17850"/>
                  </a:lnTo>
                  <a:lnTo>
                    <a:pt x="13345" y="18572"/>
                  </a:lnTo>
                  <a:lnTo>
                    <a:pt x="13345" y="18610"/>
                  </a:lnTo>
                  <a:lnTo>
                    <a:pt x="13383" y="18648"/>
                  </a:lnTo>
                  <a:lnTo>
                    <a:pt x="13668" y="18762"/>
                  </a:lnTo>
                  <a:lnTo>
                    <a:pt x="13953" y="18838"/>
                  </a:lnTo>
                  <a:lnTo>
                    <a:pt x="14257" y="18876"/>
                  </a:lnTo>
                  <a:lnTo>
                    <a:pt x="14542" y="18895"/>
                  </a:lnTo>
                  <a:lnTo>
                    <a:pt x="14751" y="18876"/>
                  </a:lnTo>
                  <a:lnTo>
                    <a:pt x="14960" y="18857"/>
                  </a:lnTo>
                  <a:lnTo>
                    <a:pt x="15359" y="18800"/>
                  </a:lnTo>
                  <a:lnTo>
                    <a:pt x="15721" y="18705"/>
                  </a:lnTo>
                  <a:lnTo>
                    <a:pt x="16044" y="18591"/>
                  </a:lnTo>
                  <a:lnTo>
                    <a:pt x="16329" y="18496"/>
                  </a:lnTo>
                  <a:lnTo>
                    <a:pt x="16538" y="18401"/>
                  </a:lnTo>
                  <a:lnTo>
                    <a:pt x="16709" y="18306"/>
                  </a:lnTo>
                  <a:lnTo>
                    <a:pt x="16747" y="18268"/>
                  </a:lnTo>
                  <a:lnTo>
                    <a:pt x="16747" y="18230"/>
                  </a:lnTo>
                  <a:lnTo>
                    <a:pt x="16709" y="18192"/>
                  </a:lnTo>
                  <a:lnTo>
                    <a:pt x="16652" y="18211"/>
                  </a:lnTo>
                  <a:lnTo>
                    <a:pt x="16576" y="18249"/>
                  </a:lnTo>
                  <a:lnTo>
                    <a:pt x="16348" y="18344"/>
                  </a:lnTo>
                  <a:lnTo>
                    <a:pt x="16025" y="18496"/>
                  </a:lnTo>
                  <a:lnTo>
                    <a:pt x="15588" y="18629"/>
                  </a:lnTo>
                  <a:lnTo>
                    <a:pt x="15359" y="18686"/>
                  </a:lnTo>
                  <a:lnTo>
                    <a:pt x="15093" y="18724"/>
                  </a:lnTo>
                  <a:lnTo>
                    <a:pt x="14846" y="18762"/>
                  </a:lnTo>
                  <a:lnTo>
                    <a:pt x="14295" y="18762"/>
                  </a:lnTo>
                  <a:lnTo>
                    <a:pt x="14010" y="18724"/>
                  </a:lnTo>
                  <a:lnTo>
                    <a:pt x="13744" y="18648"/>
                  </a:lnTo>
                  <a:lnTo>
                    <a:pt x="13478" y="18553"/>
                  </a:lnTo>
                  <a:lnTo>
                    <a:pt x="13630" y="17831"/>
                  </a:lnTo>
                  <a:lnTo>
                    <a:pt x="13839" y="17013"/>
                  </a:lnTo>
                  <a:lnTo>
                    <a:pt x="14086" y="16120"/>
                  </a:lnTo>
                  <a:lnTo>
                    <a:pt x="14390" y="15169"/>
                  </a:lnTo>
                  <a:lnTo>
                    <a:pt x="14713" y="14162"/>
                  </a:lnTo>
                  <a:lnTo>
                    <a:pt x="15055" y="13135"/>
                  </a:lnTo>
                  <a:lnTo>
                    <a:pt x="15778" y="11006"/>
                  </a:lnTo>
                  <a:lnTo>
                    <a:pt x="16329" y="9448"/>
                  </a:lnTo>
                  <a:lnTo>
                    <a:pt x="16842" y="7927"/>
                  </a:lnTo>
                  <a:lnTo>
                    <a:pt x="17298" y="6501"/>
                  </a:lnTo>
                  <a:lnTo>
                    <a:pt x="17697" y="5171"/>
                  </a:lnTo>
                  <a:lnTo>
                    <a:pt x="17869" y="4582"/>
                  </a:lnTo>
                  <a:lnTo>
                    <a:pt x="18002" y="4011"/>
                  </a:lnTo>
                  <a:lnTo>
                    <a:pt x="18116" y="3479"/>
                  </a:lnTo>
                  <a:lnTo>
                    <a:pt x="18192" y="3004"/>
                  </a:lnTo>
                  <a:lnTo>
                    <a:pt x="18249" y="2586"/>
                  </a:lnTo>
                  <a:lnTo>
                    <a:pt x="18249" y="2225"/>
                  </a:lnTo>
                  <a:lnTo>
                    <a:pt x="18230" y="1920"/>
                  </a:lnTo>
                  <a:lnTo>
                    <a:pt x="18192" y="1787"/>
                  </a:lnTo>
                  <a:lnTo>
                    <a:pt x="18154" y="1673"/>
                  </a:lnTo>
                  <a:lnTo>
                    <a:pt x="18135" y="1616"/>
                  </a:lnTo>
                  <a:lnTo>
                    <a:pt x="18078" y="1578"/>
                  </a:lnTo>
                  <a:lnTo>
                    <a:pt x="18002" y="1521"/>
                  </a:lnTo>
                  <a:lnTo>
                    <a:pt x="17907" y="1483"/>
                  </a:lnTo>
                  <a:lnTo>
                    <a:pt x="17659" y="1426"/>
                  </a:lnTo>
                  <a:lnTo>
                    <a:pt x="17336" y="1369"/>
                  </a:lnTo>
                  <a:lnTo>
                    <a:pt x="16918" y="1331"/>
                  </a:lnTo>
                  <a:lnTo>
                    <a:pt x="16443" y="1312"/>
                  </a:lnTo>
                  <a:lnTo>
                    <a:pt x="15892" y="1293"/>
                  </a:lnTo>
                  <a:lnTo>
                    <a:pt x="15283" y="1293"/>
                  </a:lnTo>
                  <a:lnTo>
                    <a:pt x="13839" y="1312"/>
                  </a:lnTo>
                  <a:lnTo>
                    <a:pt x="12166" y="1369"/>
                  </a:lnTo>
                  <a:lnTo>
                    <a:pt x="10265" y="1464"/>
                  </a:lnTo>
                  <a:lnTo>
                    <a:pt x="8155" y="1578"/>
                  </a:lnTo>
                  <a:lnTo>
                    <a:pt x="5456" y="1711"/>
                  </a:lnTo>
                  <a:lnTo>
                    <a:pt x="4163" y="1768"/>
                  </a:lnTo>
                  <a:lnTo>
                    <a:pt x="2985" y="1806"/>
                  </a:lnTo>
                  <a:lnTo>
                    <a:pt x="1958" y="1825"/>
                  </a:lnTo>
                  <a:lnTo>
                    <a:pt x="1141" y="1806"/>
                  </a:lnTo>
                  <a:lnTo>
                    <a:pt x="818" y="1787"/>
                  </a:lnTo>
                  <a:lnTo>
                    <a:pt x="571" y="1749"/>
                  </a:lnTo>
                  <a:lnTo>
                    <a:pt x="400" y="1711"/>
                  </a:lnTo>
                  <a:lnTo>
                    <a:pt x="343" y="1692"/>
                  </a:lnTo>
                  <a:lnTo>
                    <a:pt x="324" y="1654"/>
                  </a:lnTo>
                  <a:lnTo>
                    <a:pt x="229" y="1521"/>
                  </a:lnTo>
                  <a:lnTo>
                    <a:pt x="172" y="1388"/>
                  </a:lnTo>
                  <a:lnTo>
                    <a:pt x="134" y="1255"/>
                  </a:lnTo>
                  <a:lnTo>
                    <a:pt x="115" y="1122"/>
                  </a:lnTo>
                  <a:lnTo>
                    <a:pt x="115" y="989"/>
                  </a:lnTo>
                  <a:lnTo>
                    <a:pt x="134" y="856"/>
                  </a:lnTo>
                  <a:lnTo>
                    <a:pt x="172" y="609"/>
                  </a:lnTo>
                  <a:lnTo>
                    <a:pt x="267" y="400"/>
                  </a:lnTo>
                  <a:lnTo>
                    <a:pt x="343" y="229"/>
                  </a:lnTo>
                  <a:lnTo>
                    <a:pt x="438" y="96"/>
                  </a:lnTo>
                  <a:lnTo>
                    <a:pt x="438" y="39"/>
                  </a:lnTo>
                  <a:lnTo>
                    <a:pt x="419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6"/>
            <p:cNvSpPr/>
            <p:nvPr/>
          </p:nvSpPr>
          <p:spPr>
            <a:xfrm>
              <a:off x="4135975" y="1239375"/>
              <a:ext cx="136425" cy="141650"/>
            </a:xfrm>
            <a:custGeom>
              <a:avLst/>
              <a:gdLst/>
              <a:ahLst/>
              <a:cxnLst/>
              <a:rect l="l" t="t" r="r" b="b"/>
              <a:pathLst>
                <a:path w="5457" h="5666" extrusionOk="0">
                  <a:moveTo>
                    <a:pt x="1" y="1"/>
                  </a:moveTo>
                  <a:lnTo>
                    <a:pt x="267" y="3936"/>
                  </a:lnTo>
                  <a:lnTo>
                    <a:pt x="381" y="4031"/>
                  </a:lnTo>
                  <a:lnTo>
                    <a:pt x="666" y="4278"/>
                  </a:lnTo>
                  <a:lnTo>
                    <a:pt x="1122" y="4601"/>
                  </a:lnTo>
                  <a:lnTo>
                    <a:pt x="1388" y="4791"/>
                  </a:lnTo>
                  <a:lnTo>
                    <a:pt x="1693" y="4962"/>
                  </a:lnTo>
                  <a:lnTo>
                    <a:pt x="1997" y="5133"/>
                  </a:lnTo>
                  <a:lnTo>
                    <a:pt x="2320" y="5304"/>
                  </a:lnTo>
                  <a:lnTo>
                    <a:pt x="2662" y="5437"/>
                  </a:lnTo>
                  <a:lnTo>
                    <a:pt x="3004" y="5551"/>
                  </a:lnTo>
                  <a:lnTo>
                    <a:pt x="3346" y="5627"/>
                  </a:lnTo>
                  <a:lnTo>
                    <a:pt x="3498" y="5666"/>
                  </a:lnTo>
                  <a:lnTo>
                    <a:pt x="3993" y="5666"/>
                  </a:lnTo>
                  <a:lnTo>
                    <a:pt x="4164" y="5627"/>
                  </a:lnTo>
                  <a:lnTo>
                    <a:pt x="4316" y="5589"/>
                  </a:lnTo>
                  <a:lnTo>
                    <a:pt x="4449" y="5532"/>
                  </a:lnTo>
                  <a:lnTo>
                    <a:pt x="4582" y="5437"/>
                  </a:lnTo>
                  <a:lnTo>
                    <a:pt x="4715" y="5342"/>
                  </a:lnTo>
                  <a:lnTo>
                    <a:pt x="4810" y="5209"/>
                  </a:lnTo>
                  <a:lnTo>
                    <a:pt x="4924" y="5057"/>
                  </a:lnTo>
                  <a:lnTo>
                    <a:pt x="5000" y="4905"/>
                  </a:lnTo>
                  <a:lnTo>
                    <a:pt x="5076" y="4734"/>
                  </a:lnTo>
                  <a:lnTo>
                    <a:pt x="5152" y="4544"/>
                  </a:lnTo>
                  <a:lnTo>
                    <a:pt x="5266" y="4126"/>
                  </a:lnTo>
                  <a:lnTo>
                    <a:pt x="5361" y="3689"/>
                  </a:lnTo>
                  <a:lnTo>
                    <a:pt x="5418" y="3213"/>
                  </a:lnTo>
                  <a:lnTo>
                    <a:pt x="5437" y="2738"/>
                  </a:lnTo>
                  <a:lnTo>
                    <a:pt x="5456" y="2282"/>
                  </a:lnTo>
                  <a:lnTo>
                    <a:pt x="5456" y="1845"/>
                  </a:lnTo>
                  <a:lnTo>
                    <a:pt x="5437" y="1046"/>
                  </a:lnTo>
                  <a:lnTo>
                    <a:pt x="5399" y="514"/>
                  </a:lnTo>
                  <a:lnTo>
                    <a:pt x="5380" y="30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6"/>
            <p:cNvSpPr/>
            <p:nvPr/>
          </p:nvSpPr>
          <p:spPr>
            <a:xfrm>
              <a:off x="4125525" y="1333000"/>
              <a:ext cx="89375" cy="108850"/>
            </a:xfrm>
            <a:custGeom>
              <a:avLst/>
              <a:gdLst/>
              <a:ahLst/>
              <a:cxnLst/>
              <a:rect l="l" t="t" r="r" b="b"/>
              <a:pathLst>
                <a:path w="3575" h="4354" extrusionOk="0">
                  <a:moveTo>
                    <a:pt x="970" y="1"/>
                  </a:moveTo>
                  <a:lnTo>
                    <a:pt x="799" y="571"/>
                  </a:lnTo>
                  <a:lnTo>
                    <a:pt x="438" y="1825"/>
                  </a:lnTo>
                  <a:lnTo>
                    <a:pt x="248" y="2510"/>
                  </a:lnTo>
                  <a:lnTo>
                    <a:pt x="96" y="3137"/>
                  </a:lnTo>
                  <a:lnTo>
                    <a:pt x="1" y="3593"/>
                  </a:lnTo>
                  <a:lnTo>
                    <a:pt x="1" y="3726"/>
                  </a:lnTo>
                  <a:lnTo>
                    <a:pt x="1" y="3802"/>
                  </a:lnTo>
                  <a:lnTo>
                    <a:pt x="77" y="3878"/>
                  </a:lnTo>
                  <a:lnTo>
                    <a:pt x="153" y="3954"/>
                  </a:lnTo>
                  <a:lnTo>
                    <a:pt x="324" y="4068"/>
                  </a:lnTo>
                  <a:lnTo>
                    <a:pt x="533" y="4164"/>
                  </a:lnTo>
                  <a:lnTo>
                    <a:pt x="780" y="4240"/>
                  </a:lnTo>
                  <a:lnTo>
                    <a:pt x="1046" y="4297"/>
                  </a:lnTo>
                  <a:lnTo>
                    <a:pt x="1331" y="4335"/>
                  </a:lnTo>
                  <a:lnTo>
                    <a:pt x="1616" y="4354"/>
                  </a:lnTo>
                  <a:lnTo>
                    <a:pt x="2453" y="4354"/>
                  </a:lnTo>
                  <a:lnTo>
                    <a:pt x="2928" y="4316"/>
                  </a:lnTo>
                  <a:lnTo>
                    <a:pt x="3365" y="4278"/>
                  </a:lnTo>
                  <a:lnTo>
                    <a:pt x="3574" y="1027"/>
                  </a:lnTo>
                  <a:lnTo>
                    <a:pt x="970" y="1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6"/>
            <p:cNvSpPr/>
            <p:nvPr/>
          </p:nvSpPr>
          <p:spPr>
            <a:xfrm>
              <a:off x="4117450" y="1185200"/>
              <a:ext cx="173000" cy="162075"/>
            </a:xfrm>
            <a:custGeom>
              <a:avLst/>
              <a:gdLst/>
              <a:ahLst/>
              <a:cxnLst/>
              <a:rect l="l" t="t" r="r" b="b"/>
              <a:pathLst>
                <a:path w="6920" h="6483" extrusionOk="0">
                  <a:moveTo>
                    <a:pt x="3384" y="1"/>
                  </a:moveTo>
                  <a:lnTo>
                    <a:pt x="3194" y="20"/>
                  </a:lnTo>
                  <a:lnTo>
                    <a:pt x="3004" y="58"/>
                  </a:lnTo>
                  <a:lnTo>
                    <a:pt x="2833" y="96"/>
                  </a:lnTo>
                  <a:lnTo>
                    <a:pt x="2453" y="210"/>
                  </a:lnTo>
                  <a:lnTo>
                    <a:pt x="2072" y="343"/>
                  </a:lnTo>
                  <a:lnTo>
                    <a:pt x="1711" y="495"/>
                  </a:lnTo>
                  <a:lnTo>
                    <a:pt x="1331" y="609"/>
                  </a:lnTo>
                  <a:lnTo>
                    <a:pt x="1122" y="590"/>
                  </a:lnTo>
                  <a:lnTo>
                    <a:pt x="932" y="571"/>
                  </a:lnTo>
                  <a:lnTo>
                    <a:pt x="780" y="590"/>
                  </a:lnTo>
                  <a:lnTo>
                    <a:pt x="628" y="628"/>
                  </a:lnTo>
                  <a:lnTo>
                    <a:pt x="495" y="685"/>
                  </a:lnTo>
                  <a:lnTo>
                    <a:pt x="400" y="761"/>
                  </a:lnTo>
                  <a:lnTo>
                    <a:pt x="305" y="856"/>
                  </a:lnTo>
                  <a:lnTo>
                    <a:pt x="229" y="951"/>
                  </a:lnTo>
                  <a:lnTo>
                    <a:pt x="172" y="1084"/>
                  </a:lnTo>
                  <a:lnTo>
                    <a:pt x="134" y="1218"/>
                  </a:lnTo>
                  <a:lnTo>
                    <a:pt x="96" y="1370"/>
                  </a:lnTo>
                  <a:lnTo>
                    <a:pt x="77" y="1522"/>
                  </a:lnTo>
                  <a:lnTo>
                    <a:pt x="58" y="1864"/>
                  </a:lnTo>
                  <a:lnTo>
                    <a:pt x="77" y="2225"/>
                  </a:lnTo>
                  <a:lnTo>
                    <a:pt x="115" y="2605"/>
                  </a:lnTo>
                  <a:lnTo>
                    <a:pt x="153" y="2966"/>
                  </a:lnTo>
                  <a:lnTo>
                    <a:pt x="267" y="3689"/>
                  </a:lnTo>
                  <a:lnTo>
                    <a:pt x="305" y="4012"/>
                  </a:lnTo>
                  <a:lnTo>
                    <a:pt x="324" y="4297"/>
                  </a:lnTo>
                  <a:lnTo>
                    <a:pt x="305" y="4525"/>
                  </a:lnTo>
                  <a:lnTo>
                    <a:pt x="286" y="4620"/>
                  </a:lnTo>
                  <a:lnTo>
                    <a:pt x="248" y="4696"/>
                  </a:lnTo>
                  <a:lnTo>
                    <a:pt x="134" y="4924"/>
                  </a:lnTo>
                  <a:lnTo>
                    <a:pt x="39" y="5152"/>
                  </a:lnTo>
                  <a:lnTo>
                    <a:pt x="1" y="5361"/>
                  </a:lnTo>
                  <a:lnTo>
                    <a:pt x="1" y="5570"/>
                  </a:lnTo>
                  <a:lnTo>
                    <a:pt x="39" y="5761"/>
                  </a:lnTo>
                  <a:lnTo>
                    <a:pt x="96" y="5913"/>
                  </a:lnTo>
                  <a:lnTo>
                    <a:pt x="172" y="6065"/>
                  </a:lnTo>
                  <a:lnTo>
                    <a:pt x="286" y="6198"/>
                  </a:lnTo>
                  <a:lnTo>
                    <a:pt x="400" y="6312"/>
                  </a:lnTo>
                  <a:lnTo>
                    <a:pt x="514" y="6388"/>
                  </a:lnTo>
                  <a:lnTo>
                    <a:pt x="647" y="6445"/>
                  </a:lnTo>
                  <a:lnTo>
                    <a:pt x="780" y="6483"/>
                  </a:lnTo>
                  <a:lnTo>
                    <a:pt x="894" y="6483"/>
                  </a:lnTo>
                  <a:lnTo>
                    <a:pt x="1008" y="6464"/>
                  </a:lnTo>
                  <a:lnTo>
                    <a:pt x="1122" y="6388"/>
                  </a:lnTo>
                  <a:lnTo>
                    <a:pt x="1198" y="6293"/>
                  </a:lnTo>
                  <a:lnTo>
                    <a:pt x="1350" y="6046"/>
                  </a:lnTo>
                  <a:lnTo>
                    <a:pt x="1483" y="5818"/>
                  </a:lnTo>
                  <a:lnTo>
                    <a:pt x="1559" y="5628"/>
                  </a:lnTo>
                  <a:lnTo>
                    <a:pt x="1616" y="5456"/>
                  </a:lnTo>
                  <a:lnTo>
                    <a:pt x="1673" y="5209"/>
                  </a:lnTo>
                  <a:lnTo>
                    <a:pt x="1692" y="5133"/>
                  </a:lnTo>
                  <a:lnTo>
                    <a:pt x="1730" y="5000"/>
                  </a:lnTo>
                  <a:lnTo>
                    <a:pt x="2015" y="4145"/>
                  </a:lnTo>
                  <a:lnTo>
                    <a:pt x="2225" y="4069"/>
                  </a:lnTo>
                  <a:lnTo>
                    <a:pt x="2453" y="3974"/>
                  </a:lnTo>
                  <a:lnTo>
                    <a:pt x="2700" y="3841"/>
                  </a:lnTo>
                  <a:lnTo>
                    <a:pt x="2928" y="3670"/>
                  </a:lnTo>
                  <a:lnTo>
                    <a:pt x="3137" y="3499"/>
                  </a:lnTo>
                  <a:lnTo>
                    <a:pt x="3327" y="3289"/>
                  </a:lnTo>
                  <a:lnTo>
                    <a:pt x="3479" y="3061"/>
                  </a:lnTo>
                  <a:lnTo>
                    <a:pt x="3555" y="2947"/>
                  </a:lnTo>
                  <a:lnTo>
                    <a:pt x="3593" y="2833"/>
                  </a:lnTo>
                  <a:lnTo>
                    <a:pt x="3650" y="2776"/>
                  </a:lnTo>
                  <a:lnTo>
                    <a:pt x="3726" y="2757"/>
                  </a:lnTo>
                  <a:lnTo>
                    <a:pt x="3821" y="2738"/>
                  </a:lnTo>
                  <a:lnTo>
                    <a:pt x="3935" y="2757"/>
                  </a:lnTo>
                  <a:lnTo>
                    <a:pt x="4220" y="2833"/>
                  </a:lnTo>
                  <a:lnTo>
                    <a:pt x="4582" y="2928"/>
                  </a:lnTo>
                  <a:lnTo>
                    <a:pt x="4962" y="3061"/>
                  </a:lnTo>
                  <a:lnTo>
                    <a:pt x="5342" y="3156"/>
                  </a:lnTo>
                  <a:lnTo>
                    <a:pt x="5532" y="3194"/>
                  </a:lnTo>
                  <a:lnTo>
                    <a:pt x="5893" y="3194"/>
                  </a:lnTo>
                  <a:lnTo>
                    <a:pt x="6064" y="3175"/>
                  </a:lnTo>
                  <a:lnTo>
                    <a:pt x="6197" y="3118"/>
                  </a:lnTo>
                  <a:lnTo>
                    <a:pt x="6330" y="3061"/>
                  </a:lnTo>
                  <a:lnTo>
                    <a:pt x="6444" y="2985"/>
                  </a:lnTo>
                  <a:lnTo>
                    <a:pt x="6558" y="2890"/>
                  </a:lnTo>
                  <a:lnTo>
                    <a:pt x="6634" y="2795"/>
                  </a:lnTo>
                  <a:lnTo>
                    <a:pt x="6711" y="2700"/>
                  </a:lnTo>
                  <a:lnTo>
                    <a:pt x="6787" y="2586"/>
                  </a:lnTo>
                  <a:lnTo>
                    <a:pt x="6825" y="2472"/>
                  </a:lnTo>
                  <a:lnTo>
                    <a:pt x="6901" y="2225"/>
                  </a:lnTo>
                  <a:lnTo>
                    <a:pt x="6920" y="1997"/>
                  </a:lnTo>
                  <a:lnTo>
                    <a:pt x="6920" y="1807"/>
                  </a:lnTo>
                  <a:lnTo>
                    <a:pt x="6882" y="1636"/>
                  </a:lnTo>
                  <a:lnTo>
                    <a:pt x="6825" y="1446"/>
                  </a:lnTo>
                  <a:lnTo>
                    <a:pt x="6749" y="1294"/>
                  </a:lnTo>
                  <a:lnTo>
                    <a:pt x="6653" y="1180"/>
                  </a:lnTo>
                  <a:lnTo>
                    <a:pt x="6558" y="1084"/>
                  </a:lnTo>
                  <a:lnTo>
                    <a:pt x="6463" y="1027"/>
                  </a:lnTo>
                  <a:lnTo>
                    <a:pt x="6349" y="989"/>
                  </a:lnTo>
                  <a:lnTo>
                    <a:pt x="6102" y="932"/>
                  </a:lnTo>
                  <a:lnTo>
                    <a:pt x="5779" y="875"/>
                  </a:lnTo>
                  <a:lnTo>
                    <a:pt x="5589" y="837"/>
                  </a:lnTo>
                  <a:lnTo>
                    <a:pt x="5380" y="780"/>
                  </a:lnTo>
                  <a:lnTo>
                    <a:pt x="5152" y="704"/>
                  </a:lnTo>
                  <a:lnTo>
                    <a:pt x="4905" y="590"/>
                  </a:lnTo>
                  <a:lnTo>
                    <a:pt x="4639" y="457"/>
                  </a:lnTo>
                  <a:lnTo>
                    <a:pt x="4353" y="286"/>
                  </a:lnTo>
                  <a:lnTo>
                    <a:pt x="4163" y="172"/>
                  </a:lnTo>
                  <a:lnTo>
                    <a:pt x="3954" y="96"/>
                  </a:lnTo>
                  <a:lnTo>
                    <a:pt x="3764" y="39"/>
                  </a:lnTo>
                  <a:lnTo>
                    <a:pt x="3574" y="20"/>
                  </a:lnTo>
                  <a:lnTo>
                    <a:pt x="33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6"/>
            <p:cNvSpPr/>
            <p:nvPr/>
          </p:nvSpPr>
          <p:spPr>
            <a:xfrm>
              <a:off x="4175900" y="1355350"/>
              <a:ext cx="37575" cy="41825"/>
            </a:xfrm>
            <a:custGeom>
              <a:avLst/>
              <a:gdLst/>
              <a:ahLst/>
              <a:cxnLst/>
              <a:rect l="l" t="t" r="r" b="b"/>
              <a:pathLst>
                <a:path w="1503" h="1673" extrusionOk="0">
                  <a:moveTo>
                    <a:pt x="1" y="0"/>
                  </a:moveTo>
                  <a:lnTo>
                    <a:pt x="77" y="209"/>
                  </a:lnTo>
                  <a:lnTo>
                    <a:pt x="172" y="418"/>
                  </a:lnTo>
                  <a:lnTo>
                    <a:pt x="343" y="684"/>
                  </a:lnTo>
                  <a:lnTo>
                    <a:pt x="533" y="969"/>
                  </a:lnTo>
                  <a:lnTo>
                    <a:pt x="647" y="1103"/>
                  </a:lnTo>
                  <a:lnTo>
                    <a:pt x="780" y="1255"/>
                  </a:lnTo>
                  <a:lnTo>
                    <a:pt x="932" y="1369"/>
                  </a:lnTo>
                  <a:lnTo>
                    <a:pt x="1103" y="1483"/>
                  </a:lnTo>
                  <a:lnTo>
                    <a:pt x="1274" y="1578"/>
                  </a:lnTo>
                  <a:lnTo>
                    <a:pt x="1464" y="1673"/>
                  </a:lnTo>
                  <a:lnTo>
                    <a:pt x="1483" y="1350"/>
                  </a:lnTo>
                  <a:lnTo>
                    <a:pt x="1502" y="950"/>
                  </a:lnTo>
                  <a:lnTo>
                    <a:pt x="1407" y="931"/>
                  </a:lnTo>
                  <a:lnTo>
                    <a:pt x="1293" y="893"/>
                  </a:lnTo>
                  <a:lnTo>
                    <a:pt x="1065" y="760"/>
                  </a:lnTo>
                  <a:lnTo>
                    <a:pt x="799" y="608"/>
                  </a:lnTo>
                  <a:lnTo>
                    <a:pt x="552" y="437"/>
                  </a:lnTo>
                  <a:lnTo>
                    <a:pt x="153" y="1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6"/>
            <p:cNvSpPr/>
            <p:nvPr/>
          </p:nvSpPr>
          <p:spPr>
            <a:xfrm>
              <a:off x="4257650" y="1291175"/>
              <a:ext cx="9050" cy="11925"/>
            </a:xfrm>
            <a:custGeom>
              <a:avLst/>
              <a:gdLst/>
              <a:ahLst/>
              <a:cxnLst/>
              <a:rect l="l" t="t" r="r" b="b"/>
              <a:pathLst>
                <a:path w="362" h="477" extrusionOk="0">
                  <a:moveTo>
                    <a:pt x="209" y="1"/>
                  </a:moveTo>
                  <a:lnTo>
                    <a:pt x="152" y="20"/>
                  </a:lnTo>
                  <a:lnTo>
                    <a:pt x="76" y="58"/>
                  </a:lnTo>
                  <a:lnTo>
                    <a:pt x="38" y="115"/>
                  </a:lnTo>
                  <a:lnTo>
                    <a:pt x="0" y="210"/>
                  </a:lnTo>
                  <a:lnTo>
                    <a:pt x="0" y="305"/>
                  </a:lnTo>
                  <a:lnTo>
                    <a:pt x="38" y="381"/>
                  </a:lnTo>
                  <a:lnTo>
                    <a:pt x="76" y="438"/>
                  </a:lnTo>
                  <a:lnTo>
                    <a:pt x="133" y="476"/>
                  </a:lnTo>
                  <a:lnTo>
                    <a:pt x="209" y="457"/>
                  </a:lnTo>
                  <a:lnTo>
                    <a:pt x="285" y="419"/>
                  </a:lnTo>
                  <a:lnTo>
                    <a:pt x="323" y="362"/>
                  </a:lnTo>
                  <a:lnTo>
                    <a:pt x="361" y="267"/>
                  </a:lnTo>
                  <a:lnTo>
                    <a:pt x="361" y="172"/>
                  </a:lnTo>
                  <a:lnTo>
                    <a:pt x="323" y="96"/>
                  </a:lnTo>
                  <a:lnTo>
                    <a:pt x="285" y="39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6"/>
            <p:cNvSpPr/>
            <p:nvPr/>
          </p:nvSpPr>
          <p:spPr>
            <a:xfrm>
              <a:off x="4217250" y="1288325"/>
              <a:ext cx="8575" cy="11925"/>
            </a:xfrm>
            <a:custGeom>
              <a:avLst/>
              <a:gdLst/>
              <a:ahLst/>
              <a:cxnLst/>
              <a:rect l="l" t="t" r="r" b="b"/>
              <a:pathLst>
                <a:path w="343" h="477" extrusionOk="0">
                  <a:moveTo>
                    <a:pt x="133" y="1"/>
                  </a:moveTo>
                  <a:lnTo>
                    <a:pt x="76" y="39"/>
                  </a:lnTo>
                  <a:lnTo>
                    <a:pt x="19" y="115"/>
                  </a:lnTo>
                  <a:lnTo>
                    <a:pt x="0" y="210"/>
                  </a:lnTo>
                  <a:lnTo>
                    <a:pt x="0" y="305"/>
                  </a:lnTo>
                  <a:lnTo>
                    <a:pt x="19" y="381"/>
                  </a:lnTo>
                  <a:lnTo>
                    <a:pt x="76" y="438"/>
                  </a:lnTo>
                  <a:lnTo>
                    <a:pt x="133" y="476"/>
                  </a:lnTo>
                  <a:lnTo>
                    <a:pt x="209" y="457"/>
                  </a:lnTo>
                  <a:lnTo>
                    <a:pt x="266" y="419"/>
                  </a:lnTo>
                  <a:lnTo>
                    <a:pt x="323" y="343"/>
                  </a:lnTo>
                  <a:lnTo>
                    <a:pt x="342" y="267"/>
                  </a:lnTo>
                  <a:lnTo>
                    <a:pt x="342" y="172"/>
                  </a:lnTo>
                  <a:lnTo>
                    <a:pt x="323" y="96"/>
                  </a:lnTo>
                  <a:lnTo>
                    <a:pt x="285" y="20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6"/>
            <p:cNvSpPr/>
            <p:nvPr/>
          </p:nvSpPr>
          <p:spPr>
            <a:xfrm>
              <a:off x="4236250" y="1297850"/>
              <a:ext cx="15225" cy="29950"/>
            </a:xfrm>
            <a:custGeom>
              <a:avLst/>
              <a:gdLst/>
              <a:ahLst/>
              <a:cxnLst/>
              <a:rect l="l" t="t" r="r" b="b"/>
              <a:pathLst>
                <a:path w="609" h="1198" extrusionOk="0">
                  <a:moveTo>
                    <a:pt x="362" y="0"/>
                  </a:moveTo>
                  <a:lnTo>
                    <a:pt x="324" y="38"/>
                  </a:lnTo>
                  <a:lnTo>
                    <a:pt x="324" y="76"/>
                  </a:lnTo>
                  <a:lnTo>
                    <a:pt x="419" y="418"/>
                  </a:lnTo>
                  <a:lnTo>
                    <a:pt x="495" y="722"/>
                  </a:lnTo>
                  <a:lnTo>
                    <a:pt x="514" y="931"/>
                  </a:lnTo>
                  <a:lnTo>
                    <a:pt x="495" y="1007"/>
                  </a:lnTo>
                  <a:lnTo>
                    <a:pt x="476" y="1026"/>
                  </a:lnTo>
                  <a:lnTo>
                    <a:pt x="343" y="1064"/>
                  </a:lnTo>
                  <a:lnTo>
                    <a:pt x="210" y="1084"/>
                  </a:lnTo>
                  <a:lnTo>
                    <a:pt x="58" y="1084"/>
                  </a:lnTo>
                  <a:lnTo>
                    <a:pt x="20" y="1103"/>
                  </a:lnTo>
                  <a:lnTo>
                    <a:pt x="1" y="1141"/>
                  </a:lnTo>
                  <a:lnTo>
                    <a:pt x="1" y="1179"/>
                  </a:lnTo>
                  <a:lnTo>
                    <a:pt x="39" y="1198"/>
                  </a:lnTo>
                  <a:lnTo>
                    <a:pt x="153" y="1198"/>
                  </a:lnTo>
                  <a:lnTo>
                    <a:pt x="343" y="1179"/>
                  </a:lnTo>
                  <a:lnTo>
                    <a:pt x="438" y="1160"/>
                  </a:lnTo>
                  <a:lnTo>
                    <a:pt x="533" y="1141"/>
                  </a:lnTo>
                  <a:lnTo>
                    <a:pt x="571" y="1103"/>
                  </a:lnTo>
                  <a:lnTo>
                    <a:pt x="590" y="1064"/>
                  </a:lnTo>
                  <a:lnTo>
                    <a:pt x="609" y="969"/>
                  </a:lnTo>
                  <a:lnTo>
                    <a:pt x="609" y="817"/>
                  </a:lnTo>
                  <a:lnTo>
                    <a:pt x="590" y="665"/>
                  </a:lnTo>
                  <a:lnTo>
                    <a:pt x="514" y="323"/>
                  </a:lnTo>
                  <a:lnTo>
                    <a:pt x="438" y="38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6"/>
            <p:cNvSpPr/>
            <p:nvPr/>
          </p:nvSpPr>
          <p:spPr>
            <a:xfrm>
              <a:off x="4143575" y="1282150"/>
              <a:ext cx="29025" cy="37575"/>
            </a:xfrm>
            <a:custGeom>
              <a:avLst/>
              <a:gdLst/>
              <a:ahLst/>
              <a:cxnLst/>
              <a:rect l="l" t="t" r="r" b="b"/>
              <a:pathLst>
                <a:path w="1161" h="1503" extrusionOk="0">
                  <a:moveTo>
                    <a:pt x="419" y="1"/>
                  </a:moveTo>
                  <a:lnTo>
                    <a:pt x="343" y="20"/>
                  </a:lnTo>
                  <a:lnTo>
                    <a:pt x="286" y="77"/>
                  </a:lnTo>
                  <a:lnTo>
                    <a:pt x="229" y="115"/>
                  </a:lnTo>
                  <a:lnTo>
                    <a:pt x="115" y="248"/>
                  </a:lnTo>
                  <a:lnTo>
                    <a:pt x="58" y="381"/>
                  </a:lnTo>
                  <a:lnTo>
                    <a:pt x="20" y="552"/>
                  </a:lnTo>
                  <a:lnTo>
                    <a:pt x="1" y="685"/>
                  </a:lnTo>
                  <a:lnTo>
                    <a:pt x="1" y="818"/>
                  </a:lnTo>
                  <a:lnTo>
                    <a:pt x="39" y="913"/>
                  </a:lnTo>
                  <a:lnTo>
                    <a:pt x="191" y="1103"/>
                  </a:lnTo>
                  <a:lnTo>
                    <a:pt x="343" y="1236"/>
                  </a:lnTo>
                  <a:lnTo>
                    <a:pt x="476" y="1350"/>
                  </a:lnTo>
                  <a:lnTo>
                    <a:pt x="609" y="1426"/>
                  </a:lnTo>
                  <a:lnTo>
                    <a:pt x="723" y="1464"/>
                  </a:lnTo>
                  <a:lnTo>
                    <a:pt x="799" y="1483"/>
                  </a:lnTo>
                  <a:lnTo>
                    <a:pt x="875" y="1502"/>
                  </a:lnTo>
                  <a:lnTo>
                    <a:pt x="1160" y="495"/>
                  </a:lnTo>
                  <a:lnTo>
                    <a:pt x="1122" y="419"/>
                  </a:lnTo>
                  <a:lnTo>
                    <a:pt x="1065" y="343"/>
                  </a:lnTo>
                  <a:lnTo>
                    <a:pt x="1008" y="248"/>
                  </a:lnTo>
                  <a:lnTo>
                    <a:pt x="932" y="153"/>
                  </a:lnTo>
                  <a:lnTo>
                    <a:pt x="818" y="58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6"/>
            <p:cNvSpPr/>
            <p:nvPr/>
          </p:nvSpPr>
          <p:spPr>
            <a:xfrm>
              <a:off x="4149300" y="1292125"/>
              <a:ext cx="15700" cy="9550"/>
            </a:xfrm>
            <a:custGeom>
              <a:avLst/>
              <a:gdLst/>
              <a:ahLst/>
              <a:cxnLst/>
              <a:rect l="l" t="t" r="r" b="b"/>
              <a:pathLst>
                <a:path w="628" h="382" extrusionOk="0">
                  <a:moveTo>
                    <a:pt x="285" y="1"/>
                  </a:moveTo>
                  <a:lnTo>
                    <a:pt x="209" y="20"/>
                  </a:lnTo>
                  <a:lnTo>
                    <a:pt x="133" y="39"/>
                  </a:lnTo>
                  <a:lnTo>
                    <a:pt x="76" y="77"/>
                  </a:lnTo>
                  <a:lnTo>
                    <a:pt x="38" y="153"/>
                  </a:lnTo>
                  <a:lnTo>
                    <a:pt x="0" y="229"/>
                  </a:lnTo>
                  <a:lnTo>
                    <a:pt x="0" y="324"/>
                  </a:lnTo>
                  <a:lnTo>
                    <a:pt x="19" y="362"/>
                  </a:lnTo>
                  <a:lnTo>
                    <a:pt x="57" y="381"/>
                  </a:lnTo>
                  <a:lnTo>
                    <a:pt x="95" y="362"/>
                  </a:lnTo>
                  <a:lnTo>
                    <a:pt x="114" y="324"/>
                  </a:lnTo>
                  <a:lnTo>
                    <a:pt x="133" y="210"/>
                  </a:lnTo>
                  <a:lnTo>
                    <a:pt x="152" y="172"/>
                  </a:lnTo>
                  <a:lnTo>
                    <a:pt x="190" y="134"/>
                  </a:lnTo>
                  <a:lnTo>
                    <a:pt x="228" y="115"/>
                  </a:lnTo>
                  <a:lnTo>
                    <a:pt x="285" y="115"/>
                  </a:lnTo>
                  <a:lnTo>
                    <a:pt x="380" y="134"/>
                  </a:lnTo>
                  <a:lnTo>
                    <a:pt x="475" y="153"/>
                  </a:lnTo>
                  <a:lnTo>
                    <a:pt x="551" y="191"/>
                  </a:lnTo>
                  <a:lnTo>
                    <a:pt x="589" y="191"/>
                  </a:lnTo>
                  <a:lnTo>
                    <a:pt x="627" y="172"/>
                  </a:lnTo>
                  <a:lnTo>
                    <a:pt x="627" y="134"/>
                  </a:lnTo>
                  <a:lnTo>
                    <a:pt x="608" y="96"/>
                  </a:lnTo>
                  <a:lnTo>
                    <a:pt x="551" y="58"/>
                  </a:lnTo>
                  <a:lnTo>
                    <a:pt x="418" y="20"/>
                  </a:lnTo>
                  <a:lnTo>
                    <a:pt x="361" y="1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6"/>
            <p:cNvSpPr/>
            <p:nvPr/>
          </p:nvSpPr>
          <p:spPr>
            <a:xfrm>
              <a:off x="4153100" y="1292125"/>
              <a:ext cx="7150" cy="13825"/>
            </a:xfrm>
            <a:custGeom>
              <a:avLst/>
              <a:gdLst/>
              <a:ahLst/>
              <a:cxnLst/>
              <a:rect l="l" t="t" r="r" b="b"/>
              <a:pathLst>
                <a:path w="286" h="553" extrusionOk="0">
                  <a:moveTo>
                    <a:pt x="57" y="1"/>
                  </a:moveTo>
                  <a:lnTo>
                    <a:pt x="19" y="39"/>
                  </a:lnTo>
                  <a:lnTo>
                    <a:pt x="0" y="77"/>
                  </a:lnTo>
                  <a:lnTo>
                    <a:pt x="38" y="172"/>
                  </a:lnTo>
                  <a:lnTo>
                    <a:pt x="57" y="267"/>
                  </a:lnTo>
                  <a:lnTo>
                    <a:pt x="133" y="419"/>
                  </a:lnTo>
                  <a:lnTo>
                    <a:pt x="171" y="495"/>
                  </a:lnTo>
                  <a:lnTo>
                    <a:pt x="190" y="514"/>
                  </a:lnTo>
                  <a:lnTo>
                    <a:pt x="209" y="533"/>
                  </a:lnTo>
                  <a:lnTo>
                    <a:pt x="228" y="552"/>
                  </a:lnTo>
                  <a:lnTo>
                    <a:pt x="266" y="533"/>
                  </a:lnTo>
                  <a:lnTo>
                    <a:pt x="285" y="495"/>
                  </a:lnTo>
                  <a:lnTo>
                    <a:pt x="285" y="457"/>
                  </a:lnTo>
                  <a:lnTo>
                    <a:pt x="247" y="381"/>
                  </a:lnTo>
                  <a:lnTo>
                    <a:pt x="171" y="229"/>
                  </a:lnTo>
                  <a:lnTo>
                    <a:pt x="133" y="153"/>
                  </a:lnTo>
                  <a:lnTo>
                    <a:pt x="114" y="58"/>
                  </a:lnTo>
                  <a:lnTo>
                    <a:pt x="95" y="20"/>
                  </a:lnTo>
                  <a:lnTo>
                    <a:pt x="57" y="1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6"/>
            <p:cNvSpPr/>
            <p:nvPr/>
          </p:nvSpPr>
          <p:spPr>
            <a:xfrm>
              <a:off x="4222475" y="1330625"/>
              <a:ext cx="25200" cy="14275"/>
            </a:xfrm>
            <a:custGeom>
              <a:avLst/>
              <a:gdLst/>
              <a:ahLst/>
              <a:cxnLst/>
              <a:rect l="l" t="t" r="r" b="b"/>
              <a:pathLst>
                <a:path w="1008" h="571" extrusionOk="0">
                  <a:moveTo>
                    <a:pt x="38" y="1"/>
                  </a:moveTo>
                  <a:lnTo>
                    <a:pt x="0" y="20"/>
                  </a:lnTo>
                  <a:lnTo>
                    <a:pt x="0" y="58"/>
                  </a:lnTo>
                  <a:lnTo>
                    <a:pt x="57" y="210"/>
                  </a:lnTo>
                  <a:lnTo>
                    <a:pt x="133" y="324"/>
                  </a:lnTo>
                  <a:lnTo>
                    <a:pt x="228" y="400"/>
                  </a:lnTo>
                  <a:lnTo>
                    <a:pt x="324" y="476"/>
                  </a:lnTo>
                  <a:lnTo>
                    <a:pt x="419" y="514"/>
                  </a:lnTo>
                  <a:lnTo>
                    <a:pt x="514" y="552"/>
                  </a:lnTo>
                  <a:lnTo>
                    <a:pt x="704" y="571"/>
                  </a:lnTo>
                  <a:lnTo>
                    <a:pt x="894" y="552"/>
                  </a:lnTo>
                  <a:lnTo>
                    <a:pt x="970" y="533"/>
                  </a:lnTo>
                  <a:lnTo>
                    <a:pt x="1008" y="495"/>
                  </a:lnTo>
                  <a:lnTo>
                    <a:pt x="1008" y="457"/>
                  </a:lnTo>
                  <a:lnTo>
                    <a:pt x="989" y="419"/>
                  </a:lnTo>
                  <a:lnTo>
                    <a:pt x="932" y="419"/>
                  </a:lnTo>
                  <a:lnTo>
                    <a:pt x="818" y="438"/>
                  </a:lnTo>
                  <a:lnTo>
                    <a:pt x="723" y="457"/>
                  </a:lnTo>
                  <a:lnTo>
                    <a:pt x="590" y="438"/>
                  </a:lnTo>
                  <a:lnTo>
                    <a:pt x="457" y="400"/>
                  </a:lnTo>
                  <a:lnTo>
                    <a:pt x="324" y="343"/>
                  </a:lnTo>
                  <a:lnTo>
                    <a:pt x="247" y="286"/>
                  </a:lnTo>
                  <a:lnTo>
                    <a:pt x="190" y="210"/>
                  </a:lnTo>
                  <a:lnTo>
                    <a:pt x="152" y="134"/>
                  </a:lnTo>
                  <a:lnTo>
                    <a:pt x="114" y="20"/>
                  </a:lnTo>
                  <a:lnTo>
                    <a:pt x="76" y="1"/>
                  </a:lnTo>
                  <a:close/>
                </a:path>
              </a:pathLst>
            </a:custGeom>
            <a:solidFill>
              <a:srgbClr val="22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6"/>
            <p:cNvSpPr/>
            <p:nvPr/>
          </p:nvSpPr>
          <p:spPr>
            <a:xfrm>
              <a:off x="3909775" y="1411900"/>
              <a:ext cx="411575" cy="472850"/>
            </a:xfrm>
            <a:custGeom>
              <a:avLst/>
              <a:gdLst/>
              <a:ahLst/>
              <a:cxnLst/>
              <a:rect l="l" t="t" r="r" b="b"/>
              <a:pathLst>
                <a:path w="16463" h="18914" extrusionOk="0">
                  <a:moveTo>
                    <a:pt x="9961" y="0"/>
                  </a:moveTo>
                  <a:lnTo>
                    <a:pt x="9315" y="19"/>
                  </a:lnTo>
                  <a:lnTo>
                    <a:pt x="8669" y="57"/>
                  </a:lnTo>
                  <a:lnTo>
                    <a:pt x="8079" y="95"/>
                  </a:lnTo>
                  <a:lnTo>
                    <a:pt x="6673" y="228"/>
                  </a:lnTo>
                  <a:lnTo>
                    <a:pt x="5342" y="380"/>
                  </a:lnTo>
                  <a:lnTo>
                    <a:pt x="3955" y="532"/>
                  </a:lnTo>
                  <a:lnTo>
                    <a:pt x="3365" y="2870"/>
                  </a:lnTo>
                  <a:lnTo>
                    <a:pt x="2757" y="5322"/>
                  </a:lnTo>
                  <a:lnTo>
                    <a:pt x="2054" y="8250"/>
                  </a:lnTo>
                  <a:lnTo>
                    <a:pt x="1331" y="11329"/>
                  </a:lnTo>
                  <a:lnTo>
                    <a:pt x="989" y="12831"/>
                  </a:lnTo>
                  <a:lnTo>
                    <a:pt x="704" y="14275"/>
                  </a:lnTo>
                  <a:lnTo>
                    <a:pt x="438" y="15606"/>
                  </a:lnTo>
                  <a:lnTo>
                    <a:pt x="229" y="16785"/>
                  </a:lnTo>
                  <a:lnTo>
                    <a:pt x="77" y="17792"/>
                  </a:lnTo>
                  <a:lnTo>
                    <a:pt x="20" y="18210"/>
                  </a:lnTo>
                  <a:lnTo>
                    <a:pt x="1" y="18571"/>
                  </a:lnTo>
                  <a:lnTo>
                    <a:pt x="343" y="18685"/>
                  </a:lnTo>
                  <a:lnTo>
                    <a:pt x="742" y="18780"/>
                  </a:lnTo>
                  <a:lnTo>
                    <a:pt x="1141" y="18838"/>
                  </a:lnTo>
                  <a:lnTo>
                    <a:pt x="1598" y="18876"/>
                  </a:lnTo>
                  <a:lnTo>
                    <a:pt x="2054" y="18914"/>
                  </a:lnTo>
                  <a:lnTo>
                    <a:pt x="2529" y="18914"/>
                  </a:lnTo>
                  <a:lnTo>
                    <a:pt x="3042" y="18895"/>
                  </a:lnTo>
                  <a:lnTo>
                    <a:pt x="3555" y="18857"/>
                  </a:lnTo>
                  <a:lnTo>
                    <a:pt x="4088" y="18799"/>
                  </a:lnTo>
                  <a:lnTo>
                    <a:pt x="4620" y="18742"/>
                  </a:lnTo>
                  <a:lnTo>
                    <a:pt x="5703" y="18590"/>
                  </a:lnTo>
                  <a:lnTo>
                    <a:pt x="6806" y="18381"/>
                  </a:lnTo>
                  <a:lnTo>
                    <a:pt x="7870" y="18153"/>
                  </a:lnTo>
                  <a:lnTo>
                    <a:pt x="8916" y="17906"/>
                  </a:lnTo>
                  <a:lnTo>
                    <a:pt x="9885" y="17659"/>
                  </a:lnTo>
                  <a:lnTo>
                    <a:pt x="10760" y="17412"/>
                  </a:lnTo>
                  <a:lnTo>
                    <a:pt x="11539" y="17184"/>
                  </a:lnTo>
                  <a:lnTo>
                    <a:pt x="12660" y="16842"/>
                  </a:lnTo>
                  <a:lnTo>
                    <a:pt x="13079" y="16709"/>
                  </a:lnTo>
                  <a:lnTo>
                    <a:pt x="13649" y="14637"/>
                  </a:lnTo>
                  <a:lnTo>
                    <a:pt x="14238" y="12451"/>
                  </a:lnTo>
                  <a:lnTo>
                    <a:pt x="14884" y="9904"/>
                  </a:lnTo>
                  <a:lnTo>
                    <a:pt x="15208" y="8554"/>
                  </a:lnTo>
                  <a:lnTo>
                    <a:pt x="15531" y="7223"/>
                  </a:lnTo>
                  <a:lnTo>
                    <a:pt x="15816" y="5931"/>
                  </a:lnTo>
                  <a:lnTo>
                    <a:pt x="16063" y="4714"/>
                  </a:lnTo>
                  <a:lnTo>
                    <a:pt x="16253" y="3612"/>
                  </a:lnTo>
                  <a:lnTo>
                    <a:pt x="16405" y="2661"/>
                  </a:lnTo>
                  <a:lnTo>
                    <a:pt x="16443" y="2243"/>
                  </a:lnTo>
                  <a:lnTo>
                    <a:pt x="16462" y="1882"/>
                  </a:lnTo>
                  <a:lnTo>
                    <a:pt x="16462" y="1559"/>
                  </a:lnTo>
                  <a:lnTo>
                    <a:pt x="16443" y="1312"/>
                  </a:lnTo>
                  <a:lnTo>
                    <a:pt x="16120" y="1141"/>
                  </a:lnTo>
                  <a:lnTo>
                    <a:pt x="15759" y="989"/>
                  </a:lnTo>
                  <a:lnTo>
                    <a:pt x="15379" y="836"/>
                  </a:lnTo>
                  <a:lnTo>
                    <a:pt x="14979" y="703"/>
                  </a:lnTo>
                  <a:lnTo>
                    <a:pt x="14599" y="589"/>
                  </a:lnTo>
                  <a:lnTo>
                    <a:pt x="14200" y="475"/>
                  </a:lnTo>
                  <a:lnTo>
                    <a:pt x="13421" y="304"/>
                  </a:lnTo>
                  <a:lnTo>
                    <a:pt x="12736" y="190"/>
                  </a:lnTo>
                  <a:lnTo>
                    <a:pt x="12033" y="95"/>
                  </a:lnTo>
                  <a:lnTo>
                    <a:pt x="11330" y="38"/>
                  </a:lnTo>
                  <a:lnTo>
                    <a:pt x="10646" y="19"/>
                  </a:lnTo>
                  <a:lnTo>
                    <a:pt x="9961" y="0"/>
                  </a:lnTo>
                  <a:close/>
                </a:path>
              </a:pathLst>
            </a:custGeom>
            <a:gradFill>
              <a:gsLst>
                <a:gs pos="0">
                  <a:srgbClr val="36D5E6"/>
                </a:gs>
                <a:gs pos="100000">
                  <a:srgbClr val="17788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6"/>
            <p:cNvSpPr/>
            <p:nvPr/>
          </p:nvSpPr>
          <p:spPr>
            <a:xfrm>
              <a:off x="4272850" y="1577275"/>
              <a:ext cx="9050" cy="156350"/>
            </a:xfrm>
            <a:custGeom>
              <a:avLst/>
              <a:gdLst/>
              <a:ahLst/>
              <a:cxnLst/>
              <a:rect l="l" t="t" r="r" b="b"/>
              <a:pathLst>
                <a:path w="362" h="6254" extrusionOk="0">
                  <a:moveTo>
                    <a:pt x="304" y="0"/>
                  </a:moveTo>
                  <a:lnTo>
                    <a:pt x="266" y="19"/>
                  </a:lnTo>
                  <a:lnTo>
                    <a:pt x="247" y="76"/>
                  </a:lnTo>
                  <a:lnTo>
                    <a:pt x="247" y="1026"/>
                  </a:lnTo>
                  <a:lnTo>
                    <a:pt x="228" y="2034"/>
                  </a:lnTo>
                  <a:lnTo>
                    <a:pt x="171" y="3060"/>
                  </a:lnTo>
                  <a:lnTo>
                    <a:pt x="133" y="4030"/>
                  </a:lnTo>
                  <a:lnTo>
                    <a:pt x="38" y="5551"/>
                  </a:lnTo>
                  <a:lnTo>
                    <a:pt x="0" y="6178"/>
                  </a:lnTo>
                  <a:lnTo>
                    <a:pt x="0" y="6216"/>
                  </a:lnTo>
                  <a:lnTo>
                    <a:pt x="38" y="6254"/>
                  </a:lnTo>
                  <a:lnTo>
                    <a:pt x="57" y="6254"/>
                  </a:lnTo>
                  <a:lnTo>
                    <a:pt x="95" y="6235"/>
                  </a:lnTo>
                  <a:lnTo>
                    <a:pt x="114" y="6197"/>
                  </a:lnTo>
                  <a:lnTo>
                    <a:pt x="152" y="5570"/>
                  </a:lnTo>
                  <a:lnTo>
                    <a:pt x="247" y="4030"/>
                  </a:lnTo>
                  <a:lnTo>
                    <a:pt x="304" y="3060"/>
                  </a:lnTo>
                  <a:lnTo>
                    <a:pt x="342" y="2034"/>
                  </a:lnTo>
                  <a:lnTo>
                    <a:pt x="361" y="1026"/>
                  </a:lnTo>
                  <a:lnTo>
                    <a:pt x="361" y="57"/>
                  </a:lnTo>
                  <a:lnTo>
                    <a:pt x="342" y="19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6"/>
            <p:cNvSpPr/>
            <p:nvPr/>
          </p:nvSpPr>
          <p:spPr>
            <a:xfrm>
              <a:off x="4102250" y="1412375"/>
              <a:ext cx="135925" cy="52775"/>
            </a:xfrm>
            <a:custGeom>
              <a:avLst/>
              <a:gdLst/>
              <a:ahLst/>
              <a:cxnLst/>
              <a:rect l="l" t="t" r="r" b="b"/>
              <a:pathLst>
                <a:path w="5437" h="2111" extrusionOk="0">
                  <a:moveTo>
                    <a:pt x="1920" y="0"/>
                  </a:moveTo>
                  <a:lnTo>
                    <a:pt x="1255" y="19"/>
                  </a:lnTo>
                  <a:lnTo>
                    <a:pt x="609" y="57"/>
                  </a:lnTo>
                  <a:lnTo>
                    <a:pt x="0" y="114"/>
                  </a:lnTo>
                  <a:lnTo>
                    <a:pt x="152" y="399"/>
                  </a:lnTo>
                  <a:lnTo>
                    <a:pt x="361" y="722"/>
                  </a:lnTo>
                  <a:lnTo>
                    <a:pt x="628" y="1065"/>
                  </a:lnTo>
                  <a:lnTo>
                    <a:pt x="780" y="1217"/>
                  </a:lnTo>
                  <a:lnTo>
                    <a:pt x="951" y="1388"/>
                  </a:lnTo>
                  <a:lnTo>
                    <a:pt x="1122" y="1521"/>
                  </a:lnTo>
                  <a:lnTo>
                    <a:pt x="1293" y="1673"/>
                  </a:lnTo>
                  <a:lnTo>
                    <a:pt x="1502" y="1787"/>
                  </a:lnTo>
                  <a:lnTo>
                    <a:pt x="1711" y="1901"/>
                  </a:lnTo>
                  <a:lnTo>
                    <a:pt x="1939" y="1977"/>
                  </a:lnTo>
                  <a:lnTo>
                    <a:pt x="2167" y="2053"/>
                  </a:lnTo>
                  <a:lnTo>
                    <a:pt x="2414" y="2091"/>
                  </a:lnTo>
                  <a:lnTo>
                    <a:pt x="2661" y="2110"/>
                  </a:lnTo>
                  <a:lnTo>
                    <a:pt x="2947" y="2091"/>
                  </a:lnTo>
                  <a:lnTo>
                    <a:pt x="3194" y="2053"/>
                  </a:lnTo>
                  <a:lnTo>
                    <a:pt x="3441" y="1977"/>
                  </a:lnTo>
                  <a:lnTo>
                    <a:pt x="3688" y="1901"/>
                  </a:lnTo>
                  <a:lnTo>
                    <a:pt x="3897" y="1787"/>
                  </a:lnTo>
                  <a:lnTo>
                    <a:pt x="4106" y="1673"/>
                  </a:lnTo>
                  <a:lnTo>
                    <a:pt x="4315" y="1540"/>
                  </a:lnTo>
                  <a:lnTo>
                    <a:pt x="4486" y="1388"/>
                  </a:lnTo>
                  <a:lnTo>
                    <a:pt x="4657" y="1236"/>
                  </a:lnTo>
                  <a:lnTo>
                    <a:pt x="4809" y="1084"/>
                  </a:lnTo>
                  <a:lnTo>
                    <a:pt x="5076" y="779"/>
                  </a:lnTo>
                  <a:lnTo>
                    <a:pt x="5285" y="494"/>
                  </a:lnTo>
                  <a:lnTo>
                    <a:pt x="5437" y="247"/>
                  </a:lnTo>
                  <a:lnTo>
                    <a:pt x="4733" y="133"/>
                  </a:lnTo>
                  <a:lnTo>
                    <a:pt x="4030" y="57"/>
                  </a:lnTo>
                  <a:lnTo>
                    <a:pt x="3327" y="19"/>
                  </a:lnTo>
                  <a:lnTo>
                    <a:pt x="2604" y="0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6"/>
            <p:cNvSpPr/>
            <p:nvPr/>
          </p:nvSpPr>
          <p:spPr>
            <a:xfrm>
              <a:off x="4090375" y="1433275"/>
              <a:ext cx="79850" cy="51825"/>
            </a:xfrm>
            <a:custGeom>
              <a:avLst/>
              <a:gdLst/>
              <a:ahLst/>
              <a:cxnLst/>
              <a:rect l="l" t="t" r="r" b="b"/>
              <a:pathLst>
                <a:path w="3194" h="2073" extrusionOk="0">
                  <a:moveTo>
                    <a:pt x="38" y="0"/>
                  </a:moveTo>
                  <a:lnTo>
                    <a:pt x="0" y="38"/>
                  </a:lnTo>
                  <a:lnTo>
                    <a:pt x="19" y="95"/>
                  </a:lnTo>
                  <a:lnTo>
                    <a:pt x="76" y="191"/>
                  </a:lnTo>
                  <a:lnTo>
                    <a:pt x="247" y="419"/>
                  </a:lnTo>
                  <a:lnTo>
                    <a:pt x="513" y="723"/>
                  </a:lnTo>
                  <a:lnTo>
                    <a:pt x="665" y="913"/>
                  </a:lnTo>
                  <a:lnTo>
                    <a:pt x="855" y="1084"/>
                  </a:lnTo>
                  <a:lnTo>
                    <a:pt x="1064" y="1274"/>
                  </a:lnTo>
                  <a:lnTo>
                    <a:pt x="1293" y="1464"/>
                  </a:lnTo>
                  <a:lnTo>
                    <a:pt x="1540" y="1616"/>
                  </a:lnTo>
                  <a:lnTo>
                    <a:pt x="1806" y="1768"/>
                  </a:lnTo>
                  <a:lnTo>
                    <a:pt x="2072" y="1901"/>
                  </a:lnTo>
                  <a:lnTo>
                    <a:pt x="2376" y="1996"/>
                  </a:lnTo>
                  <a:lnTo>
                    <a:pt x="2680" y="2053"/>
                  </a:lnTo>
                  <a:lnTo>
                    <a:pt x="2984" y="2072"/>
                  </a:lnTo>
                  <a:lnTo>
                    <a:pt x="3155" y="2072"/>
                  </a:lnTo>
                  <a:lnTo>
                    <a:pt x="3193" y="2053"/>
                  </a:lnTo>
                  <a:lnTo>
                    <a:pt x="3193" y="2015"/>
                  </a:lnTo>
                  <a:lnTo>
                    <a:pt x="3174" y="1977"/>
                  </a:lnTo>
                  <a:lnTo>
                    <a:pt x="3155" y="1958"/>
                  </a:lnTo>
                  <a:lnTo>
                    <a:pt x="2984" y="1958"/>
                  </a:lnTo>
                  <a:lnTo>
                    <a:pt x="2680" y="1939"/>
                  </a:lnTo>
                  <a:lnTo>
                    <a:pt x="2395" y="1882"/>
                  </a:lnTo>
                  <a:lnTo>
                    <a:pt x="2110" y="1787"/>
                  </a:lnTo>
                  <a:lnTo>
                    <a:pt x="1844" y="1654"/>
                  </a:lnTo>
                  <a:lnTo>
                    <a:pt x="1597" y="1521"/>
                  </a:lnTo>
                  <a:lnTo>
                    <a:pt x="1350" y="1350"/>
                  </a:lnTo>
                  <a:lnTo>
                    <a:pt x="1141" y="1179"/>
                  </a:lnTo>
                  <a:lnTo>
                    <a:pt x="931" y="1008"/>
                  </a:lnTo>
                  <a:lnTo>
                    <a:pt x="760" y="818"/>
                  </a:lnTo>
                  <a:lnTo>
                    <a:pt x="589" y="647"/>
                  </a:lnTo>
                  <a:lnTo>
                    <a:pt x="342" y="343"/>
                  </a:lnTo>
                  <a:lnTo>
                    <a:pt x="171" y="114"/>
                  </a:lnTo>
                  <a:lnTo>
                    <a:pt x="114" y="19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6"/>
            <p:cNvSpPr/>
            <p:nvPr/>
          </p:nvSpPr>
          <p:spPr>
            <a:xfrm>
              <a:off x="4261450" y="1747400"/>
              <a:ext cx="115500" cy="64175"/>
            </a:xfrm>
            <a:custGeom>
              <a:avLst/>
              <a:gdLst/>
              <a:ahLst/>
              <a:cxnLst/>
              <a:rect l="l" t="t" r="r" b="b"/>
              <a:pathLst>
                <a:path w="4620" h="2567" extrusionOk="0">
                  <a:moveTo>
                    <a:pt x="989" y="0"/>
                  </a:moveTo>
                  <a:lnTo>
                    <a:pt x="684" y="19"/>
                  </a:lnTo>
                  <a:lnTo>
                    <a:pt x="247" y="57"/>
                  </a:lnTo>
                  <a:lnTo>
                    <a:pt x="76" y="76"/>
                  </a:lnTo>
                  <a:lnTo>
                    <a:pt x="0" y="2167"/>
                  </a:lnTo>
                  <a:lnTo>
                    <a:pt x="323" y="2110"/>
                  </a:lnTo>
                  <a:lnTo>
                    <a:pt x="665" y="2053"/>
                  </a:lnTo>
                  <a:lnTo>
                    <a:pt x="1065" y="2015"/>
                  </a:lnTo>
                  <a:lnTo>
                    <a:pt x="1464" y="1977"/>
                  </a:lnTo>
                  <a:lnTo>
                    <a:pt x="2015" y="1977"/>
                  </a:lnTo>
                  <a:lnTo>
                    <a:pt x="2148" y="1996"/>
                  </a:lnTo>
                  <a:lnTo>
                    <a:pt x="2262" y="2034"/>
                  </a:lnTo>
                  <a:lnTo>
                    <a:pt x="2338" y="2091"/>
                  </a:lnTo>
                  <a:lnTo>
                    <a:pt x="2471" y="2186"/>
                  </a:lnTo>
                  <a:lnTo>
                    <a:pt x="2604" y="2281"/>
                  </a:lnTo>
                  <a:lnTo>
                    <a:pt x="2775" y="2357"/>
                  </a:lnTo>
                  <a:lnTo>
                    <a:pt x="2965" y="2433"/>
                  </a:lnTo>
                  <a:lnTo>
                    <a:pt x="3155" y="2471"/>
                  </a:lnTo>
                  <a:lnTo>
                    <a:pt x="3365" y="2528"/>
                  </a:lnTo>
                  <a:lnTo>
                    <a:pt x="3555" y="2547"/>
                  </a:lnTo>
                  <a:lnTo>
                    <a:pt x="3764" y="2566"/>
                  </a:lnTo>
                  <a:lnTo>
                    <a:pt x="3954" y="2566"/>
                  </a:lnTo>
                  <a:lnTo>
                    <a:pt x="4125" y="2547"/>
                  </a:lnTo>
                  <a:lnTo>
                    <a:pt x="4277" y="2528"/>
                  </a:lnTo>
                  <a:lnTo>
                    <a:pt x="4410" y="2471"/>
                  </a:lnTo>
                  <a:lnTo>
                    <a:pt x="4524" y="2395"/>
                  </a:lnTo>
                  <a:lnTo>
                    <a:pt x="4600" y="2319"/>
                  </a:lnTo>
                  <a:lnTo>
                    <a:pt x="4619" y="2205"/>
                  </a:lnTo>
                  <a:lnTo>
                    <a:pt x="4619" y="2091"/>
                  </a:lnTo>
                  <a:lnTo>
                    <a:pt x="4543" y="1844"/>
                  </a:lnTo>
                  <a:lnTo>
                    <a:pt x="4467" y="1616"/>
                  </a:lnTo>
                  <a:lnTo>
                    <a:pt x="4353" y="1426"/>
                  </a:lnTo>
                  <a:lnTo>
                    <a:pt x="4239" y="1236"/>
                  </a:lnTo>
                  <a:lnTo>
                    <a:pt x="4106" y="1065"/>
                  </a:lnTo>
                  <a:lnTo>
                    <a:pt x="3954" y="912"/>
                  </a:lnTo>
                  <a:lnTo>
                    <a:pt x="3802" y="779"/>
                  </a:lnTo>
                  <a:lnTo>
                    <a:pt x="3631" y="646"/>
                  </a:lnTo>
                  <a:lnTo>
                    <a:pt x="3460" y="532"/>
                  </a:lnTo>
                  <a:lnTo>
                    <a:pt x="3289" y="437"/>
                  </a:lnTo>
                  <a:lnTo>
                    <a:pt x="3098" y="361"/>
                  </a:lnTo>
                  <a:lnTo>
                    <a:pt x="2908" y="285"/>
                  </a:lnTo>
                  <a:lnTo>
                    <a:pt x="2509" y="171"/>
                  </a:lnTo>
                  <a:lnTo>
                    <a:pt x="2110" y="76"/>
                  </a:lnTo>
                  <a:lnTo>
                    <a:pt x="1711" y="38"/>
                  </a:lnTo>
                  <a:lnTo>
                    <a:pt x="1350" y="19"/>
                  </a:lnTo>
                  <a:lnTo>
                    <a:pt x="989" y="0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6"/>
            <p:cNvSpPr/>
            <p:nvPr/>
          </p:nvSpPr>
          <p:spPr>
            <a:xfrm>
              <a:off x="3921175" y="1425675"/>
              <a:ext cx="385425" cy="422950"/>
            </a:xfrm>
            <a:custGeom>
              <a:avLst/>
              <a:gdLst/>
              <a:ahLst/>
              <a:cxnLst/>
              <a:rect l="l" t="t" r="r" b="b"/>
              <a:pathLst>
                <a:path w="15417" h="16918" extrusionOk="0">
                  <a:moveTo>
                    <a:pt x="3518" y="0"/>
                  </a:moveTo>
                  <a:lnTo>
                    <a:pt x="3366" y="38"/>
                  </a:lnTo>
                  <a:lnTo>
                    <a:pt x="3213" y="95"/>
                  </a:lnTo>
                  <a:lnTo>
                    <a:pt x="3061" y="171"/>
                  </a:lnTo>
                  <a:lnTo>
                    <a:pt x="2909" y="304"/>
                  </a:lnTo>
                  <a:lnTo>
                    <a:pt x="2738" y="438"/>
                  </a:lnTo>
                  <a:lnTo>
                    <a:pt x="2586" y="609"/>
                  </a:lnTo>
                  <a:lnTo>
                    <a:pt x="2415" y="799"/>
                  </a:lnTo>
                  <a:lnTo>
                    <a:pt x="2263" y="1027"/>
                  </a:lnTo>
                  <a:lnTo>
                    <a:pt x="2092" y="1274"/>
                  </a:lnTo>
                  <a:lnTo>
                    <a:pt x="1940" y="1540"/>
                  </a:lnTo>
                  <a:lnTo>
                    <a:pt x="1788" y="1844"/>
                  </a:lnTo>
                  <a:lnTo>
                    <a:pt x="1617" y="2148"/>
                  </a:lnTo>
                  <a:lnTo>
                    <a:pt x="1465" y="2490"/>
                  </a:lnTo>
                  <a:lnTo>
                    <a:pt x="1332" y="2871"/>
                  </a:lnTo>
                  <a:lnTo>
                    <a:pt x="1180" y="3251"/>
                  </a:lnTo>
                  <a:lnTo>
                    <a:pt x="1046" y="3669"/>
                  </a:lnTo>
                  <a:lnTo>
                    <a:pt x="913" y="4106"/>
                  </a:lnTo>
                  <a:lnTo>
                    <a:pt x="780" y="4562"/>
                  </a:lnTo>
                  <a:lnTo>
                    <a:pt x="666" y="5038"/>
                  </a:lnTo>
                  <a:lnTo>
                    <a:pt x="552" y="5532"/>
                  </a:lnTo>
                  <a:lnTo>
                    <a:pt x="438" y="6064"/>
                  </a:lnTo>
                  <a:lnTo>
                    <a:pt x="343" y="6596"/>
                  </a:lnTo>
                  <a:lnTo>
                    <a:pt x="267" y="7167"/>
                  </a:lnTo>
                  <a:lnTo>
                    <a:pt x="191" y="7756"/>
                  </a:lnTo>
                  <a:lnTo>
                    <a:pt x="134" y="8345"/>
                  </a:lnTo>
                  <a:lnTo>
                    <a:pt x="77" y="8972"/>
                  </a:lnTo>
                  <a:lnTo>
                    <a:pt x="39" y="9600"/>
                  </a:lnTo>
                  <a:lnTo>
                    <a:pt x="1" y="10265"/>
                  </a:lnTo>
                  <a:lnTo>
                    <a:pt x="1" y="10930"/>
                  </a:lnTo>
                  <a:lnTo>
                    <a:pt x="1" y="11634"/>
                  </a:lnTo>
                  <a:lnTo>
                    <a:pt x="20" y="12337"/>
                  </a:lnTo>
                  <a:lnTo>
                    <a:pt x="39" y="13059"/>
                  </a:lnTo>
                  <a:lnTo>
                    <a:pt x="58" y="13268"/>
                  </a:lnTo>
                  <a:lnTo>
                    <a:pt x="115" y="13515"/>
                  </a:lnTo>
                  <a:lnTo>
                    <a:pt x="172" y="13762"/>
                  </a:lnTo>
                  <a:lnTo>
                    <a:pt x="248" y="14010"/>
                  </a:lnTo>
                  <a:lnTo>
                    <a:pt x="362" y="14276"/>
                  </a:lnTo>
                  <a:lnTo>
                    <a:pt x="495" y="14561"/>
                  </a:lnTo>
                  <a:lnTo>
                    <a:pt x="647" y="14827"/>
                  </a:lnTo>
                  <a:lnTo>
                    <a:pt x="818" y="15093"/>
                  </a:lnTo>
                  <a:lnTo>
                    <a:pt x="1008" y="15359"/>
                  </a:lnTo>
                  <a:lnTo>
                    <a:pt x="1218" y="15625"/>
                  </a:lnTo>
                  <a:lnTo>
                    <a:pt x="1465" y="15853"/>
                  </a:lnTo>
                  <a:lnTo>
                    <a:pt x="1731" y="16082"/>
                  </a:lnTo>
                  <a:lnTo>
                    <a:pt x="2016" y="16291"/>
                  </a:lnTo>
                  <a:lnTo>
                    <a:pt x="2320" y="16462"/>
                  </a:lnTo>
                  <a:lnTo>
                    <a:pt x="2643" y="16633"/>
                  </a:lnTo>
                  <a:lnTo>
                    <a:pt x="3004" y="16747"/>
                  </a:lnTo>
                  <a:lnTo>
                    <a:pt x="3251" y="16804"/>
                  </a:lnTo>
                  <a:lnTo>
                    <a:pt x="3556" y="16861"/>
                  </a:lnTo>
                  <a:lnTo>
                    <a:pt x="3879" y="16899"/>
                  </a:lnTo>
                  <a:lnTo>
                    <a:pt x="4221" y="16918"/>
                  </a:lnTo>
                  <a:lnTo>
                    <a:pt x="5000" y="16918"/>
                  </a:lnTo>
                  <a:lnTo>
                    <a:pt x="5856" y="16880"/>
                  </a:lnTo>
                  <a:lnTo>
                    <a:pt x="6787" y="16804"/>
                  </a:lnTo>
                  <a:lnTo>
                    <a:pt x="7737" y="16709"/>
                  </a:lnTo>
                  <a:lnTo>
                    <a:pt x="8707" y="16576"/>
                  </a:lnTo>
                  <a:lnTo>
                    <a:pt x="9676" y="16443"/>
                  </a:lnTo>
                  <a:lnTo>
                    <a:pt x="10608" y="16291"/>
                  </a:lnTo>
                  <a:lnTo>
                    <a:pt x="11482" y="16139"/>
                  </a:lnTo>
                  <a:lnTo>
                    <a:pt x="13003" y="15853"/>
                  </a:lnTo>
                  <a:lnTo>
                    <a:pt x="14048" y="15644"/>
                  </a:lnTo>
                  <a:lnTo>
                    <a:pt x="14428" y="15568"/>
                  </a:lnTo>
                  <a:lnTo>
                    <a:pt x="14638" y="15188"/>
                  </a:lnTo>
                  <a:lnTo>
                    <a:pt x="14847" y="14789"/>
                  </a:lnTo>
                  <a:lnTo>
                    <a:pt x="15056" y="14333"/>
                  </a:lnTo>
                  <a:lnTo>
                    <a:pt x="15246" y="13858"/>
                  </a:lnTo>
                  <a:lnTo>
                    <a:pt x="15322" y="13610"/>
                  </a:lnTo>
                  <a:lnTo>
                    <a:pt x="15379" y="13401"/>
                  </a:lnTo>
                  <a:lnTo>
                    <a:pt x="15417" y="13192"/>
                  </a:lnTo>
                  <a:lnTo>
                    <a:pt x="15417" y="13002"/>
                  </a:lnTo>
                  <a:lnTo>
                    <a:pt x="15379" y="12869"/>
                  </a:lnTo>
                  <a:lnTo>
                    <a:pt x="15341" y="12793"/>
                  </a:lnTo>
                  <a:lnTo>
                    <a:pt x="15303" y="12755"/>
                  </a:lnTo>
                  <a:lnTo>
                    <a:pt x="11197" y="12451"/>
                  </a:lnTo>
                  <a:lnTo>
                    <a:pt x="8061" y="12204"/>
                  </a:lnTo>
                  <a:lnTo>
                    <a:pt x="6825" y="12090"/>
                  </a:lnTo>
                  <a:lnTo>
                    <a:pt x="6027" y="11995"/>
                  </a:lnTo>
                  <a:lnTo>
                    <a:pt x="5951" y="11976"/>
                  </a:lnTo>
                  <a:lnTo>
                    <a:pt x="5894" y="11900"/>
                  </a:lnTo>
                  <a:lnTo>
                    <a:pt x="5837" y="11805"/>
                  </a:lnTo>
                  <a:lnTo>
                    <a:pt x="5799" y="11672"/>
                  </a:lnTo>
                  <a:lnTo>
                    <a:pt x="5780" y="11519"/>
                  </a:lnTo>
                  <a:lnTo>
                    <a:pt x="5761" y="11329"/>
                  </a:lnTo>
                  <a:lnTo>
                    <a:pt x="5742" y="10873"/>
                  </a:lnTo>
                  <a:lnTo>
                    <a:pt x="5761" y="10360"/>
                  </a:lnTo>
                  <a:lnTo>
                    <a:pt x="5818" y="9752"/>
                  </a:lnTo>
                  <a:lnTo>
                    <a:pt x="5875" y="9124"/>
                  </a:lnTo>
                  <a:lnTo>
                    <a:pt x="5951" y="8459"/>
                  </a:lnTo>
                  <a:lnTo>
                    <a:pt x="6141" y="7129"/>
                  </a:lnTo>
                  <a:lnTo>
                    <a:pt x="6331" y="5893"/>
                  </a:lnTo>
                  <a:lnTo>
                    <a:pt x="6464" y="4905"/>
                  </a:lnTo>
                  <a:lnTo>
                    <a:pt x="6521" y="4562"/>
                  </a:lnTo>
                  <a:lnTo>
                    <a:pt x="6540" y="4315"/>
                  </a:lnTo>
                  <a:lnTo>
                    <a:pt x="6540" y="4125"/>
                  </a:lnTo>
                  <a:lnTo>
                    <a:pt x="6521" y="3935"/>
                  </a:lnTo>
                  <a:lnTo>
                    <a:pt x="6483" y="3555"/>
                  </a:lnTo>
                  <a:lnTo>
                    <a:pt x="6369" y="3175"/>
                  </a:lnTo>
                  <a:lnTo>
                    <a:pt x="6236" y="2776"/>
                  </a:lnTo>
                  <a:lnTo>
                    <a:pt x="6065" y="2395"/>
                  </a:lnTo>
                  <a:lnTo>
                    <a:pt x="5875" y="2034"/>
                  </a:lnTo>
                  <a:lnTo>
                    <a:pt x="5666" y="1692"/>
                  </a:lnTo>
                  <a:lnTo>
                    <a:pt x="5418" y="1369"/>
                  </a:lnTo>
                  <a:lnTo>
                    <a:pt x="5171" y="1065"/>
                  </a:lnTo>
                  <a:lnTo>
                    <a:pt x="4924" y="780"/>
                  </a:lnTo>
                  <a:lnTo>
                    <a:pt x="4658" y="552"/>
                  </a:lnTo>
                  <a:lnTo>
                    <a:pt x="4411" y="342"/>
                  </a:lnTo>
                  <a:lnTo>
                    <a:pt x="4164" y="171"/>
                  </a:lnTo>
                  <a:lnTo>
                    <a:pt x="3936" y="76"/>
                  </a:lnTo>
                  <a:lnTo>
                    <a:pt x="3822" y="38"/>
                  </a:lnTo>
                  <a:lnTo>
                    <a:pt x="3708" y="0"/>
                  </a:lnTo>
                  <a:close/>
                </a:path>
              </a:pathLst>
            </a:custGeom>
            <a:gradFill>
              <a:gsLst>
                <a:gs pos="0">
                  <a:srgbClr val="36D5E6"/>
                </a:gs>
                <a:gs pos="100000">
                  <a:srgbClr val="17788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6"/>
            <p:cNvSpPr/>
            <p:nvPr/>
          </p:nvSpPr>
          <p:spPr>
            <a:xfrm>
              <a:off x="3929275" y="1776850"/>
              <a:ext cx="234775" cy="62750"/>
            </a:xfrm>
            <a:custGeom>
              <a:avLst/>
              <a:gdLst/>
              <a:ahLst/>
              <a:cxnLst/>
              <a:rect l="l" t="t" r="r" b="b"/>
              <a:pathLst>
                <a:path w="9391" h="2510" extrusionOk="0">
                  <a:moveTo>
                    <a:pt x="38" y="1"/>
                  </a:moveTo>
                  <a:lnTo>
                    <a:pt x="0" y="39"/>
                  </a:lnTo>
                  <a:lnTo>
                    <a:pt x="0" y="77"/>
                  </a:lnTo>
                  <a:lnTo>
                    <a:pt x="57" y="248"/>
                  </a:lnTo>
                  <a:lnTo>
                    <a:pt x="152" y="419"/>
                  </a:lnTo>
                  <a:lnTo>
                    <a:pt x="228" y="571"/>
                  </a:lnTo>
                  <a:lnTo>
                    <a:pt x="323" y="723"/>
                  </a:lnTo>
                  <a:lnTo>
                    <a:pt x="437" y="856"/>
                  </a:lnTo>
                  <a:lnTo>
                    <a:pt x="551" y="1008"/>
                  </a:lnTo>
                  <a:lnTo>
                    <a:pt x="818" y="1255"/>
                  </a:lnTo>
                  <a:lnTo>
                    <a:pt x="1122" y="1483"/>
                  </a:lnTo>
                  <a:lnTo>
                    <a:pt x="1445" y="1673"/>
                  </a:lnTo>
                  <a:lnTo>
                    <a:pt x="1806" y="1844"/>
                  </a:lnTo>
                  <a:lnTo>
                    <a:pt x="2186" y="1997"/>
                  </a:lnTo>
                  <a:lnTo>
                    <a:pt x="2585" y="2130"/>
                  </a:lnTo>
                  <a:lnTo>
                    <a:pt x="3022" y="2244"/>
                  </a:lnTo>
                  <a:lnTo>
                    <a:pt x="3460" y="2320"/>
                  </a:lnTo>
                  <a:lnTo>
                    <a:pt x="3935" y="2396"/>
                  </a:lnTo>
                  <a:lnTo>
                    <a:pt x="4410" y="2453"/>
                  </a:lnTo>
                  <a:lnTo>
                    <a:pt x="4904" y="2491"/>
                  </a:lnTo>
                  <a:lnTo>
                    <a:pt x="5399" y="2510"/>
                  </a:lnTo>
                  <a:lnTo>
                    <a:pt x="5912" y="2510"/>
                  </a:lnTo>
                  <a:lnTo>
                    <a:pt x="6786" y="2491"/>
                  </a:lnTo>
                  <a:lnTo>
                    <a:pt x="7642" y="2453"/>
                  </a:lnTo>
                  <a:lnTo>
                    <a:pt x="8497" y="2377"/>
                  </a:lnTo>
                  <a:lnTo>
                    <a:pt x="9352" y="2282"/>
                  </a:lnTo>
                  <a:lnTo>
                    <a:pt x="9390" y="2263"/>
                  </a:lnTo>
                  <a:lnTo>
                    <a:pt x="9390" y="2206"/>
                  </a:lnTo>
                  <a:lnTo>
                    <a:pt x="9371" y="2168"/>
                  </a:lnTo>
                  <a:lnTo>
                    <a:pt x="9333" y="2168"/>
                  </a:lnTo>
                  <a:lnTo>
                    <a:pt x="8630" y="2244"/>
                  </a:lnTo>
                  <a:lnTo>
                    <a:pt x="7908" y="2320"/>
                  </a:lnTo>
                  <a:lnTo>
                    <a:pt x="7185" y="2358"/>
                  </a:lnTo>
                  <a:lnTo>
                    <a:pt x="6463" y="2396"/>
                  </a:lnTo>
                  <a:lnTo>
                    <a:pt x="5741" y="2396"/>
                  </a:lnTo>
                  <a:lnTo>
                    <a:pt x="5037" y="2377"/>
                  </a:lnTo>
                  <a:lnTo>
                    <a:pt x="4334" y="2320"/>
                  </a:lnTo>
                  <a:lnTo>
                    <a:pt x="3669" y="2244"/>
                  </a:lnTo>
                  <a:lnTo>
                    <a:pt x="3042" y="2130"/>
                  </a:lnTo>
                  <a:lnTo>
                    <a:pt x="2737" y="2054"/>
                  </a:lnTo>
                  <a:lnTo>
                    <a:pt x="2452" y="1978"/>
                  </a:lnTo>
                  <a:lnTo>
                    <a:pt x="2167" y="1882"/>
                  </a:lnTo>
                  <a:lnTo>
                    <a:pt x="1901" y="1768"/>
                  </a:lnTo>
                  <a:lnTo>
                    <a:pt x="1654" y="1654"/>
                  </a:lnTo>
                  <a:lnTo>
                    <a:pt x="1407" y="1521"/>
                  </a:lnTo>
                  <a:lnTo>
                    <a:pt x="1198" y="1388"/>
                  </a:lnTo>
                  <a:lnTo>
                    <a:pt x="989" y="1236"/>
                  </a:lnTo>
                  <a:lnTo>
                    <a:pt x="798" y="1065"/>
                  </a:lnTo>
                  <a:lnTo>
                    <a:pt x="608" y="894"/>
                  </a:lnTo>
                  <a:lnTo>
                    <a:pt x="456" y="704"/>
                  </a:lnTo>
                  <a:lnTo>
                    <a:pt x="323" y="495"/>
                  </a:lnTo>
                  <a:lnTo>
                    <a:pt x="209" y="267"/>
                  </a:lnTo>
                  <a:lnTo>
                    <a:pt x="114" y="39"/>
                  </a:lnTo>
                  <a:lnTo>
                    <a:pt x="76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6"/>
            <p:cNvSpPr/>
            <p:nvPr/>
          </p:nvSpPr>
          <p:spPr>
            <a:xfrm>
              <a:off x="4061850" y="1542575"/>
              <a:ext cx="246650" cy="215775"/>
            </a:xfrm>
            <a:custGeom>
              <a:avLst/>
              <a:gdLst/>
              <a:ahLst/>
              <a:cxnLst/>
              <a:rect l="l" t="t" r="r" b="b"/>
              <a:pathLst>
                <a:path w="9866" h="8631" extrusionOk="0">
                  <a:moveTo>
                    <a:pt x="799" y="0"/>
                  </a:moveTo>
                  <a:lnTo>
                    <a:pt x="761" y="19"/>
                  </a:lnTo>
                  <a:lnTo>
                    <a:pt x="723" y="57"/>
                  </a:lnTo>
                  <a:lnTo>
                    <a:pt x="571" y="1084"/>
                  </a:lnTo>
                  <a:lnTo>
                    <a:pt x="305" y="3194"/>
                  </a:lnTo>
                  <a:lnTo>
                    <a:pt x="172" y="4353"/>
                  </a:lnTo>
                  <a:lnTo>
                    <a:pt x="58" y="5399"/>
                  </a:lnTo>
                  <a:lnTo>
                    <a:pt x="20" y="5855"/>
                  </a:lnTo>
                  <a:lnTo>
                    <a:pt x="1" y="6235"/>
                  </a:lnTo>
                  <a:lnTo>
                    <a:pt x="1" y="6539"/>
                  </a:lnTo>
                  <a:lnTo>
                    <a:pt x="20" y="6729"/>
                  </a:lnTo>
                  <a:lnTo>
                    <a:pt x="58" y="6805"/>
                  </a:lnTo>
                  <a:lnTo>
                    <a:pt x="153" y="6862"/>
                  </a:lnTo>
                  <a:lnTo>
                    <a:pt x="267" y="6939"/>
                  </a:lnTo>
                  <a:lnTo>
                    <a:pt x="438" y="6996"/>
                  </a:lnTo>
                  <a:lnTo>
                    <a:pt x="875" y="7110"/>
                  </a:lnTo>
                  <a:lnTo>
                    <a:pt x="1426" y="7224"/>
                  </a:lnTo>
                  <a:lnTo>
                    <a:pt x="2091" y="7319"/>
                  </a:lnTo>
                  <a:lnTo>
                    <a:pt x="2833" y="7414"/>
                  </a:lnTo>
                  <a:lnTo>
                    <a:pt x="3631" y="7490"/>
                  </a:lnTo>
                  <a:lnTo>
                    <a:pt x="4468" y="7566"/>
                  </a:lnTo>
                  <a:lnTo>
                    <a:pt x="6159" y="7680"/>
                  </a:lnTo>
                  <a:lnTo>
                    <a:pt x="7718" y="7756"/>
                  </a:lnTo>
                  <a:lnTo>
                    <a:pt x="9733" y="7851"/>
                  </a:lnTo>
                  <a:lnTo>
                    <a:pt x="9619" y="8573"/>
                  </a:lnTo>
                  <a:lnTo>
                    <a:pt x="9638" y="8611"/>
                  </a:lnTo>
                  <a:lnTo>
                    <a:pt x="9676" y="8630"/>
                  </a:lnTo>
                  <a:lnTo>
                    <a:pt x="9714" y="8611"/>
                  </a:lnTo>
                  <a:lnTo>
                    <a:pt x="9733" y="8592"/>
                  </a:lnTo>
                  <a:lnTo>
                    <a:pt x="9866" y="7794"/>
                  </a:lnTo>
                  <a:lnTo>
                    <a:pt x="9847" y="7756"/>
                  </a:lnTo>
                  <a:lnTo>
                    <a:pt x="9809" y="7737"/>
                  </a:lnTo>
                  <a:lnTo>
                    <a:pt x="8345" y="7680"/>
                  </a:lnTo>
                  <a:lnTo>
                    <a:pt x="6749" y="7604"/>
                  </a:lnTo>
                  <a:lnTo>
                    <a:pt x="5152" y="7490"/>
                  </a:lnTo>
                  <a:lnTo>
                    <a:pt x="3631" y="7376"/>
                  </a:lnTo>
                  <a:lnTo>
                    <a:pt x="2282" y="7224"/>
                  </a:lnTo>
                  <a:lnTo>
                    <a:pt x="1692" y="7148"/>
                  </a:lnTo>
                  <a:lnTo>
                    <a:pt x="1179" y="7072"/>
                  </a:lnTo>
                  <a:lnTo>
                    <a:pt x="761" y="6977"/>
                  </a:lnTo>
                  <a:lnTo>
                    <a:pt x="438" y="6901"/>
                  </a:lnTo>
                  <a:lnTo>
                    <a:pt x="305" y="6843"/>
                  </a:lnTo>
                  <a:lnTo>
                    <a:pt x="229" y="6805"/>
                  </a:lnTo>
                  <a:lnTo>
                    <a:pt x="172" y="6748"/>
                  </a:lnTo>
                  <a:lnTo>
                    <a:pt x="134" y="6710"/>
                  </a:lnTo>
                  <a:lnTo>
                    <a:pt x="115" y="6520"/>
                  </a:lnTo>
                  <a:lnTo>
                    <a:pt x="115" y="6216"/>
                  </a:lnTo>
                  <a:lnTo>
                    <a:pt x="172" y="5380"/>
                  </a:lnTo>
                  <a:lnTo>
                    <a:pt x="286" y="4296"/>
                  </a:lnTo>
                  <a:lnTo>
                    <a:pt x="419" y="3137"/>
                  </a:lnTo>
                  <a:lnTo>
                    <a:pt x="704" y="1027"/>
                  </a:lnTo>
                  <a:lnTo>
                    <a:pt x="837" y="76"/>
                  </a:lnTo>
                  <a:lnTo>
                    <a:pt x="837" y="19"/>
                  </a:lnTo>
                  <a:lnTo>
                    <a:pt x="799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6"/>
            <p:cNvSpPr/>
            <p:nvPr/>
          </p:nvSpPr>
          <p:spPr>
            <a:xfrm>
              <a:off x="4197275" y="1812975"/>
              <a:ext cx="254275" cy="28525"/>
            </a:xfrm>
            <a:custGeom>
              <a:avLst/>
              <a:gdLst/>
              <a:ahLst/>
              <a:cxnLst/>
              <a:rect l="l" t="t" r="r" b="b"/>
              <a:pathLst>
                <a:path w="10171" h="1141" extrusionOk="0">
                  <a:moveTo>
                    <a:pt x="1141" y="0"/>
                  </a:moveTo>
                  <a:lnTo>
                    <a:pt x="1027" y="19"/>
                  </a:lnTo>
                  <a:lnTo>
                    <a:pt x="913" y="38"/>
                  </a:lnTo>
                  <a:lnTo>
                    <a:pt x="704" y="95"/>
                  </a:lnTo>
                  <a:lnTo>
                    <a:pt x="514" y="209"/>
                  </a:lnTo>
                  <a:lnTo>
                    <a:pt x="343" y="342"/>
                  </a:lnTo>
                  <a:lnTo>
                    <a:pt x="210" y="513"/>
                  </a:lnTo>
                  <a:lnTo>
                    <a:pt x="96" y="704"/>
                  </a:lnTo>
                  <a:lnTo>
                    <a:pt x="39" y="913"/>
                  </a:lnTo>
                  <a:lnTo>
                    <a:pt x="20" y="1027"/>
                  </a:lnTo>
                  <a:lnTo>
                    <a:pt x="1" y="1141"/>
                  </a:lnTo>
                  <a:lnTo>
                    <a:pt x="10170" y="1141"/>
                  </a:lnTo>
                  <a:lnTo>
                    <a:pt x="1017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6"/>
            <p:cNvSpPr/>
            <p:nvPr/>
          </p:nvSpPr>
          <p:spPr>
            <a:xfrm>
              <a:off x="4422050" y="1625725"/>
              <a:ext cx="163975" cy="216250"/>
            </a:xfrm>
            <a:custGeom>
              <a:avLst/>
              <a:gdLst/>
              <a:ahLst/>
              <a:cxnLst/>
              <a:rect l="l" t="t" r="r" b="b"/>
              <a:pathLst>
                <a:path w="6559" h="8650" extrusionOk="0">
                  <a:moveTo>
                    <a:pt x="5932" y="1"/>
                  </a:moveTo>
                  <a:lnTo>
                    <a:pt x="5704" y="20"/>
                  </a:lnTo>
                  <a:lnTo>
                    <a:pt x="5513" y="77"/>
                  </a:lnTo>
                  <a:lnTo>
                    <a:pt x="5304" y="191"/>
                  </a:lnTo>
                  <a:lnTo>
                    <a:pt x="5133" y="324"/>
                  </a:lnTo>
                  <a:lnTo>
                    <a:pt x="5057" y="400"/>
                  </a:lnTo>
                  <a:lnTo>
                    <a:pt x="5000" y="495"/>
                  </a:lnTo>
                  <a:lnTo>
                    <a:pt x="1" y="8023"/>
                  </a:lnTo>
                  <a:lnTo>
                    <a:pt x="951" y="8650"/>
                  </a:lnTo>
                  <a:lnTo>
                    <a:pt x="6559" y="191"/>
                  </a:lnTo>
                  <a:lnTo>
                    <a:pt x="6464" y="115"/>
                  </a:lnTo>
                  <a:lnTo>
                    <a:pt x="6350" y="77"/>
                  </a:lnTo>
                  <a:lnTo>
                    <a:pt x="6141" y="20"/>
                  </a:lnTo>
                  <a:lnTo>
                    <a:pt x="5932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1" name="Google Shape;1811;p36"/>
          <p:cNvGrpSpPr/>
          <p:nvPr/>
        </p:nvGrpSpPr>
        <p:grpSpPr>
          <a:xfrm>
            <a:off x="7949205" y="1165040"/>
            <a:ext cx="611648" cy="365223"/>
            <a:chOff x="4504125" y="1762525"/>
            <a:chExt cx="985575" cy="588500"/>
          </a:xfrm>
        </p:grpSpPr>
        <p:sp>
          <p:nvSpPr>
            <p:cNvPr id="1812" name="Google Shape;1812;p36"/>
            <p:cNvSpPr/>
            <p:nvPr/>
          </p:nvSpPr>
          <p:spPr>
            <a:xfrm>
              <a:off x="4691775" y="2150600"/>
              <a:ext cx="87950" cy="105425"/>
            </a:xfrm>
            <a:custGeom>
              <a:avLst/>
              <a:gdLst/>
              <a:ahLst/>
              <a:cxnLst/>
              <a:rect l="l" t="t" r="r" b="b"/>
              <a:pathLst>
                <a:path w="3518" h="4217" extrusionOk="0">
                  <a:moveTo>
                    <a:pt x="1910" y="0"/>
                  </a:moveTo>
                  <a:lnTo>
                    <a:pt x="1" y="4216"/>
                  </a:lnTo>
                  <a:lnTo>
                    <a:pt x="3517" y="1607"/>
                  </a:lnTo>
                  <a:lnTo>
                    <a:pt x="3498" y="1569"/>
                  </a:lnTo>
                  <a:lnTo>
                    <a:pt x="191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6"/>
            <p:cNvSpPr/>
            <p:nvPr/>
          </p:nvSpPr>
          <p:spPr>
            <a:xfrm>
              <a:off x="4504125" y="1762525"/>
              <a:ext cx="985575" cy="310100"/>
            </a:xfrm>
            <a:custGeom>
              <a:avLst/>
              <a:gdLst/>
              <a:ahLst/>
              <a:cxnLst/>
              <a:rect l="l" t="t" r="r" b="b"/>
              <a:pathLst>
                <a:path w="39423" h="12404" extrusionOk="0">
                  <a:moveTo>
                    <a:pt x="39422" y="0"/>
                  </a:moveTo>
                  <a:lnTo>
                    <a:pt x="0" y="4859"/>
                  </a:lnTo>
                  <a:lnTo>
                    <a:pt x="6372" y="12403"/>
                  </a:lnTo>
                  <a:lnTo>
                    <a:pt x="39422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EFEFE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6"/>
            <p:cNvSpPr/>
            <p:nvPr/>
          </p:nvSpPr>
          <p:spPr>
            <a:xfrm>
              <a:off x="4663425" y="1762525"/>
              <a:ext cx="826275" cy="588500"/>
            </a:xfrm>
            <a:custGeom>
              <a:avLst/>
              <a:gdLst/>
              <a:ahLst/>
              <a:cxnLst/>
              <a:rect l="l" t="t" r="r" b="b"/>
              <a:pathLst>
                <a:path w="33051" h="235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4632" y="17092"/>
                  </a:lnTo>
                  <a:lnTo>
                    <a:pt x="10513" y="23540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6"/>
            <p:cNvSpPr/>
            <p:nvPr/>
          </p:nvSpPr>
          <p:spPr>
            <a:xfrm>
              <a:off x="4663425" y="1762525"/>
              <a:ext cx="826275" cy="493500"/>
            </a:xfrm>
            <a:custGeom>
              <a:avLst/>
              <a:gdLst/>
              <a:ahLst/>
              <a:cxnLst/>
              <a:rect l="l" t="t" r="r" b="b"/>
              <a:pathLst>
                <a:path w="33051" h="197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6" name="Google Shape;1816;p36"/>
          <p:cNvGrpSpPr/>
          <p:nvPr/>
        </p:nvGrpSpPr>
        <p:grpSpPr>
          <a:xfrm>
            <a:off x="7104835" y="1231614"/>
            <a:ext cx="308091" cy="183965"/>
            <a:chOff x="4504125" y="1762525"/>
            <a:chExt cx="985575" cy="588500"/>
          </a:xfrm>
        </p:grpSpPr>
        <p:sp>
          <p:nvSpPr>
            <p:cNvPr id="1817" name="Google Shape;1817;p36"/>
            <p:cNvSpPr/>
            <p:nvPr/>
          </p:nvSpPr>
          <p:spPr>
            <a:xfrm>
              <a:off x="4691775" y="2150600"/>
              <a:ext cx="87950" cy="105425"/>
            </a:xfrm>
            <a:custGeom>
              <a:avLst/>
              <a:gdLst/>
              <a:ahLst/>
              <a:cxnLst/>
              <a:rect l="l" t="t" r="r" b="b"/>
              <a:pathLst>
                <a:path w="3518" h="4217" extrusionOk="0">
                  <a:moveTo>
                    <a:pt x="1910" y="0"/>
                  </a:moveTo>
                  <a:lnTo>
                    <a:pt x="1" y="4216"/>
                  </a:lnTo>
                  <a:lnTo>
                    <a:pt x="3517" y="1607"/>
                  </a:lnTo>
                  <a:lnTo>
                    <a:pt x="3498" y="1569"/>
                  </a:lnTo>
                  <a:lnTo>
                    <a:pt x="191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6"/>
            <p:cNvSpPr/>
            <p:nvPr/>
          </p:nvSpPr>
          <p:spPr>
            <a:xfrm>
              <a:off x="4504125" y="1762525"/>
              <a:ext cx="985575" cy="310100"/>
            </a:xfrm>
            <a:custGeom>
              <a:avLst/>
              <a:gdLst/>
              <a:ahLst/>
              <a:cxnLst/>
              <a:rect l="l" t="t" r="r" b="b"/>
              <a:pathLst>
                <a:path w="39423" h="12404" extrusionOk="0">
                  <a:moveTo>
                    <a:pt x="39422" y="0"/>
                  </a:moveTo>
                  <a:lnTo>
                    <a:pt x="0" y="4859"/>
                  </a:lnTo>
                  <a:lnTo>
                    <a:pt x="6372" y="12403"/>
                  </a:lnTo>
                  <a:lnTo>
                    <a:pt x="39422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EFEFE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6"/>
            <p:cNvSpPr/>
            <p:nvPr/>
          </p:nvSpPr>
          <p:spPr>
            <a:xfrm>
              <a:off x="4663425" y="1762525"/>
              <a:ext cx="826275" cy="588500"/>
            </a:xfrm>
            <a:custGeom>
              <a:avLst/>
              <a:gdLst/>
              <a:ahLst/>
              <a:cxnLst/>
              <a:rect l="l" t="t" r="r" b="b"/>
              <a:pathLst>
                <a:path w="33051" h="235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4632" y="17092"/>
                  </a:lnTo>
                  <a:lnTo>
                    <a:pt x="10513" y="23540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6"/>
            <p:cNvSpPr/>
            <p:nvPr/>
          </p:nvSpPr>
          <p:spPr>
            <a:xfrm>
              <a:off x="4663425" y="1762525"/>
              <a:ext cx="826275" cy="493500"/>
            </a:xfrm>
            <a:custGeom>
              <a:avLst/>
              <a:gdLst/>
              <a:ahLst/>
              <a:cxnLst/>
              <a:rect l="l" t="t" r="r" b="b"/>
              <a:pathLst>
                <a:path w="33051" h="197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1" name="Google Shape;1821;p36"/>
          <p:cNvGrpSpPr/>
          <p:nvPr/>
        </p:nvGrpSpPr>
        <p:grpSpPr>
          <a:xfrm>
            <a:off x="8100985" y="2046814"/>
            <a:ext cx="308091" cy="183965"/>
            <a:chOff x="4504125" y="1762525"/>
            <a:chExt cx="985575" cy="588500"/>
          </a:xfrm>
        </p:grpSpPr>
        <p:sp>
          <p:nvSpPr>
            <p:cNvPr id="1822" name="Google Shape;1822;p36"/>
            <p:cNvSpPr/>
            <p:nvPr/>
          </p:nvSpPr>
          <p:spPr>
            <a:xfrm>
              <a:off x="4691775" y="2150600"/>
              <a:ext cx="87950" cy="105425"/>
            </a:xfrm>
            <a:custGeom>
              <a:avLst/>
              <a:gdLst/>
              <a:ahLst/>
              <a:cxnLst/>
              <a:rect l="l" t="t" r="r" b="b"/>
              <a:pathLst>
                <a:path w="3518" h="4217" extrusionOk="0">
                  <a:moveTo>
                    <a:pt x="1910" y="0"/>
                  </a:moveTo>
                  <a:lnTo>
                    <a:pt x="1" y="4216"/>
                  </a:lnTo>
                  <a:lnTo>
                    <a:pt x="3517" y="1607"/>
                  </a:lnTo>
                  <a:lnTo>
                    <a:pt x="3498" y="1569"/>
                  </a:lnTo>
                  <a:lnTo>
                    <a:pt x="191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6"/>
            <p:cNvSpPr/>
            <p:nvPr/>
          </p:nvSpPr>
          <p:spPr>
            <a:xfrm>
              <a:off x="4504125" y="1762525"/>
              <a:ext cx="985575" cy="310100"/>
            </a:xfrm>
            <a:custGeom>
              <a:avLst/>
              <a:gdLst/>
              <a:ahLst/>
              <a:cxnLst/>
              <a:rect l="l" t="t" r="r" b="b"/>
              <a:pathLst>
                <a:path w="39423" h="12404" extrusionOk="0">
                  <a:moveTo>
                    <a:pt x="39422" y="0"/>
                  </a:moveTo>
                  <a:lnTo>
                    <a:pt x="0" y="4859"/>
                  </a:lnTo>
                  <a:lnTo>
                    <a:pt x="6372" y="12403"/>
                  </a:lnTo>
                  <a:lnTo>
                    <a:pt x="39422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EFEFE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6"/>
            <p:cNvSpPr/>
            <p:nvPr/>
          </p:nvSpPr>
          <p:spPr>
            <a:xfrm>
              <a:off x="4663425" y="1762525"/>
              <a:ext cx="826275" cy="588500"/>
            </a:xfrm>
            <a:custGeom>
              <a:avLst/>
              <a:gdLst/>
              <a:ahLst/>
              <a:cxnLst/>
              <a:rect l="l" t="t" r="r" b="b"/>
              <a:pathLst>
                <a:path w="33051" h="235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4632" y="17092"/>
                  </a:lnTo>
                  <a:lnTo>
                    <a:pt x="10513" y="23540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6"/>
            <p:cNvSpPr/>
            <p:nvPr/>
          </p:nvSpPr>
          <p:spPr>
            <a:xfrm>
              <a:off x="4663425" y="1762525"/>
              <a:ext cx="826275" cy="493500"/>
            </a:xfrm>
            <a:custGeom>
              <a:avLst/>
              <a:gdLst/>
              <a:ahLst/>
              <a:cxnLst/>
              <a:rect l="l" t="t" r="r" b="b"/>
              <a:pathLst>
                <a:path w="33051" h="197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6" name="Google Shape;1826;p36"/>
          <p:cNvGrpSpPr/>
          <p:nvPr/>
        </p:nvGrpSpPr>
        <p:grpSpPr>
          <a:xfrm flipH="1">
            <a:off x="3564254" y="4037406"/>
            <a:ext cx="560435" cy="558099"/>
            <a:chOff x="778525" y="3588975"/>
            <a:chExt cx="1073425" cy="1068950"/>
          </a:xfrm>
        </p:grpSpPr>
        <p:sp>
          <p:nvSpPr>
            <p:cNvPr id="1827" name="Google Shape;1827;p36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28" name="Google Shape;1828;p36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1829" name="Google Shape;1829;p36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36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Google Shape;1831;p36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1832;p36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36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Google Shape;1834;p36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Google Shape;1835;p36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836;p36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36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36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36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36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41" name="Google Shape;1841;p36"/>
          <p:cNvGrpSpPr/>
          <p:nvPr/>
        </p:nvGrpSpPr>
        <p:grpSpPr>
          <a:xfrm>
            <a:off x="1903185" y="3968586"/>
            <a:ext cx="930353" cy="829089"/>
            <a:chOff x="2236010" y="3967511"/>
            <a:chExt cx="930353" cy="829089"/>
          </a:xfrm>
        </p:grpSpPr>
        <p:sp>
          <p:nvSpPr>
            <p:cNvPr id="1842" name="Google Shape;1842;p36"/>
            <p:cNvSpPr/>
            <p:nvPr/>
          </p:nvSpPr>
          <p:spPr>
            <a:xfrm>
              <a:off x="2265825" y="4694000"/>
              <a:ext cx="767100" cy="1026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43" name="Google Shape;1843;p36"/>
            <p:cNvGrpSpPr/>
            <p:nvPr/>
          </p:nvGrpSpPr>
          <p:grpSpPr>
            <a:xfrm>
              <a:off x="2236010" y="3967511"/>
              <a:ext cx="930353" cy="794959"/>
              <a:chOff x="1627375" y="-1981850"/>
              <a:chExt cx="1305575" cy="1115575"/>
            </a:xfrm>
          </p:grpSpPr>
          <p:sp>
            <p:nvSpPr>
              <p:cNvPr id="1844" name="Google Shape;1844;p36"/>
              <p:cNvSpPr/>
              <p:nvPr/>
            </p:nvSpPr>
            <p:spPr>
              <a:xfrm>
                <a:off x="1627375" y="-1981850"/>
                <a:ext cx="1115075" cy="1115575"/>
              </a:xfrm>
              <a:custGeom>
                <a:avLst/>
                <a:gdLst/>
                <a:ahLst/>
                <a:cxnLst/>
                <a:rect l="l" t="t" r="r" b="b"/>
                <a:pathLst>
                  <a:path w="44603" h="44623" extrusionOk="0">
                    <a:moveTo>
                      <a:pt x="21725" y="1"/>
                    </a:moveTo>
                    <a:lnTo>
                      <a:pt x="21158" y="39"/>
                    </a:lnTo>
                    <a:lnTo>
                      <a:pt x="20590" y="57"/>
                    </a:lnTo>
                    <a:lnTo>
                      <a:pt x="20023" y="114"/>
                    </a:lnTo>
                    <a:lnTo>
                      <a:pt x="19456" y="190"/>
                    </a:lnTo>
                    <a:lnTo>
                      <a:pt x="18908" y="265"/>
                    </a:lnTo>
                    <a:lnTo>
                      <a:pt x="18359" y="341"/>
                    </a:lnTo>
                    <a:lnTo>
                      <a:pt x="17811" y="455"/>
                    </a:lnTo>
                    <a:lnTo>
                      <a:pt x="17263" y="568"/>
                    </a:lnTo>
                    <a:lnTo>
                      <a:pt x="16733" y="700"/>
                    </a:lnTo>
                    <a:lnTo>
                      <a:pt x="16204" y="852"/>
                    </a:lnTo>
                    <a:lnTo>
                      <a:pt x="15674" y="1003"/>
                    </a:lnTo>
                    <a:lnTo>
                      <a:pt x="15145" y="1173"/>
                    </a:lnTo>
                    <a:lnTo>
                      <a:pt x="14634" y="1362"/>
                    </a:lnTo>
                    <a:lnTo>
                      <a:pt x="14124" y="1551"/>
                    </a:lnTo>
                    <a:lnTo>
                      <a:pt x="13613" y="1759"/>
                    </a:lnTo>
                    <a:lnTo>
                      <a:pt x="13122" y="1967"/>
                    </a:lnTo>
                    <a:lnTo>
                      <a:pt x="12630" y="2194"/>
                    </a:lnTo>
                    <a:lnTo>
                      <a:pt x="12139" y="2440"/>
                    </a:lnTo>
                    <a:lnTo>
                      <a:pt x="11666" y="2686"/>
                    </a:lnTo>
                    <a:lnTo>
                      <a:pt x="11193" y="2950"/>
                    </a:lnTo>
                    <a:lnTo>
                      <a:pt x="10740" y="3234"/>
                    </a:lnTo>
                    <a:lnTo>
                      <a:pt x="10286" y="3517"/>
                    </a:lnTo>
                    <a:lnTo>
                      <a:pt x="9832" y="3820"/>
                    </a:lnTo>
                    <a:lnTo>
                      <a:pt x="9397" y="4123"/>
                    </a:lnTo>
                    <a:lnTo>
                      <a:pt x="8962" y="4425"/>
                    </a:lnTo>
                    <a:lnTo>
                      <a:pt x="8527" y="4765"/>
                    </a:lnTo>
                    <a:lnTo>
                      <a:pt x="8111" y="5087"/>
                    </a:lnTo>
                    <a:lnTo>
                      <a:pt x="7696" y="5446"/>
                    </a:lnTo>
                    <a:lnTo>
                      <a:pt x="7298" y="5805"/>
                    </a:lnTo>
                    <a:lnTo>
                      <a:pt x="6920" y="6165"/>
                    </a:lnTo>
                    <a:lnTo>
                      <a:pt x="6523" y="6543"/>
                    </a:lnTo>
                    <a:lnTo>
                      <a:pt x="6164" y="6921"/>
                    </a:lnTo>
                    <a:lnTo>
                      <a:pt x="5786" y="7318"/>
                    </a:lnTo>
                    <a:lnTo>
                      <a:pt x="5427" y="7715"/>
                    </a:lnTo>
                    <a:lnTo>
                      <a:pt x="5086" y="8112"/>
                    </a:lnTo>
                    <a:lnTo>
                      <a:pt x="4746" y="8528"/>
                    </a:lnTo>
                    <a:lnTo>
                      <a:pt x="4425" y="8963"/>
                    </a:lnTo>
                    <a:lnTo>
                      <a:pt x="4103" y="9398"/>
                    </a:lnTo>
                    <a:lnTo>
                      <a:pt x="3801" y="9833"/>
                    </a:lnTo>
                    <a:lnTo>
                      <a:pt x="3517" y="10286"/>
                    </a:lnTo>
                    <a:lnTo>
                      <a:pt x="3233" y="10740"/>
                    </a:lnTo>
                    <a:lnTo>
                      <a:pt x="2950" y="11213"/>
                    </a:lnTo>
                    <a:lnTo>
                      <a:pt x="2685" y="11685"/>
                    </a:lnTo>
                    <a:lnTo>
                      <a:pt x="2439" y="12158"/>
                    </a:lnTo>
                    <a:lnTo>
                      <a:pt x="2193" y="12631"/>
                    </a:lnTo>
                    <a:lnTo>
                      <a:pt x="1967" y="13122"/>
                    </a:lnTo>
                    <a:lnTo>
                      <a:pt x="1740" y="13633"/>
                    </a:lnTo>
                    <a:lnTo>
                      <a:pt x="1551" y="14125"/>
                    </a:lnTo>
                    <a:lnTo>
                      <a:pt x="1343" y="14635"/>
                    </a:lnTo>
                    <a:lnTo>
                      <a:pt x="1172" y="15164"/>
                    </a:lnTo>
                    <a:lnTo>
                      <a:pt x="1002" y="15675"/>
                    </a:lnTo>
                    <a:lnTo>
                      <a:pt x="832" y="16204"/>
                    </a:lnTo>
                    <a:lnTo>
                      <a:pt x="700" y="16734"/>
                    </a:lnTo>
                    <a:lnTo>
                      <a:pt x="567" y="17263"/>
                    </a:lnTo>
                    <a:lnTo>
                      <a:pt x="454" y="17811"/>
                    </a:lnTo>
                    <a:lnTo>
                      <a:pt x="341" y="18360"/>
                    </a:lnTo>
                    <a:lnTo>
                      <a:pt x="246" y="18908"/>
                    </a:lnTo>
                    <a:lnTo>
                      <a:pt x="170" y="19475"/>
                    </a:lnTo>
                    <a:lnTo>
                      <a:pt x="114" y="20024"/>
                    </a:lnTo>
                    <a:lnTo>
                      <a:pt x="57" y="20591"/>
                    </a:lnTo>
                    <a:lnTo>
                      <a:pt x="19" y="21158"/>
                    </a:lnTo>
                    <a:lnTo>
                      <a:pt x="0" y="21725"/>
                    </a:lnTo>
                    <a:lnTo>
                      <a:pt x="0" y="22311"/>
                    </a:lnTo>
                    <a:lnTo>
                      <a:pt x="0" y="22879"/>
                    </a:lnTo>
                    <a:lnTo>
                      <a:pt x="19" y="23465"/>
                    </a:lnTo>
                    <a:lnTo>
                      <a:pt x="57" y="24032"/>
                    </a:lnTo>
                    <a:lnTo>
                      <a:pt x="114" y="24599"/>
                    </a:lnTo>
                    <a:lnTo>
                      <a:pt x="170" y="25147"/>
                    </a:lnTo>
                    <a:lnTo>
                      <a:pt x="246" y="25715"/>
                    </a:lnTo>
                    <a:lnTo>
                      <a:pt x="341" y="26263"/>
                    </a:lnTo>
                    <a:lnTo>
                      <a:pt x="454" y="26811"/>
                    </a:lnTo>
                    <a:lnTo>
                      <a:pt x="567" y="27341"/>
                    </a:lnTo>
                    <a:lnTo>
                      <a:pt x="700" y="27889"/>
                    </a:lnTo>
                    <a:lnTo>
                      <a:pt x="832" y="28418"/>
                    </a:lnTo>
                    <a:lnTo>
                      <a:pt x="1002" y="28948"/>
                    </a:lnTo>
                    <a:lnTo>
                      <a:pt x="1172" y="29458"/>
                    </a:lnTo>
                    <a:lnTo>
                      <a:pt x="1343" y="29988"/>
                    </a:lnTo>
                    <a:lnTo>
                      <a:pt x="1551" y="30498"/>
                    </a:lnTo>
                    <a:lnTo>
                      <a:pt x="1740" y="30990"/>
                    </a:lnTo>
                    <a:lnTo>
                      <a:pt x="1967" y="31481"/>
                    </a:lnTo>
                    <a:lnTo>
                      <a:pt x="2193" y="31973"/>
                    </a:lnTo>
                    <a:lnTo>
                      <a:pt x="2439" y="32465"/>
                    </a:lnTo>
                    <a:lnTo>
                      <a:pt x="2685" y="32937"/>
                    </a:lnTo>
                    <a:lnTo>
                      <a:pt x="2950" y="33410"/>
                    </a:lnTo>
                    <a:lnTo>
                      <a:pt x="3233" y="33883"/>
                    </a:lnTo>
                    <a:lnTo>
                      <a:pt x="3517" y="34336"/>
                    </a:lnTo>
                    <a:lnTo>
                      <a:pt x="3801" y="34790"/>
                    </a:lnTo>
                    <a:lnTo>
                      <a:pt x="4103" y="35225"/>
                    </a:lnTo>
                    <a:lnTo>
                      <a:pt x="4425" y="35660"/>
                    </a:lnTo>
                    <a:lnTo>
                      <a:pt x="4746" y="36076"/>
                    </a:lnTo>
                    <a:lnTo>
                      <a:pt x="5086" y="36492"/>
                    </a:lnTo>
                    <a:lnTo>
                      <a:pt x="5427" y="36908"/>
                    </a:lnTo>
                    <a:lnTo>
                      <a:pt x="5786" y="37305"/>
                    </a:lnTo>
                    <a:lnTo>
                      <a:pt x="6164" y="37702"/>
                    </a:lnTo>
                    <a:lnTo>
                      <a:pt x="6523" y="38080"/>
                    </a:lnTo>
                    <a:lnTo>
                      <a:pt x="6920" y="38458"/>
                    </a:lnTo>
                    <a:lnTo>
                      <a:pt x="7298" y="38817"/>
                    </a:lnTo>
                    <a:lnTo>
                      <a:pt x="7696" y="39177"/>
                    </a:lnTo>
                    <a:lnTo>
                      <a:pt x="8111" y="39517"/>
                    </a:lnTo>
                    <a:lnTo>
                      <a:pt x="8527" y="39857"/>
                    </a:lnTo>
                    <a:lnTo>
                      <a:pt x="8962" y="40179"/>
                    </a:lnTo>
                    <a:lnTo>
                      <a:pt x="9397" y="40500"/>
                    </a:lnTo>
                    <a:lnTo>
                      <a:pt x="9832" y="40803"/>
                    </a:lnTo>
                    <a:lnTo>
                      <a:pt x="10286" y="41105"/>
                    </a:lnTo>
                    <a:lnTo>
                      <a:pt x="10740" y="41389"/>
                    </a:lnTo>
                    <a:lnTo>
                      <a:pt x="11193" y="41654"/>
                    </a:lnTo>
                    <a:lnTo>
                      <a:pt x="11666" y="41918"/>
                    </a:lnTo>
                    <a:lnTo>
                      <a:pt x="12139" y="42183"/>
                    </a:lnTo>
                    <a:lnTo>
                      <a:pt x="12630" y="42410"/>
                    </a:lnTo>
                    <a:lnTo>
                      <a:pt x="13122" y="42656"/>
                    </a:lnTo>
                    <a:lnTo>
                      <a:pt x="13613" y="42864"/>
                    </a:lnTo>
                    <a:lnTo>
                      <a:pt x="14124" y="43072"/>
                    </a:lnTo>
                    <a:lnTo>
                      <a:pt x="14634" y="43261"/>
                    </a:lnTo>
                    <a:lnTo>
                      <a:pt x="15145" y="43450"/>
                    </a:lnTo>
                    <a:lnTo>
                      <a:pt x="15674" y="43620"/>
                    </a:lnTo>
                    <a:lnTo>
                      <a:pt x="16204" y="43771"/>
                    </a:lnTo>
                    <a:lnTo>
                      <a:pt x="16733" y="43922"/>
                    </a:lnTo>
                    <a:lnTo>
                      <a:pt x="17263" y="44055"/>
                    </a:lnTo>
                    <a:lnTo>
                      <a:pt x="17811" y="44168"/>
                    </a:lnTo>
                    <a:lnTo>
                      <a:pt x="18359" y="44263"/>
                    </a:lnTo>
                    <a:lnTo>
                      <a:pt x="18908" y="44357"/>
                    </a:lnTo>
                    <a:lnTo>
                      <a:pt x="19456" y="44433"/>
                    </a:lnTo>
                    <a:lnTo>
                      <a:pt x="20023" y="44509"/>
                    </a:lnTo>
                    <a:lnTo>
                      <a:pt x="20590" y="44546"/>
                    </a:lnTo>
                    <a:lnTo>
                      <a:pt x="21158" y="44584"/>
                    </a:lnTo>
                    <a:lnTo>
                      <a:pt x="21725" y="44603"/>
                    </a:lnTo>
                    <a:lnTo>
                      <a:pt x="22311" y="44622"/>
                    </a:lnTo>
                    <a:lnTo>
                      <a:pt x="22878" y="44603"/>
                    </a:lnTo>
                    <a:lnTo>
                      <a:pt x="23445" y="44584"/>
                    </a:lnTo>
                    <a:lnTo>
                      <a:pt x="24013" y="44546"/>
                    </a:lnTo>
                    <a:lnTo>
                      <a:pt x="24580" y="44509"/>
                    </a:lnTo>
                    <a:lnTo>
                      <a:pt x="25147" y="44433"/>
                    </a:lnTo>
                    <a:lnTo>
                      <a:pt x="25695" y="44357"/>
                    </a:lnTo>
                    <a:lnTo>
                      <a:pt x="26244" y="44263"/>
                    </a:lnTo>
                    <a:lnTo>
                      <a:pt x="26792" y="44168"/>
                    </a:lnTo>
                    <a:lnTo>
                      <a:pt x="27340" y="44055"/>
                    </a:lnTo>
                    <a:lnTo>
                      <a:pt x="27870" y="43922"/>
                    </a:lnTo>
                    <a:lnTo>
                      <a:pt x="28418" y="43771"/>
                    </a:lnTo>
                    <a:lnTo>
                      <a:pt x="28928" y="43620"/>
                    </a:lnTo>
                    <a:lnTo>
                      <a:pt x="29458" y="43450"/>
                    </a:lnTo>
                    <a:lnTo>
                      <a:pt x="29968" y="43261"/>
                    </a:lnTo>
                    <a:lnTo>
                      <a:pt x="30479" y="43072"/>
                    </a:lnTo>
                    <a:lnTo>
                      <a:pt x="30989" y="42864"/>
                    </a:lnTo>
                    <a:lnTo>
                      <a:pt x="31481" y="42656"/>
                    </a:lnTo>
                    <a:lnTo>
                      <a:pt x="31972" y="42410"/>
                    </a:lnTo>
                    <a:lnTo>
                      <a:pt x="32464" y="42183"/>
                    </a:lnTo>
                    <a:lnTo>
                      <a:pt x="32937" y="41918"/>
                    </a:lnTo>
                    <a:lnTo>
                      <a:pt x="33409" y="41654"/>
                    </a:lnTo>
                    <a:lnTo>
                      <a:pt x="33863" y="41389"/>
                    </a:lnTo>
                    <a:lnTo>
                      <a:pt x="34336" y="41105"/>
                    </a:lnTo>
                    <a:lnTo>
                      <a:pt x="34771" y="40803"/>
                    </a:lnTo>
                    <a:lnTo>
                      <a:pt x="35225" y="40500"/>
                    </a:lnTo>
                    <a:lnTo>
                      <a:pt x="35659" y="40179"/>
                    </a:lnTo>
                    <a:lnTo>
                      <a:pt x="36075" y="39857"/>
                    </a:lnTo>
                    <a:lnTo>
                      <a:pt x="36491" y="39517"/>
                    </a:lnTo>
                    <a:lnTo>
                      <a:pt x="36907" y="39177"/>
                    </a:lnTo>
                    <a:lnTo>
                      <a:pt x="37304" y="38817"/>
                    </a:lnTo>
                    <a:lnTo>
                      <a:pt x="37701" y="38458"/>
                    </a:lnTo>
                    <a:lnTo>
                      <a:pt x="38080" y="38080"/>
                    </a:lnTo>
                    <a:lnTo>
                      <a:pt x="38458" y="37702"/>
                    </a:lnTo>
                    <a:lnTo>
                      <a:pt x="38817" y="37305"/>
                    </a:lnTo>
                    <a:lnTo>
                      <a:pt x="39176" y="36908"/>
                    </a:lnTo>
                    <a:lnTo>
                      <a:pt x="39517" y="36492"/>
                    </a:lnTo>
                    <a:lnTo>
                      <a:pt x="39857" y="36076"/>
                    </a:lnTo>
                    <a:lnTo>
                      <a:pt x="40178" y="35660"/>
                    </a:lnTo>
                    <a:lnTo>
                      <a:pt x="40500" y="35225"/>
                    </a:lnTo>
                    <a:lnTo>
                      <a:pt x="40802" y="34790"/>
                    </a:lnTo>
                    <a:lnTo>
                      <a:pt x="41105" y="34336"/>
                    </a:lnTo>
                    <a:lnTo>
                      <a:pt x="41388" y="33883"/>
                    </a:lnTo>
                    <a:lnTo>
                      <a:pt x="41653" y="33410"/>
                    </a:lnTo>
                    <a:lnTo>
                      <a:pt x="41918" y="32937"/>
                    </a:lnTo>
                    <a:lnTo>
                      <a:pt x="42164" y="32465"/>
                    </a:lnTo>
                    <a:lnTo>
                      <a:pt x="42409" y="31973"/>
                    </a:lnTo>
                    <a:lnTo>
                      <a:pt x="42636" y="31481"/>
                    </a:lnTo>
                    <a:lnTo>
                      <a:pt x="42863" y="30990"/>
                    </a:lnTo>
                    <a:lnTo>
                      <a:pt x="43071" y="30498"/>
                    </a:lnTo>
                    <a:lnTo>
                      <a:pt x="43260" y="29988"/>
                    </a:lnTo>
                    <a:lnTo>
                      <a:pt x="43430" y="29458"/>
                    </a:lnTo>
                    <a:lnTo>
                      <a:pt x="43600" y="28948"/>
                    </a:lnTo>
                    <a:lnTo>
                      <a:pt x="43771" y="28418"/>
                    </a:lnTo>
                    <a:lnTo>
                      <a:pt x="43903" y="27889"/>
                    </a:lnTo>
                    <a:lnTo>
                      <a:pt x="44035" y="27341"/>
                    </a:lnTo>
                    <a:lnTo>
                      <a:pt x="44149" y="26811"/>
                    </a:lnTo>
                    <a:lnTo>
                      <a:pt x="44262" y="26263"/>
                    </a:lnTo>
                    <a:lnTo>
                      <a:pt x="44357" y="25715"/>
                    </a:lnTo>
                    <a:lnTo>
                      <a:pt x="44432" y="25147"/>
                    </a:lnTo>
                    <a:lnTo>
                      <a:pt x="44489" y="24599"/>
                    </a:lnTo>
                    <a:lnTo>
                      <a:pt x="44546" y="24032"/>
                    </a:lnTo>
                    <a:lnTo>
                      <a:pt x="44584" y="23465"/>
                    </a:lnTo>
                    <a:lnTo>
                      <a:pt x="44603" y="22879"/>
                    </a:lnTo>
                    <a:lnTo>
                      <a:pt x="44603" y="22311"/>
                    </a:lnTo>
                    <a:lnTo>
                      <a:pt x="44603" y="21725"/>
                    </a:lnTo>
                    <a:lnTo>
                      <a:pt x="44584" y="21158"/>
                    </a:lnTo>
                    <a:lnTo>
                      <a:pt x="44546" y="20591"/>
                    </a:lnTo>
                    <a:lnTo>
                      <a:pt x="44489" y="20024"/>
                    </a:lnTo>
                    <a:lnTo>
                      <a:pt x="44432" y="19475"/>
                    </a:lnTo>
                    <a:lnTo>
                      <a:pt x="44357" y="18908"/>
                    </a:lnTo>
                    <a:lnTo>
                      <a:pt x="44262" y="18360"/>
                    </a:lnTo>
                    <a:lnTo>
                      <a:pt x="44149" y="17811"/>
                    </a:lnTo>
                    <a:lnTo>
                      <a:pt x="44035" y="17263"/>
                    </a:lnTo>
                    <a:lnTo>
                      <a:pt x="43903" y="16734"/>
                    </a:lnTo>
                    <a:lnTo>
                      <a:pt x="43771" y="16204"/>
                    </a:lnTo>
                    <a:lnTo>
                      <a:pt x="43600" y="15675"/>
                    </a:lnTo>
                    <a:lnTo>
                      <a:pt x="43430" y="15164"/>
                    </a:lnTo>
                    <a:lnTo>
                      <a:pt x="43260" y="14635"/>
                    </a:lnTo>
                    <a:lnTo>
                      <a:pt x="43071" y="14125"/>
                    </a:lnTo>
                    <a:lnTo>
                      <a:pt x="42863" y="13633"/>
                    </a:lnTo>
                    <a:lnTo>
                      <a:pt x="42636" y="13122"/>
                    </a:lnTo>
                    <a:lnTo>
                      <a:pt x="42409" y="12631"/>
                    </a:lnTo>
                    <a:lnTo>
                      <a:pt x="42164" y="12158"/>
                    </a:lnTo>
                    <a:lnTo>
                      <a:pt x="41918" y="11685"/>
                    </a:lnTo>
                    <a:lnTo>
                      <a:pt x="41653" y="11213"/>
                    </a:lnTo>
                    <a:lnTo>
                      <a:pt x="41388" y="10740"/>
                    </a:lnTo>
                    <a:lnTo>
                      <a:pt x="41105" y="10286"/>
                    </a:lnTo>
                    <a:lnTo>
                      <a:pt x="40802" y="9833"/>
                    </a:lnTo>
                    <a:lnTo>
                      <a:pt x="40500" y="9398"/>
                    </a:lnTo>
                    <a:lnTo>
                      <a:pt x="40178" y="8963"/>
                    </a:lnTo>
                    <a:lnTo>
                      <a:pt x="39857" y="8528"/>
                    </a:lnTo>
                    <a:lnTo>
                      <a:pt x="39517" y="8112"/>
                    </a:lnTo>
                    <a:lnTo>
                      <a:pt x="39176" y="7715"/>
                    </a:lnTo>
                    <a:lnTo>
                      <a:pt x="38817" y="7318"/>
                    </a:lnTo>
                    <a:lnTo>
                      <a:pt x="38458" y="6921"/>
                    </a:lnTo>
                    <a:lnTo>
                      <a:pt x="38080" y="6543"/>
                    </a:lnTo>
                    <a:lnTo>
                      <a:pt x="37701" y="6165"/>
                    </a:lnTo>
                    <a:lnTo>
                      <a:pt x="37304" y="5805"/>
                    </a:lnTo>
                    <a:lnTo>
                      <a:pt x="36907" y="5446"/>
                    </a:lnTo>
                    <a:lnTo>
                      <a:pt x="36491" y="5087"/>
                    </a:lnTo>
                    <a:lnTo>
                      <a:pt x="36075" y="4765"/>
                    </a:lnTo>
                    <a:lnTo>
                      <a:pt x="35659" y="4425"/>
                    </a:lnTo>
                    <a:lnTo>
                      <a:pt x="35225" y="4123"/>
                    </a:lnTo>
                    <a:lnTo>
                      <a:pt x="34771" y="3820"/>
                    </a:lnTo>
                    <a:lnTo>
                      <a:pt x="34336" y="3517"/>
                    </a:lnTo>
                    <a:lnTo>
                      <a:pt x="33863" y="3234"/>
                    </a:lnTo>
                    <a:lnTo>
                      <a:pt x="33409" y="2950"/>
                    </a:lnTo>
                    <a:lnTo>
                      <a:pt x="32937" y="2686"/>
                    </a:lnTo>
                    <a:lnTo>
                      <a:pt x="32464" y="2440"/>
                    </a:lnTo>
                    <a:lnTo>
                      <a:pt x="31972" y="2194"/>
                    </a:lnTo>
                    <a:lnTo>
                      <a:pt x="31481" y="1967"/>
                    </a:lnTo>
                    <a:lnTo>
                      <a:pt x="30989" y="1759"/>
                    </a:lnTo>
                    <a:lnTo>
                      <a:pt x="30479" y="1551"/>
                    </a:lnTo>
                    <a:lnTo>
                      <a:pt x="29968" y="1362"/>
                    </a:lnTo>
                    <a:lnTo>
                      <a:pt x="29458" y="1173"/>
                    </a:lnTo>
                    <a:lnTo>
                      <a:pt x="28928" y="1003"/>
                    </a:lnTo>
                    <a:lnTo>
                      <a:pt x="28418" y="852"/>
                    </a:lnTo>
                    <a:lnTo>
                      <a:pt x="27870" y="700"/>
                    </a:lnTo>
                    <a:lnTo>
                      <a:pt x="27340" y="568"/>
                    </a:lnTo>
                    <a:lnTo>
                      <a:pt x="26792" y="455"/>
                    </a:lnTo>
                    <a:lnTo>
                      <a:pt x="26244" y="341"/>
                    </a:lnTo>
                    <a:lnTo>
                      <a:pt x="25695" y="265"/>
                    </a:lnTo>
                    <a:lnTo>
                      <a:pt x="25147" y="190"/>
                    </a:lnTo>
                    <a:lnTo>
                      <a:pt x="24580" y="114"/>
                    </a:lnTo>
                    <a:lnTo>
                      <a:pt x="24013" y="57"/>
                    </a:lnTo>
                    <a:lnTo>
                      <a:pt x="23445" y="39"/>
                    </a:lnTo>
                    <a:lnTo>
                      <a:pt x="22878" y="1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1845;p36"/>
              <p:cNvSpPr/>
              <p:nvPr/>
            </p:nvSpPr>
            <p:spPr>
              <a:xfrm>
                <a:off x="1764450" y="-1858000"/>
                <a:ext cx="854150" cy="854625"/>
              </a:xfrm>
              <a:custGeom>
                <a:avLst/>
                <a:gdLst/>
                <a:ahLst/>
                <a:cxnLst/>
                <a:rect l="l" t="t" r="r" b="b"/>
                <a:pathLst>
                  <a:path w="34166" h="34185" extrusionOk="0">
                    <a:moveTo>
                      <a:pt x="17093" y="0"/>
                    </a:moveTo>
                    <a:lnTo>
                      <a:pt x="16204" y="19"/>
                    </a:lnTo>
                    <a:lnTo>
                      <a:pt x="15334" y="95"/>
                    </a:lnTo>
                    <a:lnTo>
                      <a:pt x="14483" y="208"/>
                    </a:lnTo>
                    <a:lnTo>
                      <a:pt x="13651" y="360"/>
                    </a:lnTo>
                    <a:lnTo>
                      <a:pt x="12820" y="549"/>
                    </a:lnTo>
                    <a:lnTo>
                      <a:pt x="12006" y="776"/>
                    </a:lnTo>
                    <a:lnTo>
                      <a:pt x="11212" y="1040"/>
                    </a:lnTo>
                    <a:lnTo>
                      <a:pt x="10437" y="1343"/>
                    </a:lnTo>
                    <a:lnTo>
                      <a:pt x="9681" y="1683"/>
                    </a:lnTo>
                    <a:lnTo>
                      <a:pt x="8944" y="2061"/>
                    </a:lnTo>
                    <a:lnTo>
                      <a:pt x="8225" y="2477"/>
                    </a:lnTo>
                    <a:lnTo>
                      <a:pt x="7525" y="2931"/>
                    </a:lnTo>
                    <a:lnTo>
                      <a:pt x="6864" y="3404"/>
                    </a:lnTo>
                    <a:lnTo>
                      <a:pt x="6221" y="3914"/>
                    </a:lnTo>
                    <a:lnTo>
                      <a:pt x="5597" y="4444"/>
                    </a:lnTo>
                    <a:lnTo>
                      <a:pt x="5011" y="5011"/>
                    </a:lnTo>
                    <a:lnTo>
                      <a:pt x="4444" y="5597"/>
                    </a:lnTo>
                    <a:lnTo>
                      <a:pt x="3895" y="6221"/>
                    </a:lnTo>
                    <a:lnTo>
                      <a:pt x="3404" y="6864"/>
                    </a:lnTo>
                    <a:lnTo>
                      <a:pt x="2912" y="7544"/>
                    </a:lnTo>
                    <a:lnTo>
                      <a:pt x="2477" y="8225"/>
                    </a:lnTo>
                    <a:lnTo>
                      <a:pt x="2061" y="8944"/>
                    </a:lnTo>
                    <a:lnTo>
                      <a:pt x="1683" y="9681"/>
                    </a:lnTo>
                    <a:lnTo>
                      <a:pt x="1343" y="10437"/>
                    </a:lnTo>
                    <a:lnTo>
                      <a:pt x="1040" y="11213"/>
                    </a:lnTo>
                    <a:lnTo>
                      <a:pt x="776" y="12007"/>
                    </a:lnTo>
                    <a:lnTo>
                      <a:pt x="530" y="12820"/>
                    </a:lnTo>
                    <a:lnTo>
                      <a:pt x="341" y="13652"/>
                    </a:lnTo>
                    <a:lnTo>
                      <a:pt x="189" y="14483"/>
                    </a:lnTo>
                    <a:lnTo>
                      <a:pt x="95" y="15334"/>
                    </a:lnTo>
                    <a:lnTo>
                      <a:pt x="19" y="16204"/>
                    </a:lnTo>
                    <a:lnTo>
                      <a:pt x="0" y="17093"/>
                    </a:lnTo>
                    <a:lnTo>
                      <a:pt x="19" y="17962"/>
                    </a:lnTo>
                    <a:lnTo>
                      <a:pt x="95" y="18832"/>
                    </a:lnTo>
                    <a:lnTo>
                      <a:pt x="189" y="19683"/>
                    </a:lnTo>
                    <a:lnTo>
                      <a:pt x="341" y="20534"/>
                    </a:lnTo>
                    <a:lnTo>
                      <a:pt x="530" y="21366"/>
                    </a:lnTo>
                    <a:lnTo>
                      <a:pt x="776" y="22179"/>
                    </a:lnTo>
                    <a:lnTo>
                      <a:pt x="1040" y="22973"/>
                    </a:lnTo>
                    <a:lnTo>
                      <a:pt x="1343" y="23748"/>
                    </a:lnTo>
                    <a:lnTo>
                      <a:pt x="1683" y="24504"/>
                    </a:lnTo>
                    <a:lnTo>
                      <a:pt x="2061" y="25242"/>
                    </a:lnTo>
                    <a:lnTo>
                      <a:pt x="2477" y="25941"/>
                    </a:lnTo>
                    <a:lnTo>
                      <a:pt x="2912" y="26641"/>
                    </a:lnTo>
                    <a:lnTo>
                      <a:pt x="3404" y="27322"/>
                    </a:lnTo>
                    <a:lnTo>
                      <a:pt x="3895" y="27964"/>
                    </a:lnTo>
                    <a:lnTo>
                      <a:pt x="4444" y="28569"/>
                    </a:lnTo>
                    <a:lnTo>
                      <a:pt x="5011" y="29174"/>
                    </a:lnTo>
                    <a:lnTo>
                      <a:pt x="5597" y="29742"/>
                    </a:lnTo>
                    <a:lnTo>
                      <a:pt x="6221" y="30271"/>
                    </a:lnTo>
                    <a:lnTo>
                      <a:pt x="6864" y="30782"/>
                    </a:lnTo>
                    <a:lnTo>
                      <a:pt x="7525" y="31254"/>
                    </a:lnTo>
                    <a:lnTo>
                      <a:pt x="8225" y="31708"/>
                    </a:lnTo>
                    <a:lnTo>
                      <a:pt x="8944" y="32105"/>
                    </a:lnTo>
                    <a:lnTo>
                      <a:pt x="9681" y="32483"/>
                    </a:lnTo>
                    <a:lnTo>
                      <a:pt x="10437" y="32824"/>
                    </a:lnTo>
                    <a:lnTo>
                      <a:pt x="11212" y="33145"/>
                    </a:lnTo>
                    <a:lnTo>
                      <a:pt x="12006" y="33410"/>
                    </a:lnTo>
                    <a:lnTo>
                      <a:pt x="12820" y="33637"/>
                    </a:lnTo>
                    <a:lnTo>
                      <a:pt x="13651" y="33826"/>
                    </a:lnTo>
                    <a:lnTo>
                      <a:pt x="14483" y="33977"/>
                    </a:lnTo>
                    <a:lnTo>
                      <a:pt x="15334" y="34090"/>
                    </a:lnTo>
                    <a:lnTo>
                      <a:pt x="16204" y="34147"/>
                    </a:lnTo>
                    <a:lnTo>
                      <a:pt x="17093" y="34185"/>
                    </a:lnTo>
                    <a:lnTo>
                      <a:pt x="17962" y="34147"/>
                    </a:lnTo>
                    <a:lnTo>
                      <a:pt x="18832" y="34090"/>
                    </a:lnTo>
                    <a:lnTo>
                      <a:pt x="19683" y="33977"/>
                    </a:lnTo>
                    <a:lnTo>
                      <a:pt x="20534" y="33826"/>
                    </a:lnTo>
                    <a:lnTo>
                      <a:pt x="21347" y="33637"/>
                    </a:lnTo>
                    <a:lnTo>
                      <a:pt x="22160" y="33410"/>
                    </a:lnTo>
                    <a:lnTo>
                      <a:pt x="22954" y="33145"/>
                    </a:lnTo>
                    <a:lnTo>
                      <a:pt x="23729" y="32824"/>
                    </a:lnTo>
                    <a:lnTo>
                      <a:pt x="24485" y="32483"/>
                    </a:lnTo>
                    <a:lnTo>
                      <a:pt x="25223" y="32105"/>
                    </a:lnTo>
                    <a:lnTo>
                      <a:pt x="25941" y="31708"/>
                    </a:lnTo>
                    <a:lnTo>
                      <a:pt x="26641" y="31254"/>
                    </a:lnTo>
                    <a:lnTo>
                      <a:pt x="27303" y="30782"/>
                    </a:lnTo>
                    <a:lnTo>
                      <a:pt x="27945" y="30271"/>
                    </a:lnTo>
                    <a:lnTo>
                      <a:pt x="28569" y="29742"/>
                    </a:lnTo>
                    <a:lnTo>
                      <a:pt x="29174" y="29174"/>
                    </a:lnTo>
                    <a:lnTo>
                      <a:pt x="29723" y="28569"/>
                    </a:lnTo>
                    <a:lnTo>
                      <a:pt x="30271" y="27964"/>
                    </a:lnTo>
                    <a:lnTo>
                      <a:pt x="30781" y="27322"/>
                    </a:lnTo>
                    <a:lnTo>
                      <a:pt x="31254" y="26641"/>
                    </a:lnTo>
                    <a:lnTo>
                      <a:pt x="31689" y="25941"/>
                    </a:lnTo>
                    <a:lnTo>
                      <a:pt x="32105" y="25242"/>
                    </a:lnTo>
                    <a:lnTo>
                      <a:pt x="32483" y="24504"/>
                    </a:lnTo>
                    <a:lnTo>
                      <a:pt x="32823" y="23748"/>
                    </a:lnTo>
                    <a:lnTo>
                      <a:pt x="33126" y="22973"/>
                    </a:lnTo>
                    <a:lnTo>
                      <a:pt x="33410" y="22179"/>
                    </a:lnTo>
                    <a:lnTo>
                      <a:pt x="33636" y="21366"/>
                    </a:lnTo>
                    <a:lnTo>
                      <a:pt x="33826" y="20534"/>
                    </a:lnTo>
                    <a:lnTo>
                      <a:pt x="33977" y="19683"/>
                    </a:lnTo>
                    <a:lnTo>
                      <a:pt x="34090" y="18832"/>
                    </a:lnTo>
                    <a:lnTo>
                      <a:pt x="34147" y="17962"/>
                    </a:lnTo>
                    <a:lnTo>
                      <a:pt x="34166" y="17093"/>
                    </a:lnTo>
                    <a:lnTo>
                      <a:pt x="34147" y="16204"/>
                    </a:lnTo>
                    <a:lnTo>
                      <a:pt x="34090" y="15334"/>
                    </a:lnTo>
                    <a:lnTo>
                      <a:pt x="33977" y="14483"/>
                    </a:lnTo>
                    <a:lnTo>
                      <a:pt x="33826" y="13652"/>
                    </a:lnTo>
                    <a:lnTo>
                      <a:pt x="33636" y="12820"/>
                    </a:lnTo>
                    <a:lnTo>
                      <a:pt x="33410" y="12007"/>
                    </a:lnTo>
                    <a:lnTo>
                      <a:pt x="33126" y="11213"/>
                    </a:lnTo>
                    <a:lnTo>
                      <a:pt x="32823" y="10437"/>
                    </a:lnTo>
                    <a:lnTo>
                      <a:pt x="32483" y="9681"/>
                    </a:lnTo>
                    <a:lnTo>
                      <a:pt x="32105" y="8944"/>
                    </a:lnTo>
                    <a:lnTo>
                      <a:pt x="31689" y="8225"/>
                    </a:lnTo>
                    <a:lnTo>
                      <a:pt x="31254" y="7544"/>
                    </a:lnTo>
                    <a:lnTo>
                      <a:pt x="30781" y="6864"/>
                    </a:lnTo>
                    <a:lnTo>
                      <a:pt x="30271" y="6221"/>
                    </a:lnTo>
                    <a:lnTo>
                      <a:pt x="29723" y="5597"/>
                    </a:lnTo>
                    <a:lnTo>
                      <a:pt x="29174" y="5011"/>
                    </a:lnTo>
                    <a:lnTo>
                      <a:pt x="28569" y="4444"/>
                    </a:lnTo>
                    <a:lnTo>
                      <a:pt x="27945" y="3914"/>
                    </a:lnTo>
                    <a:lnTo>
                      <a:pt x="27303" y="3404"/>
                    </a:lnTo>
                    <a:lnTo>
                      <a:pt x="26641" y="2931"/>
                    </a:lnTo>
                    <a:lnTo>
                      <a:pt x="25941" y="2477"/>
                    </a:lnTo>
                    <a:lnTo>
                      <a:pt x="25223" y="2061"/>
                    </a:lnTo>
                    <a:lnTo>
                      <a:pt x="24485" y="1683"/>
                    </a:lnTo>
                    <a:lnTo>
                      <a:pt x="23729" y="1343"/>
                    </a:lnTo>
                    <a:lnTo>
                      <a:pt x="22954" y="1040"/>
                    </a:lnTo>
                    <a:lnTo>
                      <a:pt x="22160" y="776"/>
                    </a:lnTo>
                    <a:lnTo>
                      <a:pt x="21347" y="549"/>
                    </a:lnTo>
                    <a:lnTo>
                      <a:pt x="20534" y="360"/>
                    </a:lnTo>
                    <a:lnTo>
                      <a:pt x="19683" y="208"/>
                    </a:lnTo>
                    <a:lnTo>
                      <a:pt x="18832" y="95"/>
                    </a:lnTo>
                    <a:lnTo>
                      <a:pt x="17962" y="19"/>
                    </a:lnTo>
                    <a:lnTo>
                      <a:pt x="170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1846;p36"/>
              <p:cNvSpPr/>
              <p:nvPr/>
            </p:nvSpPr>
            <p:spPr>
              <a:xfrm>
                <a:off x="1875050" y="-1734150"/>
                <a:ext cx="619725" cy="619700"/>
              </a:xfrm>
              <a:custGeom>
                <a:avLst/>
                <a:gdLst/>
                <a:ahLst/>
                <a:cxnLst/>
                <a:rect l="l" t="t" r="r" b="b"/>
                <a:pathLst>
                  <a:path w="24789" h="24788" extrusionOk="0">
                    <a:moveTo>
                      <a:pt x="12404" y="0"/>
                    </a:moveTo>
                    <a:lnTo>
                      <a:pt x="11761" y="19"/>
                    </a:lnTo>
                    <a:lnTo>
                      <a:pt x="11137" y="76"/>
                    </a:lnTo>
                    <a:lnTo>
                      <a:pt x="10513" y="151"/>
                    </a:lnTo>
                    <a:lnTo>
                      <a:pt x="9889" y="265"/>
                    </a:lnTo>
                    <a:lnTo>
                      <a:pt x="9303" y="397"/>
                    </a:lnTo>
                    <a:lnTo>
                      <a:pt x="8717" y="567"/>
                    </a:lnTo>
                    <a:lnTo>
                      <a:pt x="8131" y="756"/>
                    </a:lnTo>
                    <a:lnTo>
                      <a:pt x="7564" y="983"/>
                    </a:lnTo>
                    <a:lnTo>
                      <a:pt x="7015" y="1229"/>
                    </a:lnTo>
                    <a:lnTo>
                      <a:pt x="6486" y="1513"/>
                    </a:lnTo>
                    <a:lnTo>
                      <a:pt x="5975" y="1796"/>
                    </a:lnTo>
                    <a:lnTo>
                      <a:pt x="5465" y="2118"/>
                    </a:lnTo>
                    <a:lnTo>
                      <a:pt x="4973" y="2477"/>
                    </a:lnTo>
                    <a:lnTo>
                      <a:pt x="4520" y="2836"/>
                    </a:lnTo>
                    <a:lnTo>
                      <a:pt x="4066" y="3233"/>
                    </a:lnTo>
                    <a:lnTo>
                      <a:pt x="3631" y="3630"/>
                    </a:lnTo>
                    <a:lnTo>
                      <a:pt x="3215" y="4065"/>
                    </a:lnTo>
                    <a:lnTo>
                      <a:pt x="2837" y="4519"/>
                    </a:lnTo>
                    <a:lnTo>
                      <a:pt x="2459" y="4992"/>
                    </a:lnTo>
                    <a:lnTo>
                      <a:pt x="2118" y="5464"/>
                    </a:lnTo>
                    <a:lnTo>
                      <a:pt x="1797" y="5975"/>
                    </a:lnTo>
                    <a:lnTo>
                      <a:pt x="1494" y="6485"/>
                    </a:lnTo>
                    <a:lnTo>
                      <a:pt x="1230" y="7034"/>
                    </a:lnTo>
                    <a:lnTo>
                      <a:pt x="984" y="7582"/>
                    </a:lnTo>
                    <a:lnTo>
                      <a:pt x="757" y="8149"/>
                    </a:lnTo>
                    <a:lnTo>
                      <a:pt x="568" y="8716"/>
                    </a:lnTo>
                    <a:lnTo>
                      <a:pt x="398" y="9303"/>
                    </a:lnTo>
                    <a:lnTo>
                      <a:pt x="246" y="9908"/>
                    </a:lnTo>
                    <a:lnTo>
                      <a:pt x="152" y="10513"/>
                    </a:lnTo>
                    <a:lnTo>
                      <a:pt x="57" y="11137"/>
                    </a:lnTo>
                    <a:lnTo>
                      <a:pt x="20" y="11761"/>
                    </a:lnTo>
                    <a:lnTo>
                      <a:pt x="1" y="12403"/>
                    </a:lnTo>
                    <a:lnTo>
                      <a:pt x="20" y="13046"/>
                    </a:lnTo>
                    <a:lnTo>
                      <a:pt x="57" y="13670"/>
                    </a:lnTo>
                    <a:lnTo>
                      <a:pt x="152" y="14294"/>
                    </a:lnTo>
                    <a:lnTo>
                      <a:pt x="246" y="14899"/>
                    </a:lnTo>
                    <a:lnTo>
                      <a:pt x="398" y="15504"/>
                    </a:lnTo>
                    <a:lnTo>
                      <a:pt x="568" y="16090"/>
                    </a:lnTo>
                    <a:lnTo>
                      <a:pt x="757" y="16658"/>
                    </a:lnTo>
                    <a:lnTo>
                      <a:pt x="984" y="17225"/>
                    </a:lnTo>
                    <a:lnTo>
                      <a:pt x="1230" y="17773"/>
                    </a:lnTo>
                    <a:lnTo>
                      <a:pt x="1494" y="18302"/>
                    </a:lnTo>
                    <a:lnTo>
                      <a:pt x="1797" y="18832"/>
                    </a:lnTo>
                    <a:lnTo>
                      <a:pt x="2118" y="19323"/>
                    </a:lnTo>
                    <a:lnTo>
                      <a:pt x="2459" y="19815"/>
                    </a:lnTo>
                    <a:lnTo>
                      <a:pt x="2837" y="20288"/>
                    </a:lnTo>
                    <a:lnTo>
                      <a:pt x="3215" y="20742"/>
                    </a:lnTo>
                    <a:lnTo>
                      <a:pt x="3631" y="21157"/>
                    </a:lnTo>
                    <a:lnTo>
                      <a:pt x="4066" y="21573"/>
                    </a:lnTo>
                    <a:lnTo>
                      <a:pt x="4520" y="21971"/>
                    </a:lnTo>
                    <a:lnTo>
                      <a:pt x="4973" y="22330"/>
                    </a:lnTo>
                    <a:lnTo>
                      <a:pt x="5465" y="22670"/>
                    </a:lnTo>
                    <a:lnTo>
                      <a:pt x="5975" y="22991"/>
                    </a:lnTo>
                    <a:lnTo>
                      <a:pt x="6486" y="23294"/>
                    </a:lnTo>
                    <a:lnTo>
                      <a:pt x="7015" y="23578"/>
                    </a:lnTo>
                    <a:lnTo>
                      <a:pt x="7564" y="23823"/>
                    </a:lnTo>
                    <a:lnTo>
                      <a:pt x="8131" y="24050"/>
                    </a:lnTo>
                    <a:lnTo>
                      <a:pt x="8717" y="24239"/>
                    </a:lnTo>
                    <a:lnTo>
                      <a:pt x="9303" y="24410"/>
                    </a:lnTo>
                    <a:lnTo>
                      <a:pt x="9889" y="24542"/>
                    </a:lnTo>
                    <a:lnTo>
                      <a:pt x="10513" y="24655"/>
                    </a:lnTo>
                    <a:lnTo>
                      <a:pt x="11137" y="24731"/>
                    </a:lnTo>
                    <a:lnTo>
                      <a:pt x="11761" y="24788"/>
                    </a:lnTo>
                    <a:lnTo>
                      <a:pt x="13028" y="24788"/>
                    </a:lnTo>
                    <a:lnTo>
                      <a:pt x="13671" y="24731"/>
                    </a:lnTo>
                    <a:lnTo>
                      <a:pt x="14276" y="24655"/>
                    </a:lnTo>
                    <a:lnTo>
                      <a:pt x="14900" y="24542"/>
                    </a:lnTo>
                    <a:lnTo>
                      <a:pt x="15486" y="24410"/>
                    </a:lnTo>
                    <a:lnTo>
                      <a:pt x="16072" y="24239"/>
                    </a:lnTo>
                    <a:lnTo>
                      <a:pt x="16658" y="24050"/>
                    </a:lnTo>
                    <a:lnTo>
                      <a:pt x="17225" y="23823"/>
                    </a:lnTo>
                    <a:lnTo>
                      <a:pt x="17774" y="23578"/>
                    </a:lnTo>
                    <a:lnTo>
                      <a:pt x="18303" y="23294"/>
                    </a:lnTo>
                    <a:lnTo>
                      <a:pt x="18813" y="22991"/>
                    </a:lnTo>
                    <a:lnTo>
                      <a:pt x="19324" y="22670"/>
                    </a:lnTo>
                    <a:lnTo>
                      <a:pt x="19816" y="22330"/>
                    </a:lnTo>
                    <a:lnTo>
                      <a:pt x="20288" y="21971"/>
                    </a:lnTo>
                    <a:lnTo>
                      <a:pt x="20723" y="21573"/>
                    </a:lnTo>
                    <a:lnTo>
                      <a:pt x="21158" y="21157"/>
                    </a:lnTo>
                    <a:lnTo>
                      <a:pt x="21574" y="20742"/>
                    </a:lnTo>
                    <a:lnTo>
                      <a:pt x="21952" y="20288"/>
                    </a:lnTo>
                    <a:lnTo>
                      <a:pt x="22330" y="19815"/>
                    </a:lnTo>
                    <a:lnTo>
                      <a:pt x="22671" y="19323"/>
                    </a:lnTo>
                    <a:lnTo>
                      <a:pt x="22992" y="18832"/>
                    </a:lnTo>
                    <a:lnTo>
                      <a:pt x="23294" y="18302"/>
                    </a:lnTo>
                    <a:lnTo>
                      <a:pt x="23559" y="17773"/>
                    </a:lnTo>
                    <a:lnTo>
                      <a:pt x="23824" y="17225"/>
                    </a:lnTo>
                    <a:lnTo>
                      <a:pt x="24032" y="16658"/>
                    </a:lnTo>
                    <a:lnTo>
                      <a:pt x="24240" y="16090"/>
                    </a:lnTo>
                    <a:lnTo>
                      <a:pt x="24391" y="15504"/>
                    </a:lnTo>
                    <a:lnTo>
                      <a:pt x="24542" y="14899"/>
                    </a:lnTo>
                    <a:lnTo>
                      <a:pt x="24656" y="14294"/>
                    </a:lnTo>
                    <a:lnTo>
                      <a:pt x="24731" y="13670"/>
                    </a:lnTo>
                    <a:lnTo>
                      <a:pt x="24769" y="13046"/>
                    </a:lnTo>
                    <a:lnTo>
                      <a:pt x="24788" y="12403"/>
                    </a:lnTo>
                    <a:lnTo>
                      <a:pt x="24769" y="11761"/>
                    </a:lnTo>
                    <a:lnTo>
                      <a:pt x="24731" y="11137"/>
                    </a:lnTo>
                    <a:lnTo>
                      <a:pt x="24656" y="10513"/>
                    </a:lnTo>
                    <a:lnTo>
                      <a:pt x="24542" y="9908"/>
                    </a:lnTo>
                    <a:lnTo>
                      <a:pt x="24391" y="9303"/>
                    </a:lnTo>
                    <a:lnTo>
                      <a:pt x="24240" y="8716"/>
                    </a:lnTo>
                    <a:lnTo>
                      <a:pt x="24032" y="8149"/>
                    </a:lnTo>
                    <a:lnTo>
                      <a:pt x="23824" y="7582"/>
                    </a:lnTo>
                    <a:lnTo>
                      <a:pt x="23559" y="7034"/>
                    </a:lnTo>
                    <a:lnTo>
                      <a:pt x="23294" y="6485"/>
                    </a:lnTo>
                    <a:lnTo>
                      <a:pt x="22992" y="5975"/>
                    </a:lnTo>
                    <a:lnTo>
                      <a:pt x="22671" y="5464"/>
                    </a:lnTo>
                    <a:lnTo>
                      <a:pt x="22330" y="4992"/>
                    </a:lnTo>
                    <a:lnTo>
                      <a:pt x="21952" y="4519"/>
                    </a:lnTo>
                    <a:lnTo>
                      <a:pt x="21574" y="4065"/>
                    </a:lnTo>
                    <a:lnTo>
                      <a:pt x="21158" y="3630"/>
                    </a:lnTo>
                    <a:lnTo>
                      <a:pt x="20723" y="3233"/>
                    </a:lnTo>
                    <a:lnTo>
                      <a:pt x="20288" y="2836"/>
                    </a:lnTo>
                    <a:lnTo>
                      <a:pt x="19816" y="2477"/>
                    </a:lnTo>
                    <a:lnTo>
                      <a:pt x="19324" y="2118"/>
                    </a:lnTo>
                    <a:lnTo>
                      <a:pt x="18813" y="1796"/>
                    </a:lnTo>
                    <a:lnTo>
                      <a:pt x="18303" y="1513"/>
                    </a:lnTo>
                    <a:lnTo>
                      <a:pt x="17774" y="1229"/>
                    </a:lnTo>
                    <a:lnTo>
                      <a:pt x="17225" y="983"/>
                    </a:lnTo>
                    <a:lnTo>
                      <a:pt x="16658" y="756"/>
                    </a:lnTo>
                    <a:lnTo>
                      <a:pt x="16072" y="567"/>
                    </a:lnTo>
                    <a:lnTo>
                      <a:pt x="15486" y="397"/>
                    </a:lnTo>
                    <a:lnTo>
                      <a:pt x="14900" y="265"/>
                    </a:lnTo>
                    <a:lnTo>
                      <a:pt x="14276" y="151"/>
                    </a:lnTo>
                    <a:lnTo>
                      <a:pt x="13671" y="76"/>
                    </a:lnTo>
                    <a:lnTo>
                      <a:pt x="13028" y="19"/>
                    </a:lnTo>
                    <a:lnTo>
                      <a:pt x="1240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36"/>
              <p:cNvSpPr/>
              <p:nvPr/>
            </p:nvSpPr>
            <p:spPr>
              <a:xfrm>
                <a:off x="1974325" y="-1634425"/>
                <a:ext cx="421175" cy="420725"/>
              </a:xfrm>
              <a:custGeom>
                <a:avLst/>
                <a:gdLst/>
                <a:ahLst/>
                <a:cxnLst/>
                <a:rect l="l" t="t" r="r" b="b"/>
                <a:pathLst>
                  <a:path w="16847" h="16829" extrusionOk="0">
                    <a:moveTo>
                      <a:pt x="7998" y="1"/>
                    </a:moveTo>
                    <a:lnTo>
                      <a:pt x="7563" y="38"/>
                    </a:lnTo>
                    <a:lnTo>
                      <a:pt x="7147" y="95"/>
                    </a:lnTo>
                    <a:lnTo>
                      <a:pt x="6731" y="171"/>
                    </a:lnTo>
                    <a:lnTo>
                      <a:pt x="6315" y="265"/>
                    </a:lnTo>
                    <a:lnTo>
                      <a:pt x="5918" y="379"/>
                    </a:lnTo>
                    <a:lnTo>
                      <a:pt x="5521" y="511"/>
                    </a:lnTo>
                    <a:lnTo>
                      <a:pt x="5143" y="662"/>
                    </a:lnTo>
                    <a:lnTo>
                      <a:pt x="4765" y="814"/>
                    </a:lnTo>
                    <a:lnTo>
                      <a:pt x="4406" y="1003"/>
                    </a:lnTo>
                    <a:lnTo>
                      <a:pt x="4065" y="1211"/>
                    </a:lnTo>
                    <a:lnTo>
                      <a:pt x="3725" y="1438"/>
                    </a:lnTo>
                    <a:lnTo>
                      <a:pt x="3385" y="1664"/>
                    </a:lnTo>
                    <a:lnTo>
                      <a:pt x="3063" y="1910"/>
                    </a:lnTo>
                    <a:lnTo>
                      <a:pt x="2761" y="2175"/>
                    </a:lnTo>
                    <a:lnTo>
                      <a:pt x="2477" y="2459"/>
                    </a:lnTo>
                    <a:lnTo>
                      <a:pt x="2193" y="2742"/>
                    </a:lnTo>
                    <a:lnTo>
                      <a:pt x="1929" y="3064"/>
                    </a:lnTo>
                    <a:lnTo>
                      <a:pt x="1683" y="3366"/>
                    </a:lnTo>
                    <a:lnTo>
                      <a:pt x="1437" y="3706"/>
                    </a:lnTo>
                    <a:lnTo>
                      <a:pt x="1229" y="4047"/>
                    </a:lnTo>
                    <a:lnTo>
                      <a:pt x="1021" y="4406"/>
                    </a:lnTo>
                    <a:lnTo>
                      <a:pt x="832" y="4765"/>
                    </a:lnTo>
                    <a:lnTo>
                      <a:pt x="662" y="5143"/>
                    </a:lnTo>
                    <a:lnTo>
                      <a:pt x="511" y="5522"/>
                    </a:lnTo>
                    <a:lnTo>
                      <a:pt x="378" y="5900"/>
                    </a:lnTo>
                    <a:lnTo>
                      <a:pt x="265" y="6316"/>
                    </a:lnTo>
                    <a:lnTo>
                      <a:pt x="170" y="6713"/>
                    </a:lnTo>
                    <a:lnTo>
                      <a:pt x="95" y="7129"/>
                    </a:lnTo>
                    <a:lnTo>
                      <a:pt x="38" y="7545"/>
                    </a:lnTo>
                    <a:lnTo>
                      <a:pt x="19" y="7980"/>
                    </a:lnTo>
                    <a:lnTo>
                      <a:pt x="0" y="8414"/>
                    </a:lnTo>
                    <a:lnTo>
                      <a:pt x="19" y="8849"/>
                    </a:lnTo>
                    <a:lnTo>
                      <a:pt x="38" y="9265"/>
                    </a:lnTo>
                    <a:lnTo>
                      <a:pt x="95" y="9700"/>
                    </a:lnTo>
                    <a:lnTo>
                      <a:pt x="170" y="10116"/>
                    </a:lnTo>
                    <a:lnTo>
                      <a:pt x="265" y="10513"/>
                    </a:lnTo>
                    <a:lnTo>
                      <a:pt x="378" y="10910"/>
                    </a:lnTo>
                    <a:lnTo>
                      <a:pt x="511" y="11307"/>
                    </a:lnTo>
                    <a:lnTo>
                      <a:pt x="662" y="11685"/>
                    </a:lnTo>
                    <a:lnTo>
                      <a:pt x="832" y="12064"/>
                    </a:lnTo>
                    <a:lnTo>
                      <a:pt x="1021" y="12423"/>
                    </a:lnTo>
                    <a:lnTo>
                      <a:pt x="1229" y="12782"/>
                    </a:lnTo>
                    <a:lnTo>
                      <a:pt x="1437" y="13122"/>
                    </a:lnTo>
                    <a:lnTo>
                      <a:pt x="1683" y="13444"/>
                    </a:lnTo>
                    <a:lnTo>
                      <a:pt x="1929" y="13765"/>
                    </a:lnTo>
                    <a:lnTo>
                      <a:pt x="2193" y="14068"/>
                    </a:lnTo>
                    <a:lnTo>
                      <a:pt x="2477" y="14370"/>
                    </a:lnTo>
                    <a:lnTo>
                      <a:pt x="2761" y="14654"/>
                    </a:lnTo>
                    <a:lnTo>
                      <a:pt x="3063" y="14919"/>
                    </a:lnTo>
                    <a:lnTo>
                      <a:pt x="3385" y="15164"/>
                    </a:lnTo>
                    <a:lnTo>
                      <a:pt x="3725" y="15391"/>
                    </a:lnTo>
                    <a:lnTo>
                      <a:pt x="4065" y="15618"/>
                    </a:lnTo>
                    <a:lnTo>
                      <a:pt x="4406" y="15826"/>
                    </a:lnTo>
                    <a:lnTo>
                      <a:pt x="4765" y="15996"/>
                    </a:lnTo>
                    <a:lnTo>
                      <a:pt x="5143" y="16166"/>
                    </a:lnTo>
                    <a:lnTo>
                      <a:pt x="5521" y="16318"/>
                    </a:lnTo>
                    <a:lnTo>
                      <a:pt x="5918" y="16450"/>
                    </a:lnTo>
                    <a:lnTo>
                      <a:pt x="6315" y="16563"/>
                    </a:lnTo>
                    <a:lnTo>
                      <a:pt x="6731" y="16658"/>
                    </a:lnTo>
                    <a:lnTo>
                      <a:pt x="7147" y="16734"/>
                    </a:lnTo>
                    <a:lnTo>
                      <a:pt x="7563" y="16790"/>
                    </a:lnTo>
                    <a:lnTo>
                      <a:pt x="7998" y="16828"/>
                    </a:lnTo>
                    <a:lnTo>
                      <a:pt x="8849" y="16828"/>
                    </a:lnTo>
                    <a:lnTo>
                      <a:pt x="9284" y="16790"/>
                    </a:lnTo>
                    <a:lnTo>
                      <a:pt x="9700" y="16734"/>
                    </a:lnTo>
                    <a:lnTo>
                      <a:pt x="10116" y="16658"/>
                    </a:lnTo>
                    <a:lnTo>
                      <a:pt x="10532" y="16563"/>
                    </a:lnTo>
                    <a:lnTo>
                      <a:pt x="10929" y="16450"/>
                    </a:lnTo>
                    <a:lnTo>
                      <a:pt x="11326" y="16318"/>
                    </a:lnTo>
                    <a:lnTo>
                      <a:pt x="11704" y="16166"/>
                    </a:lnTo>
                    <a:lnTo>
                      <a:pt x="12082" y="15996"/>
                    </a:lnTo>
                    <a:lnTo>
                      <a:pt x="12441" y="15826"/>
                    </a:lnTo>
                    <a:lnTo>
                      <a:pt x="12800" y="15618"/>
                    </a:lnTo>
                    <a:lnTo>
                      <a:pt x="13141" y="15391"/>
                    </a:lnTo>
                    <a:lnTo>
                      <a:pt x="13462" y="15164"/>
                    </a:lnTo>
                    <a:lnTo>
                      <a:pt x="13784" y="14919"/>
                    </a:lnTo>
                    <a:lnTo>
                      <a:pt x="14086" y="14654"/>
                    </a:lnTo>
                    <a:lnTo>
                      <a:pt x="14389" y="14370"/>
                    </a:lnTo>
                    <a:lnTo>
                      <a:pt x="14653" y="14068"/>
                    </a:lnTo>
                    <a:lnTo>
                      <a:pt x="14918" y="13765"/>
                    </a:lnTo>
                    <a:lnTo>
                      <a:pt x="15183" y="13444"/>
                    </a:lnTo>
                    <a:lnTo>
                      <a:pt x="15410" y="13122"/>
                    </a:lnTo>
                    <a:lnTo>
                      <a:pt x="15637" y="12782"/>
                    </a:lnTo>
                    <a:lnTo>
                      <a:pt x="15826" y="12423"/>
                    </a:lnTo>
                    <a:lnTo>
                      <a:pt x="16015" y="12064"/>
                    </a:lnTo>
                    <a:lnTo>
                      <a:pt x="16185" y="11685"/>
                    </a:lnTo>
                    <a:lnTo>
                      <a:pt x="16336" y="11307"/>
                    </a:lnTo>
                    <a:lnTo>
                      <a:pt x="16468" y="10910"/>
                    </a:lnTo>
                    <a:lnTo>
                      <a:pt x="16582" y="10513"/>
                    </a:lnTo>
                    <a:lnTo>
                      <a:pt x="16676" y="10116"/>
                    </a:lnTo>
                    <a:lnTo>
                      <a:pt x="16752" y="9700"/>
                    </a:lnTo>
                    <a:lnTo>
                      <a:pt x="16809" y="9265"/>
                    </a:lnTo>
                    <a:lnTo>
                      <a:pt x="16828" y="8849"/>
                    </a:lnTo>
                    <a:lnTo>
                      <a:pt x="16847" y="8414"/>
                    </a:lnTo>
                    <a:lnTo>
                      <a:pt x="16828" y="7980"/>
                    </a:lnTo>
                    <a:lnTo>
                      <a:pt x="16809" y="7545"/>
                    </a:lnTo>
                    <a:lnTo>
                      <a:pt x="16752" y="7129"/>
                    </a:lnTo>
                    <a:lnTo>
                      <a:pt x="16676" y="6713"/>
                    </a:lnTo>
                    <a:lnTo>
                      <a:pt x="16582" y="6316"/>
                    </a:lnTo>
                    <a:lnTo>
                      <a:pt x="16468" y="5900"/>
                    </a:lnTo>
                    <a:lnTo>
                      <a:pt x="16336" y="5522"/>
                    </a:lnTo>
                    <a:lnTo>
                      <a:pt x="16185" y="5143"/>
                    </a:lnTo>
                    <a:lnTo>
                      <a:pt x="16015" y="4765"/>
                    </a:lnTo>
                    <a:lnTo>
                      <a:pt x="15826" y="4406"/>
                    </a:lnTo>
                    <a:lnTo>
                      <a:pt x="15637" y="4047"/>
                    </a:lnTo>
                    <a:lnTo>
                      <a:pt x="15410" y="3706"/>
                    </a:lnTo>
                    <a:lnTo>
                      <a:pt x="15183" y="3366"/>
                    </a:lnTo>
                    <a:lnTo>
                      <a:pt x="14918" y="3064"/>
                    </a:lnTo>
                    <a:lnTo>
                      <a:pt x="14653" y="2742"/>
                    </a:lnTo>
                    <a:lnTo>
                      <a:pt x="14389" y="2459"/>
                    </a:lnTo>
                    <a:lnTo>
                      <a:pt x="14086" y="2175"/>
                    </a:lnTo>
                    <a:lnTo>
                      <a:pt x="13784" y="1910"/>
                    </a:lnTo>
                    <a:lnTo>
                      <a:pt x="13462" y="1664"/>
                    </a:lnTo>
                    <a:lnTo>
                      <a:pt x="13141" y="1438"/>
                    </a:lnTo>
                    <a:lnTo>
                      <a:pt x="12800" y="1211"/>
                    </a:lnTo>
                    <a:lnTo>
                      <a:pt x="12441" y="1003"/>
                    </a:lnTo>
                    <a:lnTo>
                      <a:pt x="12082" y="814"/>
                    </a:lnTo>
                    <a:lnTo>
                      <a:pt x="11704" y="662"/>
                    </a:lnTo>
                    <a:lnTo>
                      <a:pt x="11326" y="511"/>
                    </a:lnTo>
                    <a:lnTo>
                      <a:pt x="10929" y="379"/>
                    </a:lnTo>
                    <a:lnTo>
                      <a:pt x="10532" y="265"/>
                    </a:lnTo>
                    <a:lnTo>
                      <a:pt x="10116" y="171"/>
                    </a:lnTo>
                    <a:lnTo>
                      <a:pt x="9700" y="95"/>
                    </a:lnTo>
                    <a:lnTo>
                      <a:pt x="9284" y="38"/>
                    </a:lnTo>
                    <a:lnTo>
                      <a:pt x="88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36"/>
              <p:cNvSpPr/>
              <p:nvPr/>
            </p:nvSpPr>
            <p:spPr>
              <a:xfrm>
                <a:off x="2074050" y="-1535150"/>
                <a:ext cx="221725" cy="222175"/>
              </a:xfrm>
              <a:custGeom>
                <a:avLst/>
                <a:gdLst/>
                <a:ahLst/>
                <a:cxnLst/>
                <a:rect l="l" t="t" r="r" b="b"/>
                <a:pathLst>
                  <a:path w="8869" h="8887" extrusionOk="0">
                    <a:moveTo>
                      <a:pt x="4444" y="0"/>
                    </a:moveTo>
                    <a:lnTo>
                      <a:pt x="4198" y="19"/>
                    </a:lnTo>
                    <a:lnTo>
                      <a:pt x="3990" y="19"/>
                    </a:lnTo>
                    <a:lnTo>
                      <a:pt x="3536" y="95"/>
                    </a:lnTo>
                    <a:lnTo>
                      <a:pt x="3120" y="208"/>
                    </a:lnTo>
                    <a:lnTo>
                      <a:pt x="2704" y="359"/>
                    </a:lnTo>
                    <a:lnTo>
                      <a:pt x="2326" y="548"/>
                    </a:lnTo>
                    <a:lnTo>
                      <a:pt x="1948" y="756"/>
                    </a:lnTo>
                    <a:lnTo>
                      <a:pt x="1608" y="1021"/>
                    </a:lnTo>
                    <a:lnTo>
                      <a:pt x="1305" y="1305"/>
                    </a:lnTo>
                    <a:lnTo>
                      <a:pt x="1003" y="1626"/>
                    </a:lnTo>
                    <a:lnTo>
                      <a:pt x="757" y="1967"/>
                    </a:lnTo>
                    <a:lnTo>
                      <a:pt x="530" y="2326"/>
                    </a:lnTo>
                    <a:lnTo>
                      <a:pt x="341" y="2723"/>
                    </a:lnTo>
                    <a:lnTo>
                      <a:pt x="190" y="3120"/>
                    </a:lnTo>
                    <a:lnTo>
                      <a:pt x="95" y="3555"/>
                    </a:lnTo>
                    <a:lnTo>
                      <a:pt x="20" y="3990"/>
                    </a:lnTo>
                    <a:lnTo>
                      <a:pt x="1" y="4217"/>
                    </a:lnTo>
                    <a:lnTo>
                      <a:pt x="1" y="4443"/>
                    </a:lnTo>
                    <a:lnTo>
                      <a:pt x="1" y="4670"/>
                    </a:lnTo>
                    <a:lnTo>
                      <a:pt x="20" y="4897"/>
                    </a:lnTo>
                    <a:lnTo>
                      <a:pt x="95" y="5332"/>
                    </a:lnTo>
                    <a:lnTo>
                      <a:pt x="190" y="5767"/>
                    </a:lnTo>
                    <a:lnTo>
                      <a:pt x="341" y="6164"/>
                    </a:lnTo>
                    <a:lnTo>
                      <a:pt x="530" y="6561"/>
                    </a:lnTo>
                    <a:lnTo>
                      <a:pt x="757" y="6920"/>
                    </a:lnTo>
                    <a:lnTo>
                      <a:pt x="1003" y="7261"/>
                    </a:lnTo>
                    <a:lnTo>
                      <a:pt x="1305" y="7582"/>
                    </a:lnTo>
                    <a:lnTo>
                      <a:pt x="1608" y="7866"/>
                    </a:lnTo>
                    <a:lnTo>
                      <a:pt x="1948" y="8130"/>
                    </a:lnTo>
                    <a:lnTo>
                      <a:pt x="2326" y="8338"/>
                    </a:lnTo>
                    <a:lnTo>
                      <a:pt x="2704" y="8527"/>
                    </a:lnTo>
                    <a:lnTo>
                      <a:pt x="3120" y="8679"/>
                    </a:lnTo>
                    <a:lnTo>
                      <a:pt x="3536" y="8792"/>
                    </a:lnTo>
                    <a:lnTo>
                      <a:pt x="3990" y="8849"/>
                    </a:lnTo>
                    <a:lnTo>
                      <a:pt x="4198" y="8868"/>
                    </a:lnTo>
                    <a:lnTo>
                      <a:pt x="4444" y="8887"/>
                    </a:lnTo>
                    <a:lnTo>
                      <a:pt x="4671" y="8868"/>
                    </a:lnTo>
                    <a:lnTo>
                      <a:pt x="4898" y="8849"/>
                    </a:lnTo>
                    <a:lnTo>
                      <a:pt x="5333" y="8792"/>
                    </a:lnTo>
                    <a:lnTo>
                      <a:pt x="5748" y="8679"/>
                    </a:lnTo>
                    <a:lnTo>
                      <a:pt x="6164" y="8527"/>
                    </a:lnTo>
                    <a:lnTo>
                      <a:pt x="6543" y="8338"/>
                    </a:lnTo>
                    <a:lnTo>
                      <a:pt x="6921" y="8130"/>
                    </a:lnTo>
                    <a:lnTo>
                      <a:pt x="7261" y="7866"/>
                    </a:lnTo>
                    <a:lnTo>
                      <a:pt x="7582" y="7582"/>
                    </a:lnTo>
                    <a:lnTo>
                      <a:pt x="7866" y="7261"/>
                    </a:lnTo>
                    <a:lnTo>
                      <a:pt x="8112" y="6920"/>
                    </a:lnTo>
                    <a:lnTo>
                      <a:pt x="8339" y="6561"/>
                    </a:lnTo>
                    <a:lnTo>
                      <a:pt x="8528" y="6164"/>
                    </a:lnTo>
                    <a:lnTo>
                      <a:pt x="8679" y="5767"/>
                    </a:lnTo>
                    <a:lnTo>
                      <a:pt x="8793" y="5332"/>
                    </a:lnTo>
                    <a:lnTo>
                      <a:pt x="8849" y="4897"/>
                    </a:lnTo>
                    <a:lnTo>
                      <a:pt x="8868" y="4670"/>
                    </a:lnTo>
                    <a:lnTo>
                      <a:pt x="8868" y="4443"/>
                    </a:lnTo>
                    <a:lnTo>
                      <a:pt x="8868" y="4217"/>
                    </a:lnTo>
                    <a:lnTo>
                      <a:pt x="8849" y="3990"/>
                    </a:lnTo>
                    <a:lnTo>
                      <a:pt x="8793" y="3555"/>
                    </a:lnTo>
                    <a:lnTo>
                      <a:pt x="8679" y="3120"/>
                    </a:lnTo>
                    <a:lnTo>
                      <a:pt x="8528" y="2723"/>
                    </a:lnTo>
                    <a:lnTo>
                      <a:pt x="8339" y="2326"/>
                    </a:lnTo>
                    <a:lnTo>
                      <a:pt x="8112" y="1967"/>
                    </a:lnTo>
                    <a:lnTo>
                      <a:pt x="7866" y="1626"/>
                    </a:lnTo>
                    <a:lnTo>
                      <a:pt x="7582" y="1305"/>
                    </a:lnTo>
                    <a:lnTo>
                      <a:pt x="7261" y="1021"/>
                    </a:lnTo>
                    <a:lnTo>
                      <a:pt x="6921" y="756"/>
                    </a:lnTo>
                    <a:lnTo>
                      <a:pt x="6543" y="548"/>
                    </a:lnTo>
                    <a:lnTo>
                      <a:pt x="6164" y="359"/>
                    </a:lnTo>
                    <a:lnTo>
                      <a:pt x="5748" y="208"/>
                    </a:lnTo>
                    <a:lnTo>
                      <a:pt x="5333" y="95"/>
                    </a:lnTo>
                    <a:lnTo>
                      <a:pt x="4898" y="19"/>
                    </a:lnTo>
                    <a:lnTo>
                      <a:pt x="4671" y="19"/>
                    </a:lnTo>
                    <a:lnTo>
                      <a:pt x="444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36"/>
              <p:cNvSpPr/>
              <p:nvPr/>
            </p:nvSpPr>
            <p:spPr>
              <a:xfrm>
                <a:off x="2192700" y="-1659475"/>
                <a:ext cx="515250" cy="237775"/>
              </a:xfrm>
              <a:custGeom>
                <a:avLst/>
                <a:gdLst/>
                <a:ahLst/>
                <a:cxnLst/>
                <a:rect l="l" t="t" r="r" b="b"/>
                <a:pathLst>
                  <a:path w="20610" h="9511" extrusionOk="0">
                    <a:moveTo>
                      <a:pt x="19815" y="1"/>
                    </a:moveTo>
                    <a:lnTo>
                      <a:pt x="0" y="9114"/>
                    </a:lnTo>
                    <a:lnTo>
                      <a:pt x="152" y="9511"/>
                    </a:lnTo>
                    <a:lnTo>
                      <a:pt x="20609" y="1040"/>
                    </a:lnTo>
                    <a:lnTo>
                      <a:pt x="19815" y="1"/>
                    </a:lnTo>
                    <a:close/>
                  </a:path>
                </a:pathLst>
              </a:custGeom>
              <a:gradFill>
                <a:gsLst>
                  <a:gs pos="0">
                    <a:srgbClr val="575757"/>
                  </a:gs>
                  <a:gs pos="100000">
                    <a:srgbClr val="16161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36"/>
              <p:cNvSpPr/>
              <p:nvPr/>
            </p:nvSpPr>
            <p:spPr>
              <a:xfrm>
                <a:off x="2620475" y="-1822550"/>
                <a:ext cx="312475" cy="245350"/>
              </a:xfrm>
              <a:custGeom>
                <a:avLst/>
                <a:gdLst/>
                <a:ahLst/>
                <a:cxnLst/>
                <a:rect l="l" t="t" r="r" b="b"/>
                <a:pathLst>
                  <a:path w="12499" h="9814" extrusionOk="0">
                    <a:moveTo>
                      <a:pt x="8509" y="1"/>
                    </a:moveTo>
                    <a:lnTo>
                      <a:pt x="1078" y="4803"/>
                    </a:lnTo>
                    <a:lnTo>
                      <a:pt x="0" y="8358"/>
                    </a:lnTo>
                    <a:lnTo>
                      <a:pt x="3820" y="9813"/>
                    </a:lnTo>
                    <a:lnTo>
                      <a:pt x="12498" y="5862"/>
                    </a:lnTo>
                    <a:lnTo>
                      <a:pt x="8376" y="4160"/>
                    </a:lnTo>
                    <a:lnTo>
                      <a:pt x="8509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0B9"/>
                  </a:gs>
                  <a:gs pos="100000">
                    <a:srgbClr val="F9D03C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51" name="Google Shape;1851;p36"/>
          <p:cNvGrpSpPr/>
          <p:nvPr/>
        </p:nvGrpSpPr>
        <p:grpSpPr>
          <a:xfrm>
            <a:off x="8409066" y="4227985"/>
            <a:ext cx="518113" cy="461719"/>
            <a:chOff x="2236010" y="3967511"/>
            <a:chExt cx="930353" cy="829089"/>
          </a:xfrm>
        </p:grpSpPr>
        <p:sp>
          <p:nvSpPr>
            <p:cNvPr id="1852" name="Google Shape;1852;p36"/>
            <p:cNvSpPr/>
            <p:nvPr/>
          </p:nvSpPr>
          <p:spPr>
            <a:xfrm>
              <a:off x="2265825" y="4694000"/>
              <a:ext cx="767100" cy="1026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53" name="Google Shape;1853;p36"/>
            <p:cNvGrpSpPr/>
            <p:nvPr/>
          </p:nvGrpSpPr>
          <p:grpSpPr>
            <a:xfrm>
              <a:off x="2236010" y="3967511"/>
              <a:ext cx="930353" cy="794959"/>
              <a:chOff x="1627375" y="-1981850"/>
              <a:chExt cx="1305575" cy="1115575"/>
            </a:xfrm>
          </p:grpSpPr>
          <p:sp>
            <p:nvSpPr>
              <p:cNvPr id="1854" name="Google Shape;1854;p36"/>
              <p:cNvSpPr/>
              <p:nvPr/>
            </p:nvSpPr>
            <p:spPr>
              <a:xfrm>
                <a:off x="1627375" y="-1981850"/>
                <a:ext cx="1115075" cy="1115575"/>
              </a:xfrm>
              <a:custGeom>
                <a:avLst/>
                <a:gdLst/>
                <a:ahLst/>
                <a:cxnLst/>
                <a:rect l="l" t="t" r="r" b="b"/>
                <a:pathLst>
                  <a:path w="44603" h="44623" extrusionOk="0">
                    <a:moveTo>
                      <a:pt x="21725" y="1"/>
                    </a:moveTo>
                    <a:lnTo>
                      <a:pt x="21158" y="39"/>
                    </a:lnTo>
                    <a:lnTo>
                      <a:pt x="20590" y="57"/>
                    </a:lnTo>
                    <a:lnTo>
                      <a:pt x="20023" y="114"/>
                    </a:lnTo>
                    <a:lnTo>
                      <a:pt x="19456" y="190"/>
                    </a:lnTo>
                    <a:lnTo>
                      <a:pt x="18908" y="265"/>
                    </a:lnTo>
                    <a:lnTo>
                      <a:pt x="18359" y="341"/>
                    </a:lnTo>
                    <a:lnTo>
                      <a:pt x="17811" y="455"/>
                    </a:lnTo>
                    <a:lnTo>
                      <a:pt x="17263" y="568"/>
                    </a:lnTo>
                    <a:lnTo>
                      <a:pt x="16733" y="700"/>
                    </a:lnTo>
                    <a:lnTo>
                      <a:pt x="16204" y="852"/>
                    </a:lnTo>
                    <a:lnTo>
                      <a:pt x="15674" y="1003"/>
                    </a:lnTo>
                    <a:lnTo>
                      <a:pt x="15145" y="1173"/>
                    </a:lnTo>
                    <a:lnTo>
                      <a:pt x="14634" y="1362"/>
                    </a:lnTo>
                    <a:lnTo>
                      <a:pt x="14124" y="1551"/>
                    </a:lnTo>
                    <a:lnTo>
                      <a:pt x="13613" y="1759"/>
                    </a:lnTo>
                    <a:lnTo>
                      <a:pt x="13122" y="1967"/>
                    </a:lnTo>
                    <a:lnTo>
                      <a:pt x="12630" y="2194"/>
                    </a:lnTo>
                    <a:lnTo>
                      <a:pt x="12139" y="2440"/>
                    </a:lnTo>
                    <a:lnTo>
                      <a:pt x="11666" y="2686"/>
                    </a:lnTo>
                    <a:lnTo>
                      <a:pt x="11193" y="2950"/>
                    </a:lnTo>
                    <a:lnTo>
                      <a:pt x="10740" y="3234"/>
                    </a:lnTo>
                    <a:lnTo>
                      <a:pt x="10286" y="3517"/>
                    </a:lnTo>
                    <a:lnTo>
                      <a:pt x="9832" y="3820"/>
                    </a:lnTo>
                    <a:lnTo>
                      <a:pt x="9397" y="4123"/>
                    </a:lnTo>
                    <a:lnTo>
                      <a:pt x="8962" y="4425"/>
                    </a:lnTo>
                    <a:lnTo>
                      <a:pt x="8527" y="4765"/>
                    </a:lnTo>
                    <a:lnTo>
                      <a:pt x="8111" y="5087"/>
                    </a:lnTo>
                    <a:lnTo>
                      <a:pt x="7696" y="5446"/>
                    </a:lnTo>
                    <a:lnTo>
                      <a:pt x="7298" y="5805"/>
                    </a:lnTo>
                    <a:lnTo>
                      <a:pt x="6920" y="6165"/>
                    </a:lnTo>
                    <a:lnTo>
                      <a:pt x="6523" y="6543"/>
                    </a:lnTo>
                    <a:lnTo>
                      <a:pt x="6164" y="6921"/>
                    </a:lnTo>
                    <a:lnTo>
                      <a:pt x="5786" y="7318"/>
                    </a:lnTo>
                    <a:lnTo>
                      <a:pt x="5427" y="7715"/>
                    </a:lnTo>
                    <a:lnTo>
                      <a:pt x="5086" y="8112"/>
                    </a:lnTo>
                    <a:lnTo>
                      <a:pt x="4746" y="8528"/>
                    </a:lnTo>
                    <a:lnTo>
                      <a:pt x="4425" y="8963"/>
                    </a:lnTo>
                    <a:lnTo>
                      <a:pt x="4103" y="9398"/>
                    </a:lnTo>
                    <a:lnTo>
                      <a:pt x="3801" y="9833"/>
                    </a:lnTo>
                    <a:lnTo>
                      <a:pt x="3517" y="10286"/>
                    </a:lnTo>
                    <a:lnTo>
                      <a:pt x="3233" y="10740"/>
                    </a:lnTo>
                    <a:lnTo>
                      <a:pt x="2950" y="11213"/>
                    </a:lnTo>
                    <a:lnTo>
                      <a:pt x="2685" y="11685"/>
                    </a:lnTo>
                    <a:lnTo>
                      <a:pt x="2439" y="12158"/>
                    </a:lnTo>
                    <a:lnTo>
                      <a:pt x="2193" y="12631"/>
                    </a:lnTo>
                    <a:lnTo>
                      <a:pt x="1967" y="13122"/>
                    </a:lnTo>
                    <a:lnTo>
                      <a:pt x="1740" y="13633"/>
                    </a:lnTo>
                    <a:lnTo>
                      <a:pt x="1551" y="14125"/>
                    </a:lnTo>
                    <a:lnTo>
                      <a:pt x="1343" y="14635"/>
                    </a:lnTo>
                    <a:lnTo>
                      <a:pt x="1172" y="15164"/>
                    </a:lnTo>
                    <a:lnTo>
                      <a:pt x="1002" y="15675"/>
                    </a:lnTo>
                    <a:lnTo>
                      <a:pt x="832" y="16204"/>
                    </a:lnTo>
                    <a:lnTo>
                      <a:pt x="700" y="16734"/>
                    </a:lnTo>
                    <a:lnTo>
                      <a:pt x="567" y="17263"/>
                    </a:lnTo>
                    <a:lnTo>
                      <a:pt x="454" y="17811"/>
                    </a:lnTo>
                    <a:lnTo>
                      <a:pt x="341" y="18360"/>
                    </a:lnTo>
                    <a:lnTo>
                      <a:pt x="246" y="18908"/>
                    </a:lnTo>
                    <a:lnTo>
                      <a:pt x="170" y="19475"/>
                    </a:lnTo>
                    <a:lnTo>
                      <a:pt x="114" y="20024"/>
                    </a:lnTo>
                    <a:lnTo>
                      <a:pt x="57" y="20591"/>
                    </a:lnTo>
                    <a:lnTo>
                      <a:pt x="19" y="21158"/>
                    </a:lnTo>
                    <a:lnTo>
                      <a:pt x="0" y="21725"/>
                    </a:lnTo>
                    <a:lnTo>
                      <a:pt x="0" y="22311"/>
                    </a:lnTo>
                    <a:lnTo>
                      <a:pt x="0" y="22879"/>
                    </a:lnTo>
                    <a:lnTo>
                      <a:pt x="19" y="23465"/>
                    </a:lnTo>
                    <a:lnTo>
                      <a:pt x="57" y="24032"/>
                    </a:lnTo>
                    <a:lnTo>
                      <a:pt x="114" y="24599"/>
                    </a:lnTo>
                    <a:lnTo>
                      <a:pt x="170" y="25147"/>
                    </a:lnTo>
                    <a:lnTo>
                      <a:pt x="246" y="25715"/>
                    </a:lnTo>
                    <a:lnTo>
                      <a:pt x="341" y="26263"/>
                    </a:lnTo>
                    <a:lnTo>
                      <a:pt x="454" y="26811"/>
                    </a:lnTo>
                    <a:lnTo>
                      <a:pt x="567" y="27341"/>
                    </a:lnTo>
                    <a:lnTo>
                      <a:pt x="700" y="27889"/>
                    </a:lnTo>
                    <a:lnTo>
                      <a:pt x="832" y="28418"/>
                    </a:lnTo>
                    <a:lnTo>
                      <a:pt x="1002" y="28948"/>
                    </a:lnTo>
                    <a:lnTo>
                      <a:pt x="1172" y="29458"/>
                    </a:lnTo>
                    <a:lnTo>
                      <a:pt x="1343" y="29988"/>
                    </a:lnTo>
                    <a:lnTo>
                      <a:pt x="1551" y="30498"/>
                    </a:lnTo>
                    <a:lnTo>
                      <a:pt x="1740" y="30990"/>
                    </a:lnTo>
                    <a:lnTo>
                      <a:pt x="1967" y="31481"/>
                    </a:lnTo>
                    <a:lnTo>
                      <a:pt x="2193" y="31973"/>
                    </a:lnTo>
                    <a:lnTo>
                      <a:pt x="2439" y="32465"/>
                    </a:lnTo>
                    <a:lnTo>
                      <a:pt x="2685" y="32937"/>
                    </a:lnTo>
                    <a:lnTo>
                      <a:pt x="2950" y="33410"/>
                    </a:lnTo>
                    <a:lnTo>
                      <a:pt x="3233" y="33883"/>
                    </a:lnTo>
                    <a:lnTo>
                      <a:pt x="3517" y="34336"/>
                    </a:lnTo>
                    <a:lnTo>
                      <a:pt x="3801" y="34790"/>
                    </a:lnTo>
                    <a:lnTo>
                      <a:pt x="4103" y="35225"/>
                    </a:lnTo>
                    <a:lnTo>
                      <a:pt x="4425" y="35660"/>
                    </a:lnTo>
                    <a:lnTo>
                      <a:pt x="4746" y="36076"/>
                    </a:lnTo>
                    <a:lnTo>
                      <a:pt x="5086" y="36492"/>
                    </a:lnTo>
                    <a:lnTo>
                      <a:pt x="5427" y="36908"/>
                    </a:lnTo>
                    <a:lnTo>
                      <a:pt x="5786" y="37305"/>
                    </a:lnTo>
                    <a:lnTo>
                      <a:pt x="6164" y="37702"/>
                    </a:lnTo>
                    <a:lnTo>
                      <a:pt x="6523" y="38080"/>
                    </a:lnTo>
                    <a:lnTo>
                      <a:pt x="6920" y="38458"/>
                    </a:lnTo>
                    <a:lnTo>
                      <a:pt x="7298" y="38817"/>
                    </a:lnTo>
                    <a:lnTo>
                      <a:pt x="7696" y="39177"/>
                    </a:lnTo>
                    <a:lnTo>
                      <a:pt x="8111" y="39517"/>
                    </a:lnTo>
                    <a:lnTo>
                      <a:pt x="8527" y="39857"/>
                    </a:lnTo>
                    <a:lnTo>
                      <a:pt x="8962" y="40179"/>
                    </a:lnTo>
                    <a:lnTo>
                      <a:pt x="9397" y="40500"/>
                    </a:lnTo>
                    <a:lnTo>
                      <a:pt x="9832" y="40803"/>
                    </a:lnTo>
                    <a:lnTo>
                      <a:pt x="10286" y="41105"/>
                    </a:lnTo>
                    <a:lnTo>
                      <a:pt x="10740" y="41389"/>
                    </a:lnTo>
                    <a:lnTo>
                      <a:pt x="11193" y="41654"/>
                    </a:lnTo>
                    <a:lnTo>
                      <a:pt x="11666" y="41918"/>
                    </a:lnTo>
                    <a:lnTo>
                      <a:pt x="12139" y="42183"/>
                    </a:lnTo>
                    <a:lnTo>
                      <a:pt x="12630" y="42410"/>
                    </a:lnTo>
                    <a:lnTo>
                      <a:pt x="13122" y="42656"/>
                    </a:lnTo>
                    <a:lnTo>
                      <a:pt x="13613" y="42864"/>
                    </a:lnTo>
                    <a:lnTo>
                      <a:pt x="14124" y="43072"/>
                    </a:lnTo>
                    <a:lnTo>
                      <a:pt x="14634" y="43261"/>
                    </a:lnTo>
                    <a:lnTo>
                      <a:pt x="15145" y="43450"/>
                    </a:lnTo>
                    <a:lnTo>
                      <a:pt x="15674" y="43620"/>
                    </a:lnTo>
                    <a:lnTo>
                      <a:pt x="16204" y="43771"/>
                    </a:lnTo>
                    <a:lnTo>
                      <a:pt x="16733" y="43922"/>
                    </a:lnTo>
                    <a:lnTo>
                      <a:pt x="17263" y="44055"/>
                    </a:lnTo>
                    <a:lnTo>
                      <a:pt x="17811" y="44168"/>
                    </a:lnTo>
                    <a:lnTo>
                      <a:pt x="18359" y="44263"/>
                    </a:lnTo>
                    <a:lnTo>
                      <a:pt x="18908" y="44357"/>
                    </a:lnTo>
                    <a:lnTo>
                      <a:pt x="19456" y="44433"/>
                    </a:lnTo>
                    <a:lnTo>
                      <a:pt x="20023" y="44509"/>
                    </a:lnTo>
                    <a:lnTo>
                      <a:pt x="20590" y="44546"/>
                    </a:lnTo>
                    <a:lnTo>
                      <a:pt x="21158" y="44584"/>
                    </a:lnTo>
                    <a:lnTo>
                      <a:pt x="21725" y="44603"/>
                    </a:lnTo>
                    <a:lnTo>
                      <a:pt x="22311" y="44622"/>
                    </a:lnTo>
                    <a:lnTo>
                      <a:pt x="22878" y="44603"/>
                    </a:lnTo>
                    <a:lnTo>
                      <a:pt x="23445" y="44584"/>
                    </a:lnTo>
                    <a:lnTo>
                      <a:pt x="24013" y="44546"/>
                    </a:lnTo>
                    <a:lnTo>
                      <a:pt x="24580" y="44509"/>
                    </a:lnTo>
                    <a:lnTo>
                      <a:pt x="25147" y="44433"/>
                    </a:lnTo>
                    <a:lnTo>
                      <a:pt x="25695" y="44357"/>
                    </a:lnTo>
                    <a:lnTo>
                      <a:pt x="26244" y="44263"/>
                    </a:lnTo>
                    <a:lnTo>
                      <a:pt x="26792" y="44168"/>
                    </a:lnTo>
                    <a:lnTo>
                      <a:pt x="27340" y="44055"/>
                    </a:lnTo>
                    <a:lnTo>
                      <a:pt x="27870" y="43922"/>
                    </a:lnTo>
                    <a:lnTo>
                      <a:pt x="28418" y="43771"/>
                    </a:lnTo>
                    <a:lnTo>
                      <a:pt x="28928" y="43620"/>
                    </a:lnTo>
                    <a:lnTo>
                      <a:pt x="29458" y="43450"/>
                    </a:lnTo>
                    <a:lnTo>
                      <a:pt x="29968" y="43261"/>
                    </a:lnTo>
                    <a:lnTo>
                      <a:pt x="30479" y="43072"/>
                    </a:lnTo>
                    <a:lnTo>
                      <a:pt x="30989" y="42864"/>
                    </a:lnTo>
                    <a:lnTo>
                      <a:pt x="31481" y="42656"/>
                    </a:lnTo>
                    <a:lnTo>
                      <a:pt x="31972" y="42410"/>
                    </a:lnTo>
                    <a:lnTo>
                      <a:pt x="32464" y="42183"/>
                    </a:lnTo>
                    <a:lnTo>
                      <a:pt x="32937" y="41918"/>
                    </a:lnTo>
                    <a:lnTo>
                      <a:pt x="33409" y="41654"/>
                    </a:lnTo>
                    <a:lnTo>
                      <a:pt x="33863" y="41389"/>
                    </a:lnTo>
                    <a:lnTo>
                      <a:pt x="34336" y="41105"/>
                    </a:lnTo>
                    <a:lnTo>
                      <a:pt x="34771" y="40803"/>
                    </a:lnTo>
                    <a:lnTo>
                      <a:pt x="35225" y="40500"/>
                    </a:lnTo>
                    <a:lnTo>
                      <a:pt x="35659" y="40179"/>
                    </a:lnTo>
                    <a:lnTo>
                      <a:pt x="36075" y="39857"/>
                    </a:lnTo>
                    <a:lnTo>
                      <a:pt x="36491" y="39517"/>
                    </a:lnTo>
                    <a:lnTo>
                      <a:pt x="36907" y="39177"/>
                    </a:lnTo>
                    <a:lnTo>
                      <a:pt x="37304" y="38817"/>
                    </a:lnTo>
                    <a:lnTo>
                      <a:pt x="37701" y="38458"/>
                    </a:lnTo>
                    <a:lnTo>
                      <a:pt x="38080" y="38080"/>
                    </a:lnTo>
                    <a:lnTo>
                      <a:pt x="38458" y="37702"/>
                    </a:lnTo>
                    <a:lnTo>
                      <a:pt x="38817" y="37305"/>
                    </a:lnTo>
                    <a:lnTo>
                      <a:pt x="39176" y="36908"/>
                    </a:lnTo>
                    <a:lnTo>
                      <a:pt x="39517" y="36492"/>
                    </a:lnTo>
                    <a:lnTo>
                      <a:pt x="39857" y="36076"/>
                    </a:lnTo>
                    <a:lnTo>
                      <a:pt x="40178" y="35660"/>
                    </a:lnTo>
                    <a:lnTo>
                      <a:pt x="40500" y="35225"/>
                    </a:lnTo>
                    <a:lnTo>
                      <a:pt x="40802" y="34790"/>
                    </a:lnTo>
                    <a:lnTo>
                      <a:pt x="41105" y="34336"/>
                    </a:lnTo>
                    <a:lnTo>
                      <a:pt x="41388" y="33883"/>
                    </a:lnTo>
                    <a:lnTo>
                      <a:pt x="41653" y="33410"/>
                    </a:lnTo>
                    <a:lnTo>
                      <a:pt x="41918" y="32937"/>
                    </a:lnTo>
                    <a:lnTo>
                      <a:pt x="42164" y="32465"/>
                    </a:lnTo>
                    <a:lnTo>
                      <a:pt x="42409" y="31973"/>
                    </a:lnTo>
                    <a:lnTo>
                      <a:pt x="42636" y="31481"/>
                    </a:lnTo>
                    <a:lnTo>
                      <a:pt x="42863" y="30990"/>
                    </a:lnTo>
                    <a:lnTo>
                      <a:pt x="43071" y="30498"/>
                    </a:lnTo>
                    <a:lnTo>
                      <a:pt x="43260" y="29988"/>
                    </a:lnTo>
                    <a:lnTo>
                      <a:pt x="43430" y="29458"/>
                    </a:lnTo>
                    <a:lnTo>
                      <a:pt x="43600" y="28948"/>
                    </a:lnTo>
                    <a:lnTo>
                      <a:pt x="43771" y="28418"/>
                    </a:lnTo>
                    <a:lnTo>
                      <a:pt x="43903" y="27889"/>
                    </a:lnTo>
                    <a:lnTo>
                      <a:pt x="44035" y="27341"/>
                    </a:lnTo>
                    <a:lnTo>
                      <a:pt x="44149" y="26811"/>
                    </a:lnTo>
                    <a:lnTo>
                      <a:pt x="44262" y="26263"/>
                    </a:lnTo>
                    <a:lnTo>
                      <a:pt x="44357" y="25715"/>
                    </a:lnTo>
                    <a:lnTo>
                      <a:pt x="44432" y="25147"/>
                    </a:lnTo>
                    <a:lnTo>
                      <a:pt x="44489" y="24599"/>
                    </a:lnTo>
                    <a:lnTo>
                      <a:pt x="44546" y="24032"/>
                    </a:lnTo>
                    <a:lnTo>
                      <a:pt x="44584" y="23465"/>
                    </a:lnTo>
                    <a:lnTo>
                      <a:pt x="44603" y="22879"/>
                    </a:lnTo>
                    <a:lnTo>
                      <a:pt x="44603" y="22311"/>
                    </a:lnTo>
                    <a:lnTo>
                      <a:pt x="44603" y="21725"/>
                    </a:lnTo>
                    <a:lnTo>
                      <a:pt x="44584" y="21158"/>
                    </a:lnTo>
                    <a:lnTo>
                      <a:pt x="44546" y="20591"/>
                    </a:lnTo>
                    <a:lnTo>
                      <a:pt x="44489" y="20024"/>
                    </a:lnTo>
                    <a:lnTo>
                      <a:pt x="44432" y="19475"/>
                    </a:lnTo>
                    <a:lnTo>
                      <a:pt x="44357" y="18908"/>
                    </a:lnTo>
                    <a:lnTo>
                      <a:pt x="44262" y="18360"/>
                    </a:lnTo>
                    <a:lnTo>
                      <a:pt x="44149" y="17811"/>
                    </a:lnTo>
                    <a:lnTo>
                      <a:pt x="44035" y="17263"/>
                    </a:lnTo>
                    <a:lnTo>
                      <a:pt x="43903" y="16734"/>
                    </a:lnTo>
                    <a:lnTo>
                      <a:pt x="43771" y="16204"/>
                    </a:lnTo>
                    <a:lnTo>
                      <a:pt x="43600" y="15675"/>
                    </a:lnTo>
                    <a:lnTo>
                      <a:pt x="43430" y="15164"/>
                    </a:lnTo>
                    <a:lnTo>
                      <a:pt x="43260" y="14635"/>
                    </a:lnTo>
                    <a:lnTo>
                      <a:pt x="43071" y="14125"/>
                    </a:lnTo>
                    <a:lnTo>
                      <a:pt x="42863" y="13633"/>
                    </a:lnTo>
                    <a:lnTo>
                      <a:pt x="42636" y="13122"/>
                    </a:lnTo>
                    <a:lnTo>
                      <a:pt x="42409" y="12631"/>
                    </a:lnTo>
                    <a:lnTo>
                      <a:pt x="42164" y="12158"/>
                    </a:lnTo>
                    <a:lnTo>
                      <a:pt x="41918" y="11685"/>
                    </a:lnTo>
                    <a:lnTo>
                      <a:pt x="41653" y="11213"/>
                    </a:lnTo>
                    <a:lnTo>
                      <a:pt x="41388" y="10740"/>
                    </a:lnTo>
                    <a:lnTo>
                      <a:pt x="41105" y="10286"/>
                    </a:lnTo>
                    <a:lnTo>
                      <a:pt x="40802" y="9833"/>
                    </a:lnTo>
                    <a:lnTo>
                      <a:pt x="40500" y="9398"/>
                    </a:lnTo>
                    <a:lnTo>
                      <a:pt x="40178" y="8963"/>
                    </a:lnTo>
                    <a:lnTo>
                      <a:pt x="39857" y="8528"/>
                    </a:lnTo>
                    <a:lnTo>
                      <a:pt x="39517" y="8112"/>
                    </a:lnTo>
                    <a:lnTo>
                      <a:pt x="39176" y="7715"/>
                    </a:lnTo>
                    <a:lnTo>
                      <a:pt x="38817" y="7318"/>
                    </a:lnTo>
                    <a:lnTo>
                      <a:pt x="38458" y="6921"/>
                    </a:lnTo>
                    <a:lnTo>
                      <a:pt x="38080" y="6543"/>
                    </a:lnTo>
                    <a:lnTo>
                      <a:pt x="37701" y="6165"/>
                    </a:lnTo>
                    <a:lnTo>
                      <a:pt x="37304" y="5805"/>
                    </a:lnTo>
                    <a:lnTo>
                      <a:pt x="36907" y="5446"/>
                    </a:lnTo>
                    <a:lnTo>
                      <a:pt x="36491" y="5087"/>
                    </a:lnTo>
                    <a:lnTo>
                      <a:pt x="36075" y="4765"/>
                    </a:lnTo>
                    <a:lnTo>
                      <a:pt x="35659" y="4425"/>
                    </a:lnTo>
                    <a:lnTo>
                      <a:pt x="35225" y="4123"/>
                    </a:lnTo>
                    <a:lnTo>
                      <a:pt x="34771" y="3820"/>
                    </a:lnTo>
                    <a:lnTo>
                      <a:pt x="34336" y="3517"/>
                    </a:lnTo>
                    <a:lnTo>
                      <a:pt x="33863" y="3234"/>
                    </a:lnTo>
                    <a:lnTo>
                      <a:pt x="33409" y="2950"/>
                    </a:lnTo>
                    <a:lnTo>
                      <a:pt x="32937" y="2686"/>
                    </a:lnTo>
                    <a:lnTo>
                      <a:pt x="32464" y="2440"/>
                    </a:lnTo>
                    <a:lnTo>
                      <a:pt x="31972" y="2194"/>
                    </a:lnTo>
                    <a:lnTo>
                      <a:pt x="31481" y="1967"/>
                    </a:lnTo>
                    <a:lnTo>
                      <a:pt x="30989" y="1759"/>
                    </a:lnTo>
                    <a:lnTo>
                      <a:pt x="30479" y="1551"/>
                    </a:lnTo>
                    <a:lnTo>
                      <a:pt x="29968" y="1362"/>
                    </a:lnTo>
                    <a:lnTo>
                      <a:pt x="29458" y="1173"/>
                    </a:lnTo>
                    <a:lnTo>
                      <a:pt x="28928" y="1003"/>
                    </a:lnTo>
                    <a:lnTo>
                      <a:pt x="28418" y="852"/>
                    </a:lnTo>
                    <a:lnTo>
                      <a:pt x="27870" y="700"/>
                    </a:lnTo>
                    <a:lnTo>
                      <a:pt x="27340" y="568"/>
                    </a:lnTo>
                    <a:lnTo>
                      <a:pt x="26792" y="455"/>
                    </a:lnTo>
                    <a:lnTo>
                      <a:pt x="26244" y="341"/>
                    </a:lnTo>
                    <a:lnTo>
                      <a:pt x="25695" y="265"/>
                    </a:lnTo>
                    <a:lnTo>
                      <a:pt x="25147" y="190"/>
                    </a:lnTo>
                    <a:lnTo>
                      <a:pt x="24580" y="114"/>
                    </a:lnTo>
                    <a:lnTo>
                      <a:pt x="24013" y="57"/>
                    </a:lnTo>
                    <a:lnTo>
                      <a:pt x="23445" y="39"/>
                    </a:lnTo>
                    <a:lnTo>
                      <a:pt x="22878" y="1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36"/>
              <p:cNvSpPr/>
              <p:nvPr/>
            </p:nvSpPr>
            <p:spPr>
              <a:xfrm>
                <a:off x="1764450" y="-1858000"/>
                <a:ext cx="854150" cy="854625"/>
              </a:xfrm>
              <a:custGeom>
                <a:avLst/>
                <a:gdLst/>
                <a:ahLst/>
                <a:cxnLst/>
                <a:rect l="l" t="t" r="r" b="b"/>
                <a:pathLst>
                  <a:path w="34166" h="34185" extrusionOk="0">
                    <a:moveTo>
                      <a:pt x="17093" y="0"/>
                    </a:moveTo>
                    <a:lnTo>
                      <a:pt x="16204" y="19"/>
                    </a:lnTo>
                    <a:lnTo>
                      <a:pt x="15334" y="95"/>
                    </a:lnTo>
                    <a:lnTo>
                      <a:pt x="14483" y="208"/>
                    </a:lnTo>
                    <a:lnTo>
                      <a:pt x="13651" y="360"/>
                    </a:lnTo>
                    <a:lnTo>
                      <a:pt x="12820" y="549"/>
                    </a:lnTo>
                    <a:lnTo>
                      <a:pt x="12006" y="776"/>
                    </a:lnTo>
                    <a:lnTo>
                      <a:pt x="11212" y="1040"/>
                    </a:lnTo>
                    <a:lnTo>
                      <a:pt x="10437" y="1343"/>
                    </a:lnTo>
                    <a:lnTo>
                      <a:pt x="9681" y="1683"/>
                    </a:lnTo>
                    <a:lnTo>
                      <a:pt x="8944" y="2061"/>
                    </a:lnTo>
                    <a:lnTo>
                      <a:pt x="8225" y="2477"/>
                    </a:lnTo>
                    <a:lnTo>
                      <a:pt x="7525" y="2931"/>
                    </a:lnTo>
                    <a:lnTo>
                      <a:pt x="6864" y="3404"/>
                    </a:lnTo>
                    <a:lnTo>
                      <a:pt x="6221" y="3914"/>
                    </a:lnTo>
                    <a:lnTo>
                      <a:pt x="5597" y="4444"/>
                    </a:lnTo>
                    <a:lnTo>
                      <a:pt x="5011" y="5011"/>
                    </a:lnTo>
                    <a:lnTo>
                      <a:pt x="4444" y="5597"/>
                    </a:lnTo>
                    <a:lnTo>
                      <a:pt x="3895" y="6221"/>
                    </a:lnTo>
                    <a:lnTo>
                      <a:pt x="3404" y="6864"/>
                    </a:lnTo>
                    <a:lnTo>
                      <a:pt x="2912" y="7544"/>
                    </a:lnTo>
                    <a:lnTo>
                      <a:pt x="2477" y="8225"/>
                    </a:lnTo>
                    <a:lnTo>
                      <a:pt x="2061" y="8944"/>
                    </a:lnTo>
                    <a:lnTo>
                      <a:pt x="1683" y="9681"/>
                    </a:lnTo>
                    <a:lnTo>
                      <a:pt x="1343" y="10437"/>
                    </a:lnTo>
                    <a:lnTo>
                      <a:pt x="1040" y="11213"/>
                    </a:lnTo>
                    <a:lnTo>
                      <a:pt x="776" y="12007"/>
                    </a:lnTo>
                    <a:lnTo>
                      <a:pt x="530" y="12820"/>
                    </a:lnTo>
                    <a:lnTo>
                      <a:pt x="341" y="13652"/>
                    </a:lnTo>
                    <a:lnTo>
                      <a:pt x="189" y="14483"/>
                    </a:lnTo>
                    <a:lnTo>
                      <a:pt x="95" y="15334"/>
                    </a:lnTo>
                    <a:lnTo>
                      <a:pt x="19" y="16204"/>
                    </a:lnTo>
                    <a:lnTo>
                      <a:pt x="0" y="17093"/>
                    </a:lnTo>
                    <a:lnTo>
                      <a:pt x="19" y="17962"/>
                    </a:lnTo>
                    <a:lnTo>
                      <a:pt x="95" y="18832"/>
                    </a:lnTo>
                    <a:lnTo>
                      <a:pt x="189" y="19683"/>
                    </a:lnTo>
                    <a:lnTo>
                      <a:pt x="341" y="20534"/>
                    </a:lnTo>
                    <a:lnTo>
                      <a:pt x="530" y="21366"/>
                    </a:lnTo>
                    <a:lnTo>
                      <a:pt x="776" y="22179"/>
                    </a:lnTo>
                    <a:lnTo>
                      <a:pt x="1040" y="22973"/>
                    </a:lnTo>
                    <a:lnTo>
                      <a:pt x="1343" y="23748"/>
                    </a:lnTo>
                    <a:lnTo>
                      <a:pt x="1683" y="24504"/>
                    </a:lnTo>
                    <a:lnTo>
                      <a:pt x="2061" y="25242"/>
                    </a:lnTo>
                    <a:lnTo>
                      <a:pt x="2477" y="25941"/>
                    </a:lnTo>
                    <a:lnTo>
                      <a:pt x="2912" y="26641"/>
                    </a:lnTo>
                    <a:lnTo>
                      <a:pt x="3404" y="27322"/>
                    </a:lnTo>
                    <a:lnTo>
                      <a:pt x="3895" y="27964"/>
                    </a:lnTo>
                    <a:lnTo>
                      <a:pt x="4444" y="28569"/>
                    </a:lnTo>
                    <a:lnTo>
                      <a:pt x="5011" y="29174"/>
                    </a:lnTo>
                    <a:lnTo>
                      <a:pt x="5597" y="29742"/>
                    </a:lnTo>
                    <a:lnTo>
                      <a:pt x="6221" y="30271"/>
                    </a:lnTo>
                    <a:lnTo>
                      <a:pt x="6864" y="30782"/>
                    </a:lnTo>
                    <a:lnTo>
                      <a:pt x="7525" y="31254"/>
                    </a:lnTo>
                    <a:lnTo>
                      <a:pt x="8225" y="31708"/>
                    </a:lnTo>
                    <a:lnTo>
                      <a:pt x="8944" y="32105"/>
                    </a:lnTo>
                    <a:lnTo>
                      <a:pt x="9681" y="32483"/>
                    </a:lnTo>
                    <a:lnTo>
                      <a:pt x="10437" y="32824"/>
                    </a:lnTo>
                    <a:lnTo>
                      <a:pt x="11212" y="33145"/>
                    </a:lnTo>
                    <a:lnTo>
                      <a:pt x="12006" y="33410"/>
                    </a:lnTo>
                    <a:lnTo>
                      <a:pt x="12820" y="33637"/>
                    </a:lnTo>
                    <a:lnTo>
                      <a:pt x="13651" y="33826"/>
                    </a:lnTo>
                    <a:lnTo>
                      <a:pt x="14483" y="33977"/>
                    </a:lnTo>
                    <a:lnTo>
                      <a:pt x="15334" y="34090"/>
                    </a:lnTo>
                    <a:lnTo>
                      <a:pt x="16204" y="34147"/>
                    </a:lnTo>
                    <a:lnTo>
                      <a:pt x="17093" y="34185"/>
                    </a:lnTo>
                    <a:lnTo>
                      <a:pt x="17962" y="34147"/>
                    </a:lnTo>
                    <a:lnTo>
                      <a:pt x="18832" y="34090"/>
                    </a:lnTo>
                    <a:lnTo>
                      <a:pt x="19683" y="33977"/>
                    </a:lnTo>
                    <a:lnTo>
                      <a:pt x="20534" y="33826"/>
                    </a:lnTo>
                    <a:lnTo>
                      <a:pt x="21347" y="33637"/>
                    </a:lnTo>
                    <a:lnTo>
                      <a:pt x="22160" y="33410"/>
                    </a:lnTo>
                    <a:lnTo>
                      <a:pt x="22954" y="33145"/>
                    </a:lnTo>
                    <a:lnTo>
                      <a:pt x="23729" y="32824"/>
                    </a:lnTo>
                    <a:lnTo>
                      <a:pt x="24485" y="32483"/>
                    </a:lnTo>
                    <a:lnTo>
                      <a:pt x="25223" y="32105"/>
                    </a:lnTo>
                    <a:lnTo>
                      <a:pt x="25941" y="31708"/>
                    </a:lnTo>
                    <a:lnTo>
                      <a:pt x="26641" y="31254"/>
                    </a:lnTo>
                    <a:lnTo>
                      <a:pt x="27303" y="30782"/>
                    </a:lnTo>
                    <a:lnTo>
                      <a:pt x="27945" y="30271"/>
                    </a:lnTo>
                    <a:lnTo>
                      <a:pt x="28569" y="29742"/>
                    </a:lnTo>
                    <a:lnTo>
                      <a:pt x="29174" y="29174"/>
                    </a:lnTo>
                    <a:lnTo>
                      <a:pt x="29723" y="28569"/>
                    </a:lnTo>
                    <a:lnTo>
                      <a:pt x="30271" y="27964"/>
                    </a:lnTo>
                    <a:lnTo>
                      <a:pt x="30781" y="27322"/>
                    </a:lnTo>
                    <a:lnTo>
                      <a:pt x="31254" y="26641"/>
                    </a:lnTo>
                    <a:lnTo>
                      <a:pt x="31689" y="25941"/>
                    </a:lnTo>
                    <a:lnTo>
                      <a:pt x="32105" y="25242"/>
                    </a:lnTo>
                    <a:lnTo>
                      <a:pt x="32483" y="24504"/>
                    </a:lnTo>
                    <a:lnTo>
                      <a:pt x="32823" y="23748"/>
                    </a:lnTo>
                    <a:lnTo>
                      <a:pt x="33126" y="22973"/>
                    </a:lnTo>
                    <a:lnTo>
                      <a:pt x="33410" y="22179"/>
                    </a:lnTo>
                    <a:lnTo>
                      <a:pt x="33636" y="21366"/>
                    </a:lnTo>
                    <a:lnTo>
                      <a:pt x="33826" y="20534"/>
                    </a:lnTo>
                    <a:lnTo>
                      <a:pt x="33977" y="19683"/>
                    </a:lnTo>
                    <a:lnTo>
                      <a:pt x="34090" y="18832"/>
                    </a:lnTo>
                    <a:lnTo>
                      <a:pt x="34147" y="17962"/>
                    </a:lnTo>
                    <a:lnTo>
                      <a:pt x="34166" y="17093"/>
                    </a:lnTo>
                    <a:lnTo>
                      <a:pt x="34147" y="16204"/>
                    </a:lnTo>
                    <a:lnTo>
                      <a:pt x="34090" y="15334"/>
                    </a:lnTo>
                    <a:lnTo>
                      <a:pt x="33977" y="14483"/>
                    </a:lnTo>
                    <a:lnTo>
                      <a:pt x="33826" y="13652"/>
                    </a:lnTo>
                    <a:lnTo>
                      <a:pt x="33636" y="12820"/>
                    </a:lnTo>
                    <a:lnTo>
                      <a:pt x="33410" y="12007"/>
                    </a:lnTo>
                    <a:lnTo>
                      <a:pt x="33126" y="11213"/>
                    </a:lnTo>
                    <a:lnTo>
                      <a:pt x="32823" y="10437"/>
                    </a:lnTo>
                    <a:lnTo>
                      <a:pt x="32483" y="9681"/>
                    </a:lnTo>
                    <a:lnTo>
                      <a:pt x="32105" y="8944"/>
                    </a:lnTo>
                    <a:lnTo>
                      <a:pt x="31689" y="8225"/>
                    </a:lnTo>
                    <a:lnTo>
                      <a:pt x="31254" y="7544"/>
                    </a:lnTo>
                    <a:lnTo>
                      <a:pt x="30781" y="6864"/>
                    </a:lnTo>
                    <a:lnTo>
                      <a:pt x="30271" y="6221"/>
                    </a:lnTo>
                    <a:lnTo>
                      <a:pt x="29723" y="5597"/>
                    </a:lnTo>
                    <a:lnTo>
                      <a:pt x="29174" y="5011"/>
                    </a:lnTo>
                    <a:lnTo>
                      <a:pt x="28569" y="4444"/>
                    </a:lnTo>
                    <a:lnTo>
                      <a:pt x="27945" y="3914"/>
                    </a:lnTo>
                    <a:lnTo>
                      <a:pt x="27303" y="3404"/>
                    </a:lnTo>
                    <a:lnTo>
                      <a:pt x="26641" y="2931"/>
                    </a:lnTo>
                    <a:lnTo>
                      <a:pt x="25941" y="2477"/>
                    </a:lnTo>
                    <a:lnTo>
                      <a:pt x="25223" y="2061"/>
                    </a:lnTo>
                    <a:lnTo>
                      <a:pt x="24485" y="1683"/>
                    </a:lnTo>
                    <a:lnTo>
                      <a:pt x="23729" y="1343"/>
                    </a:lnTo>
                    <a:lnTo>
                      <a:pt x="22954" y="1040"/>
                    </a:lnTo>
                    <a:lnTo>
                      <a:pt x="22160" y="776"/>
                    </a:lnTo>
                    <a:lnTo>
                      <a:pt x="21347" y="549"/>
                    </a:lnTo>
                    <a:lnTo>
                      <a:pt x="20534" y="360"/>
                    </a:lnTo>
                    <a:lnTo>
                      <a:pt x="19683" y="208"/>
                    </a:lnTo>
                    <a:lnTo>
                      <a:pt x="18832" y="95"/>
                    </a:lnTo>
                    <a:lnTo>
                      <a:pt x="17962" y="19"/>
                    </a:lnTo>
                    <a:lnTo>
                      <a:pt x="170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36"/>
              <p:cNvSpPr/>
              <p:nvPr/>
            </p:nvSpPr>
            <p:spPr>
              <a:xfrm>
                <a:off x="1875050" y="-1734150"/>
                <a:ext cx="619725" cy="619700"/>
              </a:xfrm>
              <a:custGeom>
                <a:avLst/>
                <a:gdLst/>
                <a:ahLst/>
                <a:cxnLst/>
                <a:rect l="l" t="t" r="r" b="b"/>
                <a:pathLst>
                  <a:path w="24789" h="24788" extrusionOk="0">
                    <a:moveTo>
                      <a:pt x="12404" y="0"/>
                    </a:moveTo>
                    <a:lnTo>
                      <a:pt x="11761" y="19"/>
                    </a:lnTo>
                    <a:lnTo>
                      <a:pt x="11137" y="76"/>
                    </a:lnTo>
                    <a:lnTo>
                      <a:pt x="10513" y="151"/>
                    </a:lnTo>
                    <a:lnTo>
                      <a:pt x="9889" y="265"/>
                    </a:lnTo>
                    <a:lnTo>
                      <a:pt x="9303" y="397"/>
                    </a:lnTo>
                    <a:lnTo>
                      <a:pt x="8717" y="567"/>
                    </a:lnTo>
                    <a:lnTo>
                      <a:pt x="8131" y="756"/>
                    </a:lnTo>
                    <a:lnTo>
                      <a:pt x="7564" y="983"/>
                    </a:lnTo>
                    <a:lnTo>
                      <a:pt x="7015" y="1229"/>
                    </a:lnTo>
                    <a:lnTo>
                      <a:pt x="6486" y="1513"/>
                    </a:lnTo>
                    <a:lnTo>
                      <a:pt x="5975" y="1796"/>
                    </a:lnTo>
                    <a:lnTo>
                      <a:pt x="5465" y="2118"/>
                    </a:lnTo>
                    <a:lnTo>
                      <a:pt x="4973" y="2477"/>
                    </a:lnTo>
                    <a:lnTo>
                      <a:pt x="4520" y="2836"/>
                    </a:lnTo>
                    <a:lnTo>
                      <a:pt x="4066" y="3233"/>
                    </a:lnTo>
                    <a:lnTo>
                      <a:pt x="3631" y="3630"/>
                    </a:lnTo>
                    <a:lnTo>
                      <a:pt x="3215" y="4065"/>
                    </a:lnTo>
                    <a:lnTo>
                      <a:pt x="2837" y="4519"/>
                    </a:lnTo>
                    <a:lnTo>
                      <a:pt x="2459" y="4992"/>
                    </a:lnTo>
                    <a:lnTo>
                      <a:pt x="2118" y="5464"/>
                    </a:lnTo>
                    <a:lnTo>
                      <a:pt x="1797" y="5975"/>
                    </a:lnTo>
                    <a:lnTo>
                      <a:pt x="1494" y="6485"/>
                    </a:lnTo>
                    <a:lnTo>
                      <a:pt x="1230" y="7034"/>
                    </a:lnTo>
                    <a:lnTo>
                      <a:pt x="984" y="7582"/>
                    </a:lnTo>
                    <a:lnTo>
                      <a:pt x="757" y="8149"/>
                    </a:lnTo>
                    <a:lnTo>
                      <a:pt x="568" y="8716"/>
                    </a:lnTo>
                    <a:lnTo>
                      <a:pt x="398" y="9303"/>
                    </a:lnTo>
                    <a:lnTo>
                      <a:pt x="246" y="9908"/>
                    </a:lnTo>
                    <a:lnTo>
                      <a:pt x="152" y="10513"/>
                    </a:lnTo>
                    <a:lnTo>
                      <a:pt x="57" y="11137"/>
                    </a:lnTo>
                    <a:lnTo>
                      <a:pt x="20" y="11761"/>
                    </a:lnTo>
                    <a:lnTo>
                      <a:pt x="1" y="12403"/>
                    </a:lnTo>
                    <a:lnTo>
                      <a:pt x="20" y="13046"/>
                    </a:lnTo>
                    <a:lnTo>
                      <a:pt x="57" y="13670"/>
                    </a:lnTo>
                    <a:lnTo>
                      <a:pt x="152" y="14294"/>
                    </a:lnTo>
                    <a:lnTo>
                      <a:pt x="246" y="14899"/>
                    </a:lnTo>
                    <a:lnTo>
                      <a:pt x="398" y="15504"/>
                    </a:lnTo>
                    <a:lnTo>
                      <a:pt x="568" y="16090"/>
                    </a:lnTo>
                    <a:lnTo>
                      <a:pt x="757" y="16658"/>
                    </a:lnTo>
                    <a:lnTo>
                      <a:pt x="984" y="17225"/>
                    </a:lnTo>
                    <a:lnTo>
                      <a:pt x="1230" y="17773"/>
                    </a:lnTo>
                    <a:lnTo>
                      <a:pt x="1494" y="18302"/>
                    </a:lnTo>
                    <a:lnTo>
                      <a:pt x="1797" y="18832"/>
                    </a:lnTo>
                    <a:lnTo>
                      <a:pt x="2118" y="19323"/>
                    </a:lnTo>
                    <a:lnTo>
                      <a:pt x="2459" y="19815"/>
                    </a:lnTo>
                    <a:lnTo>
                      <a:pt x="2837" y="20288"/>
                    </a:lnTo>
                    <a:lnTo>
                      <a:pt x="3215" y="20742"/>
                    </a:lnTo>
                    <a:lnTo>
                      <a:pt x="3631" y="21157"/>
                    </a:lnTo>
                    <a:lnTo>
                      <a:pt x="4066" y="21573"/>
                    </a:lnTo>
                    <a:lnTo>
                      <a:pt x="4520" y="21971"/>
                    </a:lnTo>
                    <a:lnTo>
                      <a:pt x="4973" y="22330"/>
                    </a:lnTo>
                    <a:lnTo>
                      <a:pt x="5465" y="22670"/>
                    </a:lnTo>
                    <a:lnTo>
                      <a:pt x="5975" y="22991"/>
                    </a:lnTo>
                    <a:lnTo>
                      <a:pt x="6486" y="23294"/>
                    </a:lnTo>
                    <a:lnTo>
                      <a:pt x="7015" y="23578"/>
                    </a:lnTo>
                    <a:lnTo>
                      <a:pt x="7564" y="23823"/>
                    </a:lnTo>
                    <a:lnTo>
                      <a:pt x="8131" y="24050"/>
                    </a:lnTo>
                    <a:lnTo>
                      <a:pt x="8717" y="24239"/>
                    </a:lnTo>
                    <a:lnTo>
                      <a:pt x="9303" y="24410"/>
                    </a:lnTo>
                    <a:lnTo>
                      <a:pt x="9889" y="24542"/>
                    </a:lnTo>
                    <a:lnTo>
                      <a:pt x="10513" y="24655"/>
                    </a:lnTo>
                    <a:lnTo>
                      <a:pt x="11137" y="24731"/>
                    </a:lnTo>
                    <a:lnTo>
                      <a:pt x="11761" y="24788"/>
                    </a:lnTo>
                    <a:lnTo>
                      <a:pt x="13028" y="24788"/>
                    </a:lnTo>
                    <a:lnTo>
                      <a:pt x="13671" y="24731"/>
                    </a:lnTo>
                    <a:lnTo>
                      <a:pt x="14276" y="24655"/>
                    </a:lnTo>
                    <a:lnTo>
                      <a:pt x="14900" y="24542"/>
                    </a:lnTo>
                    <a:lnTo>
                      <a:pt x="15486" y="24410"/>
                    </a:lnTo>
                    <a:lnTo>
                      <a:pt x="16072" y="24239"/>
                    </a:lnTo>
                    <a:lnTo>
                      <a:pt x="16658" y="24050"/>
                    </a:lnTo>
                    <a:lnTo>
                      <a:pt x="17225" y="23823"/>
                    </a:lnTo>
                    <a:lnTo>
                      <a:pt x="17774" y="23578"/>
                    </a:lnTo>
                    <a:lnTo>
                      <a:pt x="18303" y="23294"/>
                    </a:lnTo>
                    <a:lnTo>
                      <a:pt x="18813" y="22991"/>
                    </a:lnTo>
                    <a:lnTo>
                      <a:pt x="19324" y="22670"/>
                    </a:lnTo>
                    <a:lnTo>
                      <a:pt x="19816" y="22330"/>
                    </a:lnTo>
                    <a:lnTo>
                      <a:pt x="20288" y="21971"/>
                    </a:lnTo>
                    <a:lnTo>
                      <a:pt x="20723" y="21573"/>
                    </a:lnTo>
                    <a:lnTo>
                      <a:pt x="21158" y="21157"/>
                    </a:lnTo>
                    <a:lnTo>
                      <a:pt x="21574" y="20742"/>
                    </a:lnTo>
                    <a:lnTo>
                      <a:pt x="21952" y="20288"/>
                    </a:lnTo>
                    <a:lnTo>
                      <a:pt x="22330" y="19815"/>
                    </a:lnTo>
                    <a:lnTo>
                      <a:pt x="22671" y="19323"/>
                    </a:lnTo>
                    <a:lnTo>
                      <a:pt x="22992" y="18832"/>
                    </a:lnTo>
                    <a:lnTo>
                      <a:pt x="23294" y="18302"/>
                    </a:lnTo>
                    <a:lnTo>
                      <a:pt x="23559" y="17773"/>
                    </a:lnTo>
                    <a:lnTo>
                      <a:pt x="23824" y="17225"/>
                    </a:lnTo>
                    <a:lnTo>
                      <a:pt x="24032" y="16658"/>
                    </a:lnTo>
                    <a:lnTo>
                      <a:pt x="24240" y="16090"/>
                    </a:lnTo>
                    <a:lnTo>
                      <a:pt x="24391" y="15504"/>
                    </a:lnTo>
                    <a:lnTo>
                      <a:pt x="24542" y="14899"/>
                    </a:lnTo>
                    <a:lnTo>
                      <a:pt x="24656" y="14294"/>
                    </a:lnTo>
                    <a:lnTo>
                      <a:pt x="24731" y="13670"/>
                    </a:lnTo>
                    <a:lnTo>
                      <a:pt x="24769" y="13046"/>
                    </a:lnTo>
                    <a:lnTo>
                      <a:pt x="24788" y="12403"/>
                    </a:lnTo>
                    <a:lnTo>
                      <a:pt x="24769" y="11761"/>
                    </a:lnTo>
                    <a:lnTo>
                      <a:pt x="24731" y="11137"/>
                    </a:lnTo>
                    <a:lnTo>
                      <a:pt x="24656" y="10513"/>
                    </a:lnTo>
                    <a:lnTo>
                      <a:pt x="24542" y="9908"/>
                    </a:lnTo>
                    <a:lnTo>
                      <a:pt x="24391" y="9303"/>
                    </a:lnTo>
                    <a:lnTo>
                      <a:pt x="24240" y="8716"/>
                    </a:lnTo>
                    <a:lnTo>
                      <a:pt x="24032" y="8149"/>
                    </a:lnTo>
                    <a:lnTo>
                      <a:pt x="23824" y="7582"/>
                    </a:lnTo>
                    <a:lnTo>
                      <a:pt x="23559" y="7034"/>
                    </a:lnTo>
                    <a:lnTo>
                      <a:pt x="23294" y="6485"/>
                    </a:lnTo>
                    <a:lnTo>
                      <a:pt x="22992" y="5975"/>
                    </a:lnTo>
                    <a:lnTo>
                      <a:pt x="22671" y="5464"/>
                    </a:lnTo>
                    <a:lnTo>
                      <a:pt x="22330" y="4992"/>
                    </a:lnTo>
                    <a:lnTo>
                      <a:pt x="21952" y="4519"/>
                    </a:lnTo>
                    <a:lnTo>
                      <a:pt x="21574" y="4065"/>
                    </a:lnTo>
                    <a:lnTo>
                      <a:pt x="21158" y="3630"/>
                    </a:lnTo>
                    <a:lnTo>
                      <a:pt x="20723" y="3233"/>
                    </a:lnTo>
                    <a:lnTo>
                      <a:pt x="20288" y="2836"/>
                    </a:lnTo>
                    <a:lnTo>
                      <a:pt x="19816" y="2477"/>
                    </a:lnTo>
                    <a:lnTo>
                      <a:pt x="19324" y="2118"/>
                    </a:lnTo>
                    <a:lnTo>
                      <a:pt x="18813" y="1796"/>
                    </a:lnTo>
                    <a:lnTo>
                      <a:pt x="18303" y="1513"/>
                    </a:lnTo>
                    <a:lnTo>
                      <a:pt x="17774" y="1229"/>
                    </a:lnTo>
                    <a:lnTo>
                      <a:pt x="17225" y="983"/>
                    </a:lnTo>
                    <a:lnTo>
                      <a:pt x="16658" y="756"/>
                    </a:lnTo>
                    <a:lnTo>
                      <a:pt x="16072" y="567"/>
                    </a:lnTo>
                    <a:lnTo>
                      <a:pt x="15486" y="397"/>
                    </a:lnTo>
                    <a:lnTo>
                      <a:pt x="14900" y="265"/>
                    </a:lnTo>
                    <a:lnTo>
                      <a:pt x="14276" y="151"/>
                    </a:lnTo>
                    <a:lnTo>
                      <a:pt x="13671" y="76"/>
                    </a:lnTo>
                    <a:lnTo>
                      <a:pt x="13028" y="19"/>
                    </a:lnTo>
                    <a:lnTo>
                      <a:pt x="1240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36"/>
              <p:cNvSpPr/>
              <p:nvPr/>
            </p:nvSpPr>
            <p:spPr>
              <a:xfrm>
                <a:off x="1974325" y="-1634425"/>
                <a:ext cx="421175" cy="420725"/>
              </a:xfrm>
              <a:custGeom>
                <a:avLst/>
                <a:gdLst/>
                <a:ahLst/>
                <a:cxnLst/>
                <a:rect l="l" t="t" r="r" b="b"/>
                <a:pathLst>
                  <a:path w="16847" h="16829" extrusionOk="0">
                    <a:moveTo>
                      <a:pt x="7998" y="1"/>
                    </a:moveTo>
                    <a:lnTo>
                      <a:pt x="7563" y="38"/>
                    </a:lnTo>
                    <a:lnTo>
                      <a:pt x="7147" y="95"/>
                    </a:lnTo>
                    <a:lnTo>
                      <a:pt x="6731" y="171"/>
                    </a:lnTo>
                    <a:lnTo>
                      <a:pt x="6315" y="265"/>
                    </a:lnTo>
                    <a:lnTo>
                      <a:pt x="5918" y="379"/>
                    </a:lnTo>
                    <a:lnTo>
                      <a:pt x="5521" y="511"/>
                    </a:lnTo>
                    <a:lnTo>
                      <a:pt x="5143" y="662"/>
                    </a:lnTo>
                    <a:lnTo>
                      <a:pt x="4765" y="814"/>
                    </a:lnTo>
                    <a:lnTo>
                      <a:pt x="4406" y="1003"/>
                    </a:lnTo>
                    <a:lnTo>
                      <a:pt x="4065" y="1211"/>
                    </a:lnTo>
                    <a:lnTo>
                      <a:pt x="3725" y="1438"/>
                    </a:lnTo>
                    <a:lnTo>
                      <a:pt x="3385" y="1664"/>
                    </a:lnTo>
                    <a:lnTo>
                      <a:pt x="3063" y="1910"/>
                    </a:lnTo>
                    <a:lnTo>
                      <a:pt x="2761" y="2175"/>
                    </a:lnTo>
                    <a:lnTo>
                      <a:pt x="2477" y="2459"/>
                    </a:lnTo>
                    <a:lnTo>
                      <a:pt x="2193" y="2742"/>
                    </a:lnTo>
                    <a:lnTo>
                      <a:pt x="1929" y="3064"/>
                    </a:lnTo>
                    <a:lnTo>
                      <a:pt x="1683" y="3366"/>
                    </a:lnTo>
                    <a:lnTo>
                      <a:pt x="1437" y="3706"/>
                    </a:lnTo>
                    <a:lnTo>
                      <a:pt x="1229" y="4047"/>
                    </a:lnTo>
                    <a:lnTo>
                      <a:pt x="1021" y="4406"/>
                    </a:lnTo>
                    <a:lnTo>
                      <a:pt x="832" y="4765"/>
                    </a:lnTo>
                    <a:lnTo>
                      <a:pt x="662" y="5143"/>
                    </a:lnTo>
                    <a:lnTo>
                      <a:pt x="511" y="5522"/>
                    </a:lnTo>
                    <a:lnTo>
                      <a:pt x="378" y="5900"/>
                    </a:lnTo>
                    <a:lnTo>
                      <a:pt x="265" y="6316"/>
                    </a:lnTo>
                    <a:lnTo>
                      <a:pt x="170" y="6713"/>
                    </a:lnTo>
                    <a:lnTo>
                      <a:pt x="95" y="7129"/>
                    </a:lnTo>
                    <a:lnTo>
                      <a:pt x="38" y="7545"/>
                    </a:lnTo>
                    <a:lnTo>
                      <a:pt x="19" y="7980"/>
                    </a:lnTo>
                    <a:lnTo>
                      <a:pt x="0" y="8414"/>
                    </a:lnTo>
                    <a:lnTo>
                      <a:pt x="19" y="8849"/>
                    </a:lnTo>
                    <a:lnTo>
                      <a:pt x="38" y="9265"/>
                    </a:lnTo>
                    <a:lnTo>
                      <a:pt x="95" y="9700"/>
                    </a:lnTo>
                    <a:lnTo>
                      <a:pt x="170" y="10116"/>
                    </a:lnTo>
                    <a:lnTo>
                      <a:pt x="265" y="10513"/>
                    </a:lnTo>
                    <a:lnTo>
                      <a:pt x="378" y="10910"/>
                    </a:lnTo>
                    <a:lnTo>
                      <a:pt x="511" y="11307"/>
                    </a:lnTo>
                    <a:lnTo>
                      <a:pt x="662" y="11685"/>
                    </a:lnTo>
                    <a:lnTo>
                      <a:pt x="832" y="12064"/>
                    </a:lnTo>
                    <a:lnTo>
                      <a:pt x="1021" y="12423"/>
                    </a:lnTo>
                    <a:lnTo>
                      <a:pt x="1229" y="12782"/>
                    </a:lnTo>
                    <a:lnTo>
                      <a:pt x="1437" y="13122"/>
                    </a:lnTo>
                    <a:lnTo>
                      <a:pt x="1683" y="13444"/>
                    </a:lnTo>
                    <a:lnTo>
                      <a:pt x="1929" y="13765"/>
                    </a:lnTo>
                    <a:lnTo>
                      <a:pt x="2193" y="14068"/>
                    </a:lnTo>
                    <a:lnTo>
                      <a:pt x="2477" y="14370"/>
                    </a:lnTo>
                    <a:lnTo>
                      <a:pt x="2761" y="14654"/>
                    </a:lnTo>
                    <a:lnTo>
                      <a:pt x="3063" y="14919"/>
                    </a:lnTo>
                    <a:lnTo>
                      <a:pt x="3385" y="15164"/>
                    </a:lnTo>
                    <a:lnTo>
                      <a:pt x="3725" y="15391"/>
                    </a:lnTo>
                    <a:lnTo>
                      <a:pt x="4065" y="15618"/>
                    </a:lnTo>
                    <a:lnTo>
                      <a:pt x="4406" y="15826"/>
                    </a:lnTo>
                    <a:lnTo>
                      <a:pt x="4765" y="15996"/>
                    </a:lnTo>
                    <a:lnTo>
                      <a:pt x="5143" y="16166"/>
                    </a:lnTo>
                    <a:lnTo>
                      <a:pt x="5521" y="16318"/>
                    </a:lnTo>
                    <a:lnTo>
                      <a:pt x="5918" y="16450"/>
                    </a:lnTo>
                    <a:lnTo>
                      <a:pt x="6315" y="16563"/>
                    </a:lnTo>
                    <a:lnTo>
                      <a:pt x="6731" y="16658"/>
                    </a:lnTo>
                    <a:lnTo>
                      <a:pt x="7147" y="16734"/>
                    </a:lnTo>
                    <a:lnTo>
                      <a:pt x="7563" y="16790"/>
                    </a:lnTo>
                    <a:lnTo>
                      <a:pt x="7998" y="16828"/>
                    </a:lnTo>
                    <a:lnTo>
                      <a:pt x="8849" y="16828"/>
                    </a:lnTo>
                    <a:lnTo>
                      <a:pt x="9284" y="16790"/>
                    </a:lnTo>
                    <a:lnTo>
                      <a:pt x="9700" y="16734"/>
                    </a:lnTo>
                    <a:lnTo>
                      <a:pt x="10116" y="16658"/>
                    </a:lnTo>
                    <a:lnTo>
                      <a:pt x="10532" y="16563"/>
                    </a:lnTo>
                    <a:lnTo>
                      <a:pt x="10929" y="16450"/>
                    </a:lnTo>
                    <a:lnTo>
                      <a:pt x="11326" y="16318"/>
                    </a:lnTo>
                    <a:lnTo>
                      <a:pt x="11704" y="16166"/>
                    </a:lnTo>
                    <a:lnTo>
                      <a:pt x="12082" y="15996"/>
                    </a:lnTo>
                    <a:lnTo>
                      <a:pt x="12441" y="15826"/>
                    </a:lnTo>
                    <a:lnTo>
                      <a:pt x="12800" y="15618"/>
                    </a:lnTo>
                    <a:lnTo>
                      <a:pt x="13141" y="15391"/>
                    </a:lnTo>
                    <a:lnTo>
                      <a:pt x="13462" y="15164"/>
                    </a:lnTo>
                    <a:lnTo>
                      <a:pt x="13784" y="14919"/>
                    </a:lnTo>
                    <a:lnTo>
                      <a:pt x="14086" y="14654"/>
                    </a:lnTo>
                    <a:lnTo>
                      <a:pt x="14389" y="14370"/>
                    </a:lnTo>
                    <a:lnTo>
                      <a:pt x="14653" y="14068"/>
                    </a:lnTo>
                    <a:lnTo>
                      <a:pt x="14918" y="13765"/>
                    </a:lnTo>
                    <a:lnTo>
                      <a:pt x="15183" y="13444"/>
                    </a:lnTo>
                    <a:lnTo>
                      <a:pt x="15410" y="13122"/>
                    </a:lnTo>
                    <a:lnTo>
                      <a:pt x="15637" y="12782"/>
                    </a:lnTo>
                    <a:lnTo>
                      <a:pt x="15826" y="12423"/>
                    </a:lnTo>
                    <a:lnTo>
                      <a:pt x="16015" y="12064"/>
                    </a:lnTo>
                    <a:lnTo>
                      <a:pt x="16185" y="11685"/>
                    </a:lnTo>
                    <a:lnTo>
                      <a:pt x="16336" y="11307"/>
                    </a:lnTo>
                    <a:lnTo>
                      <a:pt x="16468" y="10910"/>
                    </a:lnTo>
                    <a:lnTo>
                      <a:pt x="16582" y="10513"/>
                    </a:lnTo>
                    <a:lnTo>
                      <a:pt x="16676" y="10116"/>
                    </a:lnTo>
                    <a:lnTo>
                      <a:pt x="16752" y="9700"/>
                    </a:lnTo>
                    <a:lnTo>
                      <a:pt x="16809" y="9265"/>
                    </a:lnTo>
                    <a:lnTo>
                      <a:pt x="16828" y="8849"/>
                    </a:lnTo>
                    <a:lnTo>
                      <a:pt x="16847" y="8414"/>
                    </a:lnTo>
                    <a:lnTo>
                      <a:pt x="16828" y="7980"/>
                    </a:lnTo>
                    <a:lnTo>
                      <a:pt x="16809" y="7545"/>
                    </a:lnTo>
                    <a:lnTo>
                      <a:pt x="16752" y="7129"/>
                    </a:lnTo>
                    <a:lnTo>
                      <a:pt x="16676" y="6713"/>
                    </a:lnTo>
                    <a:lnTo>
                      <a:pt x="16582" y="6316"/>
                    </a:lnTo>
                    <a:lnTo>
                      <a:pt x="16468" y="5900"/>
                    </a:lnTo>
                    <a:lnTo>
                      <a:pt x="16336" y="5522"/>
                    </a:lnTo>
                    <a:lnTo>
                      <a:pt x="16185" y="5143"/>
                    </a:lnTo>
                    <a:lnTo>
                      <a:pt x="16015" y="4765"/>
                    </a:lnTo>
                    <a:lnTo>
                      <a:pt x="15826" y="4406"/>
                    </a:lnTo>
                    <a:lnTo>
                      <a:pt x="15637" y="4047"/>
                    </a:lnTo>
                    <a:lnTo>
                      <a:pt x="15410" y="3706"/>
                    </a:lnTo>
                    <a:lnTo>
                      <a:pt x="15183" y="3366"/>
                    </a:lnTo>
                    <a:lnTo>
                      <a:pt x="14918" y="3064"/>
                    </a:lnTo>
                    <a:lnTo>
                      <a:pt x="14653" y="2742"/>
                    </a:lnTo>
                    <a:lnTo>
                      <a:pt x="14389" y="2459"/>
                    </a:lnTo>
                    <a:lnTo>
                      <a:pt x="14086" y="2175"/>
                    </a:lnTo>
                    <a:lnTo>
                      <a:pt x="13784" y="1910"/>
                    </a:lnTo>
                    <a:lnTo>
                      <a:pt x="13462" y="1664"/>
                    </a:lnTo>
                    <a:lnTo>
                      <a:pt x="13141" y="1438"/>
                    </a:lnTo>
                    <a:lnTo>
                      <a:pt x="12800" y="1211"/>
                    </a:lnTo>
                    <a:lnTo>
                      <a:pt x="12441" y="1003"/>
                    </a:lnTo>
                    <a:lnTo>
                      <a:pt x="12082" y="814"/>
                    </a:lnTo>
                    <a:lnTo>
                      <a:pt x="11704" y="662"/>
                    </a:lnTo>
                    <a:lnTo>
                      <a:pt x="11326" y="511"/>
                    </a:lnTo>
                    <a:lnTo>
                      <a:pt x="10929" y="379"/>
                    </a:lnTo>
                    <a:lnTo>
                      <a:pt x="10532" y="265"/>
                    </a:lnTo>
                    <a:lnTo>
                      <a:pt x="10116" y="171"/>
                    </a:lnTo>
                    <a:lnTo>
                      <a:pt x="9700" y="95"/>
                    </a:lnTo>
                    <a:lnTo>
                      <a:pt x="9284" y="38"/>
                    </a:lnTo>
                    <a:lnTo>
                      <a:pt x="88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36"/>
              <p:cNvSpPr/>
              <p:nvPr/>
            </p:nvSpPr>
            <p:spPr>
              <a:xfrm>
                <a:off x="2074050" y="-1535150"/>
                <a:ext cx="221725" cy="222175"/>
              </a:xfrm>
              <a:custGeom>
                <a:avLst/>
                <a:gdLst/>
                <a:ahLst/>
                <a:cxnLst/>
                <a:rect l="l" t="t" r="r" b="b"/>
                <a:pathLst>
                  <a:path w="8869" h="8887" extrusionOk="0">
                    <a:moveTo>
                      <a:pt x="4444" y="0"/>
                    </a:moveTo>
                    <a:lnTo>
                      <a:pt x="4198" y="19"/>
                    </a:lnTo>
                    <a:lnTo>
                      <a:pt x="3990" y="19"/>
                    </a:lnTo>
                    <a:lnTo>
                      <a:pt x="3536" y="95"/>
                    </a:lnTo>
                    <a:lnTo>
                      <a:pt x="3120" y="208"/>
                    </a:lnTo>
                    <a:lnTo>
                      <a:pt x="2704" y="359"/>
                    </a:lnTo>
                    <a:lnTo>
                      <a:pt x="2326" y="548"/>
                    </a:lnTo>
                    <a:lnTo>
                      <a:pt x="1948" y="756"/>
                    </a:lnTo>
                    <a:lnTo>
                      <a:pt x="1608" y="1021"/>
                    </a:lnTo>
                    <a:lnTo>
                      <a:pt x="1305" y="1305"/>
                    </a:lnTo>
                    <a:lnTo>
                      <a:pt x="1003" y="1626"/>
                    </a:lnTo>
                    <a:lnTo>
                      <a:pt x="757" y="1967"/>
                    </a:lnTo>
                    <a:lnTo>
                      <a:pt x="530" y="2326"/>
                    </a:lnTo>
                    <a:lnTo>
                      <a:pt x="341" y="2723"/>
                    </a:lnTo>
                    <a:lnTo>
                      <a:pt x="190" y="3120"/>
                    </a:lnTo>
                    <a:lnTo>
                      <a:pt x="95" y="3555"/>
                    </a:lnTo>
                    <a:lnTo>
                      <a:pt x="20" y="3990"/>
                    </a:lnTo>
                    <a:lnTo>
                      <a:pt x="1" y="4217"/>
                    </a:lnTo>
                    <a:lnTo>
                      <a:pt x="1" y="4443"/>
                    </a:lnTo>
                    <a:lnTo>
                      <a:pt x="1" y="4670"/>
                    </a:lnTo>
                    <a:lnTo>
                      <a:pt x="20" y="4897"/>
                    </a:lnTo>
                    <a:lnTo>
                      <a:pt x="95" y="5332"/>
                    </a:lnTo>
                    <a:lnTo>
                      <a:pt x="190" y="5767"/>
                    </a:lnTo>
                    <a:lnTo>
                      <a:pt x="341" y="6164"/>
                    </a:lnTo>
                    <a:lnTo>
                      <a:pt x="530" y="6561"/>
                    </a:lnTo>
                    <a:lnTo>
                      <a:pt x="757" y="6920"/>
                    </a:lnTo>
                    <a:lnTo>
                      <a:pt x="1003" y="7261"/>
                    </a:lnTo>
                    <a:lnTo>
                      <a:pt x="1305" y="7582"/>
                    </a:lnTo>
                    <a:lnTo>
                      <a:pt x="1608" y="7866"/>
                    </a:lnTo>
                    <a:lnTo>
                      <a:pt x="1948" y="8130"/>
                    </a:lnTo>
                    <a:lnTo>
                      <a:pt x="2326" y="8338"/>
                    </a:lnTo>
                    <a:lnTo>
                      <a:pt x="2704" y="8527"/>
                    </a:lnTo>
                    <a:lnTo>
                      <a:pt x="3120" y="8679"/>
                    </a:lnTo>
                    <a:lnTo>
                      <a:pt x="3536" y="8792"/>
                    </a:lnTo>
                    <a:lnTo>
                      <a:pt x="3990" y="8849"/>
                    </a:lnTo>
                    <a:lnTo>
                      <a:pt x="4198" y="8868"/>
                    </a:lnTo>
                    <a:lnTo>
                      <a:pt x="4444" y="8887"/>
                    </a:lnTo>
                    <a:lnTo>
                      <a:pt x="4671" y="8868"/>
                    </a:lnTo>
                    <a:lnTo>
                      <a:pt x="4898" y="8849"/>
                    </a:lnTo>
                    <a:lnTo>
                      <a:pt x="5333" y="8792"/>
                    </a:lnTo>
                    <a:lnTo>
                      <a:pt x="5748" y="8679"/>
                    </a:lnTo>
                    <a:lnTo>
                      <a:pt x="6164" y="8527"/>
                    </a:lnTo>
                    <a:lnTo>
                      <a:pt x="6543" y="8338"/>
                    </a:lnTo>
                    <a:lnTo>
                      <a:pt x="6921" y="8130"/>
                    </a:lnTo>
                    <a:lnTo>
                      <a:pt x="7261" y="7866"/>
                    </a:lnTo>
                    <a:lnTo>
                      <a:pt x="7582" y="7582"/>
                    </a:lnTo>
                    <a:lnTo>
                      <a:pt x="7866" y="7261"/>
                    </a:lnTo>
                    <a:lnTo>
                      <a:pt x="8112" y="6920"/>
                    </a:lnTo>
                    <a:lnTo>
                      <a:pt x="8339" y="6561"/>
                    </a:lnTo>
                    <a:lnTo>
                      <a:pt x="8528" y="6164"/>
                    </a:lnTo>
                    <a:lnTo>
                      <a:pt x="8679" y="5767"/>
                    </a:lnTo>
                    <a:lnTo>
                      <a:pt x="8793" y="5332"/>
                    </a:lnTo>
                    <a:lnTo>
                      <a:pt x="8849" y="4897"/>
                    </a:lnTo>
                    <a:lnTo>
                      <a:pt x="8868" y="4670"/>
                    </a:lnTo>
                    <a:lnTo>
                      <a:pt x="8868" y="4443"/>
                    </a:lnTo>
                    <a:lnTo>
                      <a:pt x="8868" y="4217"/>
                    </a:lnTo>
                    <a:lnTo>
                      <a:pt x="8849" y="3990"/>
                    </a:lnTo>
                    <a:lnTo>
                      <a:pt x="8793" y="3555"/>
                    </a:lnTo>
                    <a:lnTo>
                      <a:pt x="8679" y="3120"/>
                    </a:lnTo>
                    <a:lnTo>
                      <a:pt x="8528" y="2723"/>
                    </a:lnTo>
                    <a:lnTo>
                      <a:pt x="8339" y="2326"/>
                    </a:lnTo>
                    <a:lnTo>
                      <a:pt x="8112" y="1967"/>
                    </a:lnTo>
                    <a:lnTo>
                      <a:pt x="7866" y="1626"/>
                    </a:lnTo>
                    <a:lnTo>
                      <a:pt x="7582" y="1305"/>
                    </a:lnTo>
                    <a:lnTo>
                      <a:pt x="7261" y="1021"/>
                    </a:lnTo>
                    <a:lnTo>
                      <a:pt x="6921" y="756"/>
                    </a:lnTo>
                    <a:lnTo>
                      <a:pt x="6543" y="548"/>
                    </a:lnTo>
                    <a:lnTo>
                      <a:pt x="6164" y="359"/>
                    </a:lnTo>
                    <a:lnTo>
                      <a:pt x="5748" y="208"/>
                    </a:lnTo>
                    <a:lnTo>
                      <a:pt x="5333" y="95"/>
                    </a:lnTo>
                    <a:lnTo>
                      <a:pt x="4898" y="19"/>
                    </a:lnTo>
                    <a:lnTo>
                      <a:pt x="4671" y="19"/>
                    </a:lnTo>
                    <a:lnTo>
                      <a:pt x="444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36"/>
              <p:cNvSpPr/>
              <p:nvPr/>
            </p:nvSpPr>
            <p:spPr>
              <a:xfrm>
                <a:off x="2192700" y="-1659475"/>
                <a:ext cx="515250" cy="237775"/>
              </a:xfrm>
              <a:custGeom>
                <a:avLst/>
                <a:gdLst/>
                <a:ahLst/>
                <a:cxnLst/>
                <a:rect l="l" t="t" r="r" b="b"/>
                <a:pathLst>
                  <a:path w="20610" h="9511" extrusionOk="0">
                    <a:moveTo>
                      <a:pt x="19815" y="1"/>
                    </a:moveTo>
                    <a:lnTo>
                      <a:pt x="0" y="9114"/>
                    </a:lnTo>
                    <a:lnTo>
                      <a:pt x="152" y="9511"/>
                    </a:lnTo>
                    <a:lnTo>
                      <a:pt x="20609" y="1040"/>
                    </a:lnTo>
                    <a:lnTo>
                      <a:pt x="19815" y="1"/>
                    </a:lnTo>
                    <a:close/>
                  </a:path>
                </a:pathLst>
              </a:custGeom>
              <a:gradFill>
                <a:gsLst>
                  <a:gs pos="0">
                    <a:srgbClr val="575757"/>
                  </a:gs>
                  <a:gs pos="100000">
                    <a:srgbClr val="16161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36"/>
              <p:cNvSpPr/>
              <p:nvPr/>
            </p:nvSpPr>
            <p:spPr>
              <a:xfrm>
                <a:off x="2620475" y="-1822550"/>
                <a:ext cx="312475" cy="245350"/>
              </a:xfrm>
              <a:custGeom>
                <a:avLst/>
                <a:gdLst/>
                <a:ahLst/>
                <a:cxnLst/>
                <a:rect l="l" t="t" r="r" b="b"/>
                <a:pathLst>
                  <a:path w="12499" h="9814" extrusionOk="0">
                    <a:moveTo>
                      <a:pt x="8509" y="1"/>
                    </a:moveTo>
                    <a:lnTo>
                      <a:pt x="1078" y="4803"/>
                    </a:lnTo>
                    <a:lnTo>
                      <a:pt x="0" y="8358"/>
                    </a:lnTo>
                    <a:lnTo>
                      <a:pt x="3820" y="9813"/>
                    </a:lnTo>
                    <a:lnTo>
                      <a:pt x="12498" y="5862"/>
                    </a:lnTo>
                    <a:lnTo>
                      <a:pt x="8376" y="4160"/>
                    </a:lnTo>
                    <a:lnTo>
                      <a:pt x="8509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0B9"/>
                  </a:gs>
                  <a:gs pos="100000">
                    <a:srgbClr val="F9D03C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61" name="Google Shape;1861;p36"/>
          <p:cNvGrpSpPr/>
          <p:nvPr/>
        </p:nvGrpSpPr>
        <p:grpSpPr>
          <a:xfrm flipH="1">
            <a:off x="8171689" y="2562143"/>
            <a:ext cx="518152" cy="365226"/>
            <a:chOff x="6284325" y="-1933525"/>
            <a:chExt cx="1180300" cy="831950"/>
          </a:xfrm>
        </p:grpSpPr>
        <p:sp>
          <p:nvSpPr>
            <p:cNvPr id="1862" name="Google Shape;1862;p36"/>
            <p:cNvSpPr/>
            <p:nvPr/>
          </p:nvSpPr>
          <p:spPr>
            <a:xfrm>
              <a:off x="6284325" y="-1933525"/>
              <a:ext cx="1074425" cy="58175"/>
            </a:xfrm>
            <a:custGeom>
              <a:avLst/>
              <a:gdLst/>
              <a:ahLst/>
              <a:cxnLst/>
              <a:rect l="l" t="t" r="r" b="b"/>
              <a:pathLst>
                <a:path w="42977" h="2327" extrusionOk="0">
                  <a:moveTo>
                    <a:pt x="1834" y="1"/>
                  </a:moveTo>
                  <a:lnTo>
                    <a:pt x="1645" y="19"/>
                  </a:lnTo>
                  <a:lnTo>
                    <a:pt x="1456" y="38"/>
                  </a:lnTo>
                  <a:lnTo>
                    <a:pt x="1286" y="95"/>
                  </a:lnTo>
                  <a:lnTo>
                    <a:pt x="1116" y="152"/>
                  </a:lnTo>
                  <a:lnTo>
                    <a:pt x="965" y="227"/>
                  </a:lnTo>
                  <a:lnTo>
                    <a:pt x="813" y="322"/>
                  </a:lnTo>
                  <a:lnTo>
                    <a:pt x="662" y="417"/>
                  </a:lnTo>
                  <a:lnTo>
                    <a:pt x="530" y="549"/>
                  </a:lnTo>
                  <a:lnTo>
                    <a:pt x="416" y="662"/>
                  </a:lnTo>
                  <a:lnTo>
                    <a:pt x="322" y="814"/>
                  </a:lnTo>
                  <a:lnTo>
                    <a:pt x="227" y="965"/>
                  </a:lnTo>
                  <a:lnTo>
                    <a:pt x="152" y="1116"/>
                  </a:lnTo>
                  <a:lnTo>
                    <a:pt x="95" y="1286"/>
                  </a:lnTo>
                  <a:lnTo>
                    <a:pt x="38" y="1456"/>
                  </a:lnTo>
                  <a:lnTo>
                    <a:pt x="19" y="1645"/>
                  </a:lnTo>
                  <a:lnTo>
                    <a:pt x="0" y="1835"/>
                  </a:lnTo>
                  <a:lnTo>
                    <a:pt x="0" y="2326"/>
                  </a:lnTo>
                  <a:lnTo>
                    <a:pt x="42977" y="2326"/>
                  </a:lnTo>
                  <a:lnTo>
                    <a:pt x="42977" y="1835"/>
                  </a:lnTo>
                  <a:lnTo>
                    <a:pt x="42977" y="1645"/>
                  </a:lnTo>
                  <a:lnTo>
                    <a:pt x="42939" y="1456"/>
                  </a:lnTo>
                  <a:lnTo>
                    <a:pt x="42901" y="1286"/>
                  </a:lnTo>
                  <a:lnTo>
                    <a:pt x="42844" y="1116"/>
                  </a:lnTo>
                  <a:lnTo>
                    <a:pt x="42769" y="965"/>
                  </a:lnTo>
                  <a:lnTo>
                    <a:pt x="42674" y="814"/>
                  </a:lnTo>
                  <a:lnTo>
                    <a:pt x="42561" y="662"/>
                  </a:lnTo>
                  <a:lnTo>
                    <a:pt x="42447" y="549"/>
                  </a:lnTo>
                  <a:lnTo>
                    <a:pt x="42315" y="417"/>
                  </a:lnTo>
                  <a:lnTo>
                    <a:pt x="42183" y="322"/>
                  </a:lnTo>
                  <a:lnTo>
                    <a:pt x="42031" y="227"/>
                  </a:lnTo>
                  <a:lnTo>
                    <a:pt x="41861" y="152"/>
                  </a:lnTo>
                  <a:lnTo>
                    <a:pt x="41691" y="95"/>
                  </a:lnTo>
                  <a:lnTo>
                    <a:pt x="41521" y="38"/>
                  </a:lnTo>
                  <a:lnTo>
                    <a:pt x="41351" y="19"/>
                  </a:lnTo>
                  <a:lnTo>
                    <a:pt x="41162" y="1"/>
                  </a:lnTo>
                  <a:close/>
                </a:path>
              </a:pathLst>
            </a:custGeom>
            <a:gradFill>
              <a:gsLst>
                <a:gs pos="0">
                  <a:srgbClr val="36D5E6"/>
                </a:gs>
                <a:gs pos="100000">
                  <a:srgbClr val="17788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6"/>
            <p:cNvSpPr/>
            <p:nvPr/>
          </p:nvSpPr>
          <p:spPr>
            <a:xfrm>
              <a:off x="6284325" y="-1875375"/>
              <a:ext cx="1180300" cy="773800"/>
            </a:xfrm>
            <a:custGeom>
              <a:avLst/>
              <a:gdLst/>
              <a:ahLst/>
              <a:cxnLst/>
              <a:rect l="l" t="t" r="r" b="b"/>
              <a:pathLst>
                <a:path w="47212" h="30952" extrusionOk="0">
                  <a:moveTo>
                    <a:pt x="0" y="0"/>
                  </a:moveTo>
                  <a:lnTo>
                    <a:pt x="0" y="24372"/>
                  </a:lnTo>
                  <a:lnTo>
                    <a:pt x="19" y="24561"/>
                  </a:lnTo>
                  <a:lnTo>
                    <a:pt x="38" y="24750"/>
                  </a:lnTo>
                  <a:lnTo>
                    <a:pt x="95" y="24920"/>
                  </a:lnTo>
                  <a:lnTo>
                    <a:pt x="152" y="25090"/>
                  </a:lnTo>
                  <a:lnTo>
                    <a:pt x="227" y="25241"/>
                  </a:lnTo>
                  <a:lnTo>
                    <a:pt x="322" y="25393"/>
                  </a:lnTo>
                  <a:lnTo>
                    <a:pt x="416" y="25544"/>
                  </a:lnTo>
                  <a:lnTo>
                    <a:pt x="530" y="25676"/>
                  </a:lnTo>
                  <a:lnTo>
                    <a:pt x="662" y="25790"/>
                  </a:lnTo>
                  <a:lnTo>
                    <a:pt x="813" y="25884"/>
                  </a:lnTo>
                  <a:lnTo>
                    <a:pt x="965" y="25979"/>
                  </a:lnTo>
                  <a:lnTo>
                    <a:pt x="1116" y="26054"/>
                  </a:lnTo>
                  <a:lnTo>
                    <a:pt x="1286" y="26111"/>
                  </a:lnTo>
                  <a:lnTo>
                    <a:pt x="1456" y="26168"/>
                  </a:lnTo>
                  <a:lnTo>
                    <a:pt x="1645" y="26187"/>
                  </a:lnTo>
                  <a:lnTo>
                    <a:pt x="1834" y="26206"/>
                  </a:lnTo>
                  <a:lnTo>
                    <a:pt x="38779" y="26206"/>
                  </a:lnTo>
                  <a:lnTo>
                    <a:pt x="46059" y="30819"/>
                  </a:lnTo>
                  <a:lnTo>
                    <a:pt x="46172" y="30895"/>
                  </a:lnTo>
                  <a:lnTo>
                    <a:pt x="46304" y="30933"/>
                  </a:lnTo>
                  <a:lnTo>
                    <a:pt x="46418" y="30951"/>
                  </a:lnTo>
                  <a:lnTo>
                    <a:pt x="46531" y="30951"/>
                  </a:lnTo>
                  <a:lnTo>
                    <a:pt x="46645" y="30914"/>
                  </a:lnTo>
                  <a:lnTo>
                    <a:pt x="46758" y="30876"/>
                  </a:lnTo>
                  <a:lnTo>
                    <a:pt x="46853" y="30838"/>
                  </a:lnTo>
                  <a:lnTo>
                    <a:pt x="46947" y="30762"/>
                  </a:lnTo>
                  <a:lnTo>
                    <a:pt x="47023" y="30687"/>
                  </a:lnTo>
                  <a:lnTo>
                    <a:pt x="47099" y="30592"/>
                  </a:lnTo>
                  <a:lnTo>
                    <a:pt x="47155" y="30498"/>
                  </a:lnTo>
                  <a:lnTo>
                    <a:pt x="47193" y="30384"/>
                  </a:lnTo>
                  <a:lnTo>
                    <a:pt x="47212" y="30271"/>
                  </a:lnTo>
                  <a:lnTo>
                    <a:pt x="47212" y="30138"/>
                  </a:lnTo>
                  <a:lnTo>
                    <a:pt x="47193" y="30025"/>
                  </a:lnTo>
                  <a:lnTo>
                    <a:pt x="47155" y="29893"/>
                  </a:lnTo>
                  <a:lnTo>
                    <a:pt x="42977" y="20042"/>
                  </a:lnTo>
                  <a:lnTo>
                    <a:pt x="4297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6"/>
            <p:cNvSpPr/>
            <p:nvPr/>
          </p:nvSpPr>
          <p:spPr>
            <a:xfrm>
              <a:off x="6323075" y="-1917450"/>
              <a:ext cx="26025" cy="26025"/>
            </a:xfrm>
            <a:custGeom>
              <a:avLst/>
              <a:gdLst/>
              <a:ahLst/>
              <a:cxnLst/>
              <a:rect l="l" t="t" r="r" b="b"/>
              <a:pathLst>
                <a:path w="1041" h="1041" extrusionOk="0">
                  <a:moveTo>
                    <a:pt x="530" y="0"/>
                  </a:moveTo>
                  <a:lnTo>
                    <a:pt x="417" y="19"/>
                  </a:lnTo>
                  <a:lnTo>
                    <a:pt x="322" y="57"/>
                  </a:lnTo>
                  <a:lnTo>
                    <a:pt x="228" y="95"/>
                  </a:lnTo>
                  <a:lnTo>
                    <a:pt x="152" y="152"/>
                  </a:lnTo>
                  <a:lnTo>
                    <a:pt x="95" y="246"/>
                  </a:lnTo>
                  <a:lnTo>
                    <a:pt x="39" y="322"/>
                  </a:lnTo>
                  <a:lnTo>
                    <a:pt x="20" y="416"/>
                  </a:lnTo>
                  <a:lnTo>
                    <a:pt x="1" y="530"/>
                  </a:lnTo>
                  <a:lnTo>
                    <a:pt x="20" y="624"/>
                  </a:lnTo>
                  <a:lnTo>
                    <a:pt x="39" y="738"/>
                  </a:lnTo>
                  <a:lnTo>
                    <a:pt x="95" y="813"/>
                  </a:lnTo>
                  <a:lnTo>
                    <a:pt x="152" y="889"/>
                  </a:lnTo>
                  <a:lnTo>
                    <a:pt x="228" y="965"/>
                  </a:lnTo>
                  <a:lnTo>
                    <a:pt x="322" y="1002"/>
                  </a:lnTo>
                  <a:lnTo>
                    <a:pt x="417" y="1040"/>
                  </a:lnTo>
                  <a:lnTo>
                    <a:pt x="625" y="1040"/>
                  </a:lnTo>
                  <a:lnTo>
                    <a:pt x="719" y="1002"/>
                  </a:lnTo>
                  <a:lnTo>
                    <a:pt x="814" y="965"/>
                  </a:lnTo>
                  <a:lnTo>
                    <a:pt x="889" y="889"/>
                  </a:lnTo>
                  <a:lnTo>
                    <a:pt x="946" y="813"/>
                  </a:lnTo>
                  <a:lnTo>
                    <a:pt x="1003" y="738"/>
                  </a:lnTo>
                  <a:lnTo>
                    <a:pt x="1041" y="624"/>
                  </a:lnTo>
                  <a:lnTo>
                    <a:pt x="1041" y="530"/>
                  </a:lnTo>
                  <a:lnTo>
                    <a:pt x="1041" y="416"/>
                  </a:lnTo>
                  <a:lnTo>
                    <a:pt x="1003" y="322"/>
                  </a:lnTo>
                  <a:lnTo>
                    <a:pt x="946" y="246"/>
                  </a:lnTo>
                  <a:lnTo>
                    <a:pt x="889" y="152"/>
                  </a:lnTo>
                  <a:lnTo>
                    <a:pt x="814" y="95"/>
                  </a:lnTo>
                  <a:lnTo>
                    <a:pt x="719" y="57"/>
                  </a:lnTo>
                  <a:lnTo>
                    <a:pt x="625" y="19"/>
                  </a:lnTo>
                  <a:lnTo>
                    <a:pt x="5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6"/>
            <p:cNvSpPr/>
            <p:nvPr/>
          </p:nvSpPr>
          <p:spPr>
            <a:xfrm>
              <a:off x="6369875" y="-1917450"/>
              <a:ext cx="26025" cy="26025"/>
            </a:xfrm>
            <a:custGeom>
              <a:avLst/>
              <a:gdLst/>
              <a:ahLst/>
              <a:cxnLst/>
              <a:rect l="l" t="t" r="r" b="b"/>
              <a:pathLst>
                <a:path w="1041" h="1041" extrusionOk="0">
                  <a:moveTo>
                    <a:pt x="511" y="0"/>
                  </a:moveTo>
                  <a:lnTo>
                    <a:pt x="417" y="19"/>
                  </a:lnTo>
                  <a:lnTo>
                    <a:pt x="303" y="57"/>
                  </a:lnTo>
                  <a:lnTo>
                    <a:pt x="228" y="95"/>
                  </a:lnTo>
                  <a:lnTo>
                    <a:pt x="152" y="152"/>
                  </a:lnTo>
                  <a:lnTo>
                    <a:pt x="76" y="246"/>
                  </a:lnTo>
                  <a:lnTo>
                    <a:pt x="38" y="322"/>
                  </a:lnTo>
                  <a:lnTo>
                    <a:pt x="1" y="416"/>
                  </a:lnTo>
                  <a:lnTo>
                    <a:pt x="1" y="530"/>
                  </a:lnTo>
                  <a:lnTo>
                    <a:pt x="1" y="624"/>
                  </a:lnTo>
                  <a:lnTo>
                    <a:pt x="38" y="738"/>
                  </a:lnTo>
                  <a:lnTo>
                    <a:pt x="76" y="813"/>
                  </a:lnTo>
                  <a:lnTo>
                    <a:pt x="152" y="889"/>
                  </a:lnTo>
                  <a:lnTo>
                    <a:pt x="228" y="965"/>
                  </a:lnTo>
                  <a:lnTo>
                    <a:pt x="303" y="1002"/>
                  </a:lnTo>
                  <a:lnTo>
                    <a:pt x="417" y="1040"/>
                  </a:lnTo>
                  <a:lnTo>
                    <a:pt x="625" y="1040"/>
                  </a:lnTo>
                  <a:lnTo>
                    <a:pt x="719" y="1002"/>
                  </a:lnTo>
                  <a:lnTo>
                    <a:pt x="814" y="965"/>
                  </a:lnTo>
                  <a:lnTo>
                    <a:pt x="889" y="889"/>
                  </a:lnTo>
                  <a:lnTo>
                    <a:pt x="946" y="813"/>
                  </a:lnTo>
                  <a:lnTo>
                    <a:pt x="984" y="738"/>
                  </a:lnTo>
                  <a:lnTo>
                    <a:pt x="1022" y="624"/>
                  </a:lnTo>
                  <a:lnTo>
                    <a:pt x="1041" y="530"/>
                  </a:lnTo>
                  <a:lnTo>
                    <a:pt x="1022" y="416"/>
                  </a:lnTo>
                  <a:lnTo>
                    <a:pt x="984" y="322"/>
                  </a:lnTo>
                  <a:lnTo>
                    <a:pt x="946" y="246"/>
                  </a:lnTo>
                  <a:lnTo>
                    <a:pt x="889" y="152"/>
                  </a:lnTo>
                  <a:lnTo>
                    <a:pt x="814" y="95"/>
                  </a:lnTo>
                  <a:lnTo>
                    <a:pt x="719" y="57"/>
                  </a:lnTo>
                  <a:lnTo>
                    <a:pt x="625" y="19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6"/>
            <p:cNvSpPr/>
            <p:nvPr/>
          </p:nvSpPr>
          <p:spPr>
            <a:xfrm>
              <a:off x="6416200" y="-1917450"/>
              <a:ext cx="26025" cy="26025"/>
            </a:xfrm>
            <a:custGeom>
              <a:avLst/>
              <a:gdLst/>
              <a:ahLst/>
              <a:cxnLst/>
              <a:rect l="l" t="t" r="r" b="b"/>
              <a:pathLst>
                <a:path w="1041" h="1041" extrusionOk="0">
                  <a:moveTo>
                    <a:pt x="530" y="0"/>
                  </a:moveTo>
                  <a:lnTo>
                    <a:pt x="417" y="19"/>
                  </a:lnTo>
                  <a:lnTo>
                    <a:pt x="322" y="57"/>
                  </a:lnTo>
                  <a:lnTo>
                    <a:pt x="227" y="95"/>
                  </a:lnTo>
                  <a:lnTo>
                    <a:pt x="152" y="152"/>
                  </a:lnTo>
                  <a:lnTo>
                    <a:pt x="95" y="246"/>
                  </a:lnTo>
                  <a:lnTo>
                    <a:pt x="38" y="322"/>
                  </a:lnTo>
                  <a:lnTo>
                    <a:pt x="19" y="416"/>
                  </a:lnTo>
                  <a:lnTo>
                    <a:pt x="1" y="530"/>
                  </a:lnTo>
                  <a:lnTo>
                    <a:pt x="19" y="624"/>
                  </a:lnTo>
                  <a:lnTo>
                    <a:pt x="38" y="738"/>
                  </a:lnTo>
                  <a:lnTo>
                    <a:pt x="95" y="813"/>
                  </a:lnTo>
                  <a:lnTo>
                    <a:pt x="152" y="889"/>
                  </a:lnTo>
                  <a:lnTo>
                    <a:pt x="227" y="965"/>
                  </a:lnTo>
                  <a:lnTo>
                    <a:pt x="322" y="1002"/>
                  </a:lnTo>
                  <a:lnTo>
                    <a:pt x="417" y="1040"/>
                  </a:lnTo>
                  <a:lnTo>
                    <a:pt x="625" y="1040"/>
                  </a:lnTo>
                  <a:lnTo>
                    <a:pt x="719" y="1002"/>
                  </a:lnTo>
                  <a:lnTo>
                    <a:pt x="814" y="965"/>
                  </a:lnTo>
                  <a:lnTo>
                    <a:pt x="889" y="889"/>
                  </a:lnTo>
                  <a:lnTo>
                    <a:pt x="946" y="813"/>
                  </a:lnTo>
                  <a:lnTo>
                    <a:pt x="1003" y="738"/>
                  </a:lnTo>
                  <a:lnTo>
                    <a:pt x="1040" y="624"/>
                  </a:lnTo>
                  <a:lnTo>
                    <a:pt x="1040" y="530"/>
                  </a:lnTo>
                  <a:lnTo>
                    <a:pt x="1040" y="416"/>
                  </a:lnTo>
                  <a:lnTo>
                    <a:pt x="1003" y="322"/>
                  </a:lnTo>
                  <a:lnTo>
                    <a:pt x="946" y="246"/>
                  </a:lnTo>
                  <a:lnTo>
                    <a:pt x="889" y="152"/>
                  </a:lnTo>
                  <a:lnTo>
                    <a:pt x="814" y="95"/>
                  </a:lnTo>
                  <a:lnTo>
                    <a:pt x="719" y="57"/>
                  </a:lnTo>
                  <a:lnTo>
                    <a:pt x="625" y="19"/>
                  </a:lnTo>
                  <a:lnTo>
                    <a:pt x="5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6"/>
            <p:cNvSpPr/>
            <p:nvPr/>
          </p:nvSpPr>
          <p:spPr>
            <a:xfrm>
              <a:off x="7104425" y="-1433425"/>
              <a:ext cx="140875" cy="128125"/>
            </a:xfrm>
            <a:custGeom>
              <a:avLst/>
              <a:gdLst/>
              <a:ahLst/>
              <a:cxnLst/>
              <a:rect l="l" t="t" r="r" b="b"/>
              <a:pathLst>
                <a:path w="5635" h="5125" extrusionOk="0">
                  <a:moveTo>
                    <a:pt x="1" y="1"/>
                  </a:moveTo>
                  <a:lnTo>
                    <a:pt x="1" y="5124"/>
                  </a:lnTo>
                  <a:lnTo>
                    <a:pt x="5635" y="5124"/>
                  </a:lnTo>
                  <a:lnTo>
                    <a:pt x="5635" y="1"/>
                  </a:lnTo>
                  <a:close/>
                </a:path>
              </a:pathLst>
            </a:custGeom>
            <a:gradFill>
              <a:gsLst>
                <a:gs pos="0">
                  <a:srgbClr val="E4C8BE"/>
                </a:gs>
                <a:gs pos="100000">
                  <a:srgbClr val="B77C68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6"/>
            <p:cNvSpPr/>
            <p:nvPr/>
          </p:nvSpPr>
          <p:spPr>
            <a:xfrm>
              <a:off x="6875175" y="-1498175"/>
              <a:ext cx="140425" cy="192875"/>
            </a:xfrm>
            <a:custGeom>
              <a:avLst/>
              <a:gdLst/>
              <a:ahLst/>
              <a:cxnLst/>
              <a:rect l="l" t="t" r="r" b="b"/>
              <a:pathLst>
                <a:path w="5617" h="7715" extrusionOk="0">
                  <a:moveTo>
                    <a:pt x="1" y="0"/>
                  </a:moveTo>
                  <a:lnTo>
                    <a:pt x="1" y="7714"/>
                  </a:lnTo>
                  <a:lnTo>
                    <a:pt x="5616" y="7714"/>
                  </a:lnTo>
                  <a:lnTo>
                    <a:pt x="5616" y="0"/>
                  </a:lnTo>
                  <a:close/>
                </a:path>
              </a:pathLst>
            </a:custGeom>
            <a:gradFill>
              <a:gsLst>
                <a:gs pos="0">
                  <a:srgbClr val="FFF0B9"/>
                </a:gs>
                <a:gs pos="100000">
                  <a:srgbClr val="F9D03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6"/>
            <p:cNvSpPr/>
            <p:nvPr/>
          </p:nvSpPr>
          <p:spPr>
            <a:xfrm>
              <a:off x="6645925" y="-1590350"/>
              <a:ext cx="140400" cy="285050"/>
            </a:xfrm>
            <a:custGeom>
              <a:avLst/>
              <a:gdLst/>
              <a:ahLst/>
              <a:cxnLst/>
              <a:rect l="l" t="t" r="r" b="b"/>
              <a:pathLst>
                <a:path w="5616" h="11402" extrusionOk="0">
                  <a:moveTo>
                    <a:pt x="1" y="0"/>
                  </a:moveTo>
                  <a:lnTo>
                    <a:pt x="1" y="11401"/>
                  </a:lnTo>
                  <a:lnTo>
                    <a:pt x="5616" y="11401"/>
                  </a:lnTo>
                  <a:lnTo>
                    <a:pt x="5616" y="0"/>
                  </a:lnTo>
                  <a:close/>
                </a:path>
              </a:pathLst>
            </a:custGeom>
            <a:gradFill>
              <a:gsLst>
                <a:gs pos="0">
                  <a:srgbClr val="61B065"/>
                </a:gs>
                <a:gs pos="100000">
                  <a:srgbClr val="345A3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6"/>
            <p:cNvSpPr/>
            <p:nvPr/>
          </p:nvSpPr>
          <p:spPr>
            <a:xfrm>
              <a:off x="6416200" y="-1679700"/>
              <a:ext cx="140875" cy="374400"/>
            </a:xfrm>
            <a:custGeom>
              <a:avLst/>
              <a:gdLst/>
              <a:ahLst/>
              <a:cxnLst/>
              <a:rect l="l" t="t" r="r" b="b"/>
              <a:pathLst>
                <a:path w="5635" h="14976" extrusionOk="0">
                  <a:moveTo>
                    <a:pt x="1" y="1"/>
                  </a:moveTo>
                  <a:lnTo>
                    <a:pt x="1" y="14975"/>
                  </a:lnTo>
                  <a:lnTo>
                    <a:pt x="5635" y="14975"/>
                  </a:lnTo>
                  <a:lnTo>
                    <a:pt x="5635" y="1"/>
                  </a:lnTo>
                  <a:close/>
                </a:path>
              </a:pathLst>
            </a:custGeom>
            <a:gradFill>
              <a:gsLst>
                <a:gs pos="0">
                  <a:srgbClr val="36D5E6"/>
                </a:gs>
                <a:gs pos="100000">
                  <a:srgbClr val="17788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6"/>
            <p:cNvSpPr/>
            <p:nvPr/>
          </p:nvSpPr>
          <p:spPr>
            <a:xfrm>
              <a:off x="6662950" y="-1795500"/>
              <a:ext cx="564400" cy="242975"/>
            </a:xfrm>
            <a:custGeom>
              <a:avLst/>
              <a:gdLst/>
              <a:ahLst/>
              <a:cxnLst/>
              <a:rect l="l" t="t" r="r" b="b"/>
              <a:pathLst>
                <a:path w="22576" h="9719" extrusionOk="0">
                  <a:moveTo>
                    <a:pt x="3006" y="0"/>
                  </a:moveTo>
                  <a:lnTo>
                    <a:pt x="1513" y="530"/>
                  </a:lnTo>
                  <a:lnTo>
                    <a:pt x="0" y="1040"/>
                  </a:lnTo>
                  <a:lnTo>
                    <a:pt x="813" y="2421"/>
                  </a:lnTo>
                  <a:lnTo>
                    <a:pt x="1626" y="3782"/>
                  </a:lnTo>
                  <a:lnTo>
                    <a:pt x="2175" y="2269"/>
                  </a:lnTo>
                  <a:lnTo>
                    <a:pt x="22273" y="9719"/>
                  </a:lnTo>
                  <a:lnTo>
                    <a:pt x="22576" y="8906"/>
                  </a:lnTo>
                  <a:lnTo>
                    <a:pt x="2477" y="1456"/>
                  </a:lnTo>
                  <a:lnTo>
                    <a:pt x="3006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6"/>
            <p:cNvSpPr/>
            <p:nvPr/>
          </p:nvSpPr>
          <p:spPr>
            <a:xfrm>
              <a:off x="7038725" y="-1822450"/>
              <a:ext cx="264250" cy="20825"/>
            </a:xfrm>
            <a:custGeom>
              <a:avLst/>
              <a:gdLst/>
              <a:ahLst/>
              <a:cxnLst/>
              <a:rect l="l" t="t" r="r" b="b"/>
              <a:pathLst>
                <a:path w="10570" h="833" extrusionOk="0">
                  <a:moveTo>
                    <a:pt x="341" y="1"/>
                  </a:moveTo>
                  <a:lnTo>
                    <a:pt x="265" y="20"/>
                  </a:lnTo>
                  <a:lnTo>
                    <a:pt x="190" y="76"/>
                  </a:lnTo>
                  <a:lnTo>
                    <a:pt x="133" y="114"/>
                  </a:lnTo>
                  <a:lnTo>
                    <a:pt x="76" y="171"/>
                  </a:lnTo>
                  <a:lnTo>
                    <a:pt x="38" y="247"/>
                  </a:lnTo>
                  <a:lnTo>
                    <a:pt x="19" y="322"/>
                  </a:lnTo>
                  <a:lnTo>
                    <a:pt x="1" y="417"/>
                  </a:lnTo>
                  <a:lnTo>
                    <a:pt x="19" y="492"/>
                  </a:lnTo>
                  <a:lnTo>
                    <a:pt x="38" y="587"/>
                  </a:lnTo>
                  <a:lnTo>
                    <a:pt x="76" y="644"/>
                  </a:lnTo>
                  <a:lnTo>
                    <a:pt x="133" y="719"/>
                  </a:lnTo>
                  <a:lnTo>
                    <a:pt x="190" y="757"/>
                  </a:lnTo>
                  <a:lnTo>
                    <a:pt x="265" y="795"/>
                  </a:lnTo>
                  <a:lnTo>
                    <a:pt x="341" y="833"/>
                  </a:lnTo>
                  <a:lnTo>
                    <a:pt x="10229" y="833"/>
                  </a:lnTo>
                  <a:lnTo>
                    <a:pt x="10324" y="795"/>
                  </a:lnTo>
                  <a:lnTo>
                    <a:pt x="10381" y="757"/>
                  </a:lnTo>
                  <a:lnTo>
                    <a:pt x="10456" y="719"/>
                  </a:lnTo>
                  <a:lnTo>
                    <a:pt x="10494" y="644"/>
                  </a:lnTo>
                  <a:lnTo>
                    <a:pt x="10532" y="587"/>
                  </a:lnTo>
                  <a:lnTo>
                    <a:pt x="10570" y="492"/>
                  </a:lnTo>
                  <a:lnTo>
                    <a:pt x="10570" y="417"/>
                  </a:lnTo>
                  <a:lnTo>
                    <a:pt x="10570" y="322"/>
                  </a:lnTo>
                  <a:lnTo>
                    <a:pt x="10532" y="247"/>
                  </a:lnTo>
                  <a:lnTo>
                    <a:pt x="10494" y="171"/>
                  </a:lnTo>
                  <a:lnTo>
                    <a:pt x="10456" y="114"/>
                  </a:lnTo>
                  <a:lnTo>
                    <a:pt x="10381" y="76"/>
                  </a:lnTo>
                  <a:lnTo>
                    <a:pt x="10324" y="20"/>
                  </a:lnTo>
                  <a:lnTo>
                    <a:pt x="10229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6"/>
            <p:cNvSpPr/>
            <p:nvPr/>
          </p:nvSpPr>
          <p:spPr>
            <a:xfrm>
              <a:off x="7038725" y="-1785100"/>
              <a:ext cx="264250" cy="20825"/>
            </a:xfrm>
            <a:custGeom>
              <a:avLst/>
              <a:gdLst/>
              <a:ahLst/>
              <a:cxnLst/>
              <a:rect l="l" t="t" r="r" b="b"/>
              <a:pathLst>
                <a:path w="10570" h="833" extrusionOk="0">
                  <a:moveTo>
                    <a:pt x="341" y="0"/>
                  </a:moveTo>
                  <a:lnTo>
                    <a:pt x="265" y="19"/>
                  </a:lnTo>
                  <a:lnTo>
                    <a:pt x="190" y="76"/>
                  </a:lnTo>
                  <a:lnTo>
                    <a:pt x="133" y="114"/>
                  </a:lnTo>
                  <a:lnTo>
                    <a:pt x="76" y="190"/>
                  </a:lnTo>
                  <a:lnTo>
                    <a:pt x="38" y="246"/>
                  </a:lnTo>
                  <a:lnTo>
                    <a:pt x="19" y="322"/>
                  </a:lnTo>
                  <a:lnTo>
                    <a:pt x="1" y="416"/>
                  </a:lnTo>
                  <a:lnTo>
                    <a:pt x="19" y="492"/>
                  </a:lnTo>
                  <a:lnTo>
                    <a:pt x="38" y="587"/>
                  </a:lnTo>
                  <a:lnTo>
                    <a:pt x="76" y="643"/>
                  </a:lnTo>
                  <a:lnTo>
                    <a:pt x="133" y="719"/>
                  </a:lnTo>
                  <a:lnTo>
                    <a:pt x="190" y="757"/>
                  </a:lnTo>
                  <a:lnTo>
                    <a:pt x="265" y="795"/>
                  </a:lnTo>
                  <a:lnTo>
                    <a:pt x="341" y="832"/>
                  </a:lnTo>
                  <a:lnTo>
                    <a:pt x="10229" y="832"/>
                  </a:lnTo>
                  <a:lnTo>
                    <a:pt x="10324" y="795"/>
                  </a:lnTo>
                  <a:lnTo>
                    <a:pt x="10381" y="757"/>
                  </a:lnTo>
                  <a:lnTo>
                    <a:pt x="10456" y="719"/>
                  </a:lnTo>
                  <a:lnTo>
                    <a:pt x="10494" y="643"/>
                  </a:lnTo>
                  <a:lnTo>
                    <a:pt x="10532" y="587"/>
                  </a:lnTo>
                  <a:lnTo>
                    <a:pt x="10570" y="492"/>
                  </a:lnTo>
                  <a:lnTo>
                    <a:pt x="10570" y="416"/>
                  </a:lnTo>
                  <a:lnTo>
                    <a:pt x="10570" y="322"/>
                  </a:lnTo>
                  <a:lnTo>
                    <a:pt x="10532" y="246"/>
                  </a:lnTo>
                  <a:lnTo>
                    <a:pt x="10494" y="190"/>
                  </a:lnTo>
                  <a:lnTo>
                    <a:pt x="10456" y="114"/>
                  </a:lnTo>
                  <a:lnTo>
                    <a:pt x="10381" y="76"/>
                  </a:lnTo>
                  <a:lnTo>
                    <a:pt x="10324" y="19"/>
                  </a:lnTo>
                  <a:lnTo>
                    <a:pt x="10229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6"/>
            <p:cNvSpPr/>
            <p:nvPr/>
          </p:nvSpPr>
          <p:spPr>
            <a:xfrm>
              <a:off x="7038725" y="-1747750"/>
              <a:ext cx="264250" cy="20825"/>
            </a:xfrm>
            <a:custGeom>
              <a:avLst/>
              <a:gdLst/>
              <a:ahLst/>
              <a:cxnLst/>
              <a:rect l="l" t="t" r="r" b="b"/>
              <a:pathLst>
                <a:path w="10570" h="833" extrusionOk="0">
                  <a:moveTo>
                    <a:pt x="341" y="0"/>
                  </a:moveTo>
                  <a:lnTo>
                    <a:pt x="265" y="19"/>
                  </a:lnTo>
                  <a:lnTo>
                    <a:pt x="190" y="76"/>
                  </a:lnTo>
                  <a:lnTo>
                    <a:pt x="133" y="114"/>
                  </a:lnTo>
                  <a:lnTo>
                    <a:pt x="76" y="189"/>
                  </a:lnTo>
                  <a:lnTo>
                    <a:pt x="38" y="246"/>
                  </a:lnTo>
                  <a:lnTo>
                    <a:pt x="19" y="322"/>
                  </a:lnTo>
                  <a:lnTo>
                    <a:pt x="1" y="416"/>
                  </a:lnTo>
                  <a:lnTo>
                    <a:pt x="19" y="492"/>
                  </a:lnTo>
                  <a:lnTo>
                    <a:pt x="38" y="586"/>
                  </a:lnTo>
                  <a:lnTo>
                    <a:pt x="76" y="643"/>
                  </a:lnTo>
                  <a:lnTo>
                    <a:pt x="133" y="719"/>
                  </a:lnTo>
                  <a:lnTo>
                    <a:pt x="190" y="756"/>
                  </a:lnTo>
                  <a:lnTo>
                    <a:pt x="265" y="794"/>
                  </a:lnTo>
                  <a:lnTo>
                    <a:pt x="341" y="832"/>
                  </a:lnTo>
                  <a:lnTo>
                    <a:pt x="10229" y="832"/>
                  </a:lnTo>
                  <a:lnTo>
                    <a:pt x="10324" y="794"/>
                  </a:lnTo>
                  <a:lnTo>
                    <a:pt x="10381" y="756"/>
                  </a:lnTo>
                  <a:lnTo>
                    <a:pt x="10456" y="719"/>
                  </a:lnTo>
                  <a:lnTo>
                    <a:pt x="10494" y="643"/>
                  </a:lnTo>
                  <a:lnTo>
                    <a:pt x="10532" y="586"/>
                  </a:lnTo>
                  <a:lnTo>
                    <a:pt x="10570" y="492"/>
                  </a:lnTo>
                  <a:lnTo>
                    <a:pt x="10570" y="416"/>
                  </a:lnTo>
                  <a:lnTo>
                    <a:pt x="10570" y="322"/>
                  </a:lnTo>
                  <a:lnTo>
                    <a:pt x="10532" y="246"/>
                  </a:lnTo>
                  <a:lnTo>
                    <a:pt x="10494" y="189"/>
                  </a:lnTo>
                  <a:lnTo>
                    <a:pt x="10456" y="114"/>
                  </a:lnTo>
                  <a:lnTo>
                    <a:pt x="10381" y="76"/>
                  </a:lnTo>
                  <a:lnTo>
                    <a:pt x="10324" y="19"/>
                  </a:lnTo>
                  <a:lnTo>
                    <a:pt x="10229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7" name="Google Shape;2557;p42"/>
          <p:cNvSpPr/>
          <p:nvPr/>
        </p:nvSpPr>
        <p:spPr>
          <a:xfrm>
            <a:off x="884500" y="496013"/>
            <a:ext cx="857900" cy="391775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58" name="Google Shape;2558;p42"/>
          <p:cNvGrpSpPr/>
          <p:nvPr/>
        </p:nvGrpSpPr>
        <p:grpSpPr>
          <a:xfrm>
            <a:off x="1314532" y="481275"/>
            <a:ext cx="6514936" cy="573648"/>
            <a:chOff x="1119355" y="481275"/>
            <a:chExt cx="6514936" cy="573648"/>
          </a:xfrm>
        </p:grpSpPr>
        <p:sp>
          <p:nvSpPr>
            <p:cNvPr id="2559" name="Google Shape;2559;p42"/>
            <p:cNvSpPr/>
            <p:nvPr/>
          </p:nvSpPr>
          <p:spPr>
            <a:xfrm flipH="1">
              <a:off x="6897980" y="481275"/>
              <a:ext cx="736311" cy="573648"/>
            </a:xfrm>
            <a:custGeom>
              <a:avLst/>
              <a:gdLst/>
              <a:ahLst/>
              <a:cxnLst/>
              <a:rect l="l" t="t" r="r" b="b"/>
              <a:pathLst>
                <a:path w="52332" h="40771" extrusionOk="0">
                  <a:moveTo>
                    <a:pt x="0" y="0"/>
                  </a:moveTo>
                  <a:lnTo>
                    <a:pt x="16432" y="20386"/>
                  </a:lnTo>
                  <a:lnTo>
                    <a:pt x="0" y="40771"/>
                  </a:lnTo>
                  <a:lnTo>
                    <a:pt x="52331" y="40771"/>
                  </a:lnTo>
                  <a:lnTo>
                    <a:pt x="5233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42"/>
            <p:cNvSpPr/>
            <p:nvPr/>
          </p:nvSpPr>
          <p:spPr>
            <a:xfrm>
              <a:off x="1119355" y="481275"/>
              <a:ext cx="736311" cy="573648"/>
            </a:xfrm>
            <a:custGeom>
              <a:avLst/>
              <a:gdLst/>
              <a:ahLst/>
              <a:cxnLst/>
              <a:rect l="l" t="t" r="r" b="b"/>
              <a:pathLst>
                <a:path w="52332" h="40771" extrusionOk="0">
                  <a:moveTo>
                    <a:pt x="0" y="0"/>
                  </a:moveTo>
                  <a:lnTo>
                    <a:pt x="16432" y="20386"/>
                  </a:lnTo>
                  <a:lnTo>
                    <a:pt x="0" y="40771"/>
                  </a:lnTo>
                  <a:lnTo>
                    <a:pt x="52331" y="40771"/>
                  </a:lnTo>
                  <a:lnTo>
                    <a:pt x="5233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42"/>
            <p:cNvSpPr/>
            <p:nvPr/>
          </p:nvSpPr>
          <p:spPr>
            <a:xfrm>
              <a:off x="1849800" y="481300"/>
              <a:ext cx="5444400" cy="573600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62" name="Google Shape;2562;p42"/>
          <p:cNvSpPr txBox="1">
            <a:spLocks noGrp="1"/>
          </p:cNvSpPr>
          <p:nvPr>
            <p:ph type="title"/>
          </p:nvPr>
        </p:nvSpPr>
        <p:spPr>
          <a:xfrm>
            <a:off x="1419962" y="3333937"/>
            <a:ext cx="2376571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есть, ценности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нет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3" name="Google Shape;2563;p42"/>
          <p:cNvSpPr txBox="1">
            <a:spLocks noGrp="1"/>
          </p:cNvSpPr>
          <p:nvPr>
            <p:ph type="title" idx="4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Вызовы современной разработки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4" name="Google Shape;2564;p42"/>
          <p:cNvSpPr txBox="1">
            <a:spLocks noGrp="1"/>
          </p:cNvSpPr>
          <p:nvPr>
            <p:ph type="title" idx="2"/>
          </p:nvPr>
        </p:nvSpPr>
        <p:spPr>
          <a:xfrm>
            <a:off x="5296742" y="3353953"/>
            <a:ext cx="27426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Превращаем задачи в доход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7" name="Google Shape;2567;p42"/>
          <p:cNvSpPr/>
          <p:nvPr/>
        </p:nvSpPr>
        <p:spPr>
          <a:xfrm>
            <a:off x="1999353" y="2028640"/>
            <a:ext cx="1171800" cy="11718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8" name="Google Shape;2568;p42"/>
          <p:cNvSpPr/>
          <p:nvPr/>
        </p:nvSpPr>
        <p:spPr>
          <a:xfrm>
            <a:off x="6082535" y="2028640"/>
            <a:ext cx="1171800" cy="11718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69" name="Google Shape;2569;p42"/>
          <p:cNvGrpSpPr/>
          <p:nvPr/>
        </p:nvGrpSpPr>
        <p:grpSpPr>
          <a:xfrm>
            <a:off x="7940480" y="1522065"/>
            <a:ext cx="611648" cy="365223"/>
            <a:chOff x="4504125" y="1762525"/>
            <a:chExt cx="985575" cy="588500"/>
          </a:xfrm>
        </p:grpSpPr>
        <p:sp>
          <p:nvSpPr>
            <p:cNvPr id="2570" name="Google Shape;2570;p42"/>
            <p:cNvSpPr/>
            <p:nvPr/>
          </p:nvSpPr>
          <p:spPr>
            <a:xfrm>
              <a:off x="4691775" y="2150600"/>
              <a:ext cx="87950" cy="105425"/>
            </a:xfrm>
            <a:custGeom>
              <a:avLst/>
              <a:gdLst/>
              <a:ahLst/>
              <a:cxnLst/>
              <a:rect l="l" t="t" r="r" b="b"/>
              <a:pathLst>
                <a:path w="3518" h="4217" extrusionOk="0">
                  <a:moveTo>
                    <a:pt x="1910" y="0"/>
                  </a:moveTo>
                  <a:lnTo>
                    <a:pt x="1" y="4216"/>
                  </a:lnTo>
                  <a:lnTo>
                    <a:pt x="3517" y="1607"/>
                  </a:lnTo>
                  <a:lnTo>
                    <a:pt x="3498" y="1569"/>
                  </a:lnTo>
                  <a:lnTo>
                    <a:pt x="191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42"/>
            <p:cNvSpPr/>
            <p:nvPr/>
          </p:nvSpPr>
          <p:spPr>
            <a:xfrm>
              <a:off x="4504125" y="1762525"/>
              <a:ext cx="985575" cy="310100"/>
            </a:xfrm>
            <a:custGeom>
              <a:avLst/>
              <a:gdLst/>
              <a:ahLst/>
              <a:cxnLst/>
              <a:rect l="l" t="t" r="r" b="b"/>
              <a:pathLst>
                <a:path w="39423" h="12404" extrusionOk="0">
                  <a:moveTo>
                    <a:pt x="39422" y="0"/>
                  </a:moveTo>
                  <a:lnTo>
                    <a:pt x="0" y="4859"/>
                  </a:lnTo>
                  <a:lnTo>
                    <a:pt x="6372" y="12403"/>
                  </a:lnTo>
                  <a:lnTo>
                    <a:pt x="39422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EFEFE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42"/>
            <p:cNvSpPr/>
            <p:nvPr/>
          </p:nvSpPr>
          <p:spPr>
            <a:xfrm>
              <a:off x="4663425" y="1762525"/>
              <a:ext cx="826275" cy="588500"/>
            </a:xfrm>
            <a:custGeom>
              <a:avLst/>
              <a:gdLst/>
              <a:ahLst/>
              <a:cxnLst/>
              <a:rect l="l" t="t" r="r" b="b"/>
              <a:pathLst>
                <a:path w="33051" h="235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4632" y="17092"/>
                  </a:lnTo>
                  <a:lnTo>
                    <a:pt x="10513" y="23540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42"/>
            <p:cNvSpPr/>
            <p:nvPr/>
          </p:nvSpPr>
          <p:spPr>
            <a:xfrm>
              <a:off x="4663425" y="1762525"/>
              <a:ext cx="826275" cy="493500"/>
            </a:xfrm>
            <a:custGeom>
              <a:avLst/>
              <a:gdLst/>
              <a:ahLst/>
              <a:cxnLst/>
              <a:rect l="l" t="t" r="r" b="b"/>
              <a:pathLst>
                <a:path w="33051" h="197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74" name="Google Shape;2574;p42"/>
          <p:cNvGrpSpPr/>
          <p:nvPr/>
        </p:nvGrpSpPr>
        <p:grpSpPr>
          <a:xfrm>
            <a:off x="8077721" y="2060129"/>
            <a:ext cx="337165" cy="201326"/>
            <a:chOff x="4504125" y="1762525"/>
            <a:chExt cx="985575" cy="588500"/>
          </a:xfrm>
        </p:grpSpPr>
        <p:sp>
          <p:nvSpPr>
            <p:cNvPr id="2575" name="Google Shape;2575;p42"/>
            <p:cNvSpPr/>
            <p:nvPr/>
          </p:nvSpPr>
          <p:spPr>
            <a:xfrm>
              <a:off x="4691775" y="2150600"/>
              <a:ext cx="87950" cy="105425"/>
            </a:xfrm>
            <a:custGeom>
              <a:avLst/>
              <a:gdLst/>
              <a:ahLst/>
              <a:cxnLst/>
              <a:rect l="l" t="t" r="r" b="b"/>
              <a:pathLst>
                <a:path w="3518" h="4217" extrusionOk="0">
                  <a:moveTo>
                    <a:pt x="1910" y="0"/>
                  </a:moveTo>
                  <a:lnTo>
                    <a:pt x="1" y="4216"/>
                  </a:lnTo>
                  <a:lnTo>
                    <a:pt x="3517" y="1607"/>
                  </a:lnTo>
                  <a:lnTo>
                    <a:pt x="3498" y="1569"/>
                  </a:lnTo>
                  <a:lnTo>
                    <a:pt x="191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42"/>
            <p:cNvSpPr/>
            <p:nvPr/>
          </p:nvSpPr>
          <p:spPr>
            <a:xfrm>
              <a:off x="4504125" y="1762525"/>
              <a:ext cx="985575" cy="310100"/>
            </a:xfrm>
            <a:custGeom>
              <a:avLst/>
              <a:gdLst/>
              <a:ahLst/>
              <a:cxnLst/>
              <a:rect l="l" t="t" r="r" b="b"/>
              <a:pathLst>
                <a:path w="39423" h="12404" extrusionOk="0">
                  <a:moveTo>
                    <a:pt x="39422" y="0"/>
                  </a:moveTo>
                  <a:lnTo>
                    <a:pt x="0" y="4859"/>
                  </a:lnTo>
                  <a:lnTo>
                    <a:pt x="6372" y="12403"/>
                  </a:lnTo>
                  <a:lnTo>
                    <a:pt x="39422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EFEFE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42"/>
            <p:cNvSpPr/>
            <p:nvPr/>
          </p:nvSpPr>
          <p:spPr>
            <a:xfrm>
              <a:off x="4663425" y="1762525"/>
              <a:ext cx="826275" cy="588500"/>
            </a:xfrm>
            <a:custGeom>
              <a:avLst/>
              <a:gdLst/>
              <a:ahLst/>
              <a:cxnLst/>
              <a:rect l="l" t="t" r="r" b="b"/>
              <a:pathLst>
                <a:path w="33051" h="235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4632" y="17092"/>
                  </a:lnTo>
                  <a:lnTo>
                    <a:pt x="10513" y="23540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42"/>
            <p:cNvSpPr/>
            <p:nvPr/>
          </p:nvSpPr>
          <p:spPr>
            <a:xfrm>
              <a:off x="4663425" y="1762525"/>
              <a:ext cx="826275" cy="493500"/>
            </a:xfrm>
            <a:custGeom>
              <a:avLst/>
              <a:gdLst/>
              <a:ahLst/>
              <a:cxnLst/>
              <a:rect l="l" t="t" r="r" b="b"/>
              <a:pathLst>
                <a:path w="33051" h="197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79" name="Google Shape;2579;p42"/>
          <p:cNvGrpSpPr/>
          <p:nvPr/>
        </p:nvGrpSpPr>
        <p:grpSpPr>
          <a:xfrm>
            <a:off x="8344421" y="996704"/>
            <a:ext cx="337165" cy="201326"/>
            <a:chOff x="4504125" y="1762525"/>
            <a:chExt cx="985575" cy="588500"/>
          </a:xfrm>
        </p:grpSpPr>
        <p:sp>
          <p:nvSpPr>
            <p:cNvPr id="2580" name="Google Shape;2580;p42"/>
            <p:cNvSpPr/>
            <p:nvPr/>
          </p:nvSpPr>
          <p:spPr>
            <a:xfrm>
              <a:off x="4691775" y="2150600"/>
              <a:ext cx="87950" cy="105425"/>
            </a:xfrm>
            <a:custGeom>
              <a:avLst/>
              <a:gdLst/>
              <a:ahLst/>
              <a:cxnLst/>
              <a:rect l="l" t="t" r="r" b="b"/>
              <a:pathLst>
                <a:path w="3518" h="4217" extrusionOk="0">
                  <a:moveTo>
                    <a:pt x="1910" y="0"/>
                  </a:moveTo>
                  <a:lnTo>
                    <a:pt x="1" y="4216"/>
                  </a:lnTo>
                  <a:lnTo>
                    <a:pt x="3517" y="1607"/>
                  </a:lnTo>
                  <a:lnTo>
                    <a:pt x="3498" y="1569"/>
                  </a:lnTo>
                  <a:lnTo>
                    <a:pt x="191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42"/>
            <p:cNvSpPr/>
            <p:nvPr/>
          </p:nvSpPr>
          <p:spPr>
            <a:xfrm>
              <a:off x="4504125" y="1762525"/>
              <a:ext cx="985575" cy="310100"/>
            </a:xfrm>
            <a:custGeom>
              <a:avLst/>
              <a:gdLst/>
              <a:ahLst/>
              <a:cxnLst/>
              <a:rect l="l" t="t" r="r" b="b"/>
              <a:pathLst>
                <a:path w="39423" h="12404" extrusionOk="0">
                  <a:moveTo>
                    <a:pt x="39422" y="0"/>
                  </a:moveTo>
                  <a:lnTo>
                    <a:pt x="0" y="4859"/>
                  </a:lnTo>
                  <a:lnTo>
                    <a:pt x="6372" y="12403"/>
                  </a:lnTo>
                  <a:lnTo>
                    <a:pt x="39422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EFEFE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42"/>
            <p:cNvSpPr/>
            <p:nvPr/>
          </p:nvSpPr>
          <p:spPr>
            <a:xfrm>
              <a:off x="4663425" y="1762525"/>
              <a:ext cx="826275" cy="588500"/>
            </a:xfrm>
            <a:custGeom>
              <a:avLst/>
              <a:gdLst/>
              <a:ahLst/>
              <a:cxnLst/>
              <a:rect l="l" t="t" r="r" b="b"/>
              <a:pathLst>
                <a:path w="33051" h="235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4632" y="17092"/>
                  </a:lnTo>
                  <a:lnTo>
                    <a:pt x="10513" y="23540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42"/>
            <p:cNvSpPr/>
            <p:nvPr/>
          </p:nvSpPr>
          <p:spPr>
            <a:xfrm>
              <a:off x="4663425" y="1762525"/>
              <a:ext cx="826275" cy="493500"/>
            </a:xfrm>
            <a:custGeom>
              <a:avLst/>
              <a:gdLst/>
              <a:ahLst/>
              <a:cxnLst/>
              <a:rect l="l" t="t" r="r" b="b"/>
              <a:pathLst>
                <a:path w="33051" h="197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4" name="Google Shape;2584;p42"/>
          <p:cNvGrpSpPr/>
          <p:nvPr/>
        </p:nvGrpSpPr>
        <p:grpSpPr>
          <a:xfrm>
            <a:off x="3959972" y="3983724"/>
            <a:ext cx="954263" cy="850396"/>
            <a:chOff x="2236010" y="3967511"/>
            <a:chExt cx="930353" cy="829089"/>
          </a:xfrm>
        </p:grpSpPr>
        <p:sp>
          <p:nvSpPr>
            <p:cNvPr id="2585" name="Google Shape;2585;p42"/>
            <p:cNvSpPr/>
            <p:nvPr/>
          </p:nvSpPr>
          <p:spPr>
            <a:xfrm>
              <a:off x="2265825" y="4694000"/>
              <a:ext cx="767100" cy="1026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86" name="Google Shape;2586;p42"/>
            <p:cNvGrpSpPr/>
            <p:nvPr/>
          </p:nvGrpSpPr>
          <p:grpSpPr>
            <a:xfrm>
              <a:off x="2236010" y="3967511"/>
              <a:ext cx="930353" cy="794959"/>
              <a:chOff x="1627375" y="-1981850"/>
              <a:chExt cx="1305575" cy="1115575"/>
            </a:xfrm>
          </p:grpSpPr>
          <p:sp>
            <p:nvSpPr>
              <p:cNvPr id="2587" name="Google Shape;2587;p42"/>
              <p:cNvSpPr/>
              <p:nvPr/>
            </p:nvSpPr>
            <p:spPr>
              <a:xfrm>
                <a:off x="1627375" y="-1981850"/>
                <a:ext cx="1115075" cy="1115575"/>
              </a:xfrm>
              <a:custGeom>
                <a:avLst/>
                <a:gdLst/>
                <a:ahLst/>
                <a:cxnLst/>
                <a:rect l="l" t="t" r="r" b="b"/>
                <a:pathLst>
                  <a:path w="44603" h="44623" extrusionOk="0">
                    <a:moveTo>
                      <a:pt x="21725" y="1"/>
                    </a:moveTo>
                    <a:lnTo>
                      <a:pt x="21158" y="39"/>
                    </a:lnTo>
                    <a:lnTo>
                      <a:pt x="20590" y="57"/>
                    </a:lnTo>
                    <a:lnTo>
                      <a:pt x="20023" y="114"/>
                    </a:lnTo>
                    <a:lnTo>
                      <a:pt x="19456" y="190"/>
                    </a:lnTo>
                    <a:lnTo>
                      <a:pt x="18908" y="265"/>
                    </a:lnTo>
                    <a:lnTo>
                      <a:pt x="18359" y="341"/>
                    </a:lnTo>
                    <a:lnTo>
                      <a:pt x="17811" y="455"/>
                    </a:lnTo>
                    <a:lnTo>
                      <a:pt x="17263" y="568"/>
                    </a:lnTo>
                    <a:lnTo>
                      <a:pt x="16733" y="700"/>
                    </a:lnTo>
                    <a:lnTo>
                      <a:pt x="16204" y="852"/>
                    </a:lnTo>
                    <a:lnTo>
                      <a:pt x="15674" y="1003"/>
                    </a:lnTo>
                    <a:lnTo>
                      <a:pt x="15145" y="1173"/>
                    </a:lnTo>
                    <a:lnTo>
                      <a:pt x="14634" y="1362"/>
                    </a:lnTo>
                    <a:lnTo>
                      <a:pt x="14124" y="1551"/>
                    </a:lnTo>
                    <a:lnTo>
                      <a:pt x="13613" y="1759"/>
                    </a:lnTo>
                    <a:lnTo>
                      <a:pt x="13122" y="1967"/>
                    </a:lnTo>
                    <a:lnTo>
                      <a:pt x="12630" y="2194"/>
                    </a:lnTo>
                    <a:lnTo>
                      <a:pt x="12139" y="2440"/>
                    </a:lnTo>
                    <a:lnTo>
                      <a:pt x="11666" y="2686"/>
                    </a:lnTo>
                    <a:lnTo>
                      <a:pt x="11193" y="2950"/>
                    </a:lnTo>
                    <a:lnTo>
                      <a:pt x="10740" y="3234"/>
                    </a:lnTo>
                    <a:lnTo>
                      <a:pt x="10286" y="3517"/>
                    </a:lnTo>
                    <a:lnTo>
                      <a:pt x="9832" y="3820"/>
                    </a:lnTo>
                    <a:lnTo>
                      <a:pt x="9397" y="4123"/>
                    </a:lnTo>
                    <a:lnTo>
                      <a:pt x="8962" y="4425"/>
                    </a:lnTo>
                    <a:lnTo>
                      <a:pt x="8527" y="4765"/>
                    </a:lnTo>
                    <a:lnTo>
                      <a:pt x="8111" y="5087"/>
                    </a:lnTo>
                    <a:lnTo>
                      <a:pt x="7696" y="5446"/>
                    </a:lnTo>
                    <a:lnTo>
                      <a:pt x="7298" y="5805"/>
                    </a:lnTo>
                    <a:lnTo>
                      <a:pt x="6920" y="6165"/>
                    </a:lnTo>
                    <a:lnTo>
                      <a:pt x="6523" y="6543"/>
                    </a:lnTo>
                    <a:lnTo>
                      <a:pt x="6164" y="6921"/>
                    </a:lnTo>
                    <a:lnTo>
                      <a:pt x="5786" y="7318"/>
                    </a:lnTo>
                    <a:lnTo>
                      <a:pt x="5427" y="7715"/>
                    </a:lnTo>
                    <a:lnTo>
                      <a:pt x="5086" y="8112"/>
                    </a:lnTo>
                    <a:lnTo>
                      <a:pt x="4746" y="8528"/>
                    </a:lnTo>
                    <a:lnTo>
                      <a:pt x="4425" y="8963"/>
                    </a:lnTo>
                    <a:lnTo>
                      <a:pt x="4103" y="9398"/>
                    </a:lnTo>
                    <a:lnTo>
                      <a:pt x="3801" y="9833"/>
                    </a:lnTo>
                    <a:lnTo>
                      <a:pt x="3517" y="10286"/>
                    </a:lnTo>
                    <a:lnTo>
                      <a:pt x="3233" y="10740"/>
                    </a:lnTo>
                    <a:lnTo>
                      <a:pt x="2950" y="11213"/>
                    </a:lnTo>
                    <a:lnTo>
                      <a:pt x="2685" y="11685"/>
                    </a:lnTo>
                    <a:lnTo>
                      <a:pt x="2439" y="12158"/>
                    </a:lnTo>
                    <a:lnTo>
                      <a:pt x="2193" y="12631"/>
                    </a:lnTo>
                    <a:lnTo>
                      <a:pt x="1967" y="13122"/>
                    </a:lnTo>
                    <a:lnTo>
                      <a:pt x="1740" y="13633"/>
                    </a:lnTo>
                    <a:lnTo>
                      <a:pt x="1551" y="14125"/>
                    </a:lnTo>
                    <a:lnTo>
                      <a:pt x="1343" y="14635"/>
                    </a:lnTo>
                    <a:lnTo>
                      <a:pt x="1172" y="15164"/>
                    </a:lnTo>
                    <a:lnTo>
                      <a:pt x="1002" y="15675"/>
                    </a:lnTo>
                    <a:lnTo>
                      <a:pt x="832" y="16204"/>
                    </a:lnTo>
                    <a:lnTo>
                      <a:pt x="700" y="16734"/>
                    </a:lnTo>
                    <a:lnTo>
                      <a:pt x="567" y="17263"/>
                    </a:lnTo>
                    <a:lnTo>
                      <a:pt x="454" y="17811"/>
                    </a:lnTo>
                    <a:lnTo>
                      <a:pt x="341" y="18360"/>
                    </a:lnTo>
                    <a:lnTo>
                      <a:pt x="246" y="18908"/>
                    </a:lnTo>
                    <a:lnTo>
                      <a:pt x="170" y="19475"/>
                    </a:lnTo>
                    <a:lnTo>
                      <a:pt x="114" y="20024"/>
                    </a:lnTo>
                    <a:lnTo>
                      <a:pt x="57" y="20591"/>
                    </a:lnTo>
                    <a:lnTo>
                      <a:pt x="19" y="21158"/>
                    </a:lnTo>
                    <a:lnTo>
                      <a:pt x="0" y="21725"/>
                    </a:lnTo>
                    <a:lnTo>
                      <a:pt x="0" y="22311"/>
                    </a:lnTo>
                    <a:lnTo>
                      <a:pt x="0" y="22879"/>
                    </a:lnTo>
                    <a:lnTo>
                      <a:pt x="19" y="23465"/>
                    </a:lnTo>
                    <a:lnTo>
                      <a:pt x="57" y="24032"/>
                    </a:lnTo>
                    <a:lnTo>
                      <a:pt x="114" y="24599"/>
                    </a:lnTo>
                    <a:lnTo>
                      <a:pt x="170" y="25147"/>
                    </a:lnTo>
                    <a:lnTo>
                      <a:pt x="246" y="25715"/>
                    </a:lnTo>
                    <a:lnTo>
                      <a:pt x="341" y="26263"/>
                    </a:lnTo>
                    <a:lnTo>
                      <a:pt x="454" y="26811"/>
                    </a:lnTo>
                    <a:lnTo>
                      <a:pt x="567" y="27341"/>
                    </a:lnTo>
                    <a:lnTo>
                      <a:pt x="700" y="27889"/>
                    </a:lnTo>
                    <a:lnTo>
                      <a:pt x="832" y="28418"/>
                    </a:lnTo>
                    <a:lnTo>
                      <a:pt x="1002" y="28948"/>
                    </a:lnTo>
                    <a:lnTo>
                      <a:pt x="1172" y="29458"/>
                    </a:lnTo>
                    <a:lnTo>
                      <a:pt x="1343" y="29988"/>
                    </a:lnTo>
                    <a:lnTo>
                      <a:pt x="1551" y="30498"/>
                    </a:lnTo>
                    <a:lnTo>
                      <a:pt x="1740" y="30990"/>
                    </a:lnTo>
                    <a:lnTo>
                      <a:pt x="1967" y="31481"/>
                    </a:lnTo>
                    <a:lnTo>
                      <a:pt x="2193" y="31973"/>
                    </a:lnTo>
                    <a:lnTo>
                      <a:pt x="2439" y="32465"/>
                    </a:lnTo>
                    <a:lnTo>
                      <a:pt x="2685" y="32937"/>
                    </a:lnTo>
                    <a:lnTo>
                      <a:pt x="2950" y="33410"/>
                    </a:lnTo>
                    <a:lnTo>
                      <a:pt x="3233" y="33883"/>
                    </a:lnTo>
                    <a:lnTo>
                      <a:pt x="3517" y="34336"/>
                    </a:lnTo>
                    <a:lnTo>
                      <a:pt x="3801" y="34790"/>
                    </a:lnTo>
                    <a:lnTo>
                      <a:pt x="4103" y="35225"/>
                    </a:lnTo>
                    <a:lnTo>
                      <a:pt x="4425" y="35660"/>
                    </a:lnTo>
                    <a:lnTo>
                      <a:pt x="4746" y="36076"/>
                    </a:lnTo>
                    <a:lnTo>
                      <a:pt x="5086" y="36492"/>
                    </a:lnTo>
                    <a:lnTo>
                      <a:pt x="5427" y="36908"/>
                    </a:lnTo>
                    <a:lnTo>
                      <a:pt x="5786" y="37305"/>
                    </a:lnTo>
                    <a:lnTo>
                      <a:pt x="6164" y="37702"/>
                    </a:lnTo>
                    <a:lnTo>
                      <a:pt x="6523" y="38080"/>
                    </a:lnTo>
                    <a:lnTo>
                      <a:pt x="6920" y="38458"/>
                    </a:lnTo>
                    <a:lnTo>
                      <a:pt x="7298" y="38817"/>
                    </a:lnTo>
                    <a:lnTo>
                      <a:pt x="7696" y="39177"/>
                    </a:lnTo>
                    <a:lnTo>
                      <a:pt x="8111" y="39517"/>
                    </a:lnTo>
                    <a:lnTo>
                      <a:pt x="8527" y="39857"/>
                    </a:lnTo>
                    <a:lnTo>
                      <a:pt x="8962" y="40179"/>
                    </a:lnTo>
                    <a:lnTo>
                      <a:pt x="9397" y="40500"/>
                    </a:lnTo>
                    <a:lnTo>
                      <a:pt x="9832" y="40803"/>
                    </a:lnTo>
                    <a:lnTo>
                      <a:pt x="10286" y="41105"/>
                    </a:lnTo>
                    <a:lnTo>
                      <a:pt x="10740" y="41389"/>
                    </a:lnTo>
                    <a:lnTo>
                      <a:pt x="11193" y="41654"/>
                    </a:lnTo>
                    <a:lnTo>
                      <a:pt x="11666" y="41918"/>
                    </a:lnTo>
                    <a:lnTo>
                      <a:pt x="12139" y="42183"/>
                    </a:lnTo>
                    <a:lnTo>
                      <a:pt x="12630" y="42410"/>
                    </a:lnTo>
                    <a:lnTo>
                      <a:pt x="13122" y="42656"/>
                    </a:lnTo>
                    <a:lnTo>
                      <a:pt x="13613" y="42864"/>
                    </a:lnTo>
                    <a:lnTo>
                      <a:pt x="14124" y="43072"/>
                    </a:lnTo>
                    <a:lnTo>
                      <a:pt x="14634" y="43261"/>
                    </a:lnTo>
                    <a:lnTo>
                      <a:pt x="15145" y="43450"/>
                    </a:lnTo>
                    <a:lnTo>
                      <a:pt x="15674" y="43620"/>
                    </a:lnTo>
                    <a:lnTo>
                      <a:pt x="16204" y="43771"/>
                    </a:lnTo>
                    <a:lnTo>
                      <a:pt x="16733" y="43922"/>
                    </a:lnTo>
                    <a:lnTo>
                      <a:pt x="17263" y="44055"/>
                    </a:lnTo>
                    <a:lnTo>
                      <a:pt x="17811" y="44168"/>
                    </a:lnTo>
                    <a:lnTo>
                      <a:pt x="18359" y="44263"/>
                    </a:lnTo>
                    <a:lnTo>
                      <a:pt x="18908" y="44357"/>
                    </a:lnTo>
                    <a:lnTo>
                      <a:pt x="19456" y="44433"/>
                    </a:lnTo>
                    <a:lnTo>
                      <a:pt x="20023" y="44509"/>
                    </a:lnTo>
                    <a:lnTo>
                      <a:pt x="20590" y="44546"/>
                    </a:lnTo>
                    <a:lnTo>
                      <a:pt x="21158" y="44584"/>
                    </a:lnTo>
                    <a:lnTo>
                      <a:pt x="21725" y="44603"/>
                    </a:lnTo>
                    <a:lnTo>
                      <a:pt x="22311" y="44622"/>
                    </a:lnTo>
                    <a:lnTo>
                      <a:pt x="22878" y="44603"/>
                    </a:lnTo>
                    <a:lnTo>
                      <a:pt x="23445" y="44584"/>
                    </a:lnTo>
                    <a:lnTo>
                      <a:pt x="24013" y="44546"/>
                    </a:lnTo>
                    <a:lnTo>
                      <a:pt x="24580" y="44509"/>
                    </a:lnTo>
                    <a:lnTo>
                      <a:pt x="25147" y="44433"/>
                    </a:lnTo>
                    <a:lnTo>
                      <a:pt x="25695" y="44357"/>
                    </a:lnTo>
                    <a:lnTo>
                      <a:pt x="26244" y="44263"/>
                    </a:lnTo>
                    <a:lnTo>
                      <a:pt x="26792" y="44168"/>
                    </a:lnTo>
                    <a:lnTo>
                      <a:pt x="27340" y="44055"/>
                    </a:lnTo>
                    <a:lnTo>
                      <a:pt x="27870" y="43922"/>
                    </a:lnTo>
                    <a:lnTo>
                      <a:pt x="28418" y="43771"/>
                    </a:lnTo>
                    <a:lnTo>
                      <a:pt x="28928" y="43620"/>
                    </a:lnTo>
                    <a:lnTo>
                      <a:pt x="29458" y="43450"/>
                    </a:lnTo>
                    <a:lnTo>
                      <a:pt x="29968" y="43261"/>
                    </a:lnTo>
                    <a:lnTo>
                      <a:pt x="30479" y="43072"/>
                    </a:lnTo>
                    <a:lnTo>
                      <a:pt x="30989" y="42864"/>
                    </a:lnTo>
                    <a:lnTo>
                      <a:pt x="31481" y="42656"/>
                    </a:lnTo>
                    <a:lnTo>
                      <a:pt x="31972" y="42410"/>
                    </a:lnTo>
                    <a:lnTo>
                      <a:pt x="32464" y="42183"/>
                    </a:lnTo>
                    <a:lnTo>
                      <a:pt x="32937" y="41918"/>
                    </a:lnTo>
                    <a:lnTo>
                      <a:pt x="33409" y="41654"/>
                    </a:lnTo>
                    <a:lnTo>
                      <a:pt x="33863" y="41389"/>
                    </a:lnTo>
                    <a:lnTo>
                      <a:pt x="34336" y="41105"/>
                    </a:lnTo>
                    <a:lnTo>
                      <a:pt x="34771" y="40803"/>
                    </a:lnTo>
                    <a:lnTo>
                      <a:pt x="35225" y="40500"/>
                    </a:lnTo>
                    <a:lnTo>
                      <a:pt x="35659" y="40179"/>
                    </a:lnTo>
                    <a:lnTo>
                      <a:pt x="36075" y="39857"/>
                    </a:lnTo>
                    <a:lnTo>
                      <a:pt x="36491" y="39517"/>
                    </a:lnTo>
                    <a:lnTo>
                      <a:pt x="36907" y="39177"/>
                    </a:lnTo>
                    <a:lnTo>
                      <a:pt x="37304" y="38817"/>
                    </a:lnTo>
                    <a:lnTo>
                      <a:pt x="37701" y="38458"/>
                    </a:lnTo>
                    <a:lnTo>
                      <a:pt x="38080" y="38080"/>
                    </a:lnTo>
                    <a:lnTo>
                      <a:pt x="38458" y="37702"/>
                    </a:lnTo>
                    <a:lnTo>
                      <a:pt x="38817" y="37305"/>
                    </a:lnTo>
                    <a:lnTo>
                      <a:pt x="39176" y="36908"/>
                    </a:lnTo>
                    <a:lnTo>
                      <a:pt x="39517" y="36492"/>
                    </a:lnTo>
                    <a:lnTo>
                      <a:pt x="39857" y="36076"/>
                    </a:lnTo>
                    <a:lnTo>
                      <a:pt x="40178" y="35660"/>
                    </a:lnTo>
                    <a:lnTo>
                      <a:pt x="40500" y="35225"/>
                    </a:lnTo>
                    <a:lnTo>
                      <a:pt x="40802" y="34790"/>
                    </a:lnTo>
                    <a:lnTo>
                      <a:pt x="41105" y="34336"/>
                    </a:lnTo>
                    <a:lnTo>
                      <a:pt x="41388" y="33883"/>
                    </a:lnTo>
                    <a:lnTo>
                      <a:pt x="41653" y="33410"/>
                    </a:lnTo>
                    <a:lnTo>
                      <a:pt x="41918" y="32937"/>
                    </a:lnTo>
                    <a:lnTo>
                      <a:pt x="42164" y="32465"/>
                    </a:lnTo>
                    <a:lnTo>
                      <a:pt x="42409" y="31973"/>
                    </a:lnTo>
                    <a:lnTo>
                      <a:pt x="42636" y="31481"/>
                    </a:lnTo>
                    <a:lnTo>
                      <a:pt x="42863" y="30990"/>
                    </a:lnTo>
                    <a:lnTo>
                      <a:pt x="43071" y="30498"/>
                    </a:lnTo>
                    <a:lnTo>
                      <a:pt x="43260" y="29988"/>
                    </a:lnTo>
                    <a:lnTo>
                      <a:pt x="43430" y="29458"/>
                    </a:lnTo>
                    <a:lnTo>
                      <a:pt x="43600" y="28948"/>
                    </a:lnTo>
                    <a:lnTo>
                      <a:pt x="43771" y="28418"/>
                    </a:lnTo>
                    <a:lnTo>
                      <a:pt x="43903" y="27889"/>
                    </a:lnTo>
                    <a:lnTo>
                      <a:pt x="44035" y="27341"/>
                    </a:lnTo>
                    <a:lnTo>
                      <a:pt x="44149" y="26811"/>
                    </a:lnTo>
                    <a:lnTo>
                      <a:pt x="44262" y="26263"/>
                    </a:lnTo>
                    <a:lnTo>
                      <a:pt x="44357" y="25715"/>
                    </a:lnTo>
                    <a:lnTo>
                      <a:pt x="44432" y="25147"/>
                    </a:lnTo>
                    <a:lnTo>
                      <a:pt x="44489" y="24599"/>
                    </a:lnTo>
                    <a:lnTo>
                      <a:pt x="44546" y="24032"/>
                    </a:lnTo>
                    <a:lnTo>
                      <a:pt x="44584" y="23465"/>
                    </a:lnTo>
                    <a:lnTo>
                      <a:pt x="44603" y="22879"/>
                    </a:lnTo>
                    <a:lnTo>
                      <a:pt x="44603" y="22311"/>
                    </a:lnTo>
                    <a:lnTo>
                      <a:pt x="44603" y="21725"/>
                    </a:lnTo>
                    <a:lnTo>
                      <a:pt x="44584" y="21158"/>
                    </a:lnTo>
                    <a:lnTo>
                      <a:pt x="44546" y="20591"/>
                    </a:lnTo>
                    <a:lnTo>
                      <a:pt x="44489" y="20024"/>
                    </a:lnTo>
                    <a:lnTo>
                      <a:pt x="44432" y="19475"/>
                    </a:lnTo>
                    <a:lnTo>
                      <a:pt x="44357" y="18908"/>
                    </a:lnTo>
                    <a:lnTo>
                      <a:pt x="44262" y="18360"/>
                    </a:lnTo>
                    <a:lnTo>
                      <a:pt x="44149" y="17811"/>
                    </a:lnTo>
                    <a:lnTo>
                      <a:pt x="44035" y="17263"/>
                    </a:lnTo>
                    <a:lnTo>
                      <a:pt x="43903" y="16734"/>
                    </a:lnTo>
                    <a:lnTo>
                      <a:pt x="43771" y="16204"/>
                    </a:lnTo>
                    <a:lnTo>
                      <a:pt x="43600" y="15675"/>
                    </a:lnTo>
                    <a:lnTo>
                      <a:pt x="43430" y="15164"/>
                    </a:lnTo>
                    <a:lnTo>
                      <a:pt x="43260" y="14635"/>
                    </a:lnTo>
                    <a:lnTo>
                      <a:pt x="43071" y="14125"/>
                    </a:lnTo>
                    <a:lnTo>
                      <a:pt x="42863" y="13633"/>
                    </a:lnTo>
                    <a:lnTo>
                      <a:pt x="42636" y="13122"/>
                    </a:lnTo>
                    <a:lnTo>
                      <a:pt x="42409" y="12631"/>
                    </a:lnTo>
                    <a:lnTo>
                      <a:pt x="42164" y="12158"/>
                    </a:lnTo>
                    <a:lnTo>
                      <a:pt x="41918" y="11685"/>
                    </a:lnTo>
                    <a:lnTo>
                      <a:pt x="41653" y="11213"/>
                    </a:lnTo>
                    <a:lnTo>
                      <a:pt x="41388" y="10740"/>
                    </a:lnTo>
                    <a:lnTo>
                      <a:pt x="41105" y="10286"/>
                    </a:lnTo>
                    <a:lnTo>
                      <a:pt x="40802" y="9833"/>
                    </a:lnTo>
                    <a:lnTo>
                      <a:pt x="40500" y="9398"/>
                    </a:lnTo>
                    <a:lnTo>
                      <a:pt x="40178" y="8963"/>
                    </a:lnTo>
                    <a:lnTo>
                      <a:pt x="39857" y="8528"/>
                    </a:lnTo>
                    <a:lnTo>
                      <a:pt x="39517" y="8112"/>
                    </a:lnTo>
                    <a:lnTo>
                      <a:pt x="39176" y="7715"/>
                    </a:lnTo>
                    <a:lnTo>
                      <a:pt x="38817" y="7318"/>
                    </a:lnTo>
                    <a:lnTo>
                      <a:pt x="38458" y="6921"/>
                    </a:lnTo>
                    <a:lnTo>
                      <a:pt x="38080" y="6543"/>
                    </a:lnTo>
                    <a:lnTo>
                      <a:pt x="37701" y="6165"/>
                    </a:lnTo>
                    <a:lnTo>
                      <a:pt x="37304" y="5805"/>
                    </a:lnTo>
                    <a:lnTo>
                      <a:pt x="36907" y="5446"/>
                    </a:lnTo>
                    <a:lnTo>
                      <a:pt x="36491" y="5087"/>
                    </a:lnTo>
                    <a:lnTo>
                      <a:pt x="36075" y="4765"/>
                    </a:lnTo>
                    <a:lnTo>
                      <a:pt x="35659" y="4425"/>
                    </a:lnTo>
                    <a:lnTo>
                      <a:pt x="35225" y="4123"/>
                    </a:lnTo>
                    <a:lnTo>
                      <a:pt x="34771" y="3820"/>
                    </a:lnTo>
                    <a:lnTo>
                      <a:pt x="34336" y="3517"/>
                    </a:lnTo>
                    <a:lnTo>
                      <a:pt x="33863" y="3234"/>
                    </a:lnTo>
                    <a:lnTo>
                      <a:pt x="33409" y="2950"/>
                    </a:lnTo>
                    <a:lnTo>
                      <a:pt x="32937" y="2686"/>
                    </a:lnTo>
                    <a:lnTo>
                      <a:pt x="32464" y="2440"/>
                    </a:lnTo>
                    <a:lnTo>
                      <a:pt x="31972" y="2194"/>
                    </a:lnTo>
                    <a:lnTo>
                      <a:pt x="31481" y="1967"/>
                    </a:lnTo>
                    <a:lnTo>
                      <a:pt x="30989" y="1759"/>
                    </a:lnTo>
                    <a:lnTo>
                      <a:pt x="30479" y="1551"/>
                    </a:lnTo>
                    <a:lnTo>
                      <a:pt x="29968" y="1362"/>
                    </a:lnTo>
                    <a:lnTo>
                      <a:pt x="29458" y="1173"/>
                    </a:lnTo>
                    <a:lnTo>
                      <a:pt x="28928" y="1003"/>
                    </a:lnTo>
                    <a:lnTo>
                      <a:pt x="28418" y="852"/>
                    </a:lnTo>
                    <a:lnTo>
                      <a:pt x="27870" y="700"/>
                    </a:lnTo>
                    <a:lnTo>
                      <a:pt x="27340" y="568"/>
                    </a:lnTo>
                    <a:lnTo>
                      <a:pt x="26792" y="455"/>
                    </a:lnTo>
                    <a:lnTo>
                      <a:pt x="26244" y="341"/>
                    </a:lnTo>
                    <a:lnTo>
                      <a:pt x="25695" y="265"/>
                    </a:lnTo>
                    <a:lnTo>
                      <a:pt x="25147" y="190"/>
                    </a:lnTo>
                    <a:lnTo>
                      <a:pt x="24580" y="114"/>
                    </a:lnTo>
                    <a:lnTo>
                      <a:pt x="24013" y="57"/>
                    </a:lnTo>
                    <a:lnTo>
                      <a:pt x="23445" y="39"/>
                    </a:lnTo>
                    <a:lnTo>
                      <a:pt x="22878" y="1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Google Shape;2588;p42"/>
              <p:cNvSpPr/>
              <p:nvPr/>
            </p:nvSpPr>
            <p:spPr>
              <a:xfrm>
                <a:off x="1764450" y="-1858000"/>
                <a:ext cx="854150" cy="854625"/>
              </a:xfrm>
              <a:custGeom>
                <a:avLst/>
                <a:gdLst/>
                <a:ahLst/>
                <a:cxnLst/>
                <a:rect l="l" t="t" r="r" b="b"/>
                <a:pathLst>
                  <a:path w="34166" h="34185" extrusionOk="0">
                    <a:moveTo>
                      <a:pt x="17093" y="0"/>
                    </a:moveTo>
                    <a:lnTo>
                      <a:pt x="16204" y="19"/>
                    </a:lnTo>
                    <a:lnTo>
                      <a:pt x="15334" y="95"/>
                    </a:lnTo>
                    <a:lnTo>
                      <a:pt x="14483" y="208"/>
                    </a:lnTo>
                    <a:lnTo>
                      <a:pt x="13651" y="360"/>
                    </a:lnTo>
                    <a:lnTo>
                      <a:pt x="12820" y="549"/>
                    </a:lnTo>
                    <a:lnTo>
                      <a:pt x="12006" y="776"/>
                    </a:lnTo>
                    <a:lnTo>
                      <a:pt x="11212" y="1040"/>
                    </a:lnTo>
                    <a:lnTo>
                      <a:pt x="10437" y="1343"/>
                    </a:lnTo>
                    <a:lnTo>
                      <a:pt x="9681" y="1683"/>
                    </a:lnTo>
                    <a:lnTo>
                      <a:pt x="8944" y="2061"/>
                    </a:lnTo>
                    <a:lnTo>
                      <a:pt x="8225" y="2477"/>
                    </a:lnTo>
                    <a:lnTo>
                      <a:pt x="7525" y="2931"/>
                    </a:lnTo>
                    <a:lnTo>
                      <a:pt x="6864" y="3404"/>
                    </a:lnTo>
                    <a:lnTo>
                      <a:pt x="6221" y="3914"/>
                    </a:lnTo>
                    <a:lnTo>
                      <a:pt x="5597" y="4444"/>
                    </a:lnTo>
                    <a:lnTo>
                      <a:pt x="5011" y="5011"/>
                    </a:lnTo>
                    <a:lnTo>
                      <a:pt x="4444" y="5597"/>
                    </a:lnTo>
                    <a:lnTo>
                      <a:pt x="3895" y="6221"/>
                    </a:lnTo>
                    <a:lnTo>
                      <a:pt x="3404" y="6864"/>
                    </a:lnTo>
                    <a:lnTo>
                      <a:pt x="2912" y="7544"/>
                    </a:lnTo>
                    <a:lnTo>
                      <a:pt x="2477" y="8225"/>
                    </a:lnTo>
                    <a:lnTo>
                      <a:pt x="2061" y="8944"/>
                    </a:lnTo>
                    <a:lnTo>
                      <a:pt x="1683" y="9681"/>
                    </a:lnTo>
                    <a:lnTo>
                      <a:pt x="1343" y="10437"/>
                    </a:lnTo>
                    <a:lnTo>
                      <a:pt x="1040" y="11213"/>
                    </a:lnTo>
                    <a:lnTo>
                      <a:pt x="776" y="12007"/>
                    </a:lnTo>
                    <a:lnTo>
                      <a:pt x="530" y="12820"/>
                    </a:lnTo>
                    <a:lnTo>
                      <a:pt x="341" y="13652"/>
                    </a:lnTo>
                    <a:lnTo>
                      <a:pt x="189" y="14483"/>
                    </a:lnTo>
                    <a:lnTo>
                      <a:pt x="95" y="15334"/>
                    </a:lnTo>
                    <a:lnTo>
                      <a:pt x="19" y="16204"/>
                    </a:lnTo>
                    <a:lnTo>
                      <a:pt x="0" y="17093"/>
                    </a:lnTo>
                    <a:lnTo>
                      <a:pt x="19" y="17962"/>
                    </a:lnTo>
                    <a:lnTo>
                      <a:pt x="95" y="18832"/>
                    </a:lnTo>
                    <a:lnTo>
                      <a:pt x="189" y="19683"/>
                    </a:lnTo>
                    <a:lnTo>
                      <a:pt x="341" y="20534"/>
                    </a:lnTo>
                    <a:lnTo>
                      <a:pt x="530" y="21366"/>
                    </a:lnTo>
                    <a:lnTo>
                      <a:pt x="776" y="22179"/>
                    </a:lnTo>
                    <a:lnTo>
                      <a:pt x="1040" y="22973"/>
                    </a:lnTo>
                    <a:lnTo>
                      <a:pt x="1343" y="23748"/>
                    </a:lnTo>
                    <a:lnTo>
                      <a:pt x="1683" y="24504"/>
                    </a:lnTo>
                    <a:lnTo>
                      <a:pt x="2061" y="25242"/>
                    </a:lnTo>
                    <a:lnTo>
                      <a:pt x="2477" y="25941"/>
                    </a:lnTo>
                    <a:lnTo>
                      <a:pt x="2912" y="26641"/>
                    </a:lnTo>
                    <a:lnTo>
                      <a:pt x="3404" y="27322"/>
                    </a:lnTo>
                    <a:lnTo>
                      <a:pt x="3895" y="27964"/>
                    </a:lnTo>
                    <a:lnTo>
                      <a:pt x="4444" y="28569"/>
                    </a:lnTo>
                    <a:lnTo>
                      <a:pt x="5011" y="29174"/>
                    </a:lnTo>
                    <a:lnTo>
                      <a:pt x="5597" y="29742"/>
                    </a:lnTo>
                    <a:lnTo>
                      <a:pt x="6221" y="30271"/>
                    </a:lnTo>
                    <a:lnTo>
                      <a:pt x="6864" y="30782"/>
                    </a:lnTo>
                    <a:lnTo>
                      <a:pt x="7525" y="31254"/>
                    </a:lnTo>
                    <a:lnTo>
                      <a:pt x="8225" y="31708"/>
                    </a:lnTo>
                    <a:lnTo>
                      <a:pt x="8944" y="32105"/>
                    </a:lnTo>
                    <a:lnTo>
                      <a:pt x="9681" y="32483"/>
                    </a:lnTo>
                    <a:lnTo>
                      <a:pt x="10437" y="32824"/>
                    </a:lnTo>
                    <a:lnTo>
                      <a:pt x="11212" y="33145"/>
                    </a:lnTo>
                    <a:lnTo>
                      <a:pt x="12006" y="33410"/>
                    </a:lnTo>
                    <a:lnTo>
                      <a:pt x="12820" y="33637"/>
                    </a:lnTo>
                    <a:lnTo>
                      <a:pt x="13651" y="33826"/>
                    </a:lnTo>
                    <a:lnTo>
                      <a:pt x="14483" y="33977"/>
                    </a:lnTo>
                    <a:lnTo>
                      <a:pt x="15334" y="34090"/>
                    </a:lnTo>
                    <a:lnTo>
                      <a:pt x="16204" y="34147"/>
                    </a:lnTo>
                    <a:lnTo>
                      <a:pt x="17093" y="34185"/>
                    </a:lnTo>
                    <a:lnTo>
                      <a:pt x="17962" y="34147"/>
                    </a:lnTo>
                    <a:lnTo>
                      <a:pt x="18832" y="34090"/>
                    </a:lnTo>
                    <a:lnTo>
                      <a:pt x="19683" y="33977"/>
                    </a:lnTo>
                    <a:lnTo>
                      <a:pt x="20534" y="33826"/>
                    </a:lnTo>
                    <a:lnTo>
                      <a:pt x="21347" y="33637"/>
                    </a:lnTo>
                    <a:lnTo>
                      <a:pt x="22160" y="33410"/>
                    </a:lnTo>
                    <a:lnTo>
                      <a:pt x="22954" y="33145"/>
                    </a:lnTo>
                    <a:lnTo>
                      <a:pt x="23729" y="32824"/>
                    </a:lnTo>
                    <a:lnTo>
                      <a:pt x="24485" y="32483"/>
                    </a:lnTo>
                    <a:lnTo>
                      <a:pt x="25223" y="32105"/>
                    </a:lnTo>
                    <a:lnTo>
                      <a:pt x="25941" y="31708"/>
                    </a:lnTo>
                    <a:lnTo>
                      <a:pt x="26641" y="31254"/>
                    </a:lnTo>
                    <a:lnTo>
                      <a:pt x="27303" y="30782"/>
                    </a:lnTo>
                    <a:lnTo>
                      <a:pt x="27945" y="30271"/>
                    </a:lnTo>
                    <a:lnTo>
                      <a:pt x="28569" y="29742"/>
                    </a:lnTo>
                    <a:lnTo>
                      <a:pt x="29174" y="29174"/>
                    </a:lnTo>
                    <a:lnTo>
                      <a:pt x="29723" y="28569"/>
                    </a:lnTo>
                    <a:lnTo>
                      <a:pt x="30271" y="27964"/>
                    </a:lnTo>
                    <a:lnTo>
                      <a:pt x="30781" y="27322"/>
                    </a:lnTo>
                    <a:lnTo>
                      <a:pt x="31254" y="26641"/>
                    </a:lnTo>
                    <a:lnTo>
                      <a:pt x="31689" y="25941"/>
                    </a:lnTo>
                    <a:lnTo>
                      <a:pt x="32105" y="25242"/>
                    </a:lnTo>
                    <a:lnTo>
                      <a:pt x="32483" y="24504"/>
                    </a:lnTo>
                    <a:lnTo>
                      <a:pt x="32823" y="23748"/>
                    </a:lnTo>
                    <a:lnTo>
                      <a:pt x="33126" y="22973"/>
                    </a:lnTo>
                    <a:lnTo>
                      <a:pt x="33410" y="22179"/>
                    </a:lnTo>
                    <a:lnTo>
                      <a:pt x="33636" y="21366"/>
                    </a:lnTo>
                    <a:lnTo>
                      <a:pt x="33826" y="20534"/>
                    </a:lnTo>
                    <a:lnTo>
                      <a:pt x="33977" y="19683"/>
                    </a:lnTo>
                    <a:lnTo>
                      <a:pt x="34090" y="18832"/>
                    </a:lnTo>
                    <a:lnTo>
                      <a:pt x="34147" y="17962"/>
                    </a:lnTo>
                    <a:lnTo>
                      <a:pt x="34166" y="17093"/>
                    </a:lnTo>
                    <a:lnTo>
                      <a:pt x="34147" y="16204"/>
                    </a:lnTo>
                    <a:lnTo>
                      <a:pt x="34090" y="15334"/>
                    </a:lnTo>
                    <a:lnTo>
                      <a:pt x="33977" y="14483"/>
                    </a:lnTo>
                    <a:lnTo>
                      <a:pt x="33826" y="13652"/>
                    </a:lnTo>
                    <a:lnTo>
                      <a:pt x="33636" y="12820"/>
                    </a:lnTo>
                    <a:lnTo>
                      <a:pt x="33410" y="12007"/>
                    </a:lnTo>
                    <a:lnTo>
                      <a:pt x="33126" y="11213"/>
                    </a:lnTo>
                    <a:lnTo>
                      <a:pt x="32823" y="10437"/>
                    </a:lnTo>
                    <a:lnTo>
                      <a:pt x="32483" y="9681"/>
                    </a:lnTo>
                    <a:lnTo>
                      <a:pt x="32105" y="8944"/>
                    </a:lnTo>
                    <a:lnTo>
                      <a:pt x="31689" y="8225"/>
                    </a:lnTo>
                    <a:lnTo>
                      <a:pt x="31254" y="7544"/>
                    </a:lnTo>
                    <a:lnTo>
                      <a:pt x="30781" y="6864"/>
                    </a:lnTo>
                    <a:lnTo>
                      <a:pt x="30271" y="6221"/>
                    </a:lnTo>
                    <a:lnTo>
                      <a:pt x="29723" y="5597"/>
                    </a:lnTo>
                    <a:lnTo>
                      <a:pt x="29174" y="5011"/>
                    </a:lnTo>
                    <a:lnTo>
                      <a:pt x="28569" y="4444"/>
                    </a:lnTo>
                    <a:lnTo>
                      <a:pt x="27945" y="3914"/>
                    </a:lnTo>
                    <a:lnTo>
                      <a:pt x="27303" y="3404"/>
                    </a:lnTo>
                    <a:lnTo>
                      <a:pt x="26641" y="2931"/>
                    </a:lnTo>
                    <a:lnTo>
                      <a:pt x="25941" y="2477"/>
                    </a:lnTo>
                    <a:lnTo>
                      <a:pt x="25223" y="2061"/>
                    </a:lnTo>
                    <a:lnTo>
                      <a:pt x="24485" y="1683"/>
                    </a:lnTo>
                    <a:lnTo>
                      <a:pt x="23729" y="1343"/>
                    </a:lnTo>
                    <a:lnTo>
                      <a:pt x="22954" y="1040"/>
                    </a:lnTo>
                    <a:lnTo>
                      <a:pt x="22160" y="776"/>
                    </a:lnTo>
                    <a:lnTo>
                      <a:pt x="21347" y="549"/>
                    </a:lnTo>
                    <a:lnTo>
                      <a:pt x="20534" y="360"/>
                    </a:lnTo>
                    <a:lnTo>
                      <a:pt x="19683" y="208"/>
                    </a:lnTo>
                    <a:lnTo>
                      <a:pt x="18832" y="95"/>
                    </a:lnTo>
                    <a:lnTo>
                      <a:pt x="17962" y="19"/>
                    </a:lnTo>
                    <a:lnTo>
                      <a:pt x="170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Google Shape;2589;p42"/>
              <p:cNvSpPr/>
              <p:nvPr/>
            </p:nvSpPr>
            <p:spPr>
              <a:xfrm>
                <a:off x="1875050" y="-1734150"/>
                <a:ext cx="619725" cy="619700"/>
              </a:xfrm>
              <a:custGeom>
                <a:avLst/>
                <a:gdLst/>
                <a:ahLst/>
                <a:cxnLst/>
                <a:rect l="l" t="t" r="r" b="b"/>
                <a:pathLst>
                  <a:path w="24789" h="24788" extrusionOk="0">
                    <a:moveTo>
                      <a:pt x="12404" y="0"/>
                    </a:moveTo>
                    <a:lnTo>
                      <a:pt x="11761" y="19"/>
                    </a:lnTo>
                    <a:lnTo>
                      <a:pt x="11137" y="76"/>
                    </a:lnTo>
                    <a:lnTo>
                      <a:pt x="10513" y="151"/>
                    </a:lnTo>
                    <a:lnTo>
                      <a:pt x="9889" y="265"/>
                    </a:lnTo>
                    <a:lnTo>
                      <a:pt x="9303" y="397"/>
                    </a:lnTo>
                    <a:lnTo>
                      <a:pt x="8717" y="567"/>
                    </a:lnTo>
                    <a:lnTo>
                      <a:pt x="8131" y="756"/>
                    </a:lnTo>
                    <a:lnTo>
                      <a:pt x="7564" y="983"/>
                    </a:lnTo>
                    <a:lnTo>
                      <a:pt x="7015" y="1229"/>
                    </a:lnTo>
                    <a:lnTo>
                      <a:pt x="6486" y="1513"/>
                    </a:lnTo>
                    <a:lnTo>
                      <a:pt x="5975" y="1796"/>
                    </a:lnTo>
                    <a:lnTo>
                      <a:pt x="5465" y="2118"/>
                    </a:lnTo>
                    <a:lnTo>
                      <a:pt x="4973" y="2477"/>
                    </a:lnTo>
                    <a:lnTo>
                      <a:pt x="4520" y="2836"/>
                    </a:lnTo>
                    <a:lnTo>
                      <a:pt x="4066" y="3233"/>
                    </a:lnTo>
                    <a:lnTo>
                      <a:pt x="3631" y="3630"/>
                    </a:lnTo>
                    <a:lnTo>
                      <a:pt x="3215" y="4065"/>
                    </a:lnTo>
                    <a:lnTo>
                      <a:pt x="2837" y="4519"/>
                    </a:lnTo>
                    <a:lnTo>
                      <a:pt x="2459" y="4992"/>
                    </a:lnTo>
                    <a:lnTo>
                      <a:pt x="2118" y="5464"/>
                    </a:lnTo>
                    <a:lnTo>
                      <a:pt x="1797" y="5975"/>
                    </a:lnTo>
                    <a:lnTo>
                      <a:pt x="1494" y="6485"/>
                    </a:lnTo>
                    <a:lnTo>
                      <a:pt x="1230" y="7034"/>
                    </a:lnTo>
                    <a:lnTo>
                      <a:pt x="984" y="7582"/>
                    </a:lnTo>
                    <a:lnTo>
                      <a:pt x="757" y="8149"/>
                    </a:lnTo>
                    <a:lnTo>
                      <a:pt x="568" y="8716"/>
                    </a:lnTo>
                    <a:lnTo>
                      <a:pt x="398" y="9303"/>
                    </a:lnTo>
                    <a:lnTo>
                      <a:pt x="246" y="9908"/>
                    </a:lnTo>
                    <a:lnTo>
                      <a:pt x="152" y="10513"/>
                    </a:lnTo>
                    <a:lnTo>
                      <a:pt x="57" y="11137"/>
                    </a:lnTo>
                    <a:lnTo>
                      <a:pt x="20" y="11761"/>
                    </a:lnTo>
                    <a:lnTo>
                      <a:pt x="1" y="12403"/>
                    </a:lnTo>
                    <a:lnTo>
                      <a:pt x="20" y="13046"/>
                    </a:lnTo>
                    <a:lnTo>
                      <a:pt x="57" y="13670"/>
                    </a:lnTo>
                    <a:lnTo>
                      <a:pt x="152" y="14294"/>
                    </a:lnTo>
                    <a:lnTo>
                      <a:pt x="246" y="14899"/>
                    </a:lnTo>
                    <a:lnTo>
                      <a:pt x="398" y="15504"/>
                    </a:lnTo>
                    <a:lnTo>
                      <a:pt x="568" y="16090"/>
                    </a:lnTo>
                    <a:lnTo>
                      <a:pt x="757" y="16658"/>
                    </a:lnTo>
                    <a:lnTo>
                      <a:pt x="984" y="17225"/>
                    </a:lnTo>
                    <a:lnTo>
                      <a:pt x="1230" y="17773"/>
                    </a:lnTo>
                    <a:lnTo>
                      <a:pt x="1494" y="18302"/>
                    </a:lnTo>
                    <a:lnTo>
                      <a:pt x="1797" y="18832"/>
                    </a:lnTo>
                    <a:lnTo>
                      <a:pt x="2118" y="19323"/>
                    </a:lnTo>
                    <a:lnTo>
                      <a:pt x="2459" y="19815"/>
                    </a:lnTo>
                    <a:lnTo>
                      <a:pt x="2837" y="20288"/>
                    </a:lnTo>
                    <a:lnTo>
                      <a:pt x="3215" y="20742"/>
                    </a:lnTo>
                    <a:lnTo>
                      <a:pt x="3631" y="21157"/>
                    </a:lnTo>
                    <a:lnTo>
                      <a:pt x="4066" y="21573"/>
                    </a:lnTo>
                    <a:lnTo>
                      <a:pt x="4520" y="21971"/>
                    </a:lnTo>
                    <a:lnTo>
                      <a:pt x="4973" y="22330"/>
                    </a:lnTo>
                    <a:lnTo>
                      <a:pt x="5465" y="22670"/>
                    </a:lnTo>
                    <a:lnTo>
                      <a:pt x="5975" y="22991"/>
                    </a:lnTo>
                    <a:lnTo>
                      <a:pt x="6486" y="23294"/>
                    </a:lnTo>
                    <a:lnTo>
                      <a:pt x="7015" y="23578"/>
                    </a:lnTo>
                    <a:lnTo>
                      <a:pt x="7564" y="23823"/>
                    </a:lnTo>
                    <a:lnTo>
                      <a:pt x="8131" y="24050"/>
                    </a:lnTo>
                    <a:lnTo>
                      <a:pt x="8717" y="24239"/>
                    </a:lnTo>
                    <a:lnTo>
                      <a:pt x="9303" y="24410"/>
                    </a:lnTo>
                    <a:lnTo>
                      <a:pt x="9889" y="24542"/>
                    </a:lnTo>
                    <a:lnTo>
                      <a:pt x="10513" y="24655"/>
                    </a:lnTo>
                    <a:lnTo>
                      <a:pt x="11137" y="24731"/>
                    </a:lnTo>
                    <a:lnTo>
                      <a:pt x="11761" y="24788"/>
                    </a:lnTo>
                    <a:lnTo>
                      <a:pt x="13028" y="24788"/>
                    </a:lnTo>
                    <a:lnTo>
                      <a:pt x="13671" y="24731"/>
                    </a:lnTo>
                    <a:lnTo>
                      <a:pt x="14276" y="24655"/>
                    </a:lnTo>
                    <a:lnTo>
                      <a:pt x="14900" y="24542"/>
                    </a:lnTo>
                    <a:lnTo>
                      <a:pt x="15486" y="24410"/>
                    </a:lnTo>
                    <a:lnTo>
                      <a:pt x="16072" y="24239"/>
                    </a:lnTo>
                    <a:lnTo>
                      <a:pt x="16658" y="24050"/>
                    </a:lnTo>
                    <a:lnTo>
                      <a:pt x="17225" y="23823"/>
                    </a:lnTo>
                    <a:lnTo>
                      <a:pt x="17774" y="23578"/>
                    </a:lnTo>
                    <a:lnTo>
                      <a:pt x="18303" y="23294"/>
                    </a:lnTo>
                    <a:lnTo>
                      <a:pt x="18813" y="22991"/>
                    </a:lnTo>
                    <a:lnTo>
                      <a:pt x="19324" y="22670"/>
                    </a:lnTo>
                    <a:lnTo>
                      <a:pt x="19816" y="22330"/>
                    </a:lnTo>
                    <a:lnTo>
                      <a:pt x="20288" y="21971"/>
                    </a:lnTo>
                    <a:lnTo>
                      <a:pt x="20723" y="21573"/>
                    </a:lnTo>
                    <a:lnTo>
                      <a:pt x="21158" y="21157"/>
                    </a:lnTo>
                    <a:lnTo>
                      <a:pt x="21574" y="20742"/>
                    </a:lnTo>
                    <a:lnTo>
                      <a:pt x="21952" y="20288"/>
                    </a:lnTo>
                    <a:lnTo>
                      <a:pt x="22330" y="19815"/>
                    </a:lnTo>
                    <a:lnTo>
                      <a:pt x="22671" y="19323"/>
                    </a:lnTo>
                    <a:lnTo>
                      <a:pt x="22992" y="18832"/>
                    </a:lnTo>
                    <a:lnTo>
                      <a:pt x="23294" y="18302"/>
                    </a:lnTo>
                    <a:lnTo>
                      <a:pt x="23559" y="17773"/>
                    </a:lnTo>
                    <a:lnTo>
                      <a:pt x="23824" y="17225"/>
                    </a:lnTo>
                    <a:lnTo>
                      <a:pt x="24032" y="16658"/>
                    </a:lnTo>
                    <a:lnTo>
                      <a:pt x="24240" y="16090"/>
                    </a:lnTo>
                    <a:lnTo>
                      <a:pt x="24391" y="15504"/>
                    </a:lnTo>
                    <a:lnTo>
                      <a:pt x="24542" y="14899"/>
                    </a:lnTo>
                    <a:lnTo>
                      <a:pt x="24656" y="14294"/>
                    </a:lnTo>
                    <a:lnTo>
                      <a:pt x="24731" y="13670"/>
                    </a:lnTo>
                    <a:lnTo>
                      <a:pt x="24769" y="13046"/>
                    </a:lnTo>
                    <a:lnTo>
                      <a:pt x="24788" y="12403"/>
                    </a:lnTo>
                    <a:lnTo>
                      <a:pt x="24769" y="11761"/>
                    </a:lnTo>
                    <a:lnTo>
                      <a:pt x="24731" y="11137"/>
                    </a:lnTo>
                    <a:lnTo>
                      <a:pt x="24656" y="10513"/>
                    </a:lnTo>
                    <a:lnTo>
                      <a:pt x="24542" y="9908"/>
                    </a:lnTo>
                    <a:lnTo>
                      <a:pt x="24391" y="9303"/>
                    </a:lnTo>
                    <a:lnTo>
                      <a:pt x="24240" y="8716"/>
                    </a:lnTo>
                    <a:lnTo>
                      <a:pt x="24032" y="8149"/>
                    </a:lnTo>
                    <a:lnTo>
                      <a:pt x="23824" y="7582"/>
                    </a:lnTo>
                    <a:lnTo>
                      <a:pt x="23559" y="7034"/>
                    </a:lnTo>
                    <a:lnTo>
                      <a:pt x="23294" y="6485"/>
                    </a:lnTo>
                    <a:lnTo>
                      <a:pt x="22992" y="5975"/>
                    </a:lnTo>
                    <a:lnTo>
                      <a:pt x="22671" y="5464"/>
                    </a:lnTo>
                    <a:lnTo>
                      <a:pt x="22330" y="4992"/>
                    </a:lnTo>
                    <a:lnTo>
                      <a:pt x="21952" y="4519"/>
                    </a:lnTo>
                    <a:lnTo>
                      <a:pt x="21574" y="4065"/>
                    </a:lnTo>
                    <a:lnTo>
                      <a:pt x="21158" y="3630"/>
                    </a:lnTo>
                    <a:lnTo>
                      <a:pt x="20723" y="3233"/>
                    </a:lnTo>
                    <a:lnTo>
                      <a:pt x="20288" y="2836"/>
                    </a:lnTo>
                    <a:lnTo>
                      <a:pt x="19816" y="2477"/>
                    </a:lnTo>
                    <a:lnTo>
                      <a:pt x="19324" y="2118"/>
                    </a:lnTo>
                    <a:lnTo>
                      <a:pt x="18813" y="1796"/>
                    </a:lnTo>
                    <a:lnTo>
                      <a:pt x="18303" y="1513"/>
                    </a:lnTo>
                    <a:lnTo>
                      <a:pt x="17774" y="1229"/>
                    </a:lnTo>
                    <a:lnTo>
                      <a:pt x="17225" y="983"/>
                    </a:lnTo>
                    <a:lnTo>
                      <a:pt x="16658" y="756"/>
                    </a:lnTo>
                    <a:lnTo>
                      <a:pt x="16072" y="567"/>
                    </a:lnTo>
                    <a:lnTo>
                      <a:pt x="15486" y="397"/>
                    </a:lnTo>
                    <a:lnTo>
                      <a:pt x="14900" y="265"/>
                    </a:lnTo>
                    <a:lnTo>
                      <a:pt x="14276" y="151"/>
                    </a:lnTo>
                    <a:lnTo>
                      <a:pt x="13671" y="76"/>
                    </a:lnTo>
                    <a:lnTo>
                      <a:pt x="13028" y="19"/>
                    </a:lnTo>
                    <a:lnTo>
                      <a:pt x="1240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Google Shape;2590;p42"/>
              <p:cNvSpPr/>
              <p:nvPr/>
            </p:nvSpPr>
            <p:spPr>
              <a:xfrm>
                <a:off x="1974325" y="-1634425"/>
                <a:ext cx="421175" cy="420725"/>
              </a:xfrm>
              <a:custGeom>
                <a:avLst/>
                <a:gdLst/>
                <a:ahLst/>
                <a:cxnLst/>
                <a:rect l="l" t="t" r="r" b="b"/>
                <a:pathLst>
                  <a:path w="16847" h="16829" extrusionOk="0">
                    <a:moveTo>
                      <a:pt x="7998" y="1"/>
                    </a:moveTo>
                    <a:lnTo>
                      <a:pt x="7563" y="38"/>
                    </a:lnTo>
                    <a:lnTo>
                      <a:pt x="7147" y="95"/>
                    </a:lnTo>
                    <a:lnTo>
                      <a:pt x="6731" y="171"/>
                    </a:lnTo>
                    <a:lnTo>
                      <a:pt x="6315" y="265"/>
                    </a:lnTo>
                    <a:lnTo>
                      <a:pt x="5918" y="379"/>
                    </a:lnTo>
                    <a:lnTo>
                      <a:pt x="5521" y="511"/>
                    </a:lnTo>
                    <a:lnTo>
                      <a:pt x="5143" y="662"/>
                    </a:lnTo>
                    <a:lnTo>
                      <a:pt x="4765" y="814"/>
                    </a:lnTo>
                    <a:lnTo>
                      <a:pt x="4406" y="1003"/>
                    </a:lnTo>
                    <a:lnTo>
                      <a:pt x="4065" y="1211"/>
                    </a:lnTo>
                    <a:lnTo>
                      <a:pt x="3725" y="1438"/>
                    </a:lnTo>
                    <a:lnTo>
                      <a:pt x="3385" y="1664"/>
                    </a:lnTo>
                    <a:lnTo>
                      <a:pt x="3063" y="1910"/>
                    </a:lnTo>
                    <a:lnTo>
                      <a:pt x="2761" y="2175"/>
                    </a:lnTo>
                    <a:lnTo>
                      <a:pt x="2477" y="2459"/>
                    </a:lnTo>
                    <a:lnTo>
                      <a:pt x="2193" y="2742"/>
                    </a:lnTo>
                    <a:lnTo>
                      <a:pt x="1929" y="3064"/>
                    </a:lnTo>
                    <a:lnTo>
                      <a:pt x="1683" y="3366"/>
                    </a:lnTo>
                    <a:lnTo>
                      <a:pt x="1437" y="3706"/>
                    </a:lnTo>
                    <a:lnTo>
                      <a:pt x="1229" y="4047"/>
                    </a:lnTo>
                    <a:lnTo>
                      <a:pt x="1021" y="4406"/>
                    </a:lnTo>
                    <a:lnTo>
                      <a:pt x="832" y="4765"/>
                    </a:lnTo>
                    <a:lnTo>
                      <a:pt x="662" y="5143"/>
                    </a:lnTo>
                    <a:lnTo>
                      <a:pt x="511" y="5522"/>
                    </a:lnTo>
                    <a:lnTo>
                      <a:pt x="378" y="5900"/>
                    </a:lnTo>
                    <a:lnTo>
                      <a:pt x="265" y="6316"/>
                    </a:lnTo>
                    <a:lnTo>
                      <a:pt x="170" y="6713"/>
                    </a:lnTo>
                    <a:lnTo>
                      <a:pt x="95" y="7129"/>
                    </a:lnTo>
                    <a:lnTo>
                      <a:pt x="38" y="7545"/>
                    </a:lnTo>
                    <a:lnTo>
                      <a:pt x="19" y="7980"/>
                    </a:lnTo>
                    <a:lnTo>
                      <a:pt x="0" y="8414"/>
                    </a:lnTo>
                    <a:lnTo>
                      <a:pt x="19" y="8849"/>
                    </a:lnTo>
                    <a:lnTo>
                      <a:pt x="38" y="9265"/>
                    </a:lnTo>
                    <a:lnTo>
                      <a:pt x="95" y="9700"/>
                    </a:lnTo>
                    <a:lnTo>
                      <a:pt x="170" y="10116"/>
                    </a:lnTo>
                    <a:lnTo>
                      <a:pt x="265" y="10513"/>
                    </a:lnTo>
                    <a:lnTo>
                      <a:pt x="378" y="10910"/>
                    </a:lnTo>
                    <a:lnTo>
                      <a:pt x="511" y="11307"/>
                    </a:lnTo>
                    <a:lnTo>
                      <a:pt x="662" y="11685"/>
                    </a:lnTo>
                    <a:lnTo>
                      <a:pt x="832" y="12064"/>
                    </a:lnTo>
                    <a:lnTo>
                      <a:pt x="1021" y="12423"/>
                    </a:lnTo>
                    <a:lnTo>
                      <a:pt x="1229" y="12782"/>
                    </a:lnTo>
                    <a:lnTo>
                      <a:pt x="1437" y="13122"/>
                    </a:lnTo>
                    <a:lnTo>
                      <a:pt x="1683" y="13444"/>
                    </a:lnTo>
                    <a:lnTo>
                      <a:pt x="1929" y="13765"/>
                    </a:lnTo>
                    <a:lnTo>
                      <a:pt x="2193" y="14068"/>
                    </a:lnTo>
                    <a:lnTo>
                      <a:pt x="2477" y="14370"/>
                    </a:lnTo>
                    <a:lnTo>
                      <a:pt x="2761" y="14654"/>
                    </a:lnTo>
                    <a:lnTo>
                      <a:pt x="3063" y="14919"/>
                    </a:lnTo>
                    <a:lnTo>
                      <a:pt x="3385" y="15164"/>
                    </a:lnTo>
                    <a:lnTo>
                      <a:pt x="3725" y="15391"/>
                    </a:lnTo>
                    <a:lnTo>
                      <a:pt x="4065" y="15618"/>
                    </a:lnTo>
                    <a:lnTo>
                      <a:pt x="4406" y="15826"/>
                    </a:lnTo>
                    <a:lnTo>
                      <a:pt x="4765" y="15996"/>
                    </a:lnTo>
                    <a:lnTo>
                      <a:pt x="5143" y="16166"/>
                    </a:lnTo>
                    <a:lnTo>
                      <a:pt x="5521" y="16318"/>
                    </a:lnTo>
                    <a:lnTo>
                      <a:pt x="5918" y="16450"/>
                    </a:lnTo>
                    <a:lnTo>
                      <a:pt x="6315" y="16563"/>
                    </a:lnTo>
                    <a:lnTo>
                      <a:pt x="6731" y="16658"/>
                    </a:lnTo>
                    <a:lnTo>
                      <a:pt x="7147" y="16734"/>
                    </a:lnTo>
                    <a:lnTo>
                      <a:pt x="7563" y="16790"/>
                    </a:lnTo>
                    <a:lnTo>
                      <a:pt x="7998" y="16828"/>
                    </a:lnTo>
                    <a:lnTo>
                      <a:pt x="8849" y="16828"/>
                    </a:lnTo>
                    <a:lnTo>
                      <a:pt x="9284" y="16790"/>
                    </a:lnTo>
                    <a:lnTo>
                      <a:pt x="9700" y="16734"/>
                    </a:lnTo>
                    <a:lnTo>
                      <a:pt x="10116" y="16658"/>
                    </a:lnTo>
                    <a:lnTo>
                      <a:pt x="10532" y="16563"/>
                    </a:lnTo>
                    <a:lnTo>
                      <a:pt x="10929" y="16450"/>
                    </a:lnTo>
                    <a:lnTo>
                      <a:pt x="11326" y="16318"/>
                    </a:lnTo>
                    <a:lnTo>
                      <a:pt x="11704" y="16166"/>
                    </a:lnTo>
                    <a:lnTo>
                      <a:pt x="12082" y="15996"/>
                    </a:lnTo>
                    <a:lnTo>
                      <a:pt x="12441" y="15826"/>
                    </a:lnTo>
                    <a:lnTo>
                      <a:pt x="12800" y="15618"/>
                    </a:lnTo>
                    <a:lnTo>
                      <a:pt x="13141" y="15391"/>
                    </a:lnTo>
                    <a:lnTo>
                      <a:pt x="13462" y="15164"/>
                    </a:lnTo>
                    <a:lnTo>
                      <a:pt x="13784" y="14919"/>
                    </a:lnTo>
                    <a:lnTo>
                      <a:pt x="14086" y="14654"/>
                    </a:lnTo>
                    <a:lnTo>
                      <a:pt x="14389" y="14370"/>
                    </a:lnTo>
                    <a:lnTo>
                      <a:pt x="14653" y="14068"/>
                    </a:lnTo>
                    <a:lnTo>
                      <a:pt x="14918" y="13765"/>
                    </a:lnTo>
                    <a:lnTo>
                      <a:pt x="15183" y="13444"/>
                    </a:lnTo>
                    <a:lnTo>
                      <a:pt x="15410" y="13122"/>
                    </a:lnTo>
                    <a:lnTo>
                      <a:pt x="15637" y="12782"/>
                    </a:lnTo>
                    <a:lnTo>
                      <a:pt x="15826" y="12423"/>
                    </a:lnTo>
                    <a:lnTo>
                      <a:pt x="16015" y="12064"/>
                    </a:lnTo>
                    <a:lnTo>
                      <a:pt x="16185" y="11685"/>
                    </a:lnTo>
                    <a:lnTo>
                      <a:pt x="16336" y="11307"/>
                    </a:lnTo>
                    <a:lnTo>
                      <a:pt x="16468" y="10910"/>
                    </a:lnTo>
                    <a:lnTo>
                      <a:pt x="16582" y="10513"/>
                    </a:lnTo>
                    <a:lnTo>
                      <a:pt x="16676" y="10116"/>
                    </a:lnTo>
                    <a:lnTo>
                      <a:pt x="16752" y="9700"/>
                    </a:lnTo>
                    <a:lnTo>
                      <a:pt x="16809" y="9265"/>
                    </a:lnTo>
                    <a:lnTo>
                      <a:pt x="16828" y="8849"/>
                    </a:lnTo>
                    <a:lnTo>
                      <a:pt x="16847" y="8414"/>
                    </a:lnTo>
                    <a:lnTo>
                      <a:pt x="16828" y="7980"/>
                    </a:lnTo>
                    <a:lnTo>
                      <a:pt x="16809" y="7545"/>
                    </a:lnTo>
                    <a:lnTo>
                      <a:pt x="16752" y="7129"/>
                    </a:lnTo>
                    <a:lnTo>
                      <a:pt x="16676" y="6713"/>
                    </a:lnTo>
                    <a:lnTo>
                      <a:pt x="16582" y="6316"/>
                    </a:lnTo>
                    <a:lnTo>
                      <a:pt x="16468" y="5900"/>
                    </a:lnTo>
                    <a:lnTo>
                      <a:pt x="16336" y="5522"/>
                    </a:lnTo>
                    <a:lnTo>
                      <a:pt x="16185" y="5143"/>
                    </a:lnTo>
                    <a:lnTo>
                      <a:pt x="16015" y="4765"/>
                    </a:lnTo>
                    <a:lnTo>
                      <a:pt x="15826" y="4406"/>
                    </a:lnTo>
                    <a:lnTo>
                      <a:pt x="15637" y="4047"/>
                    </a:lnTo>
                    <a:lnTo>
                      <a:pt x="15410" y="3706"/>
                    </a:lnTo>
                    <a:lnTo>
                      <a:pt x="15183" y="3366"/>
                    </a:lnTo>
                    <a:lnTo>
                      <a:pt x="14918" y="3064"/>
                    </a:lnTo>
                    <a:lnTo>
                      <a:pt x="14653" y="2742"/>
                    </a:lnTo>
                    <a:lnTo>
                      <a:pt x="14389" y="2459"/>
                    </a:lnTo>
                    <a:lnTo>
                      <a:pt x="14086" y="2175"/>
                    </a:lnTo>
                    <a:lnTo>
                      <a:pt x="13784" y="1910"/>
                    </a:lnTo>
                    <a:lnTo>
                      <a:pt x="13462" y="1664"/>
                    </a:lnTo>
                    <a:lnTo>
                      <a:pt x="13141" y="1438"/>
                    </a:lnTo>
                    <a:lnTo>
                      <a:pt x="12800" y="1211"/>
                    </a:lnTo>
                    <a:lnTo>
                      <a:pt x="12441" y="1003"/>
                    </a:lnTo>
                    <a:lnTo>
                      <a:pt x="12082" y="814"/>
                    </a:lnTo>
                    <a:lnTo>
                      <a:pt x="11704" y="662"/>
                    </a:lnTo>
                    <a:lnTo>
                      <a:pt x="11326" y="511"/>
                    </a:lnTo>
                    <a:lnTo>
                      <a:pt x="10929" y="379"/>
                    </a:lnTo>
                    <a:lnTo>
                      <a:pt x="10532" y="265"/>
                    </a:lnTo>
                    <a:lnTo>
                      <a:pt x="10116" y="171"/>
                    </a:lnTo>
                    <a:lnTo>
                      <a:pt x="9700" y="95"/>
                    </a:lnTo>
                    <a:lnTo>
                      <a:pt x="9284" y="38"/>
                    </a:lnTo>
                    <a:lnTo>
                      <a:pt x="88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Google Shape;2591;p42"/>
              <p:cNvSpPr/>
              <p:nvPr/>
            </p:nvSpPr>
            <p:spPr>
              <a:xfrm>
                <a:off x="2074050" y="-1535150"/>
                <a:ext cx="221725" cy="222175"/>
              </a:xfrm>
              <a:custGeom>
                <a:avLst/>
                <a:gdLst/>
                <a:ahLst/>
                <a:cxnLst/>
                <a:rect l="l" t="t" r="r" b="b"/>
                <a:pathLst>
                  <a:path w="8869" h="8887" extrusionOk="0">
                    <a:moveTo>
                      <a:pt x="4444" y="0"/>
                    </a:moveTo>
                    <a:lnTo>
                      <a:pt x="4198" y="19"/>
                    </a:lnTo>
                    <a:lnTo>
                      <a:pt x="3990" y="19"/>
                    </a:lnTo>
                    <a:lnTo>
                      <a:pt x="3536" y="95"/>
                    </a:lnTo>
                    <a:lnTo>
                      <a:pt x="3120" y="208"/>
                    </a:lnTo>
                    <a:lnTo>
                      <a:pt x="2704" y="359"/>
                    </a:lnTo>
                    <a:lnTo>
                      <a:pt x="2326" y="548"/>
                    </a:lnTo>
                    <a:lnTo>
                      <a:pt x="1948" y="756"/>
                    </a:lnTo>
                    <a:lnTo>
                      <a:pt x="1608" y="1021"/>
                    </a:lnTo>
                    <a:lnTo>
                      <a:pt x="1305" y="1305"/>
                    </a:lnTo>
                    <a:lnTo>
                      <a:pt x="1003" y="1626"/>
                    </a:lnTo>
                    <a:lnTo>
                      <a:pt x="757" y="1967"/>
                    </a:lnTo>
                    <a:lnTo>
                      <a:pt x="530" y="2326"/>
                    </a:lnTo>
                    <a:lnTo>
                      <a:pt x="341" y="2723"/>
                    </a:lnTo>
                    <a:lnTo>
                      <a:pt x="190" y="3120"/>
                    </a:lnTo>
                    <a:lnTo>
                      <a:pt x="95" y="3555"/>
                    </a:lnTo>
                    <a:lnTo>
                      <a:pt x="20" y="3990"/>
                    </a:lnTo>
                    <a:lnTo>
                      <a:pt x="1" y="4217"/>
                    </a:lnTo>
                    <a:lnTo>
                      <a:pt x="1" y="4443"/>
                    </a:lnTo>
                    <a:lnTo>
                      <a:pt x="1" y="4670"/>
                    </a:lnTo>
                    <a:lnTo>
                      <a:pt x="20" y="4897"/>
                    </a:lnTo>
                    <a:lnTo>
                      <a:pt x="95" y="5332"/>
                    </a:lnTo>
                    <a:lnTo>
                      <a:pt x="190" y="5767"/>
                    </a:lnTo>
                    <a:lnTo>
                      <a:pt x="341" y="6164"/>
                    </a:lnTo>
                    <a:lnTo>
                      <a:pt x="530" y="6561"/>
                    </a:lnTo>
                    <a:lnTo>
                      <a:pt x="757" y="6920"/>
                    </a:lnTo>
                    <a:lnTo>
                      <a:pt x="1003" y="7261"/>
                    </a:lnTo>
                    <a:lnTo>
                      <a:pt x="1305" y="7582"/>
                    </a:lnTo>
                    <a:lnTo>
                      <a:pt x="1608" y="7866"/>
                    </a:lnTo>
                    <a:lnTo>
                      <a:pt x="1948" y="8130"/>
                    </a:lnTo>
                    <a:lnTo>
                      <a:pt x="2326" y="8338"/>
                    </a:lnTo>
                    <a:lnTo>
                      <a:pt x="2704" y="8527"/>
                    </a:lnTo>
                    <a:lnTo>
                      <a:pt x="3120" y="8679"/>
                    </a:lnTo>
                    <a:lnTo>
                      <a:pt x="3536" y="8792"/>
                    </a:lnTo>
                    <a:lnTo>
                      <a:pt x="3990" y="8849"/>
                    </a:lnTo>
                    <a:lnTo>
                      <a:pt x="4198" y="8868"/>
                    </a:lnTo>
                    <a:lnTo>
                      <a:pt x="4444" y="8887"/>
                    </a:lnTo>
                    <a:lnTo>
                      <a:pt x="4671" y="8868"/>
                    </a:lnTo>
                    <a:lnTo>
                      <a:pt x="4898" y="8849"/>
                    </a:lnTo>
                    <a:lnTo>
                      <a:pt x="5333" y="8792"/>
                    </a:lnTo>
                    <a:lnTo>
                      <a:pt x="5748" y="8679"/>
                    </a:lnTo>
                    <a:lnTo>
                      <a:pt x="6164" y="8527"/>
                    </a:lnTo>
                    <a:lnTo>
                      <a:pt x="6543" y="8338"/>
                    </a:lnTo>
                    <a:lnTo>
                      <a:pt x="6921" y="8130"/>
                    </a:lnTo>
                    <a:lnTo>
                      <a:pt x="7261" y="7866"/>
                    </a:lnTo>
                    <a:lnTo>
                      <a:pt x="7582" y="7582"/>
                    </a:lnTo>
                    <a:lnTo>
                      <a:pt x="7866" y="7261"/>
                    </a:lnTo>
                    <a:lnTo>
                      <a:pt x="8112" y="6920"/>
                    </a:lnTo>
                    <a:lnTo>
                      <a:pt x="8339" y="6561"/>
                    </a:lnTo>
                    <a:lnTo>
                      <a:pt x="8528" y="6164"/>
                    </a:lnTo>
                    <a:lnTo>
                      <a:pt x="8679" y="5767"/>
                    </a:lnTo>
                    <a:lnTo>
                      <a:pt x="8793" y="5332"/>
                    </a:lnTo>
                    <a:lnTo>
                      <a:pt x="8849" y="4897"/>
                    </a:lnTo>
                    <a:lnTo>
                      <a:pt x="8868" y="4670"/>
                    </a:lnTo>
                    <a:lnTo>
                      <a:pt x="8868" y="4443"/>
                    </a:lnTo>
                    <a:lnTo>
                      <a:pt x="8868" y="4217"/>
                    </a:lnTo>
                    <a:lnTo>
                      <a:pt x="8849" y="3990"/>
                    </a:lnTo>
                    <a:lnTo>
                      <a:pt x="8793" y="3555"/>
                    </a:lnTo>
                    <a:lnTo>
                      <a:pt x="8679" y="3120"/>
                    </a:lnTo>
                    <a:lnTo>
                      <a:pt x="8528" y="2723"/>
                    </a:lnTo>
                    <a:lnTo>
                      <a:pt x="8339" y="2326"/>
                    </a:lnTo>
                    <a:lnTo>
                      <a:pt x="8112" y="1967"/>
                    </a:lnTo>
                    <a:lnTo>
                      <a:pt x="7866" y="1626"/>
                    </a:lnTo>
                    <a:lnTo>
                      <a:pt x="7582" y="1305"/>
                    </a:lnTo>
                    <a:lnTo>
                      <a:pt x="7261" y="1021"/>
                    </a:lnTo>
                    <a:lnTo>
                      <a:pt x="6921" y="756"/>
                    </a:lnTo>
                    <a:lnTo>
                      <a:pt x="6543" y="548"/>
                    </a:lnTo>
                    <a:lnTo>
                      <a:pt x="6164" y="359"/>
                    </a:lnTo>
                    <a:lnTo>
                      <a:pt x="5748" y="208"/>
                    </a:lnTo>
                    <a:lnTo>
                      <a:pt x="5333" y="95"/>
                    </a:lnTo>
                    <a:lnTo>
                      <a:pt x="4898" y="19"/>
                    </a:lnTo>
                    <a:lnTo>
                      <a:pt x="4671" y="19"/>
                    </a:lnTo>
                    <a:lnTo>
                      <a:pt x="444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Google Shape;2592;p42"/>
              <p:cNvSpPr/>
              <p:nvPr/>
            </p:nvSpPr>
            <p:spPr>
              <a:xfrm>
                <a:off x="2192700" y="-1659475"/>
                <a:ext cx="515250" cy="237775"/>
              </a:xfrm>
              <a:custGeom>
                <a:avLst/>
                <a:gdLst/>
                <a:ahLst/>
                <a:cxnLst/>
                <a:rect l="l" t="t" r="r" b="b"/>
                <a:pathLst>
                  <a:path w="20610" h="9511" extrusionOk="0">
                    <a:moveTo>
                      <a:pt x="19815" y="1"/>
                    </a:moveTo>
                    <a:lnTo>
                      <a:pt x="0" y="9114"/>
                    </a:lnTo>
                    <a:lnTo>
                      <a:pt x="152" y="9511"/>
                    </a:lnTo>
                    <a:lnTo>
                      <a:pt x="20609" y="1040"/>
                    </a:lnTo>
                    <a:lnTo>
                      <a:pt x="19815" y="1"/>
                    </a:lnTo>
                    <a:close/>
                  </a:path>
                </a:pathLst>
              </a:custGeom>
              <a:gradFill>
                <a:gsLst>
                  <a:gs pos="0">
                    <a:srgbClr val="575757"/>
                  </a:gs>
                  <a:gs pos="100000">
                    <a:srgbClr val="16161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Google Shape;2593;p42"/>
              <p:cNvSpPr/>
              <p:nvPr/>
            </p:nvSpPr>
            <p:spPr>
              <a:xfrm>
                <a:off x="2620475" y="-1822550"/>
                <a:ext cx="312475" cy="245350"/>
              </a:xfrm>
              <a:custGeom>
                <a:avLst/>
                <a:gdLst/>
                <a:ahLst/>
                <a:cxnLst/>
                <a:rect l="l" t="t" r="r" b="b"/>
                <a:pathLst>
                  <a:path w="12499" h="9814" extrusionOk="0">
                    <a:moveTo>
                      <a:pt x="8509" y="1"/>
                    </a:moveTo>
                    <a:lnTo>
                      <a:pt x="1078" y="4803"/>
                    </a:lnTo>
                    <a:lnTo>
                      <a:pt x="0" y="8358"/>
                    </a:lnTo>
                    <a:lnTo>
                      <a:pt x="3820" y="9813"/>
                    </a:lnTo>
                    <a:lnTo>
                      <a:pt x="12498" y="5862"/>
                    </a:lnTo>
                    <a:lnTo>
                      <a:pt x="8376" y="4160"/>
                    </a:lnTo>
                    <a:lnTo>
                      <a:pt x="8509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0B9"/>
                  </a:gs>
                  <a:gs pos="100000">
                    <a:srgbClr val="F9D03C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94" name="Google Shape;2594;p42"/>
          <p:cNvGrpSpPr/>
          <p:nvPr/>
        </p:nvGrpSpPr>
        <p:grpSpPr>
          <a:xfrm>
            <a:off x="4572414" y="4403539"/>
            <a:ext cx="611614" cy="545126"/>
            <a:chOff x="2236010" y="3967511"/>
            <a:chExt cx="930353" cy="829089"/>
          </a:xfrm>
        </p:grpSpPr>
        <p:sp>
          <p:nvSpPr>
            <p:cNvPr id="2595" name="Google Shape;2595;p42"/>
            <p:cNvSpPr/>
            <p:nvPr/>
          </p:nvSpPr>
          <p:spPr>
            <a:xfrm>
              <a:off x="2265825" y="4694000"/>
              <a:ext cx="767100" cy="1026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96" name="Google Shape;2596;p42"/>
            <p:cNvGrpSpPr/>
            <p:nvPr/>
          </p:nvGrpSpPr>
          <p:grpSpPr>
            <a:xfrm>
              <a:off x="2236010" y="3967511"/>
              <a:ext cx="930353" cy="794959"/>
              <a:chOff x="1627375" y="-1981850"/>
              <a:chExt cx="1305575" cy="1115575"/>
            </a:xfrm>
          </p:grpSpPr>
          <p:sp>
            <p:nvSpPr>
              <p:cNvPr id="2597" name="Google Shape;2597;p42"/>
              <p:cNvSpPr/>
              <p:nvPr/>
            </p:nvSpPr>
            <p:spPr>
              <a:xfrm>
                <a:off x="1627375" y="-1981850"/>
                <a:ext cx="1115075" cy="1115575"/>
              </a:xfrm>
              <a:custGeom>
                <a:avLst/>
                <a:gdLst/>
                <a:ahLst/>
                <a:cxnLst/>
                <a:rect l="l" t="t" r="r" b="b"/>
                <a:pathLst>
                  <a:path w="44603" h="44623" extrusionOk="0">
                    <a:moveTo>
                      <a:pt x="21725" y="1"/>
                    </a:moveTo>
                    <a:lnTo>
                      <a:pt x="21158" y="39"/>
                    </a:lnTo>
                    <a:lnTo>
                      <a:pt x="20590" y="57"/>
                    </a:lnTo>
                    <a:lnTo>
                      <a:pt x="20023" y="114"/>
                    </a:lnTo>
                    <a:lnTo>
                      <a:pt x="19456" y="190"/>
                    </a:lnTo>
                    <a:lnTo>
                      <a:pt x="18908" y="265"/>
                    </a:lnTo>
                    <a:lnTo>
                      <a:pt x="18359" y="341"/>
                    </a:lnTo>
                    <a:lnTo>
                      <a:pt x="17811" y="455"/>
                    </a:lnTo>
                    <a:lnTo>
                      <a:pt x="17263" y="568"/>
                    </a:lnTo>
                    <a:lnTo>
                      <a:pt x="16733" y="700"/>
                    </a:lnTo>
                    <a:lnTo>
                      <a:pt x="16204" y="852"/>
                    </a:lnTo>
                    <a:lnTo>
                      <a:pt x="15674" y="1003"/>
                    </a:lnTo>
                    <a:lnTo>
                      <a:pt x="15145" y="1173"/>
                    </a:lnTo>
                    <a:lnTo>
                      <a:pt x="14634" y="1362"/>
                    </a:lnTo>
                    <a:lnTo>
                      <a:pt x="14124" y="1551"/>
                    </a:lnTo>
                    <a:lnTo>
                      <a:pt x="13613" y="1759"/>
                    </a:lnTo>
                    <a:lnTo>
                      <a:pt x="13122" y="1967"/>
                    </a:lnTo>
                    <a:lnTo>
                      <a:pt x="12630" y="2194"/>
                    </a:lnTo>
                    <a:lnTo>
                      <a:pt x="12139" y="2440"/>
                    </a:lnTo>
                    <a:lnTo>
                      <a:pt x="11666" y="2686"/>
                    </a:lnTo>
                    <a:lnTo>
                      <a:pt x="11193" y="2950"/>
                    </a:lnTo>
                    <a:lnTo>
                      <a:pt x="10740" y="3234"/>
                    </a:lnTo>
                    <a:lnTo>
                      <a:pt x="10286" y="3517"/>
                    </a:lnTo>
                    <a:lnTo>
                      <a:pt x="9832" y="3820"/>
                    </a:lnTo>
                    <a:lnTo>
                      <a:pt x="9397" y="4123"/>
                    </a:lnTo>
                    <a:lnTo>
                      <a:pt x="8962" y="4425"/>
                    </a:lnTo>
                    <a:lnTo>
                      <a:pt x="8527" y="4765"/>
                    </a:lnTo>
                    <a:lnTo>
                      <a:pt x="8111" y="5087"/>
                    </a:lnTo>
                    <a:lnTo>
                      <a:pt x="7696" y="5446"/>
                    </a:lnTo>
                    <a:lnTo>
                      <a:pt x="7298" y="5805"/>
                    </a:lnTo>
                    <a:lnTo>
                      <a:pt x="6920" y="6165"/>
                    </a:lnTo>
                    <a:lnTo>
                      <a:pt x="6523" y="6543"/>
                    </a:lnTo>
                    <a:lnTo>
                      <a:pt x="6164" y="6921"/>
                    </a:lnTo>
                    <a:lnTo>
                      <a:pt x="5786" y="7318"/>
                    </a:lnTo>
                    <a:lnTo>
                      <a:pt x="5427" y="7715"/>
                    </a:lnTo>
                    <a:lnTo>
                      <a:pt x="5086" y="8112"/>
                    </a:lnTo>
                    <a:lnTo>
                      <a:pt x="4746" y="8528"/>
                    </a:lnTo>
                    <a:lnTo>
                      <a:pt x="4425" y="8963"/>
                    </a:lnTo>
                    <a:lnTo>
                      <a:pt x="4103" y="9398"/>
                    </a:lnTo>
                    <a:lnTo>
                      <a:pt x="3801" y="9833"/>
                    </a:lnTo>
                    <a:lnTo>
                      <a:pt x="3517" y="10286"/>
                    </a:lnTo>
                    <a:lnTo>
                      <a:pt x="3233" y="10740"/>
                    </a:lnTo>
                    <a:lnTo>
                      <a:pt x="2950" y="11213"/>
                    </a:lnTo>
                    <a:lnTo>
                      <a:pt x="2685" y="11685"/>
                    </a:lnTo>
                    <a:lnTo>
                      <a:pt x="2439" y="12158"/>
                    </a:lnTo>
                    <a:lnTo>
                      <a:pt x="2193" y="12631"/>
                    </a:lnTo>
                    <a:lnTo>
                      <a:pt x="1967" y="13122"/>
                    </a:lnTo>
                    <a:lnTo>
                      <a:pt x="1740" y="13633"/>
                    </a:lnTo>
                    <a:lnTo>
                      <a:pt x="1551" y="14125"/>
                    </a:lnTo>
                    <a:lnTo>
                      <a:pt x="1343" y="14635"/>
                    </a:lnTo>
                    <a:lnTo>
                      <a:pt x="1172" y="15164"/>
                    </a:lnTo>
                    <a:lnTo>
                      <a:pt x="1002" y="15675"/>
                    </a:lnTo>
                    <a:lnTo>
                      <a:pt x="832" y="16204"/>
                    </a:lnTo>
                    <a:lnTo>
                      <a:pt x="700" y="16734"/>
                    </a:lnTo>
                    <a:lnTo>
                      <a:pt x="567" y="17263"/>
                    </a:lnTo>
                    <a:lnTo>
                      <a:pt x="454" y="17811"/>
                    </a:lnTo>
                    <a:lnTo>
                      <a:pt x="341" y="18360"/>
                    </a:lnTo>
                    <a:lnTo>
                      <a:pt x="246" y="18908"/>
                    </a:lnTo>
                    <a:lnTo>
                      <a:pt x="170" y="19475"/>
                    </a:lnTo>
                    <a:lnTo>
                      <a:pt x="114" y="20024"/>
                    </a:lnTo>
                    <a:lnTo>
                      <a:pt x="57" y="20591"/>
                    </a:lnTo>
                    <a:lnTo>
                      <a:pt x="19" y="21158"/>
                    </a:lnTo>
                    <a:lnTo>
                      <a:pt x="0" y="21725"/>
                    </a:lnTo>
                    <a:lnTo>
                      <a:pt x="0" y="22311"/>
                    </a:lnTo>
                    <a:lnTo>
                      <a:pt x="0" y="22879"/>
                    </a:lnTo>
                    <a:lnTo>
                      <a:pt x="19" y="23465"/>
                    </a:lnTo>
                    <a:lnTo>
                      <a:pt x="57" y="24032"/>
                    </a:lnTo>
                    <a:lnTo>
                      <a:pt x="114" y="24599"/>
                    </a:lnTo>
                    <a:lnTo>
                      <a:pt x="170" y="25147"/>
                    </a:lnTo>
                    <a:lnTo>
                      <a:pt x="246" y="25715"/>
                    </a:lnTo>
                    <a:lnTo>
                      <a:pt x="341" y="26263"/>
                    </a:lnTo>
                    <a:lnTo>
                      <a:pt x="454" y="26811"/>
                    </a:lnTo>
                    <a:lnTo>
                      <a:pt x="567" y="27341"/>
                    </a:lnTo>
                    <a:lnTo>
                      <a:pt x="700" y="27889"/>
                    </a:lnTo>
                    <a:lnTo>
                      <a:pt x="832" y="28418"/>
                    </a:lnTo>
                    <a:lnTo>
                      <a:pt x="1002" y="28948"/>
                    </a:lnTo>
                    <a:lnTo>
                      <a:pt x="1172" y="29458"/>
                    </a:lnTo>
                    <a:lnTo>
                      <a:pt x="1343" y="29988"/>
                    </a:lnTo>
                    <a:lnTo>
                      <a:pt x="1551" y="30498"/>
                    </a:lnTo>
                    <a:lnTo>
                      <a:pt x="1740" y="30990"/>
                    </a:lnTo>
                    <a:lnTo>
                      <a:pt x="1967" y="31481"/>
                    </a:lnTo>
                    <a:lnTo>
                      <a:pt x="2193" y="31973"/>
                    </a:lnTo>
                    <a:lnTo>
                      <a:pt x="2439" y="32465"/>
                    </a:lnTo>
                    <a:lnTo>
                      <a:pt x="2685" y="32937"/>
                    </a:lnTo>
                    <a:lnTo>
                      <a:pt x="2950" y="33410"/>
                    </a:lnTo>
                    <a:lnTo>
                      <a:pt x="3233" y="33883"/>
                    </a:lnTo>
                    <a:lnTo>
                      <a:pt x="3517" y="34336"/>
                    </a:lnTo>
                    <a:lnTo>
                      <a:pt x="3801" y="34790"/>
                    </a:lnTo>
                    <a:lnTo>
                      <a:pt x="4103" y="35225"/>
                    </a:lnTo>
                    <a:lnTo>
                      <a:pt x="4425" y="35660"/>
                    </a:lnTo>
                    <a:lnTo>
                      <a:pt x="4746" y="36076"/>
                    </a:lnTo>
                    <a:lnTo>
                      <a:pt x="5086" y="36492"/>
                    </a:lnTo>
                    <a:lnTo>
                      <a:pt x="5427" y="36908"/>
                    </a:lnTo>
                    <a:lnTo>
                      <a:pt x="5786" y="37305"/>
                    </a:lnTo>
                    <a:lnTo>
                      <a:pt x="6164" y="37702"/>
                    </a:lnTo>
                    <a:lnTo>
                      <a:pt x="6523" y="38080"/>
                    </a:lnTo>
                    <a:lnTo>
                      <a:pt x="6920" y="38458"/>
                    </a:lnTo>
                    <a:lnTo>
                      <a:pt x="7298" y="38817"/>
                    </a:lnTo>
                    <a:lnTo>
                      <a:pt x="7696" y="39177"/>
                    </a:lnTo>
                    <a:lnTo>
                      <a:pt x="8111" y="39517"/>
                    </a:lnTo>
                    <a:lnTo>
                      <a:pt x="8527" y="39857"/>
                    </a:lnTo>
                    <a:lnTo>
                      <a:pt x="8962" y="40179"/>
                    </a:lnTo>
                    <a:lnTo>
                      <a:pt x="9397" y="40500"/>
                    </a:lnTo>
                    <a:lnTo>
                      <a:pt x="9832" y="40803"/>
                    </a:lnTo>
                    <a:lnTo>
                      <a:pt x="10286" y="41105"/>
                    </a:lnTo>
                    <a:lnTo>
                      <a:pt x="10740" y="41389"/>
                    </a:lnTo>
                    <a:lnTo>
                      <a:pt x="11193" y="41654"/>
                    </a:lnTo>
                    <a:lnTo>
                      <a:pt x="11666" y="41918"/>
                    </a:lnTo>
                    <a:lnTo>
                      <a:pt x="12139" y="42183"/>
                    </a:lnTo>
                    <a:lnTo>
                      <a:pt x="12630" y="42410"/>
                    </a:lnTo>
                    <a:lnTo>
                      <a:pt x="13122" y="42656"/>
                    </a:lnTo>
                    <a:lnTo>
                      <a:pt x="13613" y="42864"/>
                    </a:lnTo>
                    <a:lnTo>
                      <a:pt x="14124" y="43072"/>
                    </a:lnTo>
                    <a:lnTo>
                      <a:pt x="14634" y="43261"/>
                    </a:lnTo>
                    <a:lnTo>
                      <a:pt x="15145" y="43450"/>
                    </a:lnTo>
                    <a:lnTo>
                      <a:pt x="15674" y="43620"/>
                    </a:lnTo>
                    <a:lnTo>
                      <a:pt x="16204" y="43771"/>
                    </a:lnTo>
                    <a:lnTo>
                      <a:pt x="16733" y="43922"/>
                    </a:lnTo>
                    <a:lnTo>
                      <a:pt x="17263" y="44055"/>
                    </a:lnTo>
                    <a:lnTo>
                      <a:pt x="17811" y="44168"/>
                    </a:lnTo>
                    <a:lnTo>
                      <a:pt x="18359" y="44263"/>
                    </a:lnTo>
                    <a:lnTo>
                      <a:pt x="18908" y="44357"/>
                    </a:lnTo>
                    <a:lnTo>
                      <a:pt x="19456" y="44433"/>
                    </a:lnTo>
                    <a:lnTo>
                      <a:pt x="20023" y="44509"/>
                    </a:lnTo>
                    <a:lnTo>
                      <a:pt x="20590" y="44546"/>
                    </a:lnTo>
                    <a:lnTo>
                      <a:pt x="21158" y="44584"/>
                    </a:lnTo>
                    <a:lnTo>
                      <a:pt x="21725" y="44603"/>
                    </a:lnTo>
                    <a:lnTo>
                      <a:pt x="22311" y="44622"/>
                    </a:lnTo>
                    <a:lnTo>
                      <a:pt x="22878" y="44603"/>
                    </a:lnTo>
                    <a:lnTo>
                      <a:pt x="23445" y="44584"/>
                    </a:lnTo>
                    <a:lnTo>
                      <a:pt x="24013" y="44546"/>
                    </a:lnTo>
                    <a:lnTo>
                      <a:pt x="24580" y="44509"/>
                    </a:lnTo>
                    <a:lnTo>
                      <a:pt x="25147" y="44433"/>
                    </a:lnTo>
                    <a:lnTo>
                      <a:pt x="25695" y="44357"/>
                    </a:lnTo>
                    <a:lnTo>
                      <a:pt x="26244" y="44263"/>
                    </a:lnTo>
                    <a:lnTo>
                      <a:pt x="26792" y="44168"/>
                    </a:lnTo>
                    <a:lnTo>
                      <a:pt x="27340" y="44055"/>
                    </a:lnTo>
                    <a:lnTo>
                      <a:pt x="27870" y="43922"/>
                    </a:lnTo>
                    <a:lnTo>
                      <a:pt x="28418" y="43771"/>
                    </a:lnTo>
                    <a:lnTo>
                      <a:pt x="28928" y="43620"/>
                    </a:lnTo>
                    <a:lnTo>
                      <a:pt x="29458" y="43450"/>
                    </a:lnTo>
                    <a:lnTo>
                      <a:pt x="29968" y="43261"/>
                    </a:lnTo>
                    <a:lnTo>
                      <a:pt x="30479" y="43072"/>
                    </a:lnTo>
                    <a:lnTo>
                      <a:pt x="30989" y="42864"/>
                    </a:lnTo>
                    <a:lnTo>
                      <a:pt x="31481" y="42656"/>
                    </a:lnTo>
                    <a:lnTo>
                      <a:pt x="31972" y="42410"/>
                    </a:lnTo>
                    <a:lnTo>
                      <a:pt x="32464" y="42183"/>
                    </a:lnTo>
                    <a:lnTo>
                      <a:pt x="32937" y="41918"/>
                    </a:lnTo>
                    <a:lnTo>
                      <a:pt x="33409" y="41654"/>
                    </a:lnTo>
                    <a:lnTo>
                      <a:pt x="33863" y="41389"/>
                    </a:lnTo>
                    <a:lnTo>
                      <a:pt x="34336" y="41105"/>
                    </a:lnTo>
                    <a:lnTo>
                      <a:pt x="34771" y="40803"/>
                    </a:lnTo>
                    <a:lnTo>
                      <a:pt x="35225" y="40500"/>
                    </a:lnTo>
                    <a:lnTo>
                      <a:pt x="35659" y="40179"/>
                    </a:lnTo>
                    <a:lnTo>
                      <a:pt x="36075" y="39857"/>
                    </a:lnTo>
                    <a:lnTo>
                      <a:pt x="36491" y="39517"/>
                    </a:lnTo>
                    <a:lnTo>
                      <a:pt x="36907" y="39177"/>
                    </a:lnTo>
                    <a:lnTo>
                      <a:pt x="37304" y="38817"/>
                    </a:lnTo>
                    <a:lnTo>
                      <a:pt x="37701" y="38458"/>
                    </a:lnTo>
                    <a:lnTo>
                      <a:pt x="38080" y="38080"/>
                    </a:lnTo>
                    <a:lnTo>
                      <a:pt x="38458" y="37702"/>
                    </a:lnTo>
                    <a:lnTo>
                      <a:pt x="38817" y="37305"/>
                    </a:lnTo>
                    <a:lnTo>
                      <a:pt x="39176" y="36908"/>
                    </a:lnTo>
                    <a:lnTo>
                      <a:pt x="39517" y="36492"/>
                    </a:lnTo>
                    <a:lnTo>
                      <a:pt x="39857" y="36076"/>
                    </a:lnTo>
                    <a:lnTo>
                      <a:pt x="40178" y="35660"/>
                    </a:lnTo>
                    <a:lnTo>
                      <a:pt x="40500" y="35225"/>
                    </a:lnTo>
                    <a:lnTo>
                      <a:pt x="40802" y="34790"/>
                    </a:lnTo>
                    <a:lnTo>
                      <a:pt x="41105" y="34336"/>
                    </a:lnTo>
                    <a:lnTo>
                      <a:pt x="41388" y="33883"/>
                    </a:lnTo>
                    <a:lnTo>
                      <a:pt x="41653" y="33410"/>
                    </a:lnTo>
                    <a:lnTo>
                      <a:pt x="41918" y="32937"/>
                    </a:lnTo>
                    <a:lnTo>
                      <a:pt x="42164" y="32465"/>
                    </a:lnTo>
                    <a:lnTo>
                      <a:pt x="42409" y="31973"/>
                    </a:lnTo>
                    <a:lnTo>
                      <a:pt x="42636" y="31481"/>
                    </a:lnTo>
                    <a:lnTo>
                      <a:pt x="42863" y="30990"/>
                    </a:lnTo>
                    <a:lnTo>
                      <a:pt x="43071" y="30498"/>
                    </a:lnTo>
                    <a:lnTo>
                      <a:pt x="43260" y="29988"/>
                    </a:lnTo>
                    <a:lnTo>
                      <a:pt x="43430" y="29458"/>
                    </a:lnTo>
                    <a:lnTo>
                      <a:pt x="43600" y="28948"/>
                    </a:lnTo>
                    <a:lnTo>
                      <a:pt x="43771" y="28418"/>
                    </a:lnTo>
                    <a:lnTo>
                      <a:pt x="43903" y="27889"/>
                    </a:lnTo>
                    <a:lnTo>
                      <a:pt x="44035" y="27341"/>
                    </a:lnTo>
                    <a:lnTo>
                      <a:pt x="44149" y="26811"/>
                    </a:lnTo>
                    <a:lnTo>
                      <a:pt x="44262" y="26263"/>
                    </a:lnTo>
                    <a:lnTo>
                      <a:pt x="44357" y="25715"/>
                    </a:lnTo>
                    <a:lnTo>
                      <a:pt x="44432" y="25147"/>
                    </a:lnTo>
                    <a:lnTo>
                      <a:pt x="44489" y="24599"/>
                    </a:lnTo>
                    <a:lnTo>
                      <a:pt x="44546" y="24032"/>
                    </a:lnTo>
                    <a:lnTo>
                      <a:pt x="44584" y="23465"/>
                    </a:lnTo>
                    <a:lnTo>
                      <a:pt x="44603" y="22879"/>
                    </a:lnTo>
                    <a:lnTo>
                      <a:pt x="44603" y="22311"/>
                    </a:lnTo>
                    <a:lnTo>
                      <a:pt x="44603" y="21725"/>
                    </a:lnTo>
                    <a:lnTo>
                      <a:pt x="44584" y="21158"/>
                    </a:lnTo>
                    <a:lnTo>
                      <a:pt x="44546" y="20591"/>
                    </a:lnTo>
                    <a:lnTo>
                      <a:pt x="44489" y="20024"/>
                    </a:lnTo>
                    <a:lnTo>
                      <a:pt x="44432" y="19475"/>
                    </a:lnTo>
                    <a:lnTo>
                      <a:pt x="44357" y="18908"/>
                    </a:lnTo>
                    <a:lnTo>
                      <a:pt x="44262" y="18360"/>
                    </a:lnTo>
                    <a:lnTo>
                      <a:pt x="44149" y="17811"/>
                    </a:lnTo>
                    <a:lnTo>
                      <a:pt x="44035" y="17263"/>
                    </a:lnTo>
                    <a:lnTo>
                      <a:pt x="43903" y="16734"/>
                    </a:lnTo>
                    <a:lnTo>
                      <a:pt x="43771" y="16204"/>
                    </a:lnTo>
                    <a:lnTo>
                      <a:pt x="43600" y="15675"/>
                    </a:lnTo>
                    <a:lnTo>
                      <a:pt x="43430" y="15164"/>
                    </a:lnTo>
                    <a:lnTo>
                      <a:pt x="43260" y="14635"/>
                    </a:lnTo>
                    <a:lnTo>
                      <a:pt x="43071" y="14125"/>
                    </a:lnTo>
                    <a:lnTo>
                      <a:pt x="42863" y="13633"/>
                    </a:lnTo>
                    <a:lnTo>
                      <a:pt x="42636" y="13122"/>
                    </a:lnTo>
                    <a:lnTo>
                      <a:pt x="42409" y="12631"/>
                    </a:lnTo>
                    <a:lnTo>
                      <a:pt x="42164" y="12158"/>
                    </a:lnTo>
                    <a:lnTo>
                      <a:pt x="41918" y="11685"/>
                    </a:lnTo>
                    <a:lnTo>
                      <a:pt x="41653" y="11213"/>
                    </a:lnTo>
                    <a:lnTo>
                      <a:pt x="41388" y="10740"/>
                    </a:lnTo>
                    <a:lnTo>
                      <a:pt x="41105" y="10286"/>
                    </a:lnTo>
                    <a:lnTo>
                      <a:pt x="40802" y="9833"/>
                    </a:lnTo>
                    <a:lnTo>
                      <a:pt x="40500" y="9398"/>
                    </a:lnTo>
                    <a:lnTo>
                      <a:pt x="40178" y="8963"/>
                    </a:lnTo>
                    <a:lnTo>
                      <a:pt x="39857" y="8528"/>
                    </a:lnTo>
                    <a:lnTo>
                      <a:pt x="39517" y="8112"/>
                    </a:lnTo>
                    <a:lnTo>
                      <a:pt x="39176" y="7715"/>
                    </a:lnTo>
                    <a:lnTo>
                      <a:pt x="38817" y="7318"/>
                    </a:lnTo>
                    <a:lnTo>
                      <a:pt x="38458" y="6921"/>
                    </a:lnTo>
                    <a:lnTo>
                      <a:pt x="38080" y="6543"/>
                    </a:lnTo>
                    <a:lnTo>
                      <a:pt x="37701" y="6165"/>
                    </a:lnTo>
                    <a:lnTo>
                      <a:pt x="37304" y="5805"/>
                    </a:lnTo>
                    <a:lnTo>
                      <a:pt x="36907" y="5446"/>
                    </a:lnTo>
                    <a:lnTo>
                      <a:pt x="36491" y="5087"/>
                    </a:lnTo>
                    <a:lnTo>
                      <a:pt x="36075" y="4765"/>
                    </a:lnTo>
                    <a:lnTo>
                      <a:pt x="35659" y="4425"/>
                    </a:lnTo>
                    <a:lnTo>
                      <a:pt x="35225" y="4123"/>
                    </a:lnTo>
                    <a:lnTo>
                      <a:pt x="34771" y="3820"/>
                    </a:lnTo>
                    <a:lnTo>
                      <a:pt x="34336" y="3517"/>
                    </a:lnTo>
                    <a:lnTo>
                      <a:pt x="33863" y="3234"/>
                    </a:lnTo>
                    <a:lnTo>
                      <a:pt x="33409" y="2950"/>
                    </a:lnTo>
                    <a:lnTo>
                      <a:pt x="32937" y="2686"/>
                    </a:lnTo>
                    <a:lnTo>
                      <a:pt x="32464" y="2440"/>
                    </a:lnTo>
                    <a:lnTo>
                      <a:pt x="31972" y="2194"/>
                    </a:lnTo>
                    <a:lnTo>
                      <a:pt x="31481" y="1967"/>
                    </a:lnTo>
                    <a:lnTo>
                      <a:pt x="30989" y="1759"/>
                    </a:lnTo>
                    <a:lnTo>
                      <a:pt x="30479" y="1551"/>
                    </a:lnTo>
                    <a:lnTo>
                      <a:pt x="29968" y="1362"/>
                    </a:lnTo>
                    <a:lnTo>
                      <a:pt x="29458" y="1173"/>
                    </a:lnTo>
                    <a:lnTo>
                      <a:pt x="28928" y="1003"/>
                    </a:lnTo>
                    <a:lnTo>
                      <a:pt x="28418" y="852"/>
                    </a:lnTo>
                    <a:lnTo>
                      <a:pt x="27870" y="700"/>
                    </a:lnTo>
                    <a:lnTo>
                      <a:pt x="27340" y="568"/>
                    </a:lnTo>
                    <a:lnTo>
                      <a:pt x="26792" y="455"/>
                    </a:lnTo>
                    <a:lnTo>
                      <a:pt x="26244" y="341"/>
                    </a:lnTo>
                    <a:lnTo>
                      <a:pt x="25695" y="265"/>
                    </a:lnTo>
                    <a:lnTo>
                      <a:pt x="25147" y="190"/>
                    </a:lnTo>
                    <a:lnTo>
                      <a:pt x="24580" y="114"/>
                    </a:lnTo>
                    <a:lnTo>
                      <a:pt x="24013" y="57"/>
                    </a:lnTo>
                    <a:lnTo>
                      <a:pt x="23445" y="39"/>
                    </a:lnTo>
                    <a:lnTo>
                      <a:pt x="22878" y="1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Google Shape;2598;p42"/>
              <p:cNvSpPr/>
              <p:nvPr/>
            </p:nvSpPr>
            <p:spPr>
              <a:xfrm>
                <a:off x="1764450" y="-1858000"/>
                <a:ext cx="854150" cy="854625"/>
              </a:xfrm>
              <a:custGeom>
                <a:avLst/>
                <a:gdLst/>
                <a:ahLst/>
                <a:cxnLst/>
                <a:rect l="l" t="t" r="r" b="b"/>
                <a:pathLst>
                  <a:path w="34166" h="34185" extrusionOk="0">
                    <a:moveTo>
                      <a:pt x="17093" y="0"/>
                    </a:moveTo>
                    <a:lnTo>
                      <a:pt x="16204" y="19"/>
                    </a:lnTo>
                    <a:lnTo>
                      <a:pt x="15334" y="95"/>
                    </a:lnTo>
                    <a:lnTo>
                      <a:pt x="14483" y="208"/>
                    </a:lnTo>
                    <a:lnTo>
                      <a:pt x="13651" y="360"/>
                    </a:lnTo>
                    <a:lnTo>
                      <a:pt x="12820" y="549"/>
                    </a:lnTo>
                    <a:lnTo>
                      <a:pt x="12006" y="776"/>
                    </a:lnTo>
                    <a:lnTo>
                      <a:pt x="11212" y="1040"/>
                    </a:lnTo>
                    <a:lnTo>
                      <a:pt x="10437" y="1343"/>
                    </a:lnTo>
                    <a:lnTo>
                      <a:pt x="9681" y="1683"/>
                    </a:lnTo>
                    <a:lnTo>
                      <a:pt x="8944" y="2061"/>
                    </a:lnTo>
                    <a:lnTo>
                      <a:pt x="8225" y="2477"/>
                    </a:lnTo>
                    <a:lnTo>
                      <a:pt x="7525" y="2931"/>
                    </a:lnTo>
                    <a:lnTo>
                      <a:pt x="6864" y="3404"/>
                    </a:lnTo>
                    <a:lnTo>
                      <a:pt x="6221" y="3914"/>
                    </a:lnTo>
                    <a:lnTo>
                      <a:pt x="5597" y="4444"/>
                    </a:lnTo>
                    <a:lnTo>
                      <a:pt x="5011" y="5011"/>
                    </a:lnTo>
                    <a:lnTo>
                      <a:pt x="4444" y="5597"/>
                    </a:lnTo>
                    <a:lnTo>
                      <a:pt x="3895" y="6221"/>
                    </a:lnTo>
                    <a:lnTo>
                      <a:pt x="3404" y="6864"/>
                    </a:lnTo>
                    <a:lnTo>
                      <a:pt x="2912" y="7544"/>
                    </a:lnTo>
                    <a:lnTo>
                      <a:pt x="2477" y="8225"/>
                    </a:lnTo>
                    <a:lnTo>
                      <a:pt x="2061" y="8944"/>
                    </a:lnTo>
                    <a:lnTo>
                      <a:pt x="1683" y="9681"/>
                    </a:lnTo>
                    <a:lnTo>
                      <a:pt x="1343" y="10437"/>
                    </a:lnTo>
                    <a:lnTo>
                      <a:pt x="1040" y="11213"/>
                    </a:lnTo>
                    <a:lnTo>
                      <a:pt x="776" y="12007"/>
                    </a:lnTo>
                    <a:lnTo>
                      <a:pt x="530" y="12820"/>
                    </a:lnTo>
                    <a:lnTo>
                      <a:pt x="341" y="13652"/>
                    </a:lnTo>
                    <a:lnTo>
                      <a:pt x="189" y="14483"/>
                    </a:lnTo>
                    <a:lnTo>
                      <a:pt x="95" y="15334"/>
                    </a:lnTo>
                    <a:lnTo>
                      <a:pt x="19" y="16204"/>
                    </a:lnTo>
                    <a:lnTo>
                      <a:pt x="0" y="17093"/>
                    </a:lnTo>
                    <a:lnTo>
                      <a:pt x="19" y="17962"/>
                    </a:lnTo>
                    <a:lnTo>
                      <a:pt x="95" y="18832"/>
                    </a:lnTo>
                    <a:lnTo>
                      <a:pt x="189" y="19683"/>
                    </a:lnTo>
                    <a:lnTo>
                      <a:pt x="341" y="20534"/>
                    </a:lnTo>
                    <a:lnTo>
                      <a:pt x="530" y="21366"/>
                    </a:lnTo>
                    <a:lnTo>
                      <a:pt x="776" y="22179"/>
                    </a:lnTo>
                    <a:lnTo>
                      <a:pt x="1040" y="22973"/>
                    </a:lnTo>
                    <a:lnTo>
                      <a:pt x="1343" y="23748"/>
                    </a:lnTo>
                    <a:lnTo>
                      <a:pt x="1683" y="24504"/>
                    </a:lnTo>
                    <a:lnTo>
                      <a:pt x="2061" y="25242"/>
                    </a:lnTo>
                    <a:lnTo>
                      <a:pt x="2477" y="25941"/>
                    </a:lnTo>
                    <a:lnTo>
                      <a:pt x="2912" y="26641"/>
                    </a:lnTo>
                    <a:lnTo>
                      <a:pt x="3404" y="27322"/>
                    </a:lnTo>
                    <a:lnTo>
                      <a:pt x="3895" y="27964"/>
                    </a:lnTo>
                    <a:lnTo>
                      <a:pt x="4444" y="28569"/>
                    </a:lnTo>
                    <a:lnTo>
                      <a:pt x="5011" y="29174"/>
                    </a:lnTo>
                    <a:lnTo>
                      <a:pt x="5597" y="29742"/>
                    </a:lnTo>
                    <a:lnTo>
                      <a:pt x="6221" y="30271"/>
                    </a:lnTo>
                    <a:lnTo>
                      <a:pt x="6864" y="30782"/>
                    </a:lnTo>
                    <a:lnTo>
                      <a:pt x="7525" y="31254"/>
                    </a:lnTo>
                    <a:lnTo>
                      <a:pt x="8225" y="31708"/>
                    </a:lnTo>
                    <a:lnTo>
                      <a:pt x="8944" y="32105"/>
                    </a:lnTo>
                    <a:lnTo>
                      <a:pt x="9681" y="32483"/>
                    </a:lnTo>
                    <a:lnTo>
                      <a:pt x="10437" y="32824"/>
                    </a:lnTo>
                    <a:lnTo>
                      <a:pt x="11212" y="33145"/>
                    </a:lnTo>
                    <a:lnTo>
                      <a:pt x="12006" y="33410"/>
                    </a:lnTo>
                    <a:lnTo>
                      <a:pt x="12820" y="33637"/>
                    </a:lnTo>
                    <a:lnTo>
                      <a:pt x="13651" y="33826"/>
                    </a:lnTo>
                    <a:lnTo>
                      <a:pt x="14483" y="33977"/>
                    </a:lnTo>
                    <a:lnTo>
                      <a:pt x="15334" y="34090"/>
                    </a:lnTo>
                    <a:lnTo>
                      <a:pt x="16204" y="34147"/>
                    </a:lnTo>
                    <a:lnTo>
                      <a:pt x="17093" y="34185"/>
                    </a:lnTo>
                    <a:lnTo>
                      <a:pt x="17962" y="34147"/>
                    </a:lnTo>
                    <a:lnTo>
                      <a:pt x="18832" y="34090"/>
                    </a:lnTo>
                    <a:lnTo>
                      <a:pt x="19683" y="33977"/>
                    </a:lnTo>
                    <a:lnTo>
                      <a:pt x="20534" y="33826"/>
                    </a:lnTo>
                    <a:lnTo>
                      <a:pt x="21347" y="33637"/>
                    </a:lnTo>
                    <a:lnTo>
                      <a:pt x="22160" y="33410"/>
                    </a:lnTo>
                    <a:lnTo>
                      <a:pt x="22954" y="33145"/>
                    </a:lnTo>
                    <a:lnTo>
                      <a:pt x="23729" y="32824"/>
                    </a:lnTo>
                    <a:lnTo>
                      <a:pt x="24485" y="32483"/>
                    </a:lnTo>
                    <a:lnTo>
                      <a:pt x="25223" y="32105"/>
                    </a:lnTo>
                    <a:lnTo>
                      <a:pt x="25941" y="31708"/>
                    </a:lnTo>
                    <a:lnTo>
                      <a:pt x="26641" y="31254"/>
                    </a:lnTo>
                    <a:lnTo>
                      <a:pt x="27303" y="30782"/>
                    </a:lnTo>
                    <a:lnTo>
                      <a:pt x="27945" y="30271"/>
                    </a:lnTo>
                    <a:lnTo>
                      <a:pt x="28569" y="29742"/>
                    </a:lnTo>
                    <a:lnTo>
                      <a:pt x="29174" y="29174"/>
                    </a:lnTo>
                    <a:lnTo>
                      <a:pt x="29723" y="28569"/>
                    </a:lnTo>
                    <a:lnTo>
                      <a:pt x="30271" y="27964"/>
                    </a:lnTo>
                    <a:lnTo>
                      <a:pt x="30781" y="27322"/>
                    </a:lnTo>
                    <a:lnTo>
                      <a:pt x="31254" y="26641"/>
                    </a:lnTo>
                    <a:lnTo>
                      <a:pt x="31689" y="25941"/>
                    </a:lnTo>
                    <a:lnTo>
                      <a:pt x="32105" y="25242"/>
                    </a:lnTo>
                    <a:lnTo>
                      <a:pt x="32483" y="24504"/>
                    </a:lnTo>
                    <a:lnTo>
                      <a:pt x="32823" y="23748"/>
                    </a:lnTo>
                    <a:lnTo>
                      <a:pt x="33126" y="22973"/>
                    </a:lnTo>
                    <a:lnTo>
                      <a:pt x="33410" y="22179"/>
                    </a:lnTo>
                    <a:lnTo>
                      <a:pt x="33636" y="21366"/>
                    </a:lnTo>
                    <a:lnTo>
                      <a:pt x="33826" y="20534"/>
                    </a:lnTo>
                    <a:lnTo>
                      <a:pt x="33977" y="19683"/>
                    </a:lnTo>
                    <a:lnTo>
                      <a:pt x="34090" y="18832"/>
                    </a:lnTo>
                    <a:lnTo>
                      <a:pt x="34147" y="17962"/>
                    </a:lnTo>
                    <a:lnTo>
                      <a:pt x="34166" y="17093"/>
                    </a:lnTo>
                    <a:lnTo>
                      <a:pt x="34147" y="16204"/>
                    </a:lnTo>
                    <a:lnTo>
                      <a:pt x="34090" y="15334"/>
                    </a:lnTo>
                    <a:lnTo>
                      <a:pt x="33977" y="14483"/>
                    </a:lnTo>
                    <a:lnTo>
                      <a:pt x="33826" y="13652"/>
                    </a:lnTo>
                    <a:lnTo>
                      <a:pt x="33636" y="12820"/>
                    </a:lnTo>
                    <a:lnTo>
                      <a:pt x="33410" y="12007"/>
                    </a:lnTo>
                    <a:lnTo>
                      <a:pt x="33126" y="11213"/>
                    </a:lnTo>
                    <a:lnTo>
                      <a:pt x="32823" y="10437"/>
                    </a:lnTo>
                    <a:lnTo>
                      <a:pt x="32483" y="9681"/>
                    </a:lnTo>
                    <a:lnTo>
                      <a:pt x="32105" y="8944"/>
                    </a:lnTo>
                    <a:lnTo>
                      <a:pt x="31689" y="8225"/>
                    </a:lnTo>
                    <a:lnTo>
                      <a:pt x="31254" y="7544"/>
                    </a:lnTo>
                    <a:lnTo>
                      <a:pt x="30781" y="6864"/>
                    </a:lnTo>
                    <a:lnTo>
                      <a:pt x="30271" y="6221"/>
                    </a:lnTo>
                    <a:lnTo>
                      <a:pt x="29723" y="5597"/>
                    </a:lnTo>
                    <a:lnTo>
                      <a:pt x="29174" y="5011"/>
                    </a:lnTo>
                    <a:lnTo>
                      <a:pt x="28569" y="4444"/>
                    </a:lnTo>
                    <a:lnTo>
                      <a:pt x="27945" y="3914"/>
                    </a:lnTo>
                    <a:lnTo>
                      <a:pt x="27303" y="3404"/>
                    </a:lnTo>
                    <a:lnTo>
                      <a:pt x="26641" y="2931"/>
                    </a:lnTo>
                    <a:lnTo>
                      <a:pt x="25941" y="2477"/>
                    </a:lnTo>
                    <a:lnTo>
                      <a:pt x="25223" y="2061"/>
                    </a:lnTo>
                    <a:lnTo>
                      <a:pt x="24485" y="1683"/>
                    </a:lnTo>
                    <a:lnTo>
                      <a:pt x="23729" y="1343"/>
                    </a:lnTo>
                    <a:lnTo>
                      <a:pt x="22954" y="1040"/>
                    </a:lnTo>
                    <a:lnTo>
                      <a:pt x="22160" y="776"/>
                    </a:lnTo>
                    <a:lnTo>
                      <a:pt x="21347" y="549"/>
                    </a:lnTo>
                    <a:lnTo>
                      <a:pt x="20534" y="360"/>
                    </a:lnTo>
                    <a:lnTo>
                      <a:pt x="19683" y="208"/>
                    </a:lnTo>
                    <a:lnTo>
                      <a:pt x="18832" y="95"/>
                    </a:lnTo>
                    <a:lnTo>
                      <a:pt x="17962" y="19"/>
                    </a:lnTo>
                    <a:lnTo>
                      <a:pt x="170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Google Shape;2599;p42"/>
              <p:cNvSpPr/>
              <p:nvPr/>
            </p:nvSpPr>
            <p:spPr>
              <a:xfrm>
                <a:off x="1875050" y="-1734150"/>
                <a:ext cx="619725" cy="619700"/>
              </a:xfrm>
              <a:custGeom>
                <a:avLst/>
                <a:gdLst/>
                <a:ahLst/>
                <a:cxnLst/>
                <a:rect l="l" t="t" r="r" b="b"/>
                <a:pathLst>
                  <a:path w="24789" h="24788" extrusionOk="0">
                    <a:moveTo>
                      <a:pt x="12404" y="0"/>
                    </a:moveTo>
                    <a:lnTo>
                      <a:pt x="11761" y="19"/>
                    </a:lnTo>
                    <a:lnTo>
                      <a:pt x="11137" y="76"/>
                    </a:lnTo>
                    <a:lnTo>
                      <a:pt x="10513" y="151"/>
                    </a:lnTo>
                    <a:lnTo>
                      <a:pt x="9889" y="265"/>
                    </a:lnTo>
                    <a:lnTo>
                      <a:pt x="9303" y="397"/>
                    </a:lnTo>
                    <a:lnTo>
                      <a:pt x="8717" y="567"/>
                    </a:lnTo>
                    <a:lnTo>
                      <a:pt x="8131" y="756"/>
                    </a:lnTo>
                    <a:lnTo>
                      <a:pt x="7564" y="983"/>
                    </a:lnTo>
                    <a:lnTo>
                      <a:pt x="7015" y="1229"/>
                    </a:lnTo>
                    <a:lnTo>
                      <a:pt x="6486" y="1513"/>
                    </a:lnTo>
                    <a:lnTo>
                      <a:pt x="5975" y="1796"/>
                    </a:lnTo>
                    <a:lnTo>
                      <a:pt x="5465" y="2118"/>
                    </a:lnTo>
                    <a:lnTo>
                      <a:pt x="4973" y="2477"/>
                    </a:lnTo>
                    <a:lnTo>
                      <a:pt x="4520" y="2836"/>
                    </a:lnTo>
                    <a:lnTo>
                      <a:pt x="4066" y="3233"/>
                    </a:lnTo>
                    <a:lnTo>
                      <a:pt x="3631" y="3630"/>
                    </a:lnTo>
                    <a:lnTo>
                      <a:pt x="3215" y="4065"/>
                    </a:lnTo>
                    <a:lnTo>
                      <a:pt x="2837" y="4519"/>
                    </a:lnTo>
                    <a:lnTo>
                      <a:pt x="2459" y="4992"/>
                    </a:lnTo>
                    <a:lnTo>
                      <a:pt x="2118" y="5464"/>
                    </a:lnTo>
                    <a:lnTo>
                      <a:pt x="1797" y="5975"/>
                    </a:lnTo>
                    <a:lnTo>
                      <a:pt x="1494" y="6485"/>
                    </a:lnTo>
                    <a:lnTo>
                      <a:pt x="1230" y="7034"/>
                    </a:lnTo>
                    <a:lnTo>
                      <a:pt x="984" y="7582"/>
                    </a:lnTo>
                    <a:lnTo>
                      <a:pt x="757" y="8149"/>
                    </a:lnTo>
                    <a:lnTo>
                      <a:pt x="568" y="8716"/>
                    </a:lnTo>
                    <a:lnTo>
                      <a:pt x="398" y="9303"/>
                    </a:lnTo>
                    <a:lnTo>
                      <a:pt x="246" y="9908"/>
                    </a:lnTo>
                    <a:lnTo>
                      <a:pt x="152" y="10513"/>
                    </a:lnTo>
                    <a:lnTo>
                      <a:pt x="57" y="11137"/>
                    </a:lnTo>
                    <a:lnTo>
                      <a:pt x="20" y="11761"/>
                    </a:lnTo>
                    <a:lnTo>
                      <a:pt x="1" y="12403"/>
                    </a:lnTo>
                    <a:lnTo>
                      <a:pt x="20" y="13046"/>
                    </a:lnTo>
                    <a:lnTo>
                      <a:pt x="57" y="13670"/>
                    </a:lnTo>
                    <a:lnTo>
                      <a:pt x="152" y="14294"/>
                    </a:lnTo>
                    <a:lnTo>
                      <a:pt x="246" y="14899"/>
                    </a:lnTo>
                    <a:lnTo>
                      <a:pt x="398" y="15504"/>
                    </a:lnTo>
                    <a:lnTo>
                      <a:pt x="568" y="16090"/>
                    </a:lnTo>
                    <a:lnTo>
                      <a:pt x="757" y="16658"/>
                    </a:lnTo>
                    <a:lnTo>
                      <a:pt x="984" y="17225"/>
                    </a:lnTo>
                    <a:lnTo>
                      <a:pt x="1230" y="17773"/>
                    </a:lnTo>
                    <a:lnTo>
                      <a:pt x="1494" y="18302"/>
                    </a:lnTo>
                    <a:lnTo>
                      <a:pt x="1797" y="18832"/>
                    </a:lnTo>
                    <a:lnTo>
                      <a:pt x="2118" y="19323"/>
                    </a:lnTo>
                    <a:lnTo>
                      <a:pt x="2459" y="19815"/>
                    </a:lnTo>
                    <a:lnTo>
                      <a:pt x="2837" y="20288"/>
                    </a:lnTo>
                    <a:lnTo>
                      <a:pt x="3215" y="20742"/>
                    </a:lnTo>
                    <a:lnTo>
                      <a:pt x="3631" y="21157"/>
                    </a:lnTo>
                    <a:lnTo>
                      <a:pt x="4066" y="21573"/>
                    </a:lnTo>
                    <a:lnTo>
                      <a:pt x="4520" y="21971"/>
                    </a:lnTo>
                    <a:lnTo>
                      <a:pt x="4973" y="22330"/>
                    </a:lnTo>
                    <a:lnTo>
                      <a:pt x="5465" y="22670"/>
                    </a:lnTo>
                    <a:lnTo>
                      <a:pt x="5975" y="22991"/>
                    </a:lnTo>
                    <a:lnTo>
                      <a:pt x="6486" y="23294"/>
                    </a:lnTo>
                    <a:lnTo>
                      <a:pt x="7015" y="23578"/>
                    </a:lnTo>
                    <a:lnTo>
                      <a:pt x="7564" y="23823"/>
                    </a:lnTo>
                    <a:lnTo>
                      <a:pt x="8131" y="24050"/>
                    </a:lnTo>
                    <a:lnTo>
                      <a:pt x="8717" y="24239"/>
                    </a:lnTo>
                    <a:lnTo>
                      <a:pt x="9303" y="24410"/>
                    </a:lnTo>
                    <a:lnTo>
                      <a:pt x="9889" y="24542"/>
                    </a:lnTo>
                    <a:lnTo>
                      <a:pt x="10513" y="24655"/>
                    </a:lnTo>
                    <a:lnTo>
                      <a:pt x="11137" y="24731"/>
                    </a:lnTo>
                    <a:lnTo>
                      <a:pt x="11761" y="24788"/>
                    </a:lnTo>
                    <a:lnTo>
                      <a:pt x="13028" y="24788"/>
                    </a:lnTo>
                    <a:lnTo>
                      <a:pt x="13671" y="24731"/>
                    </a:lnTo>
                    <a:lnTo>
                      <a:pt x="14276" y="24655"/>
                    </a:lnTo>
                    <a:lnTo>
                      <a:pt x="14900" y="24542"/>
                    </a:lnTo>
                    <a:lnTo>
                      <a:pt x="15486" y="24410"/>
                    </a:lnTo>
                    <a:lnTo>
                      <a:pt x="16072" y="24239"/>
                    </a:lnTo>
                    <a:lnTo>
                      <a:pt x="16658" y="24050"/>
                    </a:lnTo>
                    <a:lnTo>
                      <a:pt x="17225" y="23823"/>
                    </a:lnTo>
                    <a:lnTo>
                      <a:pt x="17774" y="23578"/>
                    </a:lnTo>
                    <a:lnTo>
                      <a:pt x="18303" y="23294"/>
                    </a:lnTo>
                    <a:lnTo>
                      <a:pt x="18813" y="22991"/>
                    </a:lnTo>
                    <a:lnTo>
                      <a:pt x="19324" y="22670"/>
                    </a:lnTo>
                    <a:lnTo>
                      <a:pt x="19816" y="22330"/>
                    </a:lnTo>
                    <a:lnTo>
                      <a:pt x="20288" y="21971"/>
                    </a:lnTo>
                    <a:lnTo>
                      <a:pt x="20723" y="21573"/>
                    </a:lnTo>
                    <a:lnTo>
                      <a:pt x="21158" y="21157"/>
                    </a:lnTo>
                    <a:lnTo>
                      <a:pt x="21574" y="20742"/>
                    </a:lnTo>
                    <a:lnTo>
                      <a:pt x="21952" y="20288"/>
                    </a:lnTo>
                    <a:lnTo>
                      <a:pt x="22330" y="19815"/>
                    </a:lnTo>
                    <a:lnTo>
                      <a:pt x="22671" y="19323"/>
                    </a:lnTo>
                    <a:lnTo>
                      <a:pt x="22992" y="18832"/>
                    </a:lnTo>
                    <a:lnTo>
                      <a:pt x="23294" y="18302"/>
                    </a:lnTo>
                    <a:lnTo>
                      <a:pt x="23559" y="17773"/>
                    </a:lnTo>
                    <a:lnTo>
                      <a:pt x="23824" y="17225"/>
                    </a:lnTo>
                    <a:lnTo>
                      <a:pt x="24032" y="16658"/>
                    </a:lnTo>
                    <a:lnTo>
                      <a:pt x="24240" y="16090"/>
                    </a:lnTo>
                    <a:lnTo>
                      <a:pt x="24391" y="15504"/>
                    </a:lnTo>
                    <a:lnTo>
                      <a:pt x="24542" y="14899"/>
                    </a:lnTo>
                    <a:lnTo>
                      <a:pt x="24656" y="14294"/>
                    </a:lnTo>
                    <a:lnTo>
                      <a:pt x="24731" y="13670"/>
                    </a:lnTo>
                    <a:lnTo>
                      <a:pt x="24769" y="13046"/>
                    </a:lnTo>
                    <a:lnTo>
                      <a:pt x="24788" y="12403"/>
                    </a:lnTo>
                    <a:lnTo>
                      <a:pt x="24769" y="11761"/>
                    </a:lnTo>
                    <a:lnTo>
                      <a:pt x="24731" y="11137"/>
                    </a:lnTo>
                    <a:lnTo>
                      <a:pt x="24656" y="10513"/>
                    </a:lnTo>
                    <a:lnTo>
                      <a:pt x="24542" y="9908"/>
                    </a:lnTo>
                    <a:lnTo>
                      <a:pt x="24391" y="9303"/>
                    </a:lnTo>
                    <a:lnTo>
                      <a:pt x="24240" y="8716"/>
                    </a:lnTo>
                    <a:lnTo>
                      <a:pt x="24032" y="8149"/>
                    </a:lnTo>
                    <a:lnTo>
                      <a:pt x="23824" y="7582"/>
                    </a:lnTo>
                    <a:lnTo>
                      <a:pt x="23559" y="7034"/>
                    </a:lnTo>
                    <a:lnTo>
                      <a:pt x="23294" y="6485"/>
                    </a:lnTo>
                    <a:lnTo>
                      <a:pt x="22992" y="5975"/>
                    </a:lnTo>
                    <a:lnTo>
                      <a:pt x="22671" y="5464"/>
                    </a:lnTo>
                    <a:lnTo>
                      <a:pt x="22330" y="4992"/>
                    </a:lnTo>
                    <a:lnTo>
                      <a:pt x="21952" y="4519"/>
                    </a:lnTo>
                    <a:lnTo>
                      <a:pt x="21574" y="4065"/>
                    </a:lnTo>
                    <a:lnTo>
                      <a:pt x="21158" y="3630"/>
                    </a:lnTo>
                    <a:lnTo>
                      <a:pt x="20723" y="3233"/>
                    </a:lnTo>
                    <a:lnTo>
                      <a:pt x="20288" y="2836"/>
                    </a:lnTo>
                    <a:lnTo>
                      <a:pt x="19816" y="2477"/>
                    </a:lnTo>
                    <a:lnTo>
                      <a:pt x="19324" y="2118"/>
                    </a:lnTo>
                    <a:lnTo>
                      <a:pt x="18813" y="1796"/>
                    </a:lnTo>
                    <a:lnTo>
                      <a:pt x="18303" y="1513"/>
                    </a:lnTo>
                    <a:lnTo>
                      <a:pt x="17774" y="1229"/>
                    </a:lnTo>
                    <a:lnTo>
                      <a:pt x="17225" y="983"/>
                    </a:lnTo>
                    <a:lnTo>
                      <a:pt x="16658" y="756"/>
                    </a:lnTo>
                    <a:lnTo>
                      <a:pt x="16072" y="567"/>
                    </a:lnTo>
                    <a:lnTo>
                      <a:pt x="15486" y="397"/>
                    </a:lnTo>
                    <a:lnTo>
                      <a:pt x="14900" y="265"/>
                    </a:lnTo>
                    <a:lnTo>
                      <a:pt x="14276" y="151"/>
                    </a:lnTo>
                    <a:lnTo>
                      <a:pt x="13671" y="76"/>
                    </a:lnTo>
                    <a:lnTo>
                      <a:pt x="13028" y="19"/>
                    </a:lnTo>
                    <a:lnTo>
                      <a:pt x="1240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Google Shape;2600;p42"/>
              <p:cNvSpPr/>
              <p:nvPr/>
            </p:nvSpPr>
            <p:spPr>
              <a:xfrm>
                <a:off x="1974325" y="-1634425"/>
                <a:ext cx="421175" cy="420725"/>
              </a:xfrm>
              <a:custGeom>
                <a:avLst/>
                <a:gdLst/>
                <a:ahLst/>
                <a:cxnLst/>
                <a:rect l="l" t="t" r="r" b="b"/>
                <a:pathLst>
                  <a:path w="16847" h="16829" extrusionOk="0">
                    <a:moveTo>
                      <a:pt x="7998" y="1"/>
                    </a:moveTo>
                    <a:lnTo>
                      <a:pt x="7563" y="38"/>
                    </a:lnTo>
                    <a:lnTo>
                      <a:pt x="7147" y="95"/>
                    </a:lnTo>
                    <a:lnTo>
                      <a:pt x="6731" y="171"/>
                    </a:lnTo>
                    <a:lnTo>
                      <a:pt x="6315" y="265"/>
                    </a:lnTo>
                    <a:lnTo>
                      <a:pt x="5918" y="379"/>
                    </a:lnTo>
                    <a:lnTo>
                      <a:pt x="5521" y="511"/>
                    </a:lnTo>
                    <a:lnTo>
                      <a:pt x="5143" y="662"/>
                    </a:lnTo>
                    <a:lnTo>
                      <a:pt x="4765" y="814"/>
                    </a:lnTo>
                    <a:lnTo>
                      <a:pt x="4406" y="1003"/>
                    </a:lnTo>
                    <a:lnTo>
                      <a:pt x="4065" y="1211"/>
                    </a:lnTo>
                    <a:lnTo>
                      <a:pt x="3725" y="1438"/>
                    </a:lnTo>
                    <a:lnTo>
                      <a:pt x="3385" y="1664"/>
                    </a:lnTo>
                    <a:lnTo>
                      <a:pt x="3063" y="1910"/>
                    </a:lnTo>
                    <a:lnTo>
                      <a:pt x="2761" y="2175"/>
                    </a:lnTo>
                    <a:lnTo>
                      <a:pt x="2477" y="2459"/>
                    </a:lnTo>
                    <a:lnTo>
                      <a:pt x="2193" y="2742"/>
                    </a:lnTo>
                    <a:lnTo>
                      <a:pt x="1929" y="3064"/>
                    </a:lnTo>
                    <a:lnTo>
                      <a:pt x="1683" y="3366"/>
                    </a:lnTo>
                    <a:lnTo>
                      <a:pt x="1437" y="3706"/>
                    </a:lnTo>
                    <a:lnTo>
                      <a:pt x="1229" y="4047"/>
                    </a:lnTo>
                    <a:lnTo>
                      <a:pt x="1021" y="4406"/>
                    </a:lnTo>
                    <a:lnTo>
                      <a:pt x="832" y="4765"/>
                    </a:lnTo>
                    <a:lnTo>
                      <a:pt x="662" y="5143"/>
                    </a:lnTo>
                    <a:lnTo>
                      <a:pt x="511" y="5522"/>
                    </a:lnTo>
                    <a:lnTo>
                      <a:pt x="378" y="5900"/>
                    </a:lnTo>
                    <a:lnTo>
                      <a:pt x="265" y="6316"/>
                    </a:lnTo>
                    <a:lnTo>
                      <a:pt x="170" y="6713"/>
                    </a:lnTo>
                    <a:lnTo>
                      <a:pt x="95" y="7129"/>
                    </a:lnTo>
                    <a:lnTo>
                      <a:pt x="38" y="7545"/>
                    </a:lnTo>
                    <a:lnTo>
                      <a:pt x="19" y="7980"/>
                    </a:lnTo>
                    <a:lnTo>
                      <a:pt x="0" y="8414"/>
                    </a:lnTo>
                    <a:lnTo>
                      <a:pt x="19" y="8849"/>
                    </a:lnTo>
                    <a:lnTo>
                      <a:pt x="38" y="9265"/>
                    </a:lnTo>
                    <a:lnTo>
                      <a:pt x="95" y="9700"/>
                    </a:lnTo>
                    <a:lnTo>
                      <a:pt x="170" y="10116"/>
                    </a:lnTo>
                    <a:lnTo>
                      <a:pt x="265" y="10513"/>
                    </a:lnTo>
                    <a:lnTo>
                      <a:pt x="378" y="10910"/>
                    </a:lnTo>
                    <a:lnTo>
                      <a:pt x="511" y="11307"/>
                    </a:lnTo>
                    <a:lnTo>
                      <a:pt x="662" y="11685"/>
                    </a:lnTo>
                    <a:lnTo>
                      <a:pt x="832" y="12064"/>
                    </a:lnTo>
                    <a:lnTo>
                      <a:pt x="1021" y="12423"/>
                    </a:lnTo>
                    <a:lnTo>
                      <a:pt x="1229" y="12782"/>
                    </a:lnTo>
                    <a:lnTo>
                      <a:pt x="1437" y="13122"/>
                    </a:lnTo>
                    <a:lnTo>
                      <a:pt x="1683" y="13444"/>
                    </a:lnTo>
                    <a:lnTo>
                      <a:pt x="1929" y="13765"/>
                    </a:lnTo>
                    <a:lnTo>
                      <a:pt x="2193" y="14068"/>
                    </a:lnTo>
                    <a:lnTo>
                      <a:pt x="2477" y="14370"/>
                    </a:lnTo>
                    <a:lnTo>
                      <a:pt x="2761" y="14654"/>
                    </a:lnTo>
                    <a:lnTo>
                      <a:pt x="3063" y="14919"/>
                    </a:lnTo>
                    <a:lnTo>
                      <a:pt x="3385" y="15164"/>
                    </a:lnTo>
                    <a:lnTo>
                      <a:pt x="3725" y="15391"/>
                    </a:lnTo>
                    <a:lnTo>
                      <a:pt x="4065" y="15618"/>
                    </a:lnTo>
                    <a:lnTo>
                      <a:pt x="4406" y="15826"/>
                    </a:lnTo>
                    <a:lnTo>
                      <a:pt x="4765" y="15996"/>
                    </a:lnTo>
                    <a:lnTo>
                      <a:pt x="5143" y="16166"/>
                    </a:lnTo>
                    <a:lnTo>
                      <a:pt x="5521" y="16318"/>
                    </a:lnTo>
                    <a:lnTo>
                      <a:pt x="5918" y="16450"/>
                    </a:lnTo>
                    <a:lnTo>
                      <a:pt x="6315" y="16563"/>
                    </a:lnTo>
                    <a:lnTo>
                      <a:pt x="6731" y="16658"/>
                    </a:lnTo>
                    <a:lnTo>
                      <a:pt x="7147" y="16734"/>
                    </a:lnTo>
                    <a:lnTo>
                      <a:pt x="7563" y="16790"/>
                    </a:lnTo>
                    <a:lnTo>
                      <a:pt x="7998" y="16828"/>
                    </a:lnTo>
                    <a:lnTo>
                      <a:pt x="8849" y="16828"/>
                    </a:lnTo>
                    <a:lnTo>
                      <a:pt x="9284" y="16790"/>
                    </a:lnTo>
                    <a:lnTo>
                      <a:pt x="9700" y="16734"/>
                    </a:lnTo>
                    <a:lnTo>
                      <a:pt x="10116" y="16658"/>
                    </a:lnTo>
                    <a:lnTo>
                      <a:pt x="10532" y="16563"/>
                    </a:lnTo>
                    <a:lnTo>
                      <a:pt x="10929" y="16450"/>
                    </a:lnTo>
                    <a:lnTo>
                      <a:pt x="11326" y="16318"/>
                    </a:lnTo>
                    <a:lnTo>
                      <a:pt x="11704" y="16166"/>
                    </a:lnTo>
                    <a:lnTo>
                      <a:pt x="12082" y="15996"/>
                    </a:lnTo>
                    <a:lnTo>
                      <a:pt x="12441" y="15826"/>
                    </a:lnTo>
                    <a:lnTo>
                      <a:pt x="12800" y="15618"/>
                    </a:lnTo>
                    <a:lnTo>
                      <a:pt x="13141" y="15391"/>
                    </a:lnTo>
                    <a:lnTo>
                      <a:pt x="13462" y="15164"/>
                    </a:lnTo>
                    <a:lnTo>
                      <a:pt x="13784" y="14919"/>
                    </a:lnTo>
                    <a:lnTo>
                      <a:pt x="14086" y="14654"/>
                    </a:lnTo>
                    <a:lnTo>
                      <a:pt x="14389" y="14370"/>
                    </a:lnTo>
                    <a:lnTo>
                      <a:pt x="14653" y="14068"/>
                    </a:lnTo>
                    <a:lnTo>
                      <a:pt x="14918" y="13765"/>
                    </a:lnTo>
                    <a:lnTo>
                      <a:pt x="15183" y="13444"/>
                    </a:lnTo>
                    <a:lnTo>
                      <a:pt x="15410" y="13122"/>
                    </a:lnTo>
                    <a:lnTo>
                      <a:pt x="15637" y="12782"/>
                    </a:lnTo>
                    <a:lnTo>
                      <a:pt x="15826" y="12423"/>
                    </a:lnTo>
                    <a:lnTo>
                      <a:pt x="16015" y="12064"/>
                    </a:lnTo>
                    <a:lnTo>
                      <a:pt x="16185" y="11685"/>
                    </a:lnTo>
                    <a:lnTo>
                      <a:pt x="16336" y="11307"/>
                    </a:lnTo>
                    <a:lnTo>
                      <a:pt x="16468" y="10910"/>
                    </a:lnTo>
                    <a:lnTo>
                      <a:pt x="16582" y="10513"/>
                    </a:lnTo>
                    <a:lnTo>
                      <a:pt x="16676" y="10116"/>
                    </a:lnTo>
                    <a:lnTo>
                      <a:pt x="16752" y="9700"/>
                    </a:lnTo>
                    <a:lnTo>
                      <a:pt x="16809" y="9265"/>
                    </a:lnTo>
                    <a:lnTo>
                      <a:pt x="16828" y="8849"/>
                    </a:lnTo>
                    <a:lnTo>
                      <a:pt x="16847" y="8414"/>
                    </a:lnTo>
                    <a:lnTo>
                      <a:pt x="16828" y="7980"/>
                    </a:lnTo>
                    <a:lnTo>
                      <a:pt x="16809" y="7545"/>
                    </a:lnTo>
                    <a:lnTo>
                      <a:pt x="16752" y="7129"/>
                    </a:lnTo>
                    <a:lnTo>
                      <a:pt x="16676" y="6713"/>
                    </a:lnTo>
                    <a:lnTo>
                      <a:pt x="16582" y="6316"/>
                    </a:lnTo>
                    <a:lnTo>
                      <a:pt x="16468" y="5900"/>
                    </a:lnTo>
                    <a:lnTo>
                      <a:pt x="16336" y="5522"/>
                    </a:lnTo>
                    <a:lnTo>
                      <a:pt x="16185" y="5143"/>
                    </a:lnTo>
                    <a:lnTo>
                      <a:pt x="16015" y="4765"/>
                    </a:lnTo>
                    <a:lnTo>
                      <a:pt x="15826" y="4406"/>
                    </a:lnTo>
                    <a:lnTo>
                      <a:pt x="15637" y="4047"/>
                    </a:lnTo>
                    <a:lnTo>
                      <a:pt x="15410" y="3706"/>
                    </a:lnTo>
                    <a:lnTo>
                      <a:pt x="15183" y="3366"/>
                    </a:lnTo>
                    <a:lnTo>
                      <a:pt x="14918" y="3064"/>
                    </a:lnTo>
                    <a:lnTo>
                      <a:pt x="14653" y="2742"/>
                    </a:lnTo>
                    <a:lnTo>
                      <a:pt x="14389" y="2459"/>
                    </a:lnTo>
                    <a:lnTo>
                      <a:pt x="14086" y="2175"/>
                    </a:lnTo>
                    <a:lnTo>
                      <a:pt x="13784" y="1910"/>
                    </a:lnTo>
                    <a:lnTo>
                      <a:pt x="13462" y="1664"/>
                    </a:lnTo>
                    <a:lnTo>
                      <a:pt x="13141" y="1438"/>
                    </a:lnTo>
                    <a:lnTo>
                      <a:pt x="12800" y="1211"/>
                    </a:lnTo>
                    <a:lnTo>
                      <a:pt x="12441" y="1003"/>
                    </a:lnTo>
                    <a:lnTo>
                      <a:pt x="12082" y="814"/>
                    </a:lnTo>
                    <a:lnTo>
                      <a:pt x="11704" y="662"/>
                    </a:lnTo>
                    <a:lnTo>
                      <a:pt x="11326" y="511"/>
                    </a:lnTo>
                    <a:lnTo>
                      <a:pt x="10929" y="379"/>
                    </a:lnTo>
                    <a:lnTo>
                      <a:pt x="10532" y="265"/>
                    </a:lnTo>
                    <a:lnTo>
                      <a:pt x="10116" y="171"/>
                    </a:lnTo>
                    <a:lnTo>
                      <a:pt x="9700" y="95"/>
                    </a:lnTo>
                    <a:lnTo>
                      <a:pt x="9284" y="38"/>
                    </a:lnTo>
                    <a:lnTo>
                      <a:pt x="88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Google Shape;2601;p42"/>
              <p:cNvSpPr/>
              <p:nvPr/>
            </p:nvSpPr>
            <p:spPr>
              <a:xfrm>
                <a:off x="2074050" y="-1535150"/>
                <a:ext cx="221725" cy="222175"/>
              </a:xfrm>
              <a:custGeom>
                <a:avLst/>
                <a:gdLst/>
                <a:ahLst/>
                <a:cxnLst/>
                <a:rect l="l" t="t" r="r" b="b"/>
                <a:pathLst>
                  <a:path w="8869" h="8887" extrusionOk="0">
                    <a:moveTo>
                      <a:pt x="4444" y="0"/>
                    </a:moveTo>
                    <a:lnTo>
                      <a:pt x="4198" y="19"/>
                    </a:lnTo>
                    <a:lnTo>
                      <a:pt x="3990" y="19"/>
                    </a:lnTo>
                    <a:lnTo>
                      <a:pt x="3536" y="95"/>
                    </a:lnTo>
                    <a:lnTo>
                      <a:pt x="3120" y="208"/>
                    </a:lnTo>
                    <a:lnTo>
                      <a:pt x="2704" y="359"/>
                    </a:lnTo>
                    <a:lnTo>
                      <a:pt x="2326" y="548"/>
                    </a:lnTo>
                    <a:lnTo>
                      <a:pt x="1948" y="756"/>
                    </a:lnTo>
                    <a:lnTo>
                      <a:pt x="1608" y="1021"/>
                    </a:lnTo>
                    <a:lnTo>
                      <a:pt x="1305" y="1305"/>
                    </a:lnTo>
                    <a:lnTo>
                      <a:pt x="1003" y="1626"/>
                    </a:lnTo>
                    <a:lnTo>
                      <a:pt x="757" y="1967"/>
                    </a:lnTo>
                    <a:lnTo>
                      <a:pt x="530" y="2326"/>
                    </a:lnTo>
                    <a:lnTo>
                      <a:pt x="341" y="2723"/>
                    </a:lnTo>
                    <a:lnTo>
                      <a:pt x="190" y="3120"/>
                    </a:lnTo>
                    <a:lnTo>
                      <a:pt x="95" y="3555"/>
                    </a:lnTo>
                    <a:lnTo>
                      <a:pt x="20" y="3990"/>
                    </a:lnTo>
                    <a:lnTo>
                      <a:pt x="1" y="4217"/>
                    </a:lnTo>
                    <a:lnTo>
                      <a:pt x="1" y="4443"/>
                    </a:lnTo>
                    <a:lnTo>
                      <a:pt x="1" y="4670"/>
                    </a:lnTo>
                    <a:lnTo>
                      <a:pt x="20" y="4897"/>
                    </a:lnTo>
                    <a:lnTo>
                      <a:pt x="95" y="5332"/>
                    </a:lnTo>
                    <a:lnTo>
                      <a:pt x="190" y="5767"/>
                    </a:lnTo>
                    <a:lnTo>
                      <a:pt x="341" y="6164"/>
                    </a:lnTo>
                    <a:lnTo>
                      <a:pt x="530" y="6561"/>
                    </a:lnTo>
                    <a:lnTo>
                      <a:pt x="757" y="6920"/>
                    </a:lnTo>
                    <a:lnTo>
                      <a:pt x="1003" y="7261"/>
                    </a:lnTo>
                    <a:lnTo>
                      <a:pt x="1305" y="7582"/>
                    </a:lnTo>
                    <a:lnTo>
                      <a:pt x="1608" y="7866"/>
                    </a:lnTo>
                    <a:lnTo>
                      <a:pt x="1948" y="8130"/>
                    </a:lnTo>
                    <a:lnTo>
                      <a:pt x="2326" y="8338"/>
                    </a:lnTo>
                    <a:lnTo>
                      <a:pt x="2704" y="8527"/>
                    </a:lnTo>
                    <a:lnTo>
                      <a:pt x="3120" y="8679"/>
                    </a:lnTo>
                    <a:lnTo>
                      <a:pt x="3536" y="8792"/>
                    </a:lnTo>
                    <a:lnTo>
                      <a:pt x="3990" y="8849"/>
                    </a:lnTo>
                    <a:lnTo>
                      <a:pt x="4198" y="8868"/>
                    </a:lnTo>
                    <a:lnTo>
                      <a:pt x="4444" y="8887"/>
                    </a:lnTo>
                    <a:lnTo>
                      <a:pt x="4671" y="8868"/>
                    </a:lnTo>
                    <a:lnTo>
                      <a:pt x="4898" y="8849"/>
                    </a:lnTo>
                    <a:lnTo>
                      <a:pt x="5333" y="8792"/>
                    </a:lnTo>
                    <a:lnTo>
                      <a:pt x="5748" y="8679"/>
                    </a:lnTo>
                    <a:lnTo>
                      <a:pt x="6164" y="8527"/>
                    </a:lnTo>
                    <a:lnTo>
                      <a:pt x="6543" y="8338"/>
                    </a:lnTo>
                    <a:lnTo>
                      <a:pt x="6921" y="8130"/>
                    </a:lnTo>
                    <a:lnTo>
                      <a:pt x="7261" y="7866"/>
                    </a:lnTo>
                    <a:lnTo>
                      <a:pt x="7582" y="7582"/>
                    </a:lnTo>
                    <a:lnTo>
                      <a:pt x="7866" y="7261"/>
                    </a:lnTo>
                    <a:lnTo>
                      <a:pt x="8112" y="6920"/>
                    </a:lnTo>
                    <a:lnTo>
                      <a:pt x="8339" y="6561"/>
                    </a:lnTo>
                    <a:lnTo>
                      <a:pt x="8528" y="6164"/>
                    </a:lnTo>
                    <a:lnTo>
                      <a:pt x="8679" y="5767"/>
                    </a:lnTo>
                    <a:lnTo>
                      <a:pt x="8793" y="5332"/>
                    </a:lnTo>
                    <a:lnTo>
                      <a:pt x="8849" y="4897"/>
                    </a:lnTo>
                    <a:lnTo>
                      <a:pt x="8868" y="4670"/>
                    </a:lnTo>
                    <a:lnTo>
                      <a:pt x="8868" y="4443"/>
                    </a:lnTo>
                    <a:lnTo>
                      <a:pt x="8868" y="4217"/>
                    </a:lnTo>
                    <a:lnTo>
                      <a:pt x="8849" y="3990"/>
                    </a:lnTo>
                    <a:lnTo>
                      <a:pt x="8793" y="3555"/>
                    </a:lnTo>
                    <a:lnTo>
                      <a:pt x="8679" y="3120"/>
                    </a:lnTo>
                    <a:lnTo>
                      <a:pt x="8528" y="2723"/>
                    </a:lnTo>
                    <a:lnTo>
                      <a:pt x="8339" y="2326"/>
                    </a:lnTo>
                    <a:lnTo>
                      <a:pt x="8112" y="1967"/>
                    </a:lnTo>
                    <a:lnTo>
                      <a:pt x="7866" y="1626"/>
                    </a:lnTo>
                    <a:lnTo>
                      <a:pt x="7582" y="1305"/>
                    </a:lnTo>
                    <a:lnTo>
                      <a:pt x="7261" y="1021"/>
                    </a:lnTo>
                    <a:lnTo>
                      <a:pt x="6921" y="756"/>
                    </a:lnTo>
                    <a:lnTo>
                      <a:pt x="6543" y="548"/>
                    </a:lnTo>
                    <a:lnTo>
                      <a:pt x="6164" y="359"/>
                    </a:lnTo>
                    <a:lnTo>
                      <a:pt x="5748" y="208"/>
                    </a:lnTo>
                    <a:lnTo>
                      <a:pt x="5333" y="95"/>
                    </a:lnTo>
                    <a:lnTo>
                      <a:pt x="4898" y="19"/>
                    </a:lnTo>
                    <a:lnTo>
                      <a:pt x="4671" y="19"/>
                    </a:lnTo>
                    <a:lnTo>
                      <a:pt x="444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Google Shape;2602;p42"/>
              <p:cNvSpPr/>
              <p:nvPr/>
            </p:nvSpPr>
            <p:spPr>
              <a:xfrm>
                <a:off x="2192700" y="-1659475"/>
                <a:ext cx="515250" cy="237775"/>
              </a:xfrm>
              <a:custGeom>
                <a:avLst/>
                <a:gdLst/>
                <a:ahLst/>
                <a:cxnLst/>
                <a:rect l="l" t="t" r="r" b="b"/>
                <a:pathLst>
                  <a:path w="20610" h="9511" extrusionOk="0">
                    <a:moveTo>
                      <a:pt x="19815" y="1"/>
                    </a:moveTo>
                    <a:lnTo>
                      <a:pt x="0" y="9114"/>
                    </a:lnTo>
                    <a:lnTo>
                      <a:pt x="152" y="9511"/>
                    </a:lnTo>
                    <a:lnTo>
                      <a:pt x="20609" y="1040"/>
                    </a:lnTo>
                    <a:lnTo>
                      <a:pt x="19815" y="1"/>
                    </a:lnTo>
                    <a:close/>
                  </a:path>
                </a:pathLst>
              </a:custGeom>
              <a:gradFill>
                <a:gsLst>
                  <a:gs pos="0">
                    <a:srgbClr val="575757"/>
                  </a:gs>
                  <a:gs pos="100000">
                    <a:srgbClr val="16161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Google Shape;2603;p42"/>
              <p:cNvSpPr/>
              <p:nvPr/>
            </p:nvSpPr>
            <p:spPr>
              <a:xfrm>
                <a:off x="2620475" y="-1822550"/>
                <a:ext cx="312475" cy="245350"/>
              </a:xfrm>
              <a:custGeom>
                <a:avLst/>
                <a:gdLst/>
                <a:ahLst/>
                <a:cxnLst/>
                <a:rect l="l" t="t" r="r" b="b"/>
                <a:pathLst>
                  <a:path w="12499" h="9814" extrusionOk="0">
                    <a:moveTo>
                      <a:pt x="8509" y="1"/>
                    </a:moveTo>
                    <a:lnTo>
                      <a:pt x="1078" y="4803"/>
                    </a:lnTo>
                    <a:lnTo>
                      <a:pt x="0" y="8358"/>
                    </a:lnTo>
                    <a:lnTo>
                      <a:pt x="3820" y="9813"/>
                    </a:lnTo>
                    <a:lnTo>
                      <a:pt x="12498" y="5862"/>
                    </a:lnTo>
                    <a:lnTo>
                      <a:pt x="8376" y="4160"/>
                    </a:lnTo>
                    <a:lnTo>
                      <a:pt x="8509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0B9"/>
                  </a:gs>
                  <a:gs pos="100000">
                    <a:srgbClr val="F9D03C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604" name="Google Shape;2604;p42"/>
          <p:cNvGrpSpPr/>
          <p:nvPr/>
        </p:nvGrpSpPr>
        <p:grpSpPr>
          <a:xfrm>
            <a:off x="2299810" y="2294508"/>
            <a:ext cx="570885" cy="640065"/>
            <a:chOff x="265275" y="1242950"/>
            <a:chExt cx="454925" cy="510500"/>
          </a:xfrm>
        </p:grpSpPr>
        <p:sp>
          <p:nvSpPr>
            <p:cNvPr id="2605" name="Google Shape;2605;p42"/>
            <p:cNvSpPr/>
            <p:nvPr/>
          </p:nvSpPr>
          <p:spPr>
            <a:xfrm>
              <a:off x="485150" y="1242950"/>
              <a:ext cx="15175" cy="78350"/>
            </a:xfrm>
            <a:custGeom>
              <a:avLst/>
              <a:gdLst/>
              <a:ahLst/>
              <a:cxnLst/>
              <a:rect l="l" t="t" r="r" b="b"/>
              <a:pathLst>
                <a:path w="607" h="3134" extrusionOk="0">
                  <a:moveTo>
                    <a:pt x="304" y="0"/>
                  </a:moveTo>
                  <a:lnTo>
                    <a:pt x="203" y="25"/>
                  </a:lnTo>
                  <a:lnTo>
                    <a:pt x="101" y="101"/>
                  </a:lnTo>
                  <a:lnTo>
                    <a:pt x="26" y="202"/>
                  </a:lnTo>
                  <a:lnTo>
                    <a:pt x="0" y="303"/>
                  </a:lnTo>
                  <a:lnTo>
                    <a:pt x="0" y="2830"/>
                  </a:lnTo>
                  <a:lnTo>
                    <a:pt x="26" y="2932"/>
                  </a:lnTo>
                  <a:lnTo>
                    <a:pt x="101" y="3033"/>
                  </a:lnTo>
                  <a:lnTo>
                    <a:pt x="203" y="3108"/>
                  </a:lnTo>
                  <a:lnTo>
                    <a:pt x="304" y="3134"/>
                  </a:lnTo>
                  <a:lnTo>
                    <a:pt x="430" y="3108"/>
                  </a:lnTo>
                  <a:lnTo>
                    <a:pt x="531" y="3033"/>
                  </a:lnTo>
                  <a:lnTo>
                    <a:pt x="607" y="2932"/>
                  </a:lnTo>
                  <a:lnTo>
                    <a:pt x="607" y="2830"/>
                  </a:lnTo>
                  <a:lnTo>
                    <a:pt x="607" y="303"/>
                  </a:lnTo>
                  <a:lnTo>
                    <a:pt x="607" y="202"/>
                  </a:lnTo>
                  <a:lnTo>
                    <a:pt x="531" y="101"/>
                  </a:lnTo>
                  <a:lnTo>
                    <a:pt x="430" y="25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42"/>
            <p:cNvSpPr/>
            <p:nvPr/>
          </p:nvSpPr>
          <p:spPr>
            <a:xfrm>
              <a:off x="564125" y="1272625"/>
              <a:ext cx="46150" cy="69525"/>
            </a:xfrm>
            <a:custGeom>
              <a:avLst/>
              <a:gdLst/>
              <a:ahLst/>
              <a:cxnLst/>
              <a:rect l="l" t="t" r="r" b="b"/>
              <a:pathLst>
                <a:path w="1846" h="2781" extrusionOk="0">
                  <a:moveTo>
                    <a:pt x="1466" y="1"/>
                  </a:moveTo>
                  <a:lnTo>
                    <a:pt x="1365" y="51"/>
                  </a:lnTo>
                  <a:lnTo>
                    <a:pt x="1289" y="152"/>
                  </a:lnTo>
                  <a:lnTo>
                    <a:pt x="26" y="2326"/>
                  </a:lnTo>
                  <a:lnTo>
                    <a:pt x="0" y="2452"/>
                  </a:lnTo>
                  <a:lnTo>
                    <a:pt x="0" y="2553"/>
                  </a:lnTo>
                  <a:lnTo>
                    <a:pt x="51" y="2654"/>
                  </a:lnTo>
                  <a:lnTo>
                    <a:pt x="152" y="2730"/>
                  </a:lnTo>
                  <a:lnTo>
                    <a:pt x="228" y="2781"/>
                  </a:lnTo>
                  <a:lnTo>
                    <a:pt x="379" y="2781"/>
                  </a:lnTo>
                  <a:lnTo>
                    <a:pt x="455" y="2730"/>
                  </a:lnTo>
                  <a:lnTo>
                    <a:pt x="506" y="2705"/>
                  </a:lnTo>
                  <a:lnTo>
                    <a:pt x="556" y="2629"/>
                  </a:lnTo>
                  <a:lnTo>
                    <a:pt x="1820" y="456"/>
                  </a:lnTo>
                  <a:lnTo>
                    <a:pt x="1845" y="329"/>
                  </a:lnTo>
                  <a:lnTo>
                    <a:pt x="1845" y="228"/>
                  </a:lnTo>
                  <a:lnTo>
                    <a:pt x="1795" y="127"/>
                  </a:lnTo>
                  <a:lnTo>
                    <a:pt x="1694" y="51"/>
                  </a:lnTo>
                  <a:lnTo>
                    <a:pt x="1592" y="1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42"/>
            <p:cNvSpPr/>
            <p:nvPr/>
          </p:nvSpPr>
          <p:spPr>
            <a:xfrm>
              <a:off x="621625" y="1352875"/>
              <a:ext cx="69500" cy="46775"/>
            </a:xfrm>
            <a:custGeom>
              <a:avLst/>
              <a:gdLst/>
              <a:ahLst/>
              <a:cxnLst/>
              <a:rect l="l" t="t" r="r" b="b"/>
              <a:pathLst>
                <a:path w="2780" h="1871" extrusionOk="0">
                  <a:moveTo>
                    <a:pt x="2426" y="0"/>
                  </a:moveTo>
                  <a:lnTo>
                    <a:pt x="2325" y="51"/>
                  </a:lnTo>
                  <a:lnTo>
                    <a:pt x="152" y="1314"/>
                  </a:lnTo>
                  <a:lnTo>
                    <a:pt x="51" y="1390"/>
                  </a:lnTo>
                  <a:lnTo>
                    <a:pt x="0" y="1491"/>
                  </a:lnTo>
                  <a:lnTo>
                    <a:pt x="0" y="1618"/>
                  </a:lnTo>
                  <a:lnTo>
                    <a:pt x="25" y="1719"/>
                  </a:lnTo>
                  <a:lnTo>
                    <a:pt x="76" y="1795"/>
                  </a:lnTo>
                  <a:lnTo>
                    <a:pt x="152" y="1820"/>
                  </a:lnTo>
                  <a:lnTo>
                    <a:pt x="228" y="1870"/>
                  </a:lnTo>
                  <a:lnTo>
                    <a:pt x="379" y="1870"/>
                  </a:lnTo>
                  <a:lnTo>
                    <a:pt x="455" y="1820"/>
                  </a:lnTo>
                  <a:lnTo>
                    <a:pt x="2628" y="582"/>
                  </a:lnTo>
                  <a:lnTo>
                    <a:pt x="2704" y="506"/>
                  </a:lnTo>
                  <a:lnTo>
                    <a:pt x="2755" y="379"/>
                  </a:lnTo>
                  <a:lnTo>
                    <a:pt x="2780" y="278"/>
                  </a:lnTo>
                  <a:lnTo>
                    <a:pt x="2729" y="152"/>
                  </a:lnTo>
                  <a:lnTo>
                    <a:pt x="2654" y="76"/>
                  </a:lnTo>
                  <a:lnTo>
                    <a:pt x="2553" y="26"/>
                  </a:lnTo>
                  <a:lnTo>
                    <a:pt x="2426" y="0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42"/>
            <p:cNvSpPr/>
            <p:nvPr/>
          </p:nvSpPr>
          <p:spPr>
            <a:xfrm>
              <a:off x="294975" y="1541775"/>
              <a:ext cx="69525" cy="46150"/>
            </a:xfrm>
            <a:custGeom>
              <a:avLst/>
              <a:gdLst/>
              <a:ahLst/>
              <a:cxnLst/>
              <a:rect l="l" t="t" r="r" b="b"/>
              <a:pathLst>
                <a:path w="2781" h="1846" extrusionOk="0">
                  <a:moveTo>
                    <a:pt x="2452" y="1"/>
                  </a:moveTo>
                  <a:lnTo>
                    <a:pt x="2325" y="26"/>
                  </a:lnTo>
                  <a:lnTo>
                    <a:pt x="152" y="1289"/>
                  </a:lnTo>
                  <a:lnTo>
                    <a:pt x="76" y="1365"/>
                  </a:lnTo>
                  <a:lnTo>
                    <a:pt x="0" y="1466"/>
                  </a:lnTo>
                  <a:lnTo>
                    <a:pt x="0" y="1593"/>
                  </a:lnTo>
                  <a:lnTo>
                    <a:pt x="51" y="1694"/>
                  </a:lnTo>
                  <a:lnTo>
                    <a:pt x="102" y="1770"/>
                  </a:lnTo>
                  <a:lnTo>
                    <a:pt x="152" y="1820"/>
                  </a:lnTo>
                  <a:lnTo>
                    <a:pt x="228" y="1845"/>
                  </a:lnTo>
                  <a:lnTo>
                    <a:pt x="380" y="1845"/>
                  </a:lnTo>
                  <a:lnTo>
                    <a:pt x="455" y="1820"/>
                  </a:lnTo>
                  <a:lnTo>
                    <a:pt x="2629" y="557"/>
                  </a:lnTo>
                  <a:lnTo>
                    <a:pt x="2730" y="481"/>
                  </a:lnTo>
                  <a:lnTo>
                    <a:pt x="2780" y="380"/>
                  </a:lnTo>
                  <a:lnTo>
                    <a:pt x="2780" y="253"/>
                  </a:lnTo>
                  <a:lnTo>
                    <a:pt x="2755" y="152"/>
                  </a:lnTo>
                  <a:lnTo>
                    <a:pt x="2654" y="51"/>
                  </a:lnTo>
                  <a:lnTo>
                    <a:pt x="2553" y="1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42"/>
            <p:cNvSpPr/>
            <p:nvPr/>
          </p:nvSpPr>
          <p:spPr>
            <a:xfrm>
              <a:off x="642475" y="1462800"/>
              <a:ext cx="77725" cy="15200"/>
            </a:xfrm>
            <a:custGeom>
              <a:avLst/>
              <a:gdLst/>
              <a:ahLst/>
              <a:cxnLst/>
              <a:rect l="l" t="t" r="r" b="b"/>
              <a:pathLst>
                <a:path w="3109" h="608" extrusionOk="0">
                  <a:moveTo>
                    <a:pt x="303" y="1"/>
                  </a:moveTo>
                  <a:lnTo>
                    <a:pt x="177" y="26"/>
                  </a:lnTo>
                  <a:lnTo>
                    <a:pt x="101" y="102"/>
                  </a:lnTo>
                  <a:lnTo>
                    <a:pt x="25" y="203"/>
                  </a:lnTo>
                  <a:lnTo>
                    <a:pt x="0" y="304"/>
                  </a:lnTo>
                  <a:lnTo>
                    <a:pt x="25" y="430"/>
                  </a:lnTo>
                  <a:lnTo>
                    <a:pt x="101" y="531"/>
                  </a:lnTo>
                  <a:lnTo>
                    <a:pt x="177" y="582"/>
                  </a:lnTo>
                  <a:lnTo>
                    <a:pt x="303" y="607"/>
                  </a:lnTo>
                  <a:lnTo>
                    <a:pt x="2805" y="607"/>
                  </a:lnTo>
                  <a:lnTo>
                    <a:pt x="2932" y="582"/>
                  </a:lnTo>
                  <a:lnTo>
                    <a:pt x="3033" y="531"/>
                  </a:lnTo>
                  <a:lnTo>
                    <a:pt x="3109" y="430"/>
                  </a:lnTo>
                  <a:lnTo>
                    <a:pt x="3109" y="304"/>
                  </a:lnTo>
                  <a:lnTo>
                    <a:pt x="3109" y="203"/>
                  </a:lnTo>
                  <a:lnTo>
                    <a:pt x="3033" y="102"/>
                  </a:lnTo>
                  <a:lnTo>
                    <a:pt x="2932" y="26"/>
                  </a:lnTo>
                  <a:lnTo>
                    <a:pt x="2805" y="1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42"/>
            <p:cNvSpPr/>
            <p:nvPr/>
          </p:nvSpPr>
          <p:spPr>
            <a:xfrm>
              <a:off x="265275" y="1462800"/>
              <a:ext cx="78375" cy="15200"/>
            </a:xfrm>
            <a:custGeom>
              <a:avLst/>
              <a:gdLst/>
              <a:ahLst/>
              <a:cxnLst/>
              <a:rect l="l" t="t" r="r" b="b"/>
              <a:pathLst>
                <a:path w="3135" h="608" extrusionOk="0">
                  <a:moveTo>
                    <a:pt x="304" y="1"/>
                  </a:moveTo>
                  <a:lnTo>
                    <a:pt x="203" y="26"/>
                  </a:lnTo>
                  <a:lnTo>
                    <a:pt x="102" y="102"/>
                  </a:lnTo>
                  <a:lnTo>
                    <a:pt x="26" y="203"/>
                  </a:lnTo>
                  <a:lnTo>
                    <a:pt x="1" y="304"/>
                  </a:lnTo>
                  <a:lnTo>
                    <a:pt x="26" y="430"/>
                  </a:lnTo>
                  <a:lnTo>
                    <a:pt x="102" y="531"/>
                  </a:lnTo>
                  <a:lnTo>
                    <a:pt x="203" y="582"/>
                  </a:lnTo>
                  <a:lnTo>
                    <a:pt x="304" y="607"/>
                  </a:lnTo>
                  <a:lnTo>
                    <a:pt x="2831" y="607"/>
                  </a:lnTo>
                  <a:lnTo>
                    <a:pt x="2958" y="582"/>
                  </a:lnTo>
                  <a:lnTo>
                    <a:pt x="3033" y="531"/>
                  </a:lnTo>
                  <a:lnTo>
                    <a:pt x="3109" y="430"/>
                  </a:lnTo>
                  <a:lnTo>
                    <a:pt x="3134" y="304"/>
                  </a:lnTo>
                  <a:lnTo>
                    <a:pt x="3109" y="203"/>
                  </a:lnTo>
                  <a:lnTo>
                    <a:pt x="3033" y="102"/>
                  </a:lnTo>
                  <a:lnTo>
                    <a:pt x="2958" y="26"/>
                  </a:lnTo>
                  <a:lnTo>
                    <a:pt x="2831" y="1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42"/>
            <p:cNvSpPr/>
            <p:nvPr/>
          </p:nvSpPr>
          <p:spPr>
            <a:xfrm>
              <a:off x="375850" y="1272625"/>
              <a:ext cx="46150" cy="69525"/>
            </a:xfrm>
            <a:custGeom>
              <a:avLst/>
              <a:gdLst/>
              <a:ahLst/>
              <a:cxnLst/>
              <a:rect l="l" t="t" r="r" b="b"/>
              <a:pathLst>
                <a:path w="1846" h="2781" extrusionOk="0">
                  <a:moveTo>
                    <a:pt x="253" y="1"/>
                  </a:moveTo>
                  <a:lnTo>
                    <a:pt x="127" y="51"/>
                  </a:lnTo>
                  <a:lnTo>
                    <a:pt x="51" y="127"/>
                  </a:lnTo>
                  <a:lnTo>
                    <a:pt x="0" y="228"/>
                  </a:lnTo>
                  <a:lnTo>
                    <a:pt x="0" y="329"/>
                  </a:lnTo>
                  <a:lnTo>
                    <a:pt x="26" y="456"/>
                  </a:lnTo>
                  <a:lnTo>
                    <a:pt x="1289" y="2629"/>
                  </a:lnTo>
                  <a:lnTo>
                    <a:pt x="1340" y="2705"/>
                  </a:lnTo>
                  <a:lnTo>
                    <a:pt x="1390" y="2730"/>
                  </a:lnTo>
                  <a:lnTo>
                    <a:pt x="1466" y="2781"/>
                  </a:lnTo>
                  <a:lnTo>
                    <a:pt x="1618" y="2781"/>
                  </a:lnTo>
                  <a:lnTo>
                    <a:pt x="1694" y="2730"/>
                  </a:lnTo>
                  <a:lnTo>
                    <a:pt x="1795" y="2654"/>
                  </a:lnTo>
                  <a:lnTo>
                    <a:pt x="1845" y="2553"/>
                  </a:lnTo>
                  <a:lnTo>
                    <a:pt x="1845" y="2452"/>
                  </a:lnTo>
                  <a:lnTo>
                    <a:pt x="1820" y="2326"/>
                  </a:lnTo>
                  <a:lnTo>
                    <a:pt x="556" y="152"/>
                  </a:lnTo>
                  <a:lnTo>
                    <a:pt x="480" y="51"/>
                  </a:lnTo>
                  <a:lnTo>
                    <a:pt x="379" y="1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42"/>
            <p:cNvSpPr/>
            <p:nvPr/>
          </p:nvSpPr>
          <p:spPr>
            <a:xfrm>
              <a:off x="294975" y="1352875"/>
              <a:ext cx="69525" cy="46775"/>
            </a:xfrm>
            <a:custGeom>
              <a:avLst/>
              <a:gdLst/>
              <a:ahLst/>
              <a:cxnLst/>
              <a:rect l="l" t="t" r="r" b="b"/>
              <a:pathLst>
                <a:path w="2781" h="1871" extrusionOk="0">
                  <a:moveTo>
                    <a:pt x="354" y="0"/>
                  </a:moveTo>
                  <a:lnTo>
                    <a:pt x="228" y="26"/>
                  </a:lnTo>
                  <a:lnTo>
                    <a:pt x="127" y="76"/>
                  </a:lnTo>
                  <a:lnTo>
                    <a:pt x="51" y="152"/>
                  </a:lnTo>
                  <a:lnTo>
                    <a:pt x="0" y="278"/>
                  </a:lnTo>
                  <a:lnTo>
                    <a:pt x="0" y="379"/>
                  </a:lnTo>
                  <a:lnTo>
                    <a:pt x="76" y="506"/>
                  </a:lnTo>
                  <a:lnTo>
                    <a:pt x="152" y="582"/>
                  </a:lnTo>
                  <a:lnTo>
                    <a:pt x="2325" y="1820"/>
                  </a:lnTo>
                  <a:lnTo>
                    <a:pt x="2401" y="1870"/>
                  </a:lnTo>
                  <a:lnTo>
                    <a:pt x="2553" y="1870"/>
                  </a:lnTo>
                  <a:lnTo>
                    <a:pt x="2629" y="1820"/>
                  </a:lnTo>
                  <a:lnTo>
                    <a:pt x="2705" y="1795"/>
                  </a:lnTo>
                  <a:lnTo>
                    <a:pt x="2755" y="1719"/>
                  </a:lnTo>
                  <a:lnTo>
                    <a:pt x="2780" y="1618"/>
                  </a:lnTo>
                  <a:lnTo>
                    <a:pt x="2780" y="1491"/>
                  </a:lnTo>
                  <a:lnTo>
                    <a:pt x="2730" y="1390"/>
                  </a:lnTo>
                  <a:lnTo>
                    <a:pt x="2629" y="1314"/>
                  </a:lnTo>
                  <a:lnTo>
                    <a:pt x="455" y="51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42"/>
            <p:cNvSpPr/>
            <p:nvPr/>
          </p:nvSpPr>
          <p:spPr>
            <a:xfrm>
              <a:off x="621625" y="1541775"/>
              <a:ext cx="69500" cy="46150"/>
            </a:xfrm>
            <a:custGeom>
              <a:avLst/>
              <a:gdLst/>
              <a:ahLst/>
              <a:cxnLst/>
              <a:rect l="l" t="t" r="r" b="b"/>
              <a:pathLst>
                <a:path w="2780" h="1846" extrusionOk="0">
                  <a:moveTo>
                    <a:pt x="228" y="1"/>
                  </a:moveTo>
                  <a:lnTo>
                    <a:pt x="126" y="51"/>
                  </a:lnTo>
                  <a:lnTo>
                    <a:pt x="25" y="152"/>
                  </a:lnTo>
                  <a:lnTo>
                    <a:pt x="0" y="253"/>
                  </a:lnTo>
                  <a:lnTo>
                    <a:pt x="0" y="380"/>
                  </a:lnTo>
                  <a:lnTo>
                    <a:pt x="51" y="481"/>
                  </a:lnTo>
                  <a:lnTo>
                    <a:pt x="152" y="557"/>
                  </a:lnTo>
                  <a:lnTo>
                    <a:pt x="2325" y="1820"/>
                  </a:lnTo>
                  <a:lnTo>
                    <a:pt x="2401" y="1845"/>
                  </a:lnTo>
                  <a:lnTo>
                    <a:pt x="2553" y="1845"/>
                  </a:lnTo>
                  <a:lnTo>
                    <a:pt x="2628" y="1820"/>
                  </a:lnTo>
                  <a:lnTo>
                    <a:pt x="2679" y="1770"/>
                  </a:lnTo>
                  <a:lnTo>
                    <a:pt x="2729" y="1694"/>
                  </a:lnTo>
                  <a:lnTo>
                    <a:pt x="2780" y="1593"/>
                  </a:lnTo>
                  <a:lnTo>
                    <a:pt x="2755" y="1466"/>
                  </a:lnTo>
                  <a:lnTo>
                    <a:pt x="2704" y="1365"/>
                  </a:lnTo>
                  <a:lnTo>
                    <a:pt x="2628" y="1289"/>
                  </a:lnTo>
                  <a:lnTo>
                    <a:pt x="455" y="26"/>
                  </a:lnTo>
                  <a:lnTo>
                    <a:pt x="329" y="1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42"/>
            <p:cNvSpPr/>
            <p:nvPr/>
          </p:nvSpPr>
          <p:spPr>
            <a:xfrm>
              <a:off x="406800" y="1360450"/>
              <a:ext cx="172500" cy="277375"/>
            </a:xfrm>
            <a:custGeom>
              <a:avLst/>
              <a:gdLst/>
              <a:ahLst/>
              <a:cxnLst/>
              <a:rect l="l" t="t" r="r" b="b"/>
              <a:pathLst>
                <a:path w="6900" h="11095" extrusionOk="0">
                  <a:moveTo>
                    <a:pt x="4398" y="1"/>
                  </a:moveTo>
                  <a:lnTo>
                    <a:pt x="4272" y="26"/>
                  </a:lnTo>
                  <a:lnTo>
                    <a:pt x="4145" y="51"/>
                  </a:lnTo>
                  <a:lnTo>
                    <a:pt x="4044" y="127"/>
                  </a:lnTo>
                  <a:lnTo>
                    <a:pt x="3943" y="203"/>
                  </a:lnTo>
                  <a:lnTo>
                    <a:pt x="3867" y="279"/>
                  </a:lnTo>
                  <a:lnTo>
                    <a:pt x="3817" y="405"/>
                  </a:lnTo>
                  <a:lnTo>
                    <a:pt x="3766" y="506"/>
                  </a:lnTo>
                  <a:lnTo>
                    <a:pt x="3766" y="632"/>
                  </a:lnTo>
                  <a:lnTo>
                    <a:pt x="3766" y="1264"/>
                  </a:lnTo>
                  <a:lnTo>
                    <a:pt x="3741" y="1138"/>
                  </a:lnTo>
                  <a:lnTo>
                    <a:pt x="3716" y="1011"/>
                  </a:lnTo>
                  <a:lnTo>
                    <a:pt x="3640" y="910"/>
                  </a:lnTo>
                  <a:lnTo>
                    <a:pt x="3589" y="835"/>
                  </a:lnTo>
                  <a:lnTo>
                    <a:pt x="3488" y="759"/>
                  </a:lnTo>
                  <a:lnTo>
                    <a:pt x="3387" y="708"/>
                  </a:lnTo>
                  <a:lnTo>
                    <a:pt x="3261" y="658"/>
                  </a:lnTo>
                  <a:lnTo>
                    <a:pt x="3134" y="632"/>
                  </a:lnTo>
                  <a:lnTo>
                    <a:pt x="3033" y="658"/>
                  </a:lnTo>
                  <a:lnTo>
                    <a:pt x="2932" y="683"/>
                  </a:lnTo>
                  <a:lnTo>
                    <a:pt x="2856" y="708"/>
                  </a:lnTo>
                  <a:lnTo>
                    <a:pt x="2755" y="759"/>
                  </a:lnTo>
                  <a:lnTo>
                    <a:pt x="2654" y="860"/>
                  </a:lnTo>
                  <a:lnTo>
                    <a:pt x="2578" y="986"/>
                  </a:lnTo>
                  <a:lnTo>
                    <a:pt x="2528" y="1113"/>
                  </a:lnTo>
                  <a:lnTo>
                    <a:pt x="2503" y="1264"/>
                  </a:lnTo>
                  <a:lnTo>
                    <a:pt x="2503" y="1770"/>
                  </a:lnTo>
                  <a:lnTo>
                    <a:pt x="2452" y="1643"/>
                  </a:lnTo>
                  <a:lnTo>
                    <a:pt x="2401" y="1542"/>
                  </a:lnTo>
                  <a:lnTo>
                    <a:pt x="2326" y="1441"/>
                  </a:lnTo>
                  <a:lnTo>
                    <a:pt x="2225" y="1365"/>
                  </a:lnTo>
                  <a:lnTo>
                    <a:pt x="2123" y="1315"/>
                  </a:lnTo>
                  <a:lnTo>
                    <a:pt x="1997" y="1289"/>
                  </a:lnTo>
                  <a:lnTo>
                    <a:pt x="1871" y="1264"/>
                  </a:lnTo>
                  <a:lnTo>
                    <a:pt x="1744" y="1289"/>
                  </a:lnTo>
                  <a:lnTo>
                    <a:pt x="1643" y="1315"/>
                  </a:lnTo>
                  <a:lnTo>
                    <a:pt x="1517" y="1365"/>
                  </a:lnTo>
                  <a:lnTo>
                    <a:pt x="1441" y="1441"/>
                  </a:lnTo>
                  <a:lnTo>
                    <a:pt x="1365" y="1542"/>
                  </a:lnTo>
                  <a:lnTo>
                    <a:pt x="1289" y="1643"/>
                  </a:lnTo>
                  <a:lnTo>
                    <a:pt x="1264" y="1770"/>
                  </a:lnTo>
                  <a:lnTo>
                    <a:pt x="1239" y="1896"/>
                  </a:lnTo>
                  <a:lnTo>
                    <a:pt x="1239" y="2401"/>
                  </a:lnTo>
                  <a:lnTo>
                    <a:pt x="1214" y="2275"/>
                  </a:lnTo>
                  <a:lnTo>
                    <a:pt x="1138" y="2174"/>
                  </a:lnTo>
                  <a:lnTo>
                    <a:pt x="1062" y="2073"/>
                  </a:lnTo>
                  <a:lnTo>
                    <a:pt x="986" y="1997"/>
                  </a:lnTo>
                  <a:lnTo>
                    <a:pt x="860" y="1946"/>
                  </a:lnTo>
                  <a:lnTo>
                    <a:pt x="759" y="1896"/>
                  </a:lnTo>
                  <a:lnTo>
                    <a:pt x="506" y="1896"/>
                  </a:lnTo>
                  <a:lnTo>
                    <a:pt x="380" y="1946"/>
                  </a:lnTo>
                  <a:lnTo>
                    <a:pt x="279" y="1997"/>
                  </a:lnTo>
                  <a:lnTo>
                    <a:pt x="178" y="2073"/>
                  </a:lnTo>
                  <a:lnTo>
                    <a:pt x="102" y="2174"/>
                  </a:lnTo>
                  <a:lnTo>
                    <a:pt x="51" y="2275"/>
                  </a:lnTo>
                  <a:lnTo>
                    <a:pt x="1" y="2401"/>
                  </a:lnTo>
                  <a:lnTo>
                    <a:pt x="1" y="2528"/>
                  </a:lnTo>
                  <a:lnTo>
                    <a:pt x="1" y="7430"/>
                  </a:lnTo>
                  <a:lnTo>
                    <a:pt x="1" y="7607"/>
                  </a:lnTo>
                  <a:lnTo>
                    <a:pt x="26" y="7784"/>
                  </a:lnTo>
                  <a:lnTo>
                    <a:pt x="76" y="7961"/>
                  </a:lnTo>
                  <a:lnTo>
                    <a:pt x="127" y="8113"/>
                  </a:lnTo>
                  <a:lnTo>
                    <a:pt x="203" y="8290"/>
                  </a:lnTo>
                  <a:lnTo>
                    <a:pt x="304" y="8441"/>
                  </a:lnTo>
                  <a:lnTo>
                    <a:pt x="405" y="8568"/>
                  </a:lnTo>
                  <a:lnTo>
                    <a:pt x="531" y="8719"/>
                  </a:lnTo>
                  <a:lnTo>
                    <a:pt x="1239" y="9427"/>
                  </a:lnTo>
                  <a:lnTo>
                    <a:pt x="1239" y="11095"/>
                  </a:lnTo>
                  <a:lnTo>
                    <a:pt x="5636" y="11095"/>
                  </a:lnTo>
                  <a:lnTo>
                    <a:pt x="5636" y="9427"/>
                  </a:lnTo>
                  <a:lnTo>
                    <a:pt x="6369" y="8719"/>
                  </a:lnTo>
                  <a:lnTo>
                    <a:pt x="6496" y="8568"/>
                  </a:lnTo>
                  <a:lnTo>
                    <a:pt x="6597" y="8441"/>
                  </a:lnTo>
                  <a:lnTo>
                    <a:pt x="6698" y="8290"/>
                  </a:lnTo>
                  <a:lnTo>
                    <a:pt x="6773" y="8113"/>
                  </a:lnTo>
                  <a:lnTo>
                    <a:pt x="6824" y="7961"/>
                  </a:lnTo>
                  <a:lnTo>
                    <a:pt x="6875" y="7784"/>
                  </a:lnTo>
                  <a:lnTo>
                    <a:pt x="6900" y="7607"/>
                  </a:lnTo>
                  <a:lnTo>
                    <a:pt x="6900" y="7430"/>
                  </a:lnTo>
                  <a:lnTo>
                    <a:pt x="6900" y="3160"/>
                  </a:lnTo>
                  <a:lnTo>
                    <a:pt x="6875" y="2907"/>
                  </a:lnTo>
                  <a:lnTo>
                    <a:pt x="6799" y="2679"/>
                  </a:lnTo>
                  <a:lnTo>
                    <a:pt x="6698" y="2452"/>
                  </a:lnTo>
                  <a:lnTo>
                    <a:pt x="6546" y="2275"/>
                  </a:lnTo>
                  <a:lnTo>
                    <a:pt x="6344" y="2123"/>
                  </a:lnTo>
                  <a:lnTo>
                    <a:pt x="6142" y="1997"/>
                  </a:lnTo>
                  <a:lnTo>
                    <a:pt x="5889" y="1921"/>
                  </a:lnTo>
                  <a:lnTo>
                    <a:pt x="5636" y="1896"/>
                  </a:lnTo>
                  <a:lnTo>
                    <a:pt x="5030" y="1896"/>
                  </a:lnTo>
                  <a:lnTo>
                    <a:pt x="5030" y="632"/>
                  </a:lnTo>
                  <a:lnTo>
                    <a:pt x="5004" y="506"/>
                  </a:lnTo>
                  <a:lnTo>
                    <a:pt x="4979" y="405"/>
                  </a:lnTo>
                  <a:lnTo>
                    <a:pt x="4903" y="279"/>
                  </a:lnTo>
                  <a:lnTo>
                    <a:pt x="4828" y="203"/>
                  </a:lnTo>
                  <a:lnTo>
                    <a:pt x="4752" y="127"/>
                  </a:lnTo>
                  <a:lnTo>
                    <a:pt x="4625" y="51"/>
                  </a:lnTo>
                  <a:lnTo>
                    <a:pt x="4524" y="26"/>
                  </a:lnTo>
                  <a:lnTo>
                    <a:pt x="4398" y="1"/>
                  </a:ln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42"/>
            <p:cNvSpPr/>
            <p:nvPr/>
          </p:nvSpPr>
          <p:spPr>
            <a:xfrm>
              <a:off x="500950" y="1360450"/>
              <a:ext cx="23400" cy="47400"/>
            </a:xfrm>
            <a:custGeom>
              <a:avLst/>
              <a:gdLst/>
              <a:ahLst/>
              <a:cxnLst/>
              <a:rect l="l" t="t" r="r" b="b"/>
              <a:pathLst>
                <a:path w="936" h="1896" extrusionOk="0">
                  <a:moveTo>
                    <a:pt x="632" y="1"/>
                  </a:moveTo>
                  <a:lnTo>
                    <a:pt x="506" y="26"/>
                  </a:lnTo>
                  <a:lnTo>
                    <a:pt x="379" y="51"/>
                  </a:lnTo>
                  <a:lnTo>
                    <a:pt x="278" y="127"/>
                  </a:lnTo>
                  <a:lnTo>
                    <a:pt x="177" y="203"/>
                  </a:lnTo>
                  <a:lnTo>
                    <a:pt x="101" y="279"/>
                  </a:lnTo>
                  <a:lnTo>
                    <a:pt x="51" y="405"/>
                  </a:lnTo>
                  <a:lnTo>
                    <a:pt x="0" y="506"/>
                  </a:lnTo>
                  <a:lnTo>
                    <a:pt x="0" y="632"/>
                  </a:lnTo>
                  <a:lnTo>
                    <a:pt x="0" y="1896"/>
                  </a:lnTo>
                  <a:lnTo>
                    <a:pt x="607" y="1896"/>
                  </a:lnTo>
                  <a:lnTo>
                    <a:pt x="607" y="632"/>
                  </a:lnTo>
                  <a:lnTo>
                    <a:pt x="632" y="455"/>
                  </a:lnTo>
                  <a:lnTo>
                    <a:pt x="682" y="304"/>
                  </a:lnTo>
                  <a:lnTo>
                    <a:pt x="809" y="177"/>
                  </a:lnTo>
                  <a:lnTo>
                    <a:pt x="935" y="76"/>
                  </a:lnTo>
                  <a:lnTo>
                    <a:pt x="784" y="26"/>
                  </a:lnTo>
                  <a:lnTo>
                    <a:pt x="632" y="1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42"/>
            <p:cNvSpPr/>
            <p:nvPr/>
          </p:nvSpPr>
          <p:spPr>
            <a:xfrm>
              <a:off x="500950" y="1447000"/>
              <a:ext cx="23400" cy="39200"/>
            </a:xfrm>
            <a:custGeom>
              <a:avLst/>
              <a:gdLst/>
              <a:ahLst/>
              <a:cxnLst/>
              <a:rect l="l" t="t" r="r" b="b"/>
              <a:pathLst>
                <a:path w="936" h="1568" extrusionOk="0">
                  <a:moveTo>
                    <a:pt x="0" y="1"/>
                  </a:moveTo>
                  <a:lnTo>
                    <a:pt x="0" y="936"/>
                  </a:lnTo>
                  <a:lnTo>
                    <a:pt x="0" y="1062"/>
                  </a:lnTo>
                  <a:lnTo>
                    <a:pt x="51" y="1189"/>
                  </a:lnTo>
                  <a:lnTo>
                    <a:pt x="101" y="1290"/>
                  </a:lnTo>
                  <a:lnTo>
                    <a:pt x="177" y="1391"/>
                  </a:lnTo>
                  <a:lnTo>
                    <a:pt x="278" y="1467"/>
                  </a:lnTo>
                  <a:lnTo>
                    <a:pt x="379" y="1517"/>
                  </a:lnTo>
                  <a:lnTo>
                    <a:pt x="506" y="1568"/>
                  </a:lnTo>
                  <a:lnTo>
                    <a:pt x="632" y="1568"/>
                  </a:lnTo>
                  <a:lnTo>
                    <a:pt x="784" y="1542"/>
                  </a:lnTo>
                  <a:lnTo>
                    <a:pt x="935" y="1492"/>
                  </a:lnTo>
                  <a:lnTo>
                    <a:pt x="809" y="1391"/>
                  </a:lnTo>
                  <a:lnTo>
                    <a:pt x="682" y="1264"/>
                  </a:lnTo>
                  <a:lnTo>
                    <a:pt x="632" y="1113"/>
                  </a:lnTo>
                  <a:lnTo>
                    <a:pt x="607" y="936"/>
                  </a:lnTo>
                  <a:lnTo>
                    <a:pt x="607" y="15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42"/>
            <p:cNvSpPr/>
            <p:nvPr/>
          </p:nvSpPr>
          <p:spPr>
            <a:xfrm>
              <a:off x="469350" y="1376250"/>
              <a:ext cx="23400" cy="49300"/>
            </a:xfrm>
            <a:custGeom>
              <a:avLst/>
              <a:gdLst/>
              <a:ahLst/>
              <a:cxnLst/>
              <a:rect l="l" t="t" r="r" b="b"/>
              <a:pathLst>
                <a:path w="936" h="1972" extrusionOk="0">
                  <a:moveTo>
                    <a:pt x="632" y="0"/>
                  </a:moveTo>
                  <a:lnTo>
                    <a:pt x="506" y="26"/>
                  </a:lnTo>
                  <a:lnTo>
                    <a:pt x="380" y="51"/>
                  </a:lnTo>
                  <a:lnTo>
                    <a:pt x="279" y="127"/>
                  </a:lnTo>
                  <a:lnTo>
                    <a:pt x="177" y="203"/>
                  </a:lnTo>
                  <a:lnTo>
                    <a:pt x="102" y="278"/>
                  </a:lnTo>
                  <a:lnTo>
                    <a:pt x="51" y="379"/>
                  </a:lnTo>
                  <a:lnTo>
                    <a:pt x="26" y="506"/>
                  </a:lnTo>
                  <a:lnTo>
                    <a:pt x="1" y="632"/>
                  </a:lnTo>
                  <a:lnTo>
                    <a:pt x="1" y="1972"/>
                  </a:lnTo>
                  <a:lnTo>
                    <a:pt x="26" y="1845"/>
                  </a:lnTo>
                  <a:lnTo>
                    <a:pt x="51" y="1719"/>
                  </a:lnTo>
                  <a:lnTo>
                    <a:pt x="102" y="1592"/>
                  </a:lnTo>
                  <a:lnTo>
                    <a:pt x="177" y="1491"/>
                  </a:lnTo>
                  <a:lnTo>
                    <a:pt x="279" y="1416"/>
                  </a:lnTo>
                  <a:lnTo>
                    <a:pt x="380" y="1340"/>
                  </a:lnTo>
                  <a:lnTo>
                    <a:pt x="481" y="1289"/>
                  </a:lnTo>
                  <a:lnTo>
                    <a:pt x="607" y="1264"/>
                  </a:lnTo>
                  <a:lnTo>
                    <a:pt x="607" y="632"/>
                  </a:lnTo>
                  <a:lnTo>
                    <a:pt x="632" y="455"/>
                  </a:lnTo>
                  <a:lnTo>
                    <a:pt x="708" y="304"/>
                  </a:lnTo>
                  <a:lnTo>
                    <a:pt x="809" y="177"/>
                  </a:lnTo>
                  <a:lnTo>
                    <a:pt x="936" y="76"/>
                  </a:lnTo>
                  <a:lnTo>
                    <a:pt x="784" y="26"/>
                  </a:lnTo>
                  <a:lnTo>
                    <a:pt x="632" y="0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42"/>
            <p:cNvSpPr/>
            <p:nvPr/>
          </p:nvSpPr>
          <p:spPr>
            <a:xfrm>
              <a:off x="469350" y="1425525"/>
              <a:ext cx="23400" cy="60675"/>
            </a:xfrm>
            <a:custGeom>
              <a:avLst/>
              <a:gdLst/>
              <a:ahLst/>
              <a:cxnLst/>
              <a:rect l="l" t="t" r="r" b="b"/>
              <a:pathLst>
                <a:path w="936" h="2427" extrusionOk="0">
                  <a:moveTo>
                    <a:pt x="1" y="1"/>
                  </a:moveTo>
                  <a:lnTo>
                    <a:pt x="1" y="1795"/>
                  </a:lnTo>
                  <a:lnTo>
                    <a:pt x="26" y="1921"/>
                  </a:lnTo>
                  <a:lnTo>
                    <a:pt x="51" y="2048"/>
                  </a:lnTo>
                  <a:lnTo>
                    <a:pt x="102" y="2149"/>
                  </a:lnTo>
                  <a:lnTo>
                    <a:pt x="177" y="2250"/>
                  </a:lnTo>
                  <a:lnTo>
                    <a:pt x="279" y="2326"/>
                  </a:lnTo>
                  <a:lnTo>
                    <a:pt x="380" y="2376"/>
                  </a:lnTo>
                  <a:lnTo>
                    <a:pt x="506" y="2427"/>
                  </a:lnTo>
                  <a:lnTo>
                    <a:pt x="632" y="2427"/>
                  </a:lnTo>
                  <a:lnTo>
                    <a:pt x="784" y="2401"/>
                  </a:lnTo>
                  <a:lnTo>
                    <a:pt x="936" y="2351"/>
                  </a:lnTo>
                  <a:lnTo>
                    <a:pt x="809" y="2250"/>
                  </a:lnTo>
                  <a:lnTo>
                    <a:pt x="708" y="2123"/>
                  </a:lnTo>
                  <a:lnTo>
                    <a:pt x="632" y="1972"/>
                  </a:lnTo>
                  <a:lnTo>
                    <a:pt x="607" y="1795"/>
                  </a:lnTo>
                  <a:lnTo>
                    <a:pt x="607" y="708"/>
                  </a:lnTo>
                  <a:lnTo>
                    <a:pt x="531" y="683"/>
                  </a:lnTo>
                  <a:lnTo>
                    <a:pt x="430" y="632"/>
                  </a:lnTo>
                  <a:lnTo>
                    <a:pt x="329" y="582"/>
                  </a:lnTo>
                  <a:lnTo>
                    <a:pt x="228" y="506"/>
                  </a:lnTo>
                  <a:lnTo>
                    <a:pt x="152" y="430"/>
                  </a:lnTo>
                  <a:lnTo>
                    <a:pt x="102" y="329"/>
                  </a:lnTo>
                  <a:lnTo>
                    <a:pt x="51" y="228"/>
                  </a:lnTo>
                  <a:lnTo>
                    <a:pt x="26" y="12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42"/>
            <p:cNvSpPr/>
            <p:nvPr/>
          </p:nvSpPr>
          <p:spPr>
            <a:xfrm>
              <a:off x="471875" y="1455850"/>
              <a:ext cx="78375" cy="85325"/>
            </a:xfrm>
            <a:custGeom>
              <a:avLst/>
              <a:gdLst/>
              <a:ahLst/>
              <a:cxnLst/>
              <a:rect l="l" t="t" r="r" b="b"/>
              <a:pathLst>
                <a:path w="3135" h="3413" extrusionOk="0">
                  <a:moveTo>
                    <a:pt x="2528" y="1"/>
                  </a:moveTo>
                  <a:lnTo>
                    <a:pt x="2528" y="910"/>
                  </a:lnTo>
                  <a:lnTo>
                    <a:pt x="2199" y="910"/>
                  </a:lnTo>
                  <a:lnTo>
                    <a:pt x="1997" y="936"/>
                  </a:lnTo>
                  <a:lnTo>
                    <a:pt x="1820" y="961"/>
                  </a:lnTo>
                  <a:lnTo>
                    <a:pt x="1643" y="986"/>
                  </a:lnTo>
                  <a:lnTo>
                    <a:pt x="1441" y="1037"/>
                  </a:lnTo>
                  <a:lnTo>
                    <a:pt x="1264" y="1113"/>
                  </a:lnTo>
                  <a:lnTo>
                    <a:pt x="1113" y="1214"/>
                  </a:lnTo>
                  <a:lnTo>
                    <a:pt x="936" y="1315"/>
                  </a:lnTo>
                  <a:lnTo>
                    <a:pt x="784" y="1416"/>
                  </a:lnTo>
                  <a:lnTo>
                    <a:pt x="658" y="1542"/>
                  </a:lnTo>
                  <a:lnTo>
                    <a:pt x="531" y="1694"/>
                  </a:lnTo>
                  <a:lnTo>
                    <a:pt x="405" y="1845"/>
                  </a:lnTo>
                  <a:lnTo>
                    <a:pt x="304" y="1997"/>
                  </a:lnTo>
                  <a:lnTo>
                    <a:pt x="228" y="2174"/>
                  </a:lnTo>
                  <a:lnTo>
                    <a:pt x="152" y="2326"/>
                  </a:lnTo>
                  <a:lnTo>
                    <a:pt x="76" y="2528"/>
                  </a:lnTo>
                  <a:lnTo>
                    <a:pt x="51" y="2705"/>
                  </a:lnTo>
                  <a:lnTo>
                    <a:pt x="26" y="2907"/>
                  </a:lnTo>
                  <a:lnTo>
                    <a:pt x="1" y="3109"/>
                  </a:lnTo>
                  <a:lnTo>
                    <a:pt x="26" y="3235"/>
                  </a:lnTo>
                  <a:lnTo>
                    <a:pt x="102" y="3311"/>
                  </a:lnTo>
                  <a:lnTo>
                    <a:pt x="203" y="3387"/>
                  </a:lnTo>
                  <a:lnTo>
                    <a:pt x="304" y="3412"/>
                  </a:lnTo>
                  <a:lnTo>
                    <a:pt x="430" y="3387"/>
                  </a:lnTo>
                  <a:lnTo>
                    <a:pt x="531" y="3311"/>
                  </a:lnTo>
                  <a:lnTo>
                    <a:pt x="582" y="3235"/>
                  </a:lnTo>
                  <a:lnTo>
                    <a:pt x="607" y="3109"/>
                  </a:lnTo>
                  <a:lnTo>
                    <a:pt x="632" y="2932"/>
                  </a:lnTo>
                  <a:lnTo>
                    <a:pt x="632" y="2780"/>
                  </a:lnTo>
                  <a:lnTo>
                    <a:pt x="683" y="2629"/>
                  </a:lnTo>
                  <a:lnTo>
                    <a:pt x="734" y="2502"/>
                  </a:lnTo>
                  <a:lnTo>
                    <a:pt x="885" y="2225"/>
                  </a:lnTo>
                  <a:lnTo>
                    <a:pt x="1087" y="1997"/>
                  </a:lnTo>
                  <a:lnTo>
                    <a:pt x="1315" y="1795"/>
                  </a:lnTo>
                  <a:lnTo>
                    <a:pt x="1567" y="1643"/>
                  </a:lnTo>
                  <a:lnTo>
                    <a:pt x="1719" y="1593"/>
                  </a:lnTo>
                  <a:lnTo>
                    <a:pt x="1871" y="1567"/>
                  </a:lnTo>
                  <a:lnTo>
                    <a:pt x="2022" y="1542"/>
                  </a:lnTo>
                  <a:lnTo>
                    <a:pt x="2199" y="1517"/>
                  </a:lnTo>
                  <a:lnTo>
                    <a:pt x="2831" y="1517"/>
                  </a:lnTo>
                  <a:lnTo>
                    <a:pt x="2932" y="1492"/>
                  </a:lnTo>
                  <a:lnTo>
                    <a:pt x="3033" y="1441"/>
                  </a:lnTo>
                  <a:lnTo>
                    <a:pt x="3109" y="1340"/>
                  </a:lnTo>
                  <a:lnTo>
                    <a:pt x="3134" y="1214"/>
                  </a:lnTo>
                  <a:lnTo>
                    <a:pt x="3134" y="152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42"/>
            <p:cNvSpPr/>
            <p:nvPr/>
          </p:nvSpPr>
          <p:spPr>
            <a:xfrm>
              <a:off x="422600" y="1627700"/>
              <a:ext cx="140925" cy="41725"/>
            </a:xfrm>
            <a:custGeom>
              <a:avLst/>
              <a:gdLst/>
              <a:ahLst/>
              <a:cxnLst/>
              <a:rect l="l" t="t" r="r" b="b"/>
              <a:pathLst>
                <a:path w="5637" h="1669" extrusionOk="0">
                  <a:moveTo>
                    <a:pt x="278" y="1"/>
                  </a:moveTo>
                  <a:lnTo>
                    <a:pt x="152" y="26"/>
                  </a:lnTo>
                  <a:lnTo>
                    <a:pt x="76" y="76"/>
                  </a:lnTo>
                  <a:lnTo>
                    <a:pt x="0" y="177"/>
                  </a:lnTo>
                  <a:lnTo>
                    <a:pt x="0" y="278"/>
                  </a:lnTo>
                  <a:lnTo>
                    <a:pt x="0" y="1668"/>
                  </a:lnTo>
                  <a:lnTo>
                    <a:pt x="5636" y="1668"/>
                  </a:lnTo>
                  <a:lnTo>
                    <a:pt x="5636" y="278"/>
                  </a:lnTo>
                  <a:lnTo>
                    <a:pt x="5611" y="177"/>
                  </a:lnTo>
                  <a:lnTo>
                    <a:pt x="5560" y="76"/>
                  </a:lnTo>
                  <a:lnTo>
                    <a:pt x="5484" y="26"/>
                  </a:lnTo>
                  <a:lnTo>
                    <a:pt x="53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42"/>
            <p:cNvSpPr/>
            <p:nvPr/>
          </p:nvSpPr>
          <p:spPr>
            <a:xfrm>
              <a:off x="406800" y="1659300"/>
              <a:ext cx="172500" cy="94150"/>
            </a:xfrm>
            <a:custGeom>
              <a:avLst/>
              <a:gdLst/>
              <a:ahLst/>
              <a:cxnLst/>
              <a:rect l="l" t="t" r="r" b="b"/>
              <a:pathLst>
                <a:path w="6900" h="3766" extrusionOk="0">
                  <a:moveTo>
                    <a:pt x="279" y="0"/>
                  </a:moveTo>
                  <a:lnTo>
                    <a:pt x="152" y="25"/>
                  </a:lnTo>
                  <a:lnTo>
                    <a:pt x="76" y="76"/>
                  </a:lnTo>
                  <a:lnTo>
                    <a:pt x="26" y="152"/>
                  </a:lnTo>
                  <a:lnTo>
                    <a:pt x="1" y="278"/>
                  </a:lnTo>
                  <a:lnTo>
                    <a:pt x="1" y="3766"/>
                  </a:lnTo>
                  <a:lnTo>
                    <a:pt x="6900" y="3766"/>
                  </a:lnTo>
                  <a:lnTo>
                    <a:pt x="6900" y="278"/>
                  </a:lnTo>
                  <a:lnTo>
                    <a:pt x="6875" y="152"/>
                  </a:lnTo>
                  <a:lnTo>
                    <a:pt x="6824" y="76"/>
                  </a:lnTo>
                  <a:lnTo>
                    <a:pt x="6723" y="25"/>
                  </a:lnTo>
                  <a:lnTo>
                    <a:pt x="6622" y="0"/>
                  </a:lnTo>
                  <a:close/>
                </a:path>
              </a:pathLst>
            </a:custGeom>
            <a:solidFill>
              <a:srgbClr val="60B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42"/>
            <p:cNvSpPr/>
            <p:nvPr/>
          </p:nvSpPr>
          <p:spPr>
            <a:xfrm>
              <a:off x="516725" y="1682675"/>
              <a:ext cx="31000" cy="15175"/>
            </a:xfrm>
            <a:custGeom>
              <a:avLst/>
              <a:gdLst/>
              <a:ahLst/>
              <a:cxnLst/>
              <a:rect l="l" t="t" r="r" b="b"/>
              <a:pathLst>
                <a:path w="1240" h="607" extrusionOk="0">
                  <a:moveTo>
                    <a:pt x="304" y="0"/>
                  </a:moveTo>
                  <a:lnTo>
                    <a:pt x="203" y="25"/>
                  </a:lnTo>
                  <a:lnTo>
                    <a:pt x="102" y="101"/>
                  </a:lnTo>
                  <a:lnTo>
                    <a:pt x="26" y="202"/>
                  </a:lnTo>
                  <a:lnTo>
                    <a:pt x="1" y="303"/>
                  </a:lnTo>
                  <a:lnTo>
                    <a:pt x="26" y="430"/>
                  </a:lnTo>
                  <a:lnTo>
                    <a:pt x="102" y="531"/>
                  </a:lnTo>
                  <a:lnTo>
                    <a:pt x="203" y="581"/>
                  </a:lnTo>
                  <a:lnTo>
                    <a:pt x="304" y="607"/>
                  </a:lnTo>
                  <a:lnTo>
                    <a:pt x="936" y="607"/>
                  </a:lnTo>
                  <a:lnTo>
                    <a:pt x="1062" y="581"/>
                  </a:lnTo>
                  <a:lnTo>
                    <a:pt x="1163" y="531"/>
                  </a:lnTo>
                  <a:lnTo>
                    <a:pt x="1214" y="430"/>
                  </a:lnTo>
                  <a:lnTo>
                    <a:pt x="1239" y="303"/>
                  </a:lnTo>
                  <a:lnTo>
                    <a:pt x="1214" y="202"/>
                  </a:lnTo>
                  <a:lnTo>
                    <a:pt x="1163" y="101"/>
                  </a:lnTo>
                  <a:lnTo>
                    <a:pt x="1062" y="25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42"/>
            <p:cNvSpPr/>
            <p:nvPr/>
          </p:nvSpPr>
          <p:spPr>
            <a:xfrm>
              <a:off x="406800" y="1407825"/>
              <a:ext cx="46150" cy="230000"/>
            </a:xfrm>
            <a:custGeom>
              <a:avLst/>
              <a:gdLst/>
              <a:ahLst/>
              <a:cxnLst/>
              <a:rect l="l" t="t" r="r" b="b"/>
              <a:pathLst>
                <a:path w="1846" h="9200" extrusionOk="0">
                  <a:moveTo>
                    <a:pt x="506" y="1"/>
                  </a:moveTo>
                  <a:lnTo>
                    <a:pt x="380" y="51"/>
                  </a:lnTo>
                  <a:lnTo>
                    <a:pt x="279" y="102"/>
                  </a:lnTo>
                  <a:lnTo>
                    <a:pt x="178" y="178"/>
                  </a:lnTo>
                  <a:lnTo>
                    <a:pt x="102" y="279"/>
                  </a:lnTo>
                  <a:lnTo>
                    <a:pt x="51" y="380"/>
                  </a:lnTo>
                  <a:lnTo>
                    <a:pt x="1" y="506"/>
                  </a:lnTo>
                  <a:lnTo>
                    <a:pt x="1" y="633"/>
                  </a:lnTo>
                  <a:lnTo>
                    <a:pt x="1" y="5535"/>
                  </a:lnTo>
                  <a:lnTo>
                    <a:pt x="1" y="5712"/>
                  </a:lnTo>
                  <a:lnTo>
                    <a:pt x="26" y="5889"/>
                  </a:lnTo>
                  <a:lnTo>
                    <a:pt x="76" y="6066"/>
                  </a:lnTo>
                  <a:lnTo>
                    <a:pt x="127" y="6218"/>
                  </a:lnTo>
                  <a:lnTo>
                    <a:pt x="203" y="6395"/>
                  </a:lnTo>
                  <a:lnTo>
                    <a:pt x="304" y="6546"/>
                  </a:lnTo>
                  <a:lnTo>
                    <a:pt x="405" y="6673"/>
                  </a:lnTo>
                  <a:lnTo>
                    <a:pt x="531" y="6824"/>
                  </a:lnTo>
                  <a:lnTo>
                    <a:pt x="1239" y="7532"/>
                  </a:lnTo>
                  <a:lnTo>
                    <a:pt x="1239" y="9200"/>
                  </a:lnTo>
                  <a:lnTo>
                    <a:pt x="1845" y="9200"/>
                  </a:lnTo>
                  <a:lnTo>
                    <a:pt x="1845" y="7532"/>
                  </a:lnTo>
                  <a:lnTo>
                    <a:pt x="1138" y="6824"/>
                  </a:lnTo>
                  <a:lnTo>
                    <a:pt x="1011" y="6673"/>
                  </a:lnTo>
                  <a:lnTo>
                    <a:pt x="910" y="6546"/>
                  </a:lnTo>
                  <a:lnTo>
                    <a:pt x="809" y="6395"/>
                  </a:lnTo>
                  <a:lnTo>
                    <a:pt x="733" y="6218"/>
                  </a:lnTo>
                  <a:lnTo>
                    <a:pt x="683" y="6066"/>
                  </a:lnTo>
                  <a:lnTo>
                    <a:pt x="632" y="5889"/>
                  </a:lnTo>
                  <a:lnTo>
                    <a:pt x="607" y="5712"/>
                  </a:lnTo>
                  <a:lnTo>
                    <a:pt x="607" y="5535"/>
                  </a:lnTo>
                  <a:lnTo>
                    <a:pt x="607" y="633"/>
                  </a:lnTo>
                  <a:lnTo>
                    <a:pt x="607" y="506"/>
                  </a:lnTo>
                  <a:lnTo>
                    <a:pt x="658" y="380"/>
                  </a:lnTo>
                  <a:lnTo>
                    <a:pt x="708" y="279"/>
                  </a:lnTo>
                  <a:lnTo>
                    <a:pt x="784" y="178"/>
                  </a:lnTo>
                  <a:lnTo>
                    <a:pt x="936" y="77"/>
                  </a:lnTo>
                  <a:lnTo>
                    <a:pt x="784" y="26"/>
                  </a:lnTo>
                  <a:lnTo>
                    <a:pt x="632" y="1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42"/>
            <p:cNvSpPr/>
            <p:nvPr/>
          </p:nvSpPr>
          <p:spPr>
            <a:xfrm>
              <a:off x="437750" y="1392050"/>
              <a:ext cx="23400" cy="94150"/>
            </a:xfrm>
            <a:custGeom>
              <a:avLst/>
              <a:gdLst/>
              <a:ahLst/>
              <a:cxnLst/>
              <a:rect l="l" t="t" r="r" b="b"/>
              <a:pathLst>
                <a:path w="936" h="3766" extrusionOk="0">
                  <a:moveTo>
                    <a:pt x="633" y="0"/>
                  </a:moveTo>
                  <a:lnTo>
                    <a:pt x="506" y="25"/>
                  </a:lnTo>
                  <a:lnTo>
                    <a:pt x="405" y="51"/>
                  </a:lnTo>
                  <a:lnTo>
                    <a:pt x="279" y="101"/>
                  </a:lnTo>
                  <a:lnTo>
                    <a:pt x="203" y="177"/>
                  </a:lnTo>
                  <a:lnTo>
                    <a:pt x="127" y="278"/>
                  </a:lnTo>
                  <a:lnTo>
                    <a:pt x="51" y="379"/>
                  </a:lnTo>
                  <a:lnTo>
                    <a:pt x="26" y="506"/>
                  </a:lnTo>
                  <a:lnTo>
                    <a:pt x="1" y="632"/>
                  </a:lnTo>
                  <a:lnTo>
                    <a:pt x="1" y="3134"/>
                  </a:lnTo>
                  <a:lnTo>
                    <a:pt x="26" y="3260"/>
                  </a:lnTo>
                  <a:lnTo>
                    <a:pt x="51" y="3387"/>
                  </a:lnTo>
                  <a:lnTo>
                    <a:pt x="127" y="3488"/>
                  </a:lnTo>
                  <a:lnTo>
                    <a:pt x="203" y="3589"/>
                  </a:lnTo>
                  <a:lnTo>
                    <a:pt x="279" y="3665"/>
                  </a:lnTo>
                  <a:lnTo>
                    <a:pt x="405" y="3715"/>
                  </a:lnTo>
                  <a:lnTo>
                    <a:pt x="506" y="3766"/>
                  </a:lnTo>
                  <a:lnTo>
                    <a:pt x="633" y="3766"/>
                  </a:lnTo>
                  <a:lnTo>
                    <a:pt x="810" y="3740"/>
                  </a:lnTo>
                  <a:lnTo>
                    <a:pt x="936" y="3690"/>
                  </a:lnTo>
                  <a:lnTo>
                    <a:pt x="810" y="3589"/>
                  </a:lnTo>
                  <a:lnTo>
                    <a:pt x="709" y="3462"/>
                  </a:lnTo>
                  <a:lnTo>
                    <a:pt x="633" y="3311"/>
                  </a:lnTo>
                  <a:lnTo>
                    <a:pt x="607" y="3134"/>
                  </a:lnTo>
                  <a:lnTo>
                    <a:pt x="607" y="632"/>
                  </a:lnTo>
                  <a:lnTo>
                    <a:pt x="633" y="455"/>
                  </a:lnTo>
                  <a:lnTo>
                    <a:pt x="709" y="303"/>
                  </a:lnTo>
                  <a:lnTo>
                    <a:pt x="810" y="177"/>
                  </a:lnTo>
                  <a:lnTo>
                    <a:pt x="936" y="76"/>
                  </a:lnTo>
                  <a:lnTo>
                    <a:pt x="810" y="25"/>
                  </a:lnTo>
                  <a:lnTo>
                    <a:pt x="633" y="0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5" name="Google Shape;2625;p42"/>
          <p:cNvGrpSpPr/>
          <p:nvPr/>
        </p:nvGrpSpPr>
        <p:grpSpPr>
          <a:xfrm>
            <a:off x="6471400" y="2294508"/>
            <a:ext cx="394070" cy="640065"/>
            <a:chOff x="1073350" y="1242950"/>
            <a:chExt cx="314025" cy="510500"/>
          </a:xfrm>
        </p:grpSpPr>
        <p:sp>
          <p:nvSpPr>
            <p:cNvPr id="2626" name="Google Shape;2626;p42"/>
            <p:cNvSpPr/>
            <p:nvPr/>
          </p:nvSpPr>
          <p:spPr>
            <a:xfrm>
              <a:off x="1156125" y="1434375"/>
              <a:ext cx="147850" cy="32250"/>
            </a:xfrm>
            <a:custGeom>
              <a:avLst/>
              <a:gdLst/>
              <a:ahLst/>
              <a:cxnLst/>
              <a:rect l="l" t="t" r="r" b="b"/>
              <a:pathLst>
                <a:path w="5914" h="1290" extrusionOk="0">
                  <a:moveTo>
                    <a:pt x="0" y="0"/>
                  </a:moveTo>
                  <a:lnTo>
                    <a:pt x="0" y="1289"/>
                  </a:lnTo>
                  <a:lnTo>
                    <a:pt x="5914" y="1289"/>
                  </a:lnTo>
                  <a:lnTo>
                    <a:pt x="5914" y="0"/>
                  </a:lnTo>
                  <a:close/>
                </a:path>
              </a:pathLst>
            </a:custGeom>
            <a:solidFill>
              <a:srgbClr val="D1A0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42"/>
            <p:cNvSpPr/>
            <p:nvPr/>
          </p:nvSpPr>
          <p:spPr>
            <a:xfrm>
              <a:off x="1156125" y="1498175"/>
              <a:ext cx="147850" cy="32250"/>
            </a:xfrm>
            <a:custGeom>
              <a:avLst/>
              <a:gdLst/>
              <a:ahLst/>
              <a:cxnLst/>
              <a:rect l="l" t="t" r="r" b="b"/>
              <a:pathLst>
                <a:path w="5914" h="1290" extrusionOk="0">
                  <a:moveTo>
                    <a:pt x="0" y="1"/>
                  </a:moveTo>
                  <a:lnTo>
                    <a:pt x="0" y="1290"/>
                  </a:lnTo>
                  <a:lnTo>
                    <a:pt x="5914" y="1290"/>
                  </a:lnTo>
                  <a:lnTo>
                    <a:pt x="5914" y="1"/>
                  </a:lnTo>
                  <a:close/>
                </a:path>
              </a:pathLst>
            </a:custGeom>
            <a:solidFill>
              <a:srgbClr val="D1A0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42"/>
            <p:cNvSpPr/>
            <p:nvPr/>
          </p:nvSpPr>
          <p:spPr>
            <a:xfrm>
              <a:off x="1156750" y="1562000"/>
              <a:ext cx="147225" cy="31600"/>
            </a:xfrm>
            <a:custGeom>
              <a:avLst/>
              <a:gdLst/>
              <a:ahLst/>
              <a:cxnLst/>
              <a:rect l="l" t="t" r="r" b="b"/>
              <a:pathLst>
                <a:path w="5889" h="1264" extrusionOk="0">
                  <a:moveTo>
                    <a:pt x="0" y="0"/>
                  </a:moveTo>
                  <a:lnTo>
                    <a:pt x="0" y="1264"/>
                  </a:lnTo>
                  <a:lnTo>
                    <a:pt x="5889" y="1264"/>
                  </a:lnTo>
                  <a:lnTo>
                    <a:pt x="5889" y="0"/>
                  </a:lnTo>
                  <a:close/>
                </a:path>
              </a:pathLst>
            </a:custGeom>
            <a:solidFill>
              <a:srgbClr val="D1A0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42"/>
            <p:cNvSpPr/>
            <p:nvPr/>
          </p:nvSpPr>
          <p:spPr>
            <a:xfrm>
              <a:off x="1156125" y="1625800"/>
              <a:ext cx="147850" cy="32250"/>
            </a:xfrm>
            <a:custGeom>
              <a:avLst/>
              <a:gdLst/>
              <a:ahLst/>
              <a:cxnLst/>
              <a:rect l="l" t="t" r="r" b="b"/>
              <a:pathLst>
                <a:path w="5914" h="1290" extrusionOk="0">
                  <a:moveTo>
                    <a:pt x="0" y="1"/>
                  </a:moveTo>
                  <a:lnTo>
                    <a:pt x="0" y="1290"/>
                  </a:lnTo>
                  <a:lnTo>
                    <a:pt x="5914" y="1290"/>
                  </a:lnTo>
                  <a:lnTo>
                    <a:pt x="5914" y="1"/>
                  </a:lnTo>
                  <a:close/>
                </a:path>
              </a:pathLst>
            </a:custGeom>
            <a:solidFill>
              <a:srgbClr val="D1A0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42"/>
            <p:cNvSpPr/>
            <p:nvPr/>
          </p:nvSpPr>
          <p:spPr>
            <a:xfrm>
              <a:off x="1156125" y="1689625"/>
              <a:ext cx="147850" cy="32225"/>
            </a:xfrm>
            <a:custGeom>
              <a:avLst/>
              <a:gdLst/>
              <a:ahLst/>
              <a:cxnLst/>
              <a:rect l="l" t="t" r="r" b="b"/>
              <a:pathLst>
                <a:path w="5914" h="1289" extrusionOk="0">
                  <a:moveTo>
                    <a:pt x="0" y="0"/>
                  </a:moveTo>
                  <a:lnTo>
                    <a:pt x="0" y="1289"/>
                  </a:lnTo>
                  <a:lnTo>
                    <a:pt x="5914" y="1289"/>
                  </a:lnTo>
                  <a:lnTo>
                    <a:pt x="5914" y="0"/>
                  </a:lnTo>
                  <a:close/>
                </a:path>
              </a:pathLst>
            </a:custGeom>
            <a:solidFill>
              <a:srgbClr val="D1A0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42"/>
            <p:cNvSpPr/>
            <p:nvPr/>
          </p:nvSpPr>
          <p:spPr>
            <a:xfrm>
              <a:off x="1134625" y="1402775"/>
              <a:ext cx="31625" cy="350675"/>
            </a:xfrm>
            <a:custGeom>
              <a:avLst/>
              <a:gdLst/>
              <a:ahLst/>
              <a:cxnLst/>
              <a:rect l="l" t="t" r="r" b="b"/>
              <a:pathLst>
                <a:path w="1265" h="14027" extrusionOk="0">
                  <a:moveTo>
                    <a:pt x="279" y="1"/>
                  </a:moveTo>
                  <a:lnTo>
                    <a:pt x="153" y="26"/>
                  </a:lnTo>
                  <a:lnTo>
                    <a:pt x="77" y="77"/>
                  </a:lnTo>
                  <a:lnTo>
                    <a:pt x="26" y="178"/>
                  </a:lnTo>
                  <a:lnTo>
                    <a:pt x="1" y="279"/>
                  </a:lnTo>
                  <a:lnTo>
                    <a:pt x="1" y="14027"/>
                  </a:lnTo>
                  <a:lnTo>
                    <a:pt x="1265" y="14027"/>
                  </a:lnTo>
                  <a:lnTo>
                    <a:pt x="1265" y="279"/>
                  </a:lnTo>
                  <a:lnTo>
                    <a:pt x="1239" y="178"/>
                  </a:lnTo>
                  <a:lnTo>
                    <a:pt x="1189" y="77"/>
                  </a:lnTo>
                  <a:lnTo>
                    <a:pt x="1088" y="26"/>
                  </a:lnTo>
                  <a:lnTo>
                    <a:pt x="987" y="1"/>
                  </a:lnTo>
                  <a:close/>
                </a:path>
              </a:pathLst>
            </a:custGeom>
            <a:solidFill>
              <a:srgbClr val="D1A0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42"/>
            <p:cNvSpPr/>
            <p:nvPr/>
          </p:nvSpPr>
          <p:spPr>
            <a:xfrm>
              <a:off x="1293850" y="1402775"/>
              <a:ext cx="31625" cy="350675"/>
            </a:xfrm>
            <a:custGeom>
              <a:avLst/>
              <a:gdLst/>
              <a:ahLst/>
              <a:cxnLst/>
              <a:rect l="l" t="t" r="r" b="b"/>
              <a:pathLst>
                <a:path w="1265" h="14027" extrusionOk="0">
                  <a:moveTo>
                    <a:pt x="278" y="1"/>
                  </a:moveTo>
                  <a:lnTo>
                    <a:pt x="177" y="26"/>
                  </a:lnTo>
                  <a:lnTo>
                    <a:pt x="76" y="77"/>
                  </a:lnTo>
                  <a:lnTo>
                    <a:pt x="26" y="178"/>
                  </a:lnTo>
                  <a:lnTo>
                    <a:pt x="0" y="279"/>
                  </a:lnTo>
                  <a:lnTo>
                    <a:pt x="0" y="14027"/>
                  </a:lnTo>
                  <a:lnTo>
                    <a:pt x="1264" y="14027"/>
                  </a:lnTo>
                  <a:lnTo>
                    <a:pt x="1264" y="279"/>
                  </a:lnTo>
                  <a:lnTo>
                    <a:pt x="1264" y="178"/>
                  </a:lnTo>
                  <a:lnTo>
                    <a:pt x="1188" y="77"/>
                  </a:lnTo>
                  <a:lnTo>
                    <a:pt x="1112" y="26"/>
                  </a:lnTo>
                  <a:lnTo>
                    <a:pt x="986" y="1"/>
                  </a:lnTo>
                  <a:close/>
                </a:path>
              </a:pathLst>
            </a:custGeom>
            <a:solidFill>
              <a:srgbClr val="D1A0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42"/>
            <p:cNvSpPr/>
            <p:nvPr/>
          </p:nvSpPr>
          <p:spPr>
            <a:xfrm>
              <a:off x="1163700" y="1242950"/>
              <a:ext cx="133325" cy="127625"/>
            </a:xfrm>
            <a:custGeom>
              <a:avLst/>
              <a:gdLst/>
              <a:ahLst/>
              <a:cxnLst/>
              <a:rect l="l" t="t" r="r" b="b"/>
              <a:pathLst>
                <a:path w="5333" h="5105" extrusionOk="0">
                  <a:moveTo>
                    <a:pt x="2654" y="0"/>
                  </a:moveTo>
                  <a:lnTo>
                    <a:pt x="2578" y="25"/>
                  </a:lnTo>
                  <a:lnTo>
                    <a:pt x="2502" y="51"/>
                  </a:lnTo>
                  <a:lnTo>
                    <a:pt x="2427" y="101"/>
                  </a:lnTo>
                  <a:lnTo>
                    <a:pt x="2376" y="177"/>
                  </a:lnTo>
                  <a:lnTo>
                    <a:pt x="1795" y="1339"/>
                  </a:lnTo>
                  <a:lnTo>
                    <a:pt x="1744" y="1415"/>
                  </a:lnTo>
                  <a:lnTo>
                    <a:pt x="1694" y="1466"/>
                  </a:lnTo>
                  <a:lnTo>
                    <a:pt x="1618" y="1516"/>
                  </a:lnTo>
                  <a:lnTo>
                    <a:pt x="1542" y="1516"/>
                  </a:lnTo>
                  <a:lnTo>
                    <a:pt x="278" y="1718"/>
                  </a:lnTo>
                  <a:lnTo>
                    <a:pt x="177" y="1744"/>
                  </a:lnTo>
                  <a:lnTo>
                    <a:pt x="102" y="1794"/>
                  </a:lnTo>
                  <a:lnTo>
                    <a:pt x="51" y="1845"/>
                  </a:lnTo>
                  <a:lnTo>
                    <a:pt x="0" y="1946"/>
                  </a:lnTo>
                  <a:lnTo>
                    <a:pt x="0" y="2022"/>
                  </a:lnTo>
                  <a:lnTo>
                    <a:pt x="0" y="2098"/>
                  </a:lnTo>
                  <a:lnTo>
                    <a:pt x="26" y="2199"/>
                  </a:lnTo>
                  <a:lnTo>
                    <a:pt x="76" y="2274"/>
                  </a:lnTo>
                  <a:lnTo>
                    <a:pt x="1011" y="3159"/>
                  </a:lnTo>
                  <a:lnTo>
                    <a:pt x="1062" y="3235"/>
                  </a:lnTo>
                  <a:lnTo>
                    <a:pt x="1087" y="3311"/>
                  </a:lnTo>
                  <a:lnTo>
                    <a:pt x="1112" y="3386"/>
                  </a:lnTo>
                  <a:lnTo>
                    <a:pt x="1112" y="3462"/>
                  </a:lnTo>
                  <a:lnTo>
                    <a:pt x="885" y="4726"/>
                  </a:lnTo>
                  <a:lnTo>
                    <a:pt x="885" y="4827"/>
                  </a:lnTo>
                  <a:lnTo>
                    <a:pt x="910" y="4928"/>
                  </a:lnTo>
                  <a:lnTo>
                    <a:pt x="961" y="5004"/>
                  </a:lnTo>
                  <a:lnTo>
                    <a:pt x="1011" y="5054"/>
                  </a:lnTo>
                  <a:lnTo>
                    <a:pt x="1087" y="5105"/>
                  </a:lnTo>
                  <a:lnTo>
                    <a:pt x="1264" y="5105"/>
                  </a:lnTo>
                  <a:lnTo>
                    <a:pt x="1365" y="5080"/>
                  </a:lnTo>
                  <a:lnTo>
                    <a:pt x="2502" y="4473"/>
                  </a:lnTo>
                  <a:lnTo>
                    <a:pt x="2578" y="4448"/>
                  </a:lnTo>
                  <a:lnTo>
                    <a:pt x="2730" y="4448"/>
                  </a:lnTo>
                  <a:lnTo>
                    <a:pt x="2806" y="4473"/>
                  </a:lnTo>
                  <a:lnTo>
                    <a:pt x="3943" y="5080"/>
                  </a:lnTo>
                  <a:lnTo>
                    <a:pt x="4044" y="5105"/>
                  </a:lnTo>
                  <a:lnTo>
                    <a:pt x="4221" y="5105"/>
                  </a:lnTo>
                  <a:lnTo>
                    <a:pt x="4297" y="5054"/>
                  </a:lnTo>
                  <a:lnTo>
                    <a:pt x="4347" y="5004"/>
                  </a:lnTo>
                  <a:lnTo>
                    <a:pt x="4398" y="4928"/>
                  </a:lnTo>
                  <a:lnTo>
                    <a:pt x="4423" y="4827"/>
                  </a:lnTo>
                  <a:lnTo>
                    <a:pt x="4423" y="4726"/>
                  </a:lnTo>
                  <a:lnTo>
                    <a:pt x="4196" y="3462"/>
                  </a:lnTo>
                  <a:lnTo>
                    <a:pt x="4196" y="3386"/>
                  </a:lnTo>
                  <a:lnTo>
                    <a:pt x="4221" y="3311"/>
                  </a:lnTo>
                  <a:lnTo>
                    <a:pt x="4246" y="3235"/>
                  </a:lnTo>
                  <a:lnTo>
                    <a:pt x="4297" y="3159"/>
                  </a:lnTo>
                  <a:lnTo>
                    <a:pt x="5232" y="2274"/>
                  </a:lnTo>
                  <a:lnTo>
                    <a:pt x="5282" y="2199"/>
                  </a:lnTo>
                  <a:lnTo>
                    <a:pt x="5308" y="2098"/>
                  </a:lnTo>
                  <a:lnTo>
                    <a:pt x="5333" y="2022"/>
                  </a:lnTo>
                  <a:lnTo>
                    <a:pt x="5308" y="1946"/>
                  </a:lnTo>
                  <a:lnTo>
                    <a:pt x="5282" y="1845"/>
                  </a:lnTo>
                  <a:lnTo>
                    <a:pt x="5206" y="1794"/>
                  </a:lnTo>
                  <a:lnTo>
                    <a:pt x="5131" y="1744"/>
                  </a:lnTo>
                  <a:lnTo>
                    <a:pt x="5055" y="1718"/>
                  </a:lnTo>
                  <a:lnTo>
                    <a:pt x="3766" y="1516"/>
                  </a:lnTo>
                  <a:lnTo>
                    <a:pt x="3690" y="1516"/>
                  </a:lnTo>
                  <a:lnTo>
                    <a:pt x="3614" y="1466"/>
                  </a:lnTo>
                  <a:lnTo>
                    <a:pt x="3564" y="1415"/>
                  </a:lnTo>
                  <a:lnTo>
                    <a:pt x="3513" y="1339"/>
                  </a:lnTo>
                  <a:lnTo>
                    <a:pt x="2957" y="177"/>
                  </a:lnTo>
                  <a:lnTo>
                    <a:pt x="2881" y="101"/>
                  </a:lnTo>
                  <a:lnTo>
                    <a:pt x="2831" y="51"/>
                  </a:lnTo>
                  <a:lnTo>
                    <a:pt x="2755" y="25"/>
                  </a:lnTo>
                  <a:lnTo>
                    <a:pt x="2654" y="0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42"/>
            <p:cNvSpPr/>
            <p:nvPr/>
          </p:nvSpPr>
          <p:spPr>
            <a:xfrm>
              <a:off x="1350075" y="1299175"/>
              <a:ext cx="37300" cy="15175"/>
            </a:xfrm>
            <a:custGeom>
              <a:avLst/>
              <a:gdLst/>
              <a:ahLst/>
              <a:cxnLst/>
              <a:rect l="l" t="t" r="r" b="b"/>
              <a:pathLst>
                <a:path w="1492" h="607" extrusionOk="0">
                  <a:moveTo>
                    <a:pt x="304" y="0"/>
                  </a:moveTo>
                  <a:lnTo>
                    <a:pt x="178" y="25"/>
                  </a:lnTo>
                  <a:lnTo>
                    <a:pt x="76" y="101"/>
                  </a:lnTo>
                  <a:lnTo>
                    <a:pt x="26" y="177"/>
                  </a:lnTo>
                  <a:lnTo>
                    <a:pt x="1" y="303"/>
                  </a:lnTo>
                  <a:lnTo>
                    <a:pt x="26" y="430"/>
                  </a:lnTo>
                  <a:lnTo>
                    <a:pt x="76" y="531"/>
                  </a:lnTo>
                  <a:lnTo>
                    <a:pt x="178" y="581"/>
                  </a:lnTo>
                  <a:lnTo>
                    <a:pt x="304" y="607"/>
                  </a:lnTo>
                  <a:lnTo>
                    <a:pt x="1163" y="607"/>
                  </a:lnTo>
                  <a:lnTo>
                    <a:pt x="1290" y="581"/>
                  </a:lnTo>
                  <a:lnTo>
                    <a:pt x="1391" y="531"/>
                  </a:lnTo>
                  <a:lnTo>
                    <a:pt x="1466" y="430"/>
                  </a:lnTo>
                  <a:lnTo>
                    <a:pt x="1492" y="303"/>
                  </a:lnTo>
                  <a:lnTo>
                    <a:pt x="1466" y="177"/>
                  </a:lnTo>
                  <a:lnTo>
                    <a:pt x="1391" y="101"/>
                  </a:lnTo>
                  <a:lnTo>
                    <a:pt x="1290" y="25"/>
                  </a:lnTo>
                  <a:lnTo>
                    <a:pt x="1163" y="0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42"/>
            <p:cNvSpPr/>
            <p:nvPr/>
          </p:nvSpPr>
          <p:spPr>
            <a:xfrm>
              <a:off x="1348175" y="1254300"/>
              <a:ext cx="34775" cy="25950"/>
            </a:xfrm>
            <a:custGeom>
              <a:avLst/>
              <a:gdLst/>
              <a:ahLst/>
              <a:cxnLst/>
              <a:rect l="l" t="t" r="r" b="b"/>
              <a:pathLst>
                <a:path w="1391" h="1038" extrusionOk="0">
                  <a:moveTo>
                    <a:pt x="1062" y="1"/>
                  </a:moveTo>
                  <a:lnTo>
                    <a:pt x="961" y="26"/>
                  </a:lnTo>
                  <a:lnTo>
                    <a:pt x="152" y="456"/>
                  </a:lnTo>
                  <a:lnTo>
                    <a:pt x="51" y="532"/>
                  </a:lnTo>
                  <a:lnTo>
                    <a:pt x="1" y="633"/>
                  </a:lnTo>
                  <a:lnTo>
                    <a:pt x="1" y="759"/>
                  </a:lnTo>
                  <a:lnTo>
                    <a:pt x="26" y="860"/>
                  </a:lnTo>
                  <a:lnTo>
                    <a:pt x="77" y="936"/>
                  </a:lnTo>
                  <a:lnTo>
                    <a:pt x="152" y="986"/>
                  </a:lnTo>
                  <a:lnTo>
                    <a:pt x="228" y="1012"/>
                  </a:lnTo>
                  <a:lnTo>
                    <a:pt x="304" y="1037"/>
                  </a:lnTo>
                  <a:lnTo>
                    <a:pt x="380" y="1012"/>
                  </a:lnTo>
                  <a:lnTo>
                    <a:pt x="456" y="986"/>
                  </a:lnTo>
                  <a:lnTo>
                    <a:pt x="1239" y="582"/>
                  </a:lnTo>
                  <a:lnTo>
                    <a:pt x="1340" y="481"/>
                  </a:lnTo>
                  <a:lnTo>
                    <a:pt x="1391" y="380"/>
                  </a:lnTo>
                  <a:lnTo>
                    <a:pt x="1391" y="279"/>
                  </a:lnTo>
                  <a:lnTo>
                    <a:pt x="1366" y="153"/>
                  </a:lnTo>
                  <a:lnTo>
                    <a:pt x="1290" y="51"/>
                  </a:lnTo>
                  <a:lnTo>
                    <a:pt x="1189" y="1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42"/>
            <p:cNvSpPr/>
            <p:nvPr/>
          </p:nvSpPr>
          <p:spPr>
            <a:xfrm>
              <a:off x="1348175" y="1333925"/>
              <a:ext cx="34775" cy="25925"/>
            </a:xfrm>
            <a:custGeom>
              <a:avLst/>
              <a:gdLst/>
              <a:ahLst/>
              <a:cxnLst/>
              <a:rect l="l" t="t" r="r" b="b"/>
              <a:pathLst>
                <a:path w="1391" h="1037" extrusionOk="0">
                  <a:moveTo>
                    <a:pt x="329" y="0"/>
                  </a:moveTo>
                  <a:lnTo>
                    <a:pt x="203" y="25"/>
                  </a:lnTo>
                  <a:lnTo>
                    <a:pt x="102" y="76"/>
                  </a:lnTo>
                  <a:lnTo>
                    <a:pt x="26" y="177"/>
                  </a:lnTo>
                  <a:lnTo>
                    <a:pt x="1" y="278"/>
                  </a:lnTo>
                  <a:lnTo>
                    <a:pt x="1" y="404"/>
                  </a:lnTo>
                  <a:lnTo>
                    <a:pt x="51" y="506"/>
                  </a:lnTo>
                  <a:lnTo>
                    <a:pt x="152" y="581"/>
                  </a:lnTo>
                  <a:lnTo>
                    <a:pt x="961" y="1011"/>
                  </a:lnTo>
                  <a:lnTo>
                    <a:pt x="1012" y="1036"/>
                  </a:lnTo>
                  <a:lnTo>
                    <a:pt x="1163" y="1036"/>
                  </a:lnTo>
                  <a:lnTo>
                    <a:pt x="1239" y="986"/>
                  </a:lnTo>
                  <a:lnTo>
                    <a:pt x="1315" y="935"/>
                  </a:lnTo>
                  <a:lnTo>
                    <a:pt x="1366" y="885"/>
                  </a:lnTo>
                  <a:lnTo>
                    <a:pt x="1391" y="758"/>
                  </a:lnTo>
                  <a:lnTo>
                    <a:pt x="1391" y="632"/>
                  </a:lnTo>
                  <a:lnTo>
                    <a:pt x="1340" y="531"/>
                  </a:lnTo>
                  <a:lnTo>
                    <a:pt x="1239" y="455"/>
                  </a:lnTo>
                  <a:lnTo>
                    <a:pt x="456" y="25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42"/>
            <p:cNvSpPr/>
            <p:nvPr/>
          </p:nvSpPr>
          <p:spPr>
            <a:xfrm>
              <a:off x="1073350" y="1299175"/>
              <a:ext cx="36675" cy="15175"/>
            </a:xfrm>
            <a:custGeom>
              <a:avLst/>
              <a:gdLst/>
              <a:ahLst/>
              <a:cxnLst/>
              <a:rect l="l" t="t" r="r" b="b"/>
              <a:pathLst>
                <a:path w="1467" h="607" extrusionOk="0">
                  <a:moveTo>
                    <a:pt x="304" y="0"/>
                  </a:moveTo>
                  <a:lnTo>
                    <a:pt x="177" y="25"/>
                  </a:lnTo>
                  <a:lnTo>
                    <a:pt x="76" y="101"/>
                  </a:lnTo>
                  <a:lnTo>
                    <a:pt x="26" y="177"/>
                  </a:lnTo>
                  <a:lnTo>
                    <a:pt x="1" y="303"/>
                  </a:lnTo>
                  <a:lnTo>
                    <a:pt x="26" y="430"/>
                  </a:lnTo>
                  <a:lnTo>
                    <a:pt x="76" y="531"/>
                  </a:lnTo>
                  <a:lnTo>
                    <a:pt x="177" y="581"/>
                  </a:lnTo>
                  <a:lnTo>
                    <a:pt x="304" y="607"/>
                  </a:lnTo>
                  <a:lnTo>
                    <a:pt x="1163" y="607"/>
                  </a:lnTo>
                  <a:lnTo>
                    <a:pt x="1289" y="581"/>
                  </a:lnTo>
                  <a:lnTo>
                    <a:pt x="1390" y="531"/>
                  </a:lnTo>
                  <a:lnTo>
                    <a:pt x="1441" y="430"/>
                  </a:lnTo>
                  <a:lnTo>
                    <a:pt x="1466" y="303"/>
                  </a:lnTo>
                  <a:lnTo>
                    <a:pt x="1441" y="177"/>
                  </a:lnTo>
                  <a:lnTo>
                    <a:pt x="1390" y="101"/>
                  </a:lnTo>
                  <a:lnTo>
                    <a:pt x="1289" y="25"/>
                  </a:lnTo>
                  <a:lnTo>
                    <a:pt x="1163" y="0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42"/>
            <p:cNvSpPr/>
            <p:nvPr/>
          </p:nvSpPr>
          <p:spPr>
            <a:xfrm>
              <a:off x="1077150" y="1254300"/>
              <a:ext cx="34775" cy="25950"/>
            </a:xfrm>
            <a:custGeom>
              <a:avLst/>
              <a:gdLst/>
              <a:ahLst/>
              <a:cxnLst/>
              <a:rect l="l" t="t" r="r" b="b"/>
              <a:pathLst>
                <a:path w="1391" h="1038" extrusionOk="0">
                  <a:moveTo>
                    <a:pt x="202" y="1"/>
                  </a:moveTo>
                  <a:lnTo>
                    <a:pt x="101" y="51"/>
                  </a:lnTo>
                  <a:lnTo>
                    <a:pt x="25" y="153"/>
                  </a:lnTo>
                  <a:lnTo>
                    <a:pt x="0" y="279"/>
                  </a:lnTo>
                  <a:lnTo>
                    <a:pt x="0" y="380"/>
                  </a:lnTo>
                  <a:lnTo>
                    <a:pt x="76" y="481"/>
                  </a:lnTo>
                  <a:lnTo>
                    <a:pt x="152" y="582"/>
                  </a:lnTo>
                  <a:lnTo>
                    <a:pt x="960" y="986"/>
                  </a:lnTo>
                  <a:lnTo>
                    <a:pt x="1011" y="1012"/>
                  </a:lnTo>
                  <a:lnTo>
                    <a:pt x="1087" y="1037"/>
                  </a:lnTo>
                  <a:lnTo>
                    <a:pt x="1188" y="1012"/>
                  </a:lnTo>
                  <a:lnTo>
                    <a:pt x="1264" y="986"/>
                  </a:lnTo>
                  <a:lnTo>
                    <a:pt x="1314" y="936"/>
                  </a:lnTo>
                  <a:lnTo>
                    <a:pt x="1365" y="860"/>
                  </a:lnTo>
                  <a:lnTo>
                    <a:pt x="1390" y="759"/>
                  </a:lnTo>
                  <a:lnTo>
                    <a:pt x="1390" y="633"/>
                  </a:lnTo>
                  <a:lnTo>
                    <a:pt x="1340" y="532"/>
                  </a:lnTo>
                  <a:lnTo>
                    <a:pt x="1238" y="456"/>
                  </a:lnTo>
                  <a:lnTo>
                    <a:pt x="455" y="26"/>
                  </a:lnTo>
                  <a:lnTo>
                    <a:pt x="329" y="1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42"/>
            <p:cNvSpPr/>
            <p:nvPr/>
          </p:nvSpPr>
          <p:spPr>
            <a:xfrm>
              <a:off x="1077150" y="1333925"/>
              <a:ext cx="34775" cy="25925"/>
            </a:xfrm>
            <a:custGeom>
              <a:avLst/>
              <a:gdLst/>
              <a:ahLst/>
              <a:cxnLst/>
              <a:rect l="l" t="t" r="r" b="b"/>
              <a:pathLst>
                <a:path w="1391" h="1037" extrusionOk="0">
                  <a:moveTo>
                    <a:pt x="1062" y="0"/>
                  </a:moveTo>
                  <a:lnTo>
                    <a:pt x="960" y="25"/>
                  </a:lnTo>
                  <a:lnTo>
                    <a:pt x="152" y="455"/>
                  </a:lnTo>
                  <a:lnTo>
                    <a:pt x="76" y="531"/>
                  </a:lnTo>
                  <a:lnTo>
                    <a:pt x="0" y="632"/>
                  </a:lnTo>
                  <a:lnTo>
                    <a:pt x="0" y="758"/>
                  </a:lnTo>
                  <a:lnTo>
                    <a:pt x="25" y="885"/>
                  </a:lnTo>
                  <a:lnTo>
                    <a:pt x="76" y="935"/>
                  </a:lnTo>
                  <a:lnTo>
                    <a:pt x="152" y="986"/>
                  </a:lnTo>
                  <a:lnTo>
                    <a:pt x="228" y="1036"/>
                  </a:lnTo>
                  <a:lnTo>
                    <a:pt x="379" y="1036"/>
                  </a:lnTo>
                  <a:lnTo>
                    <a:pt x="455" y="1011"/>
                  </a:lnTo>
                  <a:lnTo>
                    <a:pt x="1238" y="581"/>
                  </a:lnTo>
                  <a:lnTo>
                    <a:pt x="1340" y="506"/>
                  </a:lnTo>
                  <a:lnTo>
                    <a:pt x="1390" y="404"/>
                  </a:lnTo>
                  <a:lnTo>
                    <a:pt x="1390" y="278"/>
                  </a:lnTo>
                  <a:lnTo>
                    <a:pt x="1365" y="177"/>
                  </a:lnTo>
                  <a:lnTo>
                    <a:pt x="1289" y="76"/>
                  </a:lnTo>
                  <a:lnTo>
                    <a:pt x="1188" y="25"/>
                  </a:lnTo>
                  <a:lnTo>
                    <a:pt x="1062" y="0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" name="Прямая со стрелкой 4"/>
          <p:cNvCxnSpPr/>
          <p:nvPr/>
        </p:nvCxnSpPr>
        <p:spPr>
          <a:xfrm>
            <a:off x="3508320" y="2587213"/>
            <a:ext cx="2243328" cy="0"/>
          </a:xfrm>
          <a:prstGeom prst="straightConnector1">
            <a:avLst/>
          </a:prstGeom>
          <a:ln w="38100">
            <a:solidFill>
              <a:srgbClr val="29A2B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452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8" name="Google Shape;4088;p55"/>
          <p:cNvSpPr/>
          <p:nvPr/>
        </p:nvSpPr>
        <p:spPr>
          <a:xfrm>
            <a:off x="983000" y="3233550"/>
            <a:ext cx="2616600" cy="234300"/>
          </a:xfrm>
          <a:prstGeom prst="ellipse">
            <a:avLst/>
          </a:prstGeom>
          <a:solidFill>
            <a:srgbClr val="363636">
              <a:alpha val="184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4" name="Google Shape;4094;p55"/>
          <p:cNvSpPr txBox="1">
            <a:spLocks noGrp="1"/>
          </p:cNvSpPr>
          <p:nvPr>
            <p:ph type="subTitle" idx="1"/>
          </p:nvPr>
        </p:nvSpPr>
        <p:spPr>
          <a:xfrm>
            <a:off x="3738674" y="2078442"/>
            <a:ext cx="5277940" cy="146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sz="1800" b="1" dirty="0">
                <a:solidFill>
                  <a:srgbClr val="3672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Цель: На примере «Билайн» показать работающую модель бизнес-активизации с измеримыми результатами</a:t>
            </a:r>
            <a:endParaRPr sz="1800" dirty="0">
              <a:solidFill>
                <a:srgbClr val="36728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95" name="Google Shape;4095;p55"/>
          <p:cNvGrpSpPr/>
          <p:nvPr/>
        </p:nvGrpSpPr>
        <p:grpSpPr>
          <a:xfrm>
            <a:off x="2522677" y="1810241"/>
            <a:ext cx="804657" cy="1523018"/>
            <a:chOff x="5831933" y="1426049"/>
            <a:chExt cx="1401841" cy="2653341"/>
          </a:xfrm>
        </p:grpSpPr>
        <p:sp>
          <p:nvSpPr>
            <p:cNvPr id="4096" name="Google Shape;4096;p55"/>
            <p:cNvSpPr/>
            <p:nvPr/>
          </p:nvSpPr>
          <p:spPr>
            <a:xfrm>
              <a:off x="5831933" y="1426049"/>
              <a:ext cx="1401841" cy="2653341"/>
            </a:xfrm>
            <a:custGeom>
              <a:avLst/>
              <a:gdLst/>
              <a:ahLst/>
              <a:cxnLst/>
              <a:rect l="l" t="t" r="r" b="b"/>
              <a:pathLst>
                <a:path w="22301" h="42212" extrusionOk="0">
                  <a:moveTo>
                    <a:pt x="1712" y="1"/>
                  </a:moveTo>
                  <a:cubicBezTo>
                    <a:pt x="771" y="1"/>
                    <a:pt x="1" y="967"/>
                    <a:pt x="1" y="2143"/>
                  </a:cubicBezTo>
                  <a:lnTo>
                    <a:pt x="1" y="40082"/>
                  </a:lnTo>
                  <a:cubicBezTo>
                    <a:pt x="1" y="41257"/>
                    <a:pt x="771" y="42212"/>
                    <a:pt x="1712" y="42212"/>
                  </a:cubicBezTo>
                  <a:lnTo>
                    <a:pt x="20590" y="42212"/>
                  </a:lnTo>
                  <a:cubicBezTo>
                    <a:pt x="21531" y="42212"/>
                    <a:pt x="22301" y="41257"/>
                    <a:pt x="22301" y="40082"/>
                  </a:cubicBezTo>
                  <a:lnTo>
                    <a:pt x="22301" y="2143"/>
                  </a:lnTo>
                  <a:cubicBezTo>
                    <a:pt x="22301" y="967"/>
                    <a:pt x="21531" y="1"/>
                    <a:pt x="205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55"/>
            <p:cNvSpPr/>
            <p:nvPr/>
          </p:nvSpPr>
          <p:spPr>
            <a:xfrm>
              <a:off x="6434698" y="3711415"/>
              <a:ext cx="196312" cy="196367"/>
            </a:xfrm>
            <a:custGeom>
              <a:avLst/>
              <a:gdLst/>
              <a:ahLst/>
              <a:cxnLst/>
              <a:rect l="l" t="t" r="r" b="b"/>
              <a:pathLst>
                <a:path w="3123" h="3124" extrusionOk="0">
                  <a:moveTo>
                    <a:pt x="1555" y="1"/>
                  </a:moveTo>
                  <a:cubicBezTo>
                    <a:pt x="693" y="1"/>
                    <a:pt x="1" y="694"/>
                    <a:pt x="1" y="1556"/>
                  </a:cubicBezTo>
                  <a:cubicBezTo>
                    <a:pt x="1" y="2418"/>
                    <a:pt x="693" y="3124"/>
                    <a:pt x="1555" y="3124"/>
                  </a:cubicBezTo>
                  <a:cubicBezTo>
                    <a:pt x="2431" y="3124"/>
                    <a:pt x="3123" y="2418"/>
                    <a:pt x="3123" y="1556"/>
                  </a:cubicBezTo>
                  <a:cubicBezTo>
                    <a:pt x="3123" y="694"/>
                    <a:pt x="2431" y="1"/>
                    <a:pt x="1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98" name="Google Shape;4098;p55"/>
          <p:cNvPicPr preferRelativeResize="0"/>
          <p:nvPr/>
        </p:nvPicPr>
        <p:blipFill rotWithShape="1">
          <a:blip r:embed="rId3">
            <a:alphaModFix/>
          </a:blip>
          <a:srcRect t="2079" b="2079"/>
          <a:stretch/>
        </p:blipFill>
        <p:spPr>
          <a:xfrm>
            <a:off x="2577411" y="1867890"/>
            <a:ext cx="695400" cy="1142100"/>
          </a:xfrm>
          <a:prstGeom prst="roundRect">
            <a:avLst>
              <a:gd name="adj" fmla="val 15044"/>
            </a:avLst>
          </a:prstGeom>
          <a:noFill/>
          <a:ln>
            <a:noFill/>
          </a:ln>
        </p:spPr>
      </p:pic>
      <p:grpSp>
        <p:nvGrpSpPr>
          <p:cNvPr id="4099" name="Google Shape;4099;p55"/>
          <p:cNvGrpSpPr/>
          <p:nvPr/>
        </p:nvGrpSpPr>
        <p:grpSpPr>
          <a:xfrm rot="-5400000">
            <a:off x="1565752" y="2169416"/>
            <a:ext cx="804657" cy="1523018"/>
            <a:chOff x="5831933" y="1426049"/>
            <a:chExt cx="1401841" cy="2653341"/>
          </a:xfrm>
        </p:grpSpPr>
        <p:sp>
          <p:nvSpPr>
            <p:cNvPr id="4100" name="Google Shape;4100;p55"/>
            <p:cNvSpPr/>
            <p:nvPr/>
          </p:nvSpPr>
          <p:spPr>
            <a:xfrm>
              <a:off x="5831933" y="1426049"/>
              <a:ext cx="1401841" cy="2653341"/>
            </a:xfrm>
            <a:custGeom>
              <a:avLst/>
              <a:gdLst/>
              <a:ahLst/>
              <a:cxnLst/>
              <a:rect l="l" t="t" r="r" b="b"/>
              <a:pathLst>
                <a:path w="22301" h="42212" extrusionOk="0">
                  <a:moveTo>
                    <a:pt x="1712" y="1"/>
                  </a:moveTo>
                  <a:cubicBezTo>
                    <a:pt x="771" y="1"/>
                    <a:pt x="1" y="967"/>
                    <a:pt x="1" y="2143"/>
                  </a:cubicBezTo>
                  <a:lnTo>
                    <a:pt x="1" y="40082"/>
                  </a:lnTo>
                  <a:cubicBezTo>
                    <a:pt x="1" y="41257"/>
                    <a:pt x="771" y="42212"/>
                    <a:pt x="1712" y="42212"/>
                  </a:cubicBezTo>
                  <a:lnTo>
                    <a:pt x="20590" y="42212"/>
                  </a:lnTo>
                  <a:cubicBezTo>
                    <a:pt x="21531" y="42212"/>
                    <a:pt x="22301" y="41257"/>
                    <a:pt x="22301" y="40082"/>
                  </a:cubicBezTo>
                  <a:lnTo>
                    <a:pt x="22301" y="2143"/>
                  </a:lnTo>
                  <a:cubicBezTo>
                    <a:pt x="22301" y="967"/>
                    <a:pt x="21531" y="1"/>
                    <a:pt x="205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4101;p55"/>
            <p:cNvSpPr/>
            <p:nvPr/>
          </p:nvSpPr>
          <p:spPr>
            <a:xfrm>
              <a:off x="6434698" y="3711415"/>
              <a:ext cx="196312" cy="196367"/>
            </a:xfrm>
            <a:custGeom>
              <a:avLst/>
              <a:gdLst/>
              <a:ahLst/>
              <a:cxnLst/>
              <a:rect l="l" t="t" r="r" b="b"/>
              <a:pathLst>
                <a:path w="3123" h="3124" extrusionOk="0">
                  <a:moveTo>
                    <a:pt x="1555" y="1"/>
                  </a:moveTo>
                  <a:cubicBezTo>
                    <a:pt x="693" y="1"/>
                    <a:pt x="1" y="694"/>
                    <a:pt x="1" y="1556"/>
                  </a:cubicBezTo>
                  <a:cubicBezTo>
                    <a:pt x="1" y="2418"/>
                    <a:pt x="693" y="3124"/>
                    <a:pt x="1555" y="3124"/>
                  </a:cubicBezTo>
                  <a:cubicBezTo>
                    <a:pt x="2431" y="3124"/>
                    <a:pt x="3123" y="2418"/>
                    <a:pt x="3123" y="1556"/>
                  </a:cubicBezTo>
                  <a:cubicBezTo>
                    <a:pt x="3123" y="694"/>
                    <a:pt x="2431" y="1"/>
                    <a:pt x="155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102" name="Google Shape;4102;p55"/>
          <p:cNvPicPr preferRelativeResize="0"/>
          <p:nvPr/>
        </p:nvPicPr>
        <p:blipFill rotWithShape="1">
          <a:blip r:embed="rId4">
            <a:alphaModFix/>
          </a:blip>
          <a:srcRect l="24206" t="-31101" r="21832" b="-26453"/>
          <a:stretch/>
        </p:blipFill>
        <p:spPr>
          <a:xfrm rot="-5400000">
            <a:off x="1487571" y="2359769"/>
            <a:ext cx="695400" cy="1142100"/>
          </a:xfrm>
          <a:prstGeom prst="roundRect">
            <a:avLst>
              <a:gd name="adj" fmla="val 12808"/>
            </a:avLst>
          </a:prstGeom>
          <a:noFill/>
          <a:ln>
            <a:noFill/>
          </a:ln>
        </p:spPr>
      </p:pic>
      <p:grpSp>
        <p:nvGrpSpPr>
          <p:cNvPr id="4103" name="Google Shape;4103;p55"/>
          <p:cNvGrpSpPr/>
          <p:nvPr/>
        </p:nvGrpSpPr>
        <p:grpSpPr>
          <a:xfrm flipH="1">
            <a:off x="374878" y="1463634"/>
            <a:ext cx="1487323" cy="3135800"/>
            <a:chOff x="8156303" y="5286184"/>
            <a:chExt cx="1487323" cy="3135800"/>
          </a:xfrm>
        </p:grpSpPr>
        <p:sp>
          <p:nvSpPr>
            <p:cNvPr id="4104" name="Google Shape;4104;p55"/>
            <p:cNvSpPr/>
            <p:nvPr/>
          </p:nvSpPr>
          <p:spPr>
            <a:xfrm>
              <a:off x="8321226" y="8187684"/>
              <a:ext cx="1322400" cy="2343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55"/>
            <p:cNvSpPr/>
            <p:nvPr/>
          </p:nvSpPr>
          <p:spPr>
            <a:xfrm>
              <a:off x="8824437" y="5364449"/>
              <a:ext cx="357980" cy="401304"/>
            </a:xfrm>
            <a:custGeom>
              <a:avLst/>
              <a:gdLst/>
              <a:ahLst/>
              <a:cxnLst/>
              <a:rect l="l" t="t" r="r" b="b"/>
              <a:pathLst>
                <a:path w="16658" h="18674" extrusionOk="0">
                  <a:moveTo>
                    <a:pt x="8775" y="1"/>
                  </a:moveTo>
                  <a:lnTo>
                    <a:pt x="8249" y="24"/>
                  </a:lnTo>
                  <a:lnTo>
                    <a:pt x="7722" y="93"/>
                  </a:lnTo>
                  <a:lnTo>
                    <a:pt x="7217" y="161"/>
                  </a:lnTo>
                  <a:lnTo>
                    <a:pt x="6713" y="276"/>
                  </a:lnTo>
                  <a:lnTo>
                    <a:pt x="6232" y="390"/>
                  </a:lnTo>
                  <a:lnTo>
                    <a:pt x="5751" y="551"/>
                  </a:lnTo>
                  <a:lnTo>
                    <a:pt x="5293" y="734"/>
                  </a:lnTo>
                  <a:lnTo>
                    <a:pt x="4858" y="940"/>
                  </a:lnTo>
                  <a:lnTo>
                    <a:pt x="4445" y="1147"/>
                  </a:lnTo>
                  <a:lnTo>
                    <a:pt x="4056" y="1399"/>
                  </a:lnTo>
                  <a:lnTo>
                    <a:pt x="3666" y="1674"/>
                  </a:lnTo>
                  <a:lnTo>
                    <a:pt x="3300" y="1971"/>
                  </a:lnTo>
                  <a:lnTo>
                    <a:pt x="2979" y="2269"/>
                  </a:lnTo>
                  <a:lnTo>
                    <a:pt x="2658" y="2613"/>
                  </a:lnTo>
                  <a:lnTo>
                    <a:pt x="2360" y="2957"/>
                  </a:lnTo>
                  <a:lnTo>
                    <a:pt x="2108" y="3323"/>
                  </a:lnTo>
                  <a:lnTo>
                    <a:pt x="1856" y="3713"/>
                  </a:lnTo>
                  <a:lnTo>
                    <a:pt x="1650" y="4125"/>
                  </a:lnTo>
                  <a:lnTo>
                    <a:pt x="1467" y="4537"/>
                  </a:lnTo>
                  <a:lnTo>
                    <a:pt x="1306" y="4996"/>
                  </a:lnTo>
                  <a:lnTo>
                    <a:pt x="1192" y="5431"/>
                  </a:lnTo>
                  <a:lnTo>
                    <a:pt x="1100" y="5912"/>
                  </a:lnTo>
                  <a:lnTo>
                    <a:pt x="1031" y="6393"/>
                  </a:lnTo>
                  <a:lnTo>
                    <a:pt x="986" y="6897"/>
                  </a:lnTo>
                  <a:lnTo>
                    <a:pt x="986" y="7424"/>
                  </a:lnTo>
                  <a:lnTo>
                    <a:pt x="1031" y="7951"/>
                  </a:lnTo>
                  <a:lnTo>
                    <a:pt x="1100" y="8478"/>
                  </a:lnTo>
                  <a:lnTo>
                    <a:pt x="1169" y="8959"/>
                  </a:lnTo>
                  <a:lnTo>
                    <a:pt x="1192" y="9463"/>
                  </a:lnTo>
                  <a:lnTo>
                    <a:pt x="1215" y="9990"/>
                  </a:lnTo>
                  <a:lnTo>
                    <a:pt x="1215" y="10517"/>
                  </a:lnTo>
                  <a:lnTo>
                    <a:pt x="1169" y="11067"/>
                  </a:lnTo>
                  <a:lnTo>
                    <a:pt x="1123" y="11617"/>
                  </a:lnTo>
                  <a:lnTo>
                    <a:pt x="1077" y="12190"/>
                  </a:lnTo>
                  <a:lnTo>
                    <a:pt x="986" y="12763"/>
                  </a:lnTo>
                  <a:lnTo>
                    <a:pt x="802" y="13908"/>
                  </a:lnTo>
                  <a:lnTo>
                    <a:pt x="550" y="15077"/>
                  </a:lnTo>
                  <a:lnTo>
                    <a:pt x="298" y="16222"/>
                  </a:lnTo>
                  <a:lnTo>
                    <a:pt x="0" y="17368"/>
                  </a:lnTo>
                  <a:lnTo>
                    <a:pt x="1902" y="17735"/>
                  </a:lnTo>
                  <a:lnTo>
                    <a:pt x="3804" y="18101"/>
                  </a:lnTo>
                  <a:lnTo>
                    <a:pt x="4766" y="18262"/>
                  </a:lnTo>
                  <a:lnTo>
                    <a:pt x="5728" y="18399"/>
                  </a:lnTo>
                  <a:lnTo>
                    <a:pt x="6691" y="18536"/>
                  </a:lnTo>
                  <a:lnTo>
                    <a:pt x="7630" y="18605"/>
                  </a:lnTo>
                  <a:lnTo>
                    <a:pt x="8615" y="18674"/>
                  </a:lnTo>
                  <a:lnTo>
                    <a:pt x="9577" y="18674"/>
                  </a:lnTo>
                  <a:lnTo>
                    <a:pt x="10059" y="18651"/>
                  </a:lnTo>
                  <a:lnTo>
                    <a:pt x="10540" y="18628"/>
                  </a:lnTo>
                  <a:lnTo>
                    <a:pt x="11044" y="18582"/>
                  </a:lnTo>
                  <a:lnTo>
                    <a:pt x="11525" y="18514"/>
                  </a:lnTo>
                  <a:lnTo>
                    <a:pt x="12029" y="18445"/>
                  </a:lnTo>
                  <a:lnTo>
                    <a:pt x="12510" y="18353"/>
                  </a:lnTo>
                  <a:lnTo>
                    <a:pt x="13014" y="18239"/>
                  </a:lnTo>
                  <a:lnTo>
                    <a:pt x="13518" y="18101"/>
                  </a:lnTo>
                  <a:lnTo>
                    <a:pt x="14022" y="17941"/>
                  </a:lnTo>
                  <a:lnTo>
                    <a:pt x="14503" y="17780"/>
                  </a:lnTo>
                  <a:lnTo>
                    <a:pt x="15030" y="17597"/>
                  </a:lnTo>
                  <a:lnTo>
                    <a:pt x="15534" y="17368"/>
                  </a:lnTo>
                  <a:lnTo>
                    <a:pt x="15557" y="16497"/>
                  </a:lnTo>
                  <a:lnTo>
                    <a:pt x="15603" y="16039"/>
                  </a:lnTo>
                  <a:lnTo>
                    <a:pt x="15672" y="15558"/>
                  </a:lnTo>
                  <a:lnTo>
                    <a:pt x="15741" y="15054"/>
                  </a:lnTo>
                  <a:lnTo>
                    <a:pt x="15832" y="14527"/>
                  </a:lnTo>
                  <a:lnTo>
                    <a:pt x="15947" y="13977"/>
                  </a:lnTo>
                  <a:lnTo>
                    <a:pt x="16084" y="13404"/>
                  </a:lnTo>
                  <a:lnTo>
                    <a:pt x="16222" y="12786"/>
                  </a:lnTo>
                  <a:lnTo>
                    <a:pt x="16359" y="12052"/>
                  </a:lnTo>
                  <a:lnTo>
                    <a:pt x="16474" y="11205"/>
                  </a:lnTo>
                  <a:lnTo>
                    <a:pt x="16565" y="10288"/>
                  </a:lnTo>
                  <a:lnTo>
                    <a:pt x="16634" y="9326"/>
                  </a:lnTo>
                  <a:lnTo>
                    <a:pt x="16657" y="8822"/>
                  </a:lnTo>
                  <a:lnTo>
                    <a:pt x="16657" y="8318"/>
                  </a:lnTo>
                  <a:lnTo>
                    <a:pt x="16634" y="7814"/>
                  </a:lnTo>
                  <a:lnTo>
                    <a:pt x="16588" y="7287"/>
                  </a:lnTo>
                  <a:lnTo>
                    <a:pt x="16543" y="6783"/>
                  </a:lnTo>
                  <a:lnTo>
                    <a:pt x="16474" y="6279"/>
                  </a:lnTo>
                  <a:lnTo>
                    <a:pt x="16382" y="5775"/>
                  </a:lnTo>
                  <a:lnTo>
                    <a:pt x="16268" y="5271"/>
                  </a:lnTo>
                  <a:lnTo>
                    <a:pt x="16130" y="4767"/>
                  </a:lnTo>
                  <a:lnTo>
                    <a:pt x="15970" y="4308"/>
                  </a:lnTo>
                  <a:lnTo>
                    <a:pt x="15786" y="3827"/>
                  </a:lnTo>
                  <a:lnTo>
                    <a:pt x="15580" y="3392"/>
                  </a:lnTo>
                  <a:lnTo>
                    <a:pt x="15328" y="2957"/>
                  </a:lnTo>
                  <a:lnTo>
                    <a:pt x="15053" y="2544"/>
                  </a:lnTo>
                  <a:lnTo>
                    <a:pt x="14755" y="2155"/>
                  </a:lnTo>
                  <a:lnTo>
                    <a:pt x="14412" y="1811"/>
                  </a:lnTo>
                  <a:lnTo>
                    <a:pt x="14045" y="1467"/>
                  </a:lnTo>
                  <a:lnTo>
                    <a:pt x="13633" y="1169"/>
                  </a:lnTo>
                  <a:lnTo>
                    <a:pt x="13197" y="895"/>
                  </a:lnTo>
                  <a:lnTo>
                    <a:pt x="12716" y="665"/>
                  </a:lnTo>
                  <a:lnTo>
                    <a:pt x="12189" y="482"/>
                  </a:lnTo>
                  <a:lnTo>
                    <a:pt x="11617" y="322"/>
                  </a:lnTo>
                  <a:lnTo>
                    <a:pt x="11044" y="207"/>
                  </a:lnTo>
                  <a:lnTo>
                    <a:pt x="10471" y="116"/>
                  </a:lnTo>
                  <a:lnTo>
                    <a:pt x="9898" y="47"/>
                  </a:lnTo>
                  <a:lnTo>
                    <a:pt x="9325" y="24"/>
                  </a:lnTo>
                  <a:lnTo>
                    <a:pt x="87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55"/>
            <p:cNvSpPr/>
            <p:nvPr/>
          </p:nvSpPr>
          <p:spPr>
            <a:xfrm>
              <a:off x="8824437" y="5364449"/>
              <a:ext cx="357980" cy="401304"/>
            </a:xfrm>
            <a:custGeom>
              <a:avLst/>
              <a:gdLst/>
              <a:ahLst/>
              <a:cxnLst/>
              <a:rect l="l" t="t" r="r" b="b"/>
              <a:pathLst>
                <a:path w="16658" h="18674" fill="none" extrusionOk="0">
                  <a:moveTo>
                    <a:pt x="0" y="17368"/>
                  </a:moveTo>
                  <a:lnTo>
                    <a:pt x="0" y="17368"/>
                  </a:lnTo>
                  <a:lnTo>
                    <a:pt x="1902" y="17735"/>
                  </a:lnTo>
                  <a:lnTo>
                    <a:pt x="3804" y="18101"/>
                  </a:lnTo>
                  <a:lnTo>
                    <a:pt x="4766" y="18262"/>
                  </a:lnTo>
                  <a:lnTo>
                    <a:pt x="5728" y="18399"/>
                  </a:lnTo>
                  <a:lnTo>
                    <a:pt x="6691" y="18536"/>
                  </a:lnTo>
                  <a:lnTo>
                    <a:pt x="7630" y="18605"/>
                  </a:lnTo>
                  <a:lnTo>
                    <a:pt x="8615" y="18674"/>
                  </a:lnTo>
                  <a:lnTo>
                    <a:pt x="9577" y="18674"/>
                  </a:lnTo>
                  <a:lnTo>
                    <a:pt x="10059" y="18651"/>
                  </a:lnTo>
                  <a:lnTo>
                    <a:pt x="10540" y="18628"/>
                  </a:lnTo>
                  <a:lnTo>
                    <a:pt x="11044" y="18582"/>
                  </a:lnTo>
                  <a:lnTo>
                    <a:pt x="11525" y="18514"/>
                  </a:lnTo>
                  <a:lnTo>
                    <a:pt x="12029" y="18445"/>
                  </a:lnTo>
                  <a:lnTo>
                    <a:pt x="12510" y="18353"/>
                  </a:lnTo>
                  <a:lnTo>
                    <a:pt x="13014" y="18239"/>
                  </a:lnTo>
                  <a:lnTo>
                    <a:pt x="13518" y="18101"/>
                  </a:lnTo>
                  <a:lnTo>
                    <a:pt x="14022" y="17941"/>
                  </a:lnTo>
                  <a:lnTo>
                    <a:pt x="14503" y="17780"/>
                  </a:lnTo>
                  <a:lnTo>
                    <a:pt x="15030" y="17597"/>
                  </a:lnTo>
                  <a:lnTo>
                    <a:pt x="15534" y="17368"/>
                  </a:lnTo>
                  <a:lnTo>
                    <a:pt x="15534" y="17368"/>
                  </a:lnTo>
                  <a:lnTo>
                    <a:pt x="15557" y="16497"/>
                  </a:lnTo>
                  <a:lnTo>
                    <a:pt x="15603" y="16039"/>
                  </a:lnTo>
                  <a:lnTo>
                    <a:pt x="15672" y="15558"/>
                  </a:lnTo>
                  <a:lnTo>
                    <a:pt x="15741" y="15054"/>
                  </a:lnTo>
                  <a:lnTo>
                    <a:pt x="15832" y="14527"/>
                  </a:lnTo>
                  <a:lnTo>
                    <a:pt x="15947" y="13977"/>
                  </a:lnTo>
                  <a:lnTo>
                    <a:pt x="16084" y="13404"/>
                  </a:lnTo>
                  <a:lnTo>
                    <a:pt x="16084" y="13404"/>
                  </a:lnTo>
                  <a:lnTo>
                    <a:pt x="16222" y="12786"/>
                  </a:lnTo>
                  <a:lnTo>
                    <a:pt x="16359" y="12052"/>
                  </a:lnTo>
                  <a:lnTo>
                    <a:pt x="16474" y="11205"/>
                  </a:lnTo>
                  <a:lnTo>
                    <a:pt x="16565" y="10288"/>
                  </a:lnTo>
                  <a:lnTo>
                    <a:pt x="16634" y="9326"/>
                  </a:lnTo>
                  <a:lnTo>
                    <a:pt x="16657" y="8822"/>
                  </a:lnTo>
                  <a:lnTo>
                    <a:pt x="16657" y="8318"/>
                  </a:lnTo>
                  <a:lnTo>
                    <a:pt x="16634" y="7814"/>
                  </a:lnTo>
                  <a:lnTo>
                    <a:pt x="16588" y="7287"/>
                  </a:lnTo>
                  <a:lnTo>
                    <a:pt x="16543" y="6783"/>
                  </a:lnTo>
                  <a:lnTo>
                    <a:pt x="16474" y="6279"/>
                  </a:lnTo>
                  <a:lnTo>
                    <a:pt x="16382" y="5775"/>
                  </a:lnTo>
                  <a:lnTo>
                    <a:pt x="16268" y="5271"/>
                  </a:lnTo>
                  <a:lnTo>
                    <a:pt x="16130" y="4767"/>
                  </a:lnTo>
                  <a:lnTo>
                    <a:pt x="15970" y="4308"/>
                  </a:lnTo>
                  <a:lnTo>
                    <a:pt x="15786" y="3827"/>
                  </a:lnTo>
                  <a:lnTo>
                    <a:pt x="15580" y="3392"/>
                  </a:lnTo>
                  <a:lnTo>
                    <a:pt x="15328" y="2957"/>
                  </a:lnTo>
                  <a:lnTo>
                    <a:pt x="15053" y="2544"/>
                  </a:lnTo>
                  <a:lnTo>
                    <a:pt x="14755" y="2155"/>
                  </a:lnTo>
                  <a:lnTo>
                    <a:pt x="14412" y="1811"/>
                  </a:lnTo>
                  <a:lnTo>
                    <a:pt x="14045" y="1467"/>
                  </a:lnTo>
                  <a:lnTo>
                    <a:pt x="13633" y="1169"/>
                  </a:lnTo>
                  <a:lnTo>
                    <a:pt x="13197" y="895"/>
                  </a:lnTo>
                  <a:lnTo>
                    <a:pt x="12716" y="665"/>
                  </a:lnTo>
                  <a:lnTo>
                    <a:pt x="12189" y="482"/>
                  </a:lnTo>
                  <a:lnTo>
                    <a:pt x="11617" y="322"/>
                  </a:lnTo>
                  <a:lnTo>
                    <a:pt x="11617" y="322"/>
                  </a:lnTo>
                  <a:lnTo>
                    <a:pt x="11044" y="207"/>
                  </a:lnTo>
                  <a:lnTo>
                    <a:pt x="10471" y="116"/>
                  </a:lnTo>
                  <a:lnTo>
                    <a:pt x="9898" y="47"/>
                  </a:lnTo>
                  <a:lnTo>
                    <a:pt x="9325" y="24"/>
                  </a:lnTo>
                  <a:lnTo>
                    <a:pt x="8775" y="1"/>
                  </a:lnTo>
                  <a:lnTo>
                    <a:pt x="8249" y="24"/>
                  </a:lnTo>
                  <a:lnTo>
                    <a:pt x="7722" y="93"/>
                  </a:lnTo>
                  <a:lnTo>
                    <a:pt x="7217" y="161"/>
                  </a:lnTo>
                  <a:lnTo>
                    <a:pt x="6713" y="276"/>
                  </a:lnTo>
                  <a:lnTo>
                    <a:pt x="6232" y="390"/>
                  </a:lnTo>
                  <a:lnTo>
                    <a:pt x="5751" y="551"/>
                  </a:lnTo>
                  <a:lnTo>
                    <a:pt x="5293" y="734"/>
                  </a:lnTo>
                  <a:lnTo>
                    <a:pt x="4858" y="940"/>
                  </a:lnTo>
                  <a:lnTo>
                    <a:pt x="4445" y="1147"/>
                  </a:lnTo>
                  <a:lnTo>
                    <a:pt x="4056" y="1399"/>
                  </a:lnTo>
                  <a:lnTo>
                    <a:pt x="3666" y="1674"/>
                  </a:lnTo>
                  <a:lnTo>
                    <a:pt x="3300" y="1971"/>
                  </a:lnTo>
                  <a:lnTo>
                    <a:pt x="2979" y="2269"/>
                  </a:lnTo>
                  <a:lnTo>
                    <a:pt x="2658" y="2613"/>
                  </a:lnTo>
                  <a:lnTo>
                    <a:pt x="2360" y="2957"/>
                  </a:lnTo>
                  <a:lnTo>
                    <a:pt x="2108" y="3323"/>
                  </a:lnTo>
                  <a:lnTo>
                    <a:pt x="1856" y="3713"/>
                  </a:lnTo>
                  <a:lnTo>
                    <a:pt x="1650" y="4125"/>
                  </a:lnTo>
                  <a:lnTo>
                    <a:pt x="1467" y="4537"/>
                  </a:lnTo>
                  <a:lnTo>
                    <a:pt x="1306" y="4996"/>
                  </a:lnTo>
                  <a:lnTo>
                    <a:pt x="1192" y="5431"/>
                  </a:lnTo>
                  <a:lnTo>
                    <a:pt x="1100" y="5912"/>
                  </a:lnTo>
                  <a:lnTo>
                    <a:pt x="1031" y="6393"/>
                  </a:lnTo>
                  <a:lnTo>
                    <a:pt x="986" y="6897"/>
                  </a:lnTo>
                  <a:lnTo>
                    <a:pt x="986" y="7424"/>
                  </a:lnTo>
                  <a:lnTo>
                    <a:pt x="1031" y="7951"/>
                  </a:lnTo>
                  <a:lnTo>
                    <a:pt x="1100" y="8478"/>
                  </a:lnTo>
                  <a:lnTo>
                    <a:pt x="1100" y="8478"/>
                  </a:lnTo>
                  <a:lnTo>
                    <a:pt x="1169" y="8959"/>
                  </a:lnTo>
                  <a:lnTo>
                    <a:pt x="1192" y="9463"/>
                  </a:lnTo>
                  <a:lnTo>
                    <a:pt x="1215" y="9990"/>
                  </a:lnTo>
                  <a:lnTo>
                    <a:pt x="1215" y="10517"/>
                  </a:lnTo>
                  <a:lnTo>
                    <a:pt x="1169" y="11067"/>
                  </a:lnTo>
                  <a:lnTo>
                    <a:pt x="1123" y="11617"/>
                  </a:lnTo>
                  <a:lnTo>
                    <a:pt x="1077" y="12190"/>
                  </a:lnTo>
                  <a:lnTo>
                    <a:pt x="986" y="12763"/>
                  </a:lnTo>
                  <a:lnTo>
                    <a:pt x="802" y="13908"/>
                  </a:lnTo>
                  <a:lnTo>
                    <a:pt x="550" y="15077"/>
                  </a:lnTo>
                  <a:lnTo>
                    <a:pt x="298" y="16222"/>
                  </a:lnTo>
                  <a:lnTo>
                    <a:pt x="0" y="1736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55"/>
            <p:cNvSpPr/>
            <p:nvPr/>
          </p:nvSpPr>
          <p:spPr>
            <a:xfrm>
              <a:off x="8321236" y="5813496"/>
              <a:ext cx="560825" cy="483031"/>
            </a:xfrm>
            <a:custGeom>
              <a:avLst/>
              <a:gdLst/>
              <a:ahLst/>
              <a:cxnLst/>
              <a:rect l="l" t="t" r="r" b="b"/>
              <a:pathLst>
                <a:path w="26097" h="22477" extrusionOk="0">
                  <a:moveTo>
                    <a:pt x="22866" y="0"/>
                  </a:moveTo>
                  <a:lnTo>
                    <a:pt x="22592" y="46"/>
                  </a:lnTo>
                  <a:lnTo>
                    <a:pt x="22339" y="115"/>
                  </a:lnTo>
                  <a:lnTo>
                    <a:pt x="22087" y="184"/>
                  </a:lnTo>
                  <a:lnTo>
                    <a:pt x="21835" y="298"/>
                  </a:lnTo>
                  <a:lnTo>
                    <a:pt x="21606" y="436"/>
                  </a:lnTo>
                  <a:lnTo>
                    <a:pt x="21377" y="573"/>
                  </a:lnTo>
                  <a:lnTo>
                    <a:pt x="21171" y="756"/>
                  </a:lnTo>
                  <a:lnTo>
                    <a:pt x="20988" y="940"/>
                  </a:lnTo>
                  <a:lnTo>
                    <a:pt x="20804" y="1146"/>
                  </a:lnTo>
                  <a:lnTo>
                    <a:pt x="20644" y="1375"/>
                  </a:lnTo>
                  <a:lnTo>
                    <a:pt x="20507" y="1604"/>
                  </a:lnTo>
                  <a:lnTo>
                    <a:pt x="20392" y="1879"/>
                  </a:lnTo>
                  <a:lnTo>
                    <a:pt x="20392" y="1902"/>
                  </a:lnTo>
                  <a:lnTo>
                    <a:pt x="20025" y="2819"/>
                  </a:lnTo>
                  <a:lnTo>
                    <a:pt x="19659" y="3781"/>
                  </a:lnTo>
                  <a:lnTo>
                    <a:pt x="18949" y="5682"/>
                  </a:lnTo>
                  <a:lnTo>
                    <a:pt x="17505" y="9440"/>
                  </a:lnTo>
                  <a:lnTo>
                    <a:pt x="16749" y="11296"/>
                  </a:lnTo>
                  <a:lnTo>
                    <a:pt x="15993" y="13129"/>
                  </a:lnTo>
                  <a:lnTo>
                    <a:pt x="15603" y="14022"/>
                  </a:lnTo>
                  <a:lnTo>
                    <a:pt x="15191" y="14893"/>
                  </a:lnTo>
                  <a:lnTo>
                    <a:pt x="14802" y="15718"/>
                  </a:lnTo>
                  <a:lnTo>
                    <a:pt x="14389" y="16474"/>
                  </a:lnTo>
                  <a:lnTo>
                    <a:pt x="14183" y="16818"/>
                  </a:lnTo>
                  <a:lnTo>
                    <a:pt x="14080" y="16972"/>
                  </a:lnTo>
                  <a:lnTo>
                    <a:pt x="14080" y="16972"/>
                  </a:lnTo>
                  <a:lnTo>
                    <a:pt x="14000" y="16978"/>
                  </a:lnTo>
                  <a:lnTo>
                    <a:pt x="13610" y="16978"/>
                  </a:lnTo>
                  <a:lnTo>
                    <a:pt x="13221" y="16955"/>
                  </a:lnTo>
                  <a:lnTo>
                    <a:pt x="12785" y="16909"/>
                  </a:lnTo>
                  <a:lnTo>
                    <a:pt x="11869" y="16818"/>
                  </a:lnTo>
                  <a:lnTo>
                    <a:pt x="10929" y="16657"/>
                  </a:lnTo>
                  <a:lnTo>
                    <a:pt x="9967" y="16474"/>
                  </a:lnTo>
                  <a:lnTo>
                    <a:pt x="8043" y="16084"/>
                  </a:lnTo>
                  <a:lnTo>
                    <a:pt x="6072" y="15626"/>
                  </a:lnTo>
                  <a:lnTo>
                    <a:pt x="4102" y="15145"/>
                  </a:lnTo>
                  <a:lnTo>
                    <a:pt x="2131" y="14687"/>
                  </a:lnTo>
                  <a:lnTo>
                    <a:pt x="2109" y="14664"/>
                  </a:lnTo>
                  <a:lnTo>
                    <a:pt x="1925" y="14641"/>
                  </a:lnTo>
                  <a:lnTo>
                    <a:pt x="1765" y="14618"/>
                  </a:lnTo>
                  <a:lnTo>
                    <a:pt x="1582" y="14641"/>
                  </a:lnTo>
                  <a:lnTo>
                    <a:pt x="1421" y="14641"/>
                  </a:lnTo>
                  <a:lnTo>
                    <a:pt x="1261" y="14687"/>
                  </a:lnTo>
                  <a:lnTo>
                    <a:pt x="1100" y="14733"/>
                  </a:lnTo>
                  <a:lnTo>
                    <a:pt x="940" y="14801"/>
                  </a:lnTo>
                  <a:lnTo>
                    <a:pt x="803" y="14870"/>
                  </a:lnTo>
                  <a:lnTo>
                    <a:pt x="665" y="14962"/>
                  </a:lnTo>
                  <a:lnTo>
                    <a:pt x="551" y="15076"/>
                  </a:lnTo>
                  <a:lnTo>
                    <a:pt x="436" y="15191"/>
                  </a:lnTo>
                  <a:lnTo>
                    <a:pt x="321" y="15328"/>
                  </a:lnTo>
                  <a:lnTo>
                    <a:pt x="230" y="15466"/>
                  </a:lnTo>
                  <a:lnTo>
                    <a:pt x="138" y="15603"/>
                  </a:lnTo>
                  <a:lnTo>
                    <a:pt x="92" y="15764"/>
                  </a:lnTo>
                  <a:lnTo>
                    <a:pt x="24" y="15947"/>
                  </a:lnTo>
                  <a:lnTo>
                    <a:pt x="1" y="16222"/>
                  </a:lnTo>
                  <a:lnTo>
                    <a:pt x="1" y="16520"/>
                  </a:lnTo>
                  <a:lnTo>
                    <a:pt x="46" y="16795"/>
                  </a:lnTo>
                  <a:lnTo>
                    <a:pt x="138" y="17047"/>
                  </a:lnTo>
                  <a:lnTo>
                    <a:pt x="276" y="17276"/>
                  </a:lnTo>
                  <a:lnTo>
                    <a:pt x="436" y="17505"/>
                  </a:lnTo>
                  <a:lnTo>
                    <a:pt x="642" y="17688"/>
                  </a:lnTo>
                  <a:lnTo>
                    <a:pt x="871" y="17849"/>
                  </a:lnTo>
                  <a:lnTo>
                    <a:pt x="1352" y="18101"/>
                  </a:lnTo>
                  <a:lnTo>
                    <a:pt x="1811" y="18353"/>
                  </a:lnTo>
                  <a:lnTo>
                    <a:pt x="2773" y="18834"/>
                  </a:lnTo>
                  <a:lnTo>
                    <a:pt x="3735" y="19269"/>
                  </a:lnTo>
                  <a:lnTo>
                    <a:pt x="4698" y="19704"/>
                  </a:lnTo>
                  <a:lnTo>
                    <a:pt x="5683" y="20140"/>
                  </a:lnTo>
                  <a:lnTo>
                    <a:pt x="6668" y="20529"/>
                  </a:lnTo>
                  <a:lnTo>
                    <a:pt x="7676" y="20919"/>
                  </a:lnTo>
                  <a:lnTo>
                    <a:pt x="8684" y="21262"/>
                  </a:lnTo>
                  <a:lnTo>
                    <a:pt x="9738" y="21606"/>
                  </a:lnTo>
                  <a:lnTo>
                    <a:pt x="10815" y="21904"/>
                  </a:lnTo>
                  <a:lnTo>
                    <a:pt x="11365" y="22041"/>
                  </a:lnTo>
                  <a:lnTo>
                    <a:pt x="11938" y="22179"/>
                  </a:lnTo>
                  <a:lnTo>
                    <a:pt x="12533" y="22293"/>
                  </a:lnTo>
                  <a:lnTo>
                    <a:pt x="13129" y="22385"/>
                  </a:lnTo>
                  <a:lnTo>
                    <a:pt x="13793" y="22454"/>
                  </a:lnTo>
                  <a:lnTo>
                    <a:pt x="14137" y="22454"/>
                  </a:lnTo>
                  <a:lnTo>
                    <a:pt x="14527" y="22477"/>
                  </a:lnTo>
                  <a:lnTo>
                    <a:pt x="14916" y="22454"/>
                  </a:lnTo>
                  <a:lnTo>
                    <a:pt x="15351" y="22408"/>
                  </a:lnTo>
                  <a:lnTo>
                    <a:pt x="15855" y="22316"/>
                  </a:lnTo>
                  <a:lnTo>
                    <a:pt x="16130" y="22248"/>
                  </a:lnTo>
                  <a:lnTo>
                    <a:pt x="16428" y="22133"/>
                  </a:lnTo>
                  <a:lnTo>
                    <a:pt x="16772" y="21996"/>
                  </a:lnTo>
                  <a:lnTo>
                    <a:pt x="17116" y="21812"/>
                  </a:lnTo>
                  <a:lnTo>
                    <a:pt x="17299" y="21698"/>
                  </a:lnTo>
                  <a:lnTo>
                    <a:pt x="17505" y="21560"/>
                  </a:lnTo>
                  <a:lnTo>
                    <a:pt x="17688" y="21400"/>
                  </a:lnTo>
                  <a:lnTo>
                    <a:pt x="17780" y="21308"/>
                  </a:lnTo>
                  <a:lnTo>
                    <a:pt x="17849" y="21262"/>
                  </a:lnTo>
                  <a:lnTo>
                    <a:pt x="18147" y="20965"/>
                  </a:lnTo>
                  <a:lnTo>
                    <a:pt x="18284" y="20804"/>
                  </a:lnTo>
                  <a:lnTo>
                    <a:pt x="18399" y="20667"/>
                  </a:lnTo>
                  <a:lnTo>
                    <a:pt x="18857" y="20117"/>
                  </a:lnTo>
                  <a:lnTo>
                    <a:pt x="19223" y="19590"/>
                  </a:lnTo>
                  <a:lnTo>
                    <a:pt x="19567" y="19086"/>
                  </a:lnTo>
                  <a:lnTo>
                    <a:pt x="19865" y="18582"/>
                  </a:lnTo>
                  <a:lnTo>
                    <a:pt x="20438" y="17597"/>
                  </a:lnTo>
                  <a:lnTo>
                    <a:pt x="20942" y="16611"/>
                  </a:lnTo>
                  <a:lnTo>
                    <a:pt x="21446" y="15626"/>
                  </a:lnTo>
                  <a:lnTo>
                    <a:pt x="21904" y="14641"/>
                  </a:lnTo>
                  <a:lnTo>
                    <a:pt x="22339" y="13679"/>
                  </a:lnTo>
                  <a:lnTo>
                    <a:pt x="22752" y="12693"/>
                  </a:lnTo>
                  <a:lnTo>
                    <a:pt x="23164" y="11708"/>
                  </a:lnTo>
                  <a:lnTo>
                    <a:pt x="23943" y="9761"/>
                  </a:lnTo>
                  <a:lnTo>
                    <a:pt x="24676" y="7767"/>
                  </a:lnTo>
                  <a:lnTo>
                    <a:pt x="25020" y="6782"/>
                  </a:lnTo>
                  <a:lnTo>
                    <a:pt x="25341" y="5774"/>
                  </a:lnTo>
                  <a:lnTo>
                    <a:pt x="25685" y="4789"/>
                  </a:lnTo>
                  <a:lnTo>
                    <a:pt x="25822" y="4285"/>
                  </a:lnTo>
                  <a:lnTo>
                    <a:pt x="25982" y="3758"/>
                  </a:lnTo>
                  <a:lnTo>
                    <a:pt x="26051" y="3460"/>
                  </a:lnTo>
                  <a:lnTo>
                    <a:pt x="26097" y="3162"/>
                  </a:lnTo>
                  <a:lnTo>
                    <a:pt x="26097" y="2887"/>
                  </a:lnTo>
                  <a:lnTo>
                    <a:pt x="26074" y="2589"/>
                  </a:lnTo>
                  <a:lnTo>
                    <a:pt x="26028" y="2314"/>
                  </a:lnTo>
                  <a:lnTo>
                    <a:pt x="25960" y="2040"/>
                  </a:lnTo>
                  <a:lnTo>
                    <a:pt x="25845" y="1765"/>
                  </a:lnTo>
                  <a:lnTo>
                    <a:pt x="25730" y="1513"/>
                  </a:lnTo>
                  <a:lnTo>
                    <a:pt x="25570" y="1283"/>
                  </a:lnTo>
                  <a:lnTo>
                    <a:pt x="25410" y="1054"/>
                  </a:lnTo>
                  <a:lnTo>
                    <a:pt x="25226" y="848"/>
                  </a:lnTo>
                  <a:lnTo>
                    <a:pt x="24997" y="642"/>
                  </a:lnTo>
                  <a:lnTo>
                    <a:pt x="24768" y="482"/>
                  </a:lnTo>
                  <a:lnTo>
                    <a:pt x="24516" y="321"/>
                  </a:lnTo>
                  <a:lnTo>
                    <a:pt x="24241" y="207"/>
                  </a:lnTo>
                  <a:lnTo>
                    <a:pt x="23966" y="115"/>
                  </a:lnTo>
                  <a:lnTo>
                    <a:pt x="23691" y="46"/>
                  </a:lnTo>
                  <a:lnTo>
                    <a:pt x="23416" y="0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55"/>
            <p:cNvSpPr/>
            <p:nvPr/>
          </p:nvSpPr>
          <p:spPr>
            <a:xfrm>
              <a:off x="8156303" y="6046379"/>
              <a:ext cx="237830" cy="167429"/>
            </a:xfrm>
            <a:custGeom>
              <a:avLst/>
              <a:gdLst/>
              <a:ahLst/>
              <a:cxnLst/>
              <a:rect l="l" t="t" r="r" b="b"/>
              <a:pathLst>
                <a:path w="11067" h="7791" extrusionOk="0">
                  <a:moveTo>
                    <a:pt x="6553" y="1"/>
                  </a:moveTo>
                  <a:lnTo>
                    <a:pt x="6507" y="24"/>
                  </a:lnTo>
                  <a:lnTo>
                    <a:pt x="6461" y="69"/>
                  </a:lnTo>
                  <a:lnTo>
                    <a:pt x="6438" y="138"/>
                  </a:lnTo>
                  <a:lnTo>
                    <a:pt x="6370" y="298"/>
                  </a:lnTo>
                  <a:lnTo>
                    <a:pt x="6370" y="459"/>
                  </a:lnTo>
                  <a:lnTo>
                    <a:pt x="6393" y="596"/>
                  </a:lnTo>
                  <a:lnTo>
                    <a:pt x="6416" y="757"/>
                  </a:lnTo>
                  <a:lnTo>
                    <a:pt x="6484" y="917"/>
                  </a:lnTo>
                  <a:lnTo>
                    <a:pt x="6668" y="1215"/>
                  </a:lnTo>
                  <a:lnTo>
                    <a:pt x="6851" y="1513"/>
                  </a:lnTo>
                  <a:lnTo>
                    <a:pt x="7057" y="1788"/>
                  </a:lnTo>
                  <a:lnTo>
                    <a:pt x="7240" y="2063"/>
                  </a:lnTo>
                  <a:lnTo>
                    <a:pt x="7309" y="2200"/>
                  </a:lnTo>
                  <a:lnTo>
                    <a:pt x="7355" y="2338"/>
                  </a:lnTo>
                  <a:lnTo>
                    <a:pt x="7401" y="2475"/>
                  </a:lnTo>
                  <a:lnTo>
                    <a:pt x="7401" y="2590"/>
                  </a:lnTo>
                  <a:lnTo>
                    <a:pt x="7378" y="2658"/>
                  </a:lnTo>
                  <a:lnTo>
                    <a:pt x="7309" y="2704"/>
                  </a:lnTo>
                  <a:lnTo>
                    <a:pt x="7240" y="2750"/>
                  </a:lnTo>
                  <a:lnTo>
                    <a:pt x="7149" y="2773"/>
                  </a:lnTo>
                  <a:lnTo>
                    <a:pt x="6874" y="2819"/>
                  </a:lnTo>
                  <a:lnTo>
                    <a:pt x="6530" y="2842"/>
                  </a:lnTo>
                  <a:lnTo>
                    <a:pt x="6095" y="2842"/>
                  </a:lnTo>
                  <a:lnTo>
                    <a:pt x="5637" y="2819"/>
                  </a:lnTo>
                  <a:lnTo>
                    <a:pt x="4628" y="2750"/>
                  </a:lnTo>
                  <a:lnTo>
                    <a:pt x="3552" y="2658"/>
                  </a:lnTo>
                  <a:lnTo>
                    <a:pt x="2589" y="2613"/>
                  </a:lnTo>
                  <a:lnTo>
                    <a:pt x="2154" y="2590"/>
                  </a:lnTo>
                  <a:lnTo>
                    <a:pt x="1787" y="2590"/>
                  </a:lnTo>
                  <a:lnTo>
                    <a:pt x="1490" y="2635"/>
                  </a:lnTo>
                  <a:lnTo>
                    <a:pt x="1375" y="2658"/>
                  </a:lnTo>
                  <a:lnTo>
                    <a:pt x="1283" y="2681"/>
                  </a:lnTo>
                  <a:lnTo>
                    <a:pt x="1215" y="2727"/>
                  </a:lnTo>
                  <a:lnTo>
                    <a:pt x="1192" y="2773"/>
                  </a:lnTo>
                  <a:lnTo>
                    <a:pt x="1169" y="2819"/>
                  </a:lnTo>
                  <a:lnTo>
                    <a:pt x="1169" y="2865"/>
                  </a:lnTo>
                  <a:lnTo>
                    <a:pt x="1192" y="2887"/>
                  </a:lnTo>
                  <a:lnTo>
                    <a:pt x="1237" y="2933"/>
                  </a:lnTo>
                  <a:lnTo>
                    <a:pt x="1375" y="3025"/>
                  </a:lnTo>
                  <a:lnTo>
                    <a:pt x="1581" y="3117"/>
                  </a:lnTo>
                  <a:lnTo>
                    <a:pt x="1810" y="3208"/>
                  </a:lnTo>
                  <a:lnTo>
                    <a:pt x="2383" y="3392"/>
                  </a:lnTo>
                  <a:lnTo>
                    <a:pt x="3002" y="3529"/>
                  </a:lnTo>
                  <a:lnTo>
                    <a:pt x="3552" y="3666"/>
                  </a:lnTo>
                  <a:lnTo>
                    <a:pt x="4101" y="3758"/>
                  </a:lnTo>
                  <a:lnTo>
                    <a:pt x="3506" y="3712"/>
                  </a:lnTo>
                  <a:lnTo>
                    <a:pt x="2910" y="3666"/>
                  </a:lnTo>
                  <a:lnTo>
                    <a:pt x="2200" y="3644"/>
                  </a:lnTo>
                  <a:lnTo>
                    <a:pt x="1467" y="3621"/>
                  </a:lnTo>
                  <a:lnTo>
                    <a:pt x="1123" y="3644"/>
                  </a:lnTo>
                  <a:lnTo>
                    <a:pt x="802" y="3666"/>
                  </a:lnTo>
                  <a:lnTo>
                    <a:pt x="527" y="3689"/>
                  </a:lnTo>
                  <a:lnTo>
                    <a:pt x="275" y="3758"/>
                  </a:lnTo>
                  <a:lnTo>
                    <a:pt x="115" y="3827"/>
                  </a:lnTo>
                  <a:lnTo>
                    <a:pt x="46" y="3873"/>
                  </a:lnTo>
                  <a:lnTo>
                    <a:pt x="0" y="3918"/>
                  </a:lnTo>
                  <a:lnTo>
                    <a:pt x="0" y="3964"/>
                  </a:lnTo>
                  <a:lnTo>
                    <a:pt x="0" y="4010"/>
                  </a:lnTo>
                  <a:lnTo>
                    <a:pt x="23" y="4079"/>
                  </a:lnTo>
                  <a:lnTo>
                    <a:pt x="46" y="4125"/>
                  </a:lnTo>
                  <a:lnTo>
                    <a:pt x="184" y="4239"/>
                  </a:lnTo>
                  <a:lnTo>
                    <a:pt x="367" y="4331"/>
                  </a:lnTo>
                  <a:lnTo>
                    <a:pt x="619" y="4423"/>
                  </a:lnTo>
                  <a:lnTo>
                    <a:pt x="894" y="4514"/>
                  </a:lnTo>
                  <a:lnTo>
                    <a:pt x="1512" y="4697"/>
                  </a:lnTo>
                  <a:lnTo>
                    <a:pt x="2131" y="4835"/>
                  </a:lnTo>
                  <a:lnTo>
                    <a:pt x="2704" y="4950"/>
                  </a:lnTo>
                  <a:lnTo>
                    <a:pt x="3254" y="5064"/>
                  </a:lnTo>
                  <a:lnTo>
                    <a:pt x="3254" y="5064"/>
                  </a:lnTo>
                  <a:lnTo>
                    <a:pt x="2795" y="5018"/>
                  </a:lnTo>
                  <a:lnTo>
                    <a:pt x="2337" y="4995"/>
                  </a:lnTo>
                  <a:lnTo>
                    <a:pt x="1787" y="4995"/>
                  </a:lnTo>
                  <a:lnTo>
                    <a:pt x="1237" y="5018"/>
                  </a:lnTo>
                  <a:lnTo>
                    <a:pt x="963" y="5041"/>
                  </a:lnTo>
                  <a:lnTo>
                    <a:pt x="711" y="5087"/>
                  </a:lnTo>
                  <a:lnTo>
                    <a:pt x="504" y="5133"/>
                  </a:lnTo>
                  <a:lnTo>
                    <a:pt x="321" y="5202"/>
                  </a:lnTo>
                  <a:lnTo>
                    <a:pt x="184" y="5270"/>
                  </a:lnTo>
                  <a:lnTo>
                    <a:pt x="138" y="5316"/>
                  </a:lnTo>
                  <a:lnTo>
                    <a:pt x="115" y="5385"/>
                  </a:lnTo>
                  <a:lnTo>
                    <a:pt x="92" y="5454"/>
                  </a:lnTo>
                  <a:lnTo>
                    <a:pt x="92" y="5499"/>
                  </a:lnTo>
                  <a:lnTo>
                    <a:pt x="115" y="5568"/>
                  </a:lnTo>
                  <a:lnTo>
                    <a:pt x="161" y="5637"/>
                  </a:lnTo>
                  <a:lnTo>
                    <a:pt x="321" y="5729"/>
                  </a:lnTo>
                  <a:lnTo>
                    <a:pt x="527" y="5843"/>
                  </a:lnTo>
                  <a:lnTo>
                    <a:pt x="779" y="5912"/>
                  </a:lnTo>
                  <a:lnTo>
                    <a:pt x="1100" y="6003"/>
                  </a:lnTo>
                  <a:lnTo>
                    <a:pt x="1764" y="6118"/>
                  </a:lnTo>
                  <a:lnTo>
                    <a:pt x="2475" y="6210"/>
                  </a:lnTo>
                  <a:lnTo>
                    <a:pt x="3093" y="6255"/>
                  </a:lnTo>
                  <a:lnTo>
                    <a:pt x="3712" y="6301"/>
                  </a:lnTo>
                  <a:lnTo>
                    <a:pt x="3231" y="6347"/>
                  </a:lnTo>
                  <a:lnTo>
                    <a:pt x="2750" y="6393"/>
                  </a:lnTo>
                  <a:lnTo>
                    <a:pt x="2200" y="6439"/>
                  </a:lnTo>
                  <a:lnTo>
                    <a:pt x="1673" y="6530"/>
                  </a:lnTo>
                  <a:lnTo>
                    <a:pt x="1421" y="6599"/>
                  </a:lnTo>
                  <a:lnTo>
                    <a:pt x="1192" y="6668"/>
                  </a:lnTo>
                  <a:lnTo>
                    <a:pt x="1008" y="6737"/>
                  </a:lnTo>
                  <a:lnTo>
                    <a:pt x="871" y="6805"/>
                  </a:lnTo>
                  <a:lnTo>
                    <a:pt x="779" y="6897"/>
                  </a:lnTo>
                  <a:lnTo>
                    <a:pt x="779" y="6943"/>
                  </a:lnTo>
                  <a:lnTo>
                    <a:pt x="779" y="6989"/>
                  </a:lnTo>
                  <a:lnTo>
                    <a:pt x="779" y="7034"/>
                  </a:lnTo>
                  <a:lnTo>
                    <a:pt x="825" y="7080"/>
                  </a:lnTo>
                  <a:lnTo>
                    <a:pt x="940" y="7149"/>
                  </a:lnTo>
                  <a:lnTo>
                    <a:pt x="1100" y="7195"/>
                  </a:lnTo>
                  <a:lnTo>
                    <a:pt x="1329" y="7241"/>
                  </a:lnTo>
                  <a:lnTo>
                    <a:pt x="1902" y="7309"/>
                  </a:lnTo>
                  <a:lnTo>
                    <a:pt x="2589" y="7355"/>
                  </a:lnTo>
                  <a:lnTo>
                    <a:pt x="4216" y="7424"/>
                  </a:lnTo>
                  <a:lnTo>
                    <a:pt x="5018" y="7470"/>
                  </a:lnTo>
                  <a:lnTo>
                    <a:pt x="5407" y="7516"/>
                  </a:lnTo>
                  <a:lnTo>
                    <a:pt x="5751" y="7561"/>
                  </a:lnTo>
                  <a:lnTo>
                    <a:pt x="6416" y="7676"/>
                  </a:lnTo>
                  <a:lnTo>
                    <a:pt x="6965" y="7745"/>
                  </a:lnTo>
                  <a:lnTo>
                    <a:pt x="7469" y="7791"/>
                  </a:lnTo>
                  <a:lnTo>
                    <a:pt x="7928" y="7791"/>
                  </a:lnTo>
                  <a:lnTo>
                    <a:pt x="8363" y="7768"/>
                  </a:lnTo>
                  <a:lnTo>
                    <a:pt x="8821" y="7676"/>
                  </a:lnTo>
                  <a:lnTo>
                    <a:pt x="9325" y="7561"/>
                  </a:lnTo>
                  <a:lnTo>
                    <a:pt x="9852" y="7378"/>
                  </a:lnTo>
                  <a:lnTo>
                    <a:pt x="9990" y="7309"/>
                  </a:lnTo>
                  <a:lnTo>
                    <a:pt x="10127" y="7241"/>
                  </a:lnTo>
                  <a:lnTo>
                    <a:pt x="10242" y="7172"/>
                  </a:lnTo>
                  <a:lnTo>
                    <a:pt x="10356" y="7080"/>
                  </a:lnTo>
                  <a:lnTo>
                    <a:pt x="10540" y="6874"/>
                  </a:lnTo>
                  <a:lnTo>
                    <a:pt x="10700" y="6645"/>
                  </a:lnTo>
                  <a:lnTo>
                    <a:pt x="10815" y="6393"/>
                  </a:lnTo>
                  <a:lnTo>
                    <a:pt x="10906" y="6141"/>
                  </a:lnTo>
                  <a:lnTo>
                    <a:pt x="10975" y="5866"/>
                  </a:lnTo>
                  <a:lnTo>
                    <a:pt x="11021" y="5591"/>
                  </a:lnTo>
                  <a:lnTo>
                    <a:pt x="11044" y="5339"/>
                  </a:lnTo>
                  <a:lnTo>
                    <a:pt x="11067" y="5087"/>
                  </a:lnTo>
                  <a:lnTo>
                    <a:pt x="11067" y="4652"/>
                  </a:lnTo>
                  <a:lnTo>
                    <a:pt x="11044" y="4354"/>
                  </a:lnTo>
                  <a:lnTo>
                    <a:pt x="11021" y="4239"/>
                  </a:lnTo>
                  <a:lnTo>
                    <a:pt x="10288" y="3392"/>
                  </a:lnTo>
                  <a:lnTo>
                    <a:pt x="9715" y="2750"/>
                  </a:lnTo>
                  <a:lnTo>
                    <a:pt x="9325" y="2360"/>
                  </a:lnTo>
                  <a:lnTo>
                    <a:pt x="8867" y="1925"/>
                  </a:lnTo>
                  <a:lnTo>
                    <a:pt x="8409" y="1444"/>
                  </a:lnTo>
                  <a:lnTo>
                    <a:pt x="7928" y="963"/>
                  </a:lnTo>
                  <a:lnTo>
                    <a:pt x="7492" y="528"/>
                  </a:lnTo>
                  <a:lnTo>
                    <a:pt x="7286" y="344"/>
                  </a:lnTo>
                  <a:lnTo>
                    <a:pt x="7080" y="207"/>
                  </a:lnTo>
                  <a:lnTo>
                    <a:pt x="6920" y="92"/>
                  </a:lnTo>
                  <a:lnTo>
                    <a:pt x="6759" y="24"/>
                  </a:lnTo>
                  <a:lnTo>
                    <a:pt x="6622" y="1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55"/>
            <p:cNvSpPr/>
            <p:nvPr/>
          </p:nvSpPr>
          <p:spPr>
            <a:xfrm>
              <a:off x="8245421" y="6127631"/>
              <a:ext cx="12335" cy="62042"/>
            </a:xfrm>
            <a:custGeom>
              <a:avLst/>
              <a:gdLst/>
              <a:ahLst/>
              <a:cxnLst/>
              <a:rect l="l" t="t" r="r" b="b"/>
              <a:pathLst>
                <a:path w="574" h="2887" extrusionOk="0">
                  <a:moveTo>
                    <a:pt x="413" y="0"/>
                  </a:moveTo>
                  <a:lnTo>
                    <a:pt x="344" y="23"/>
                  </a:lnTo>
                  <a:lnTo>
                    <a:pt x="298" y="46"/>
                  </a:lnTo>
                  <a:lnTo>
                    <a:pt x="275" y="92"/>
                  </a:lnTo>
                  <a:lnTo>
                    <a:pt x="161" y="435"/>
                  </a:lnTo>
                  <a:lnTo>
                    <a:pt x="69" y="756"/>
                  </a:lnTo>
                  <a:lnTo>
                    <a:pt x="23" y="1100"/>
                  </a:lnTo>
                  <a:lnTo>
                    <a:pt x="0" y="1443"/>
                  </a:lnTo>
                  <a:lnTo>
                    <a:pt x="23" y="1787"/>
                  </a:lnTo>
                  <a:lnTo>
                    <a:pt x="69" y="2131"/>
                  </a:lnTo>
                  <a:lnTo>
                    <a:pt x="161" y="2452"/>
                  </a:lnTo>
                  <a:lnTo>
                    <a:pt x="275" y="2795"/>
                  </a:lnTo>
                  <a:lnTo>
                    <a:pt x="321" y="2841"/>
                  </a:lnTo>
                  <a:lnTo>
                    <a:pt x="367" y="2887"/>
                  </a:lnTo>
                  <a:lnTo>
                    <a:pt x="458" y="2887"/>
                  </a:lnTo>
                  <a:lnTo>
                    <a:pt x="504" y="2864"/>
                  </a:lnTo>
                  <a:lnTo>
                    <a:pt x="550" y="2818"/>
                  </a:lnTo>
                  <a:lnTo>
                    <a:pt x="573" y="2772"/>
                  </a:lnTo>
                  <a:lnTo>
                    <a:pt x="550" y="2727"/>
                  </a:lnTo>
                  <a:lnTo>
                    <a:pt x="436" y="2406"/>
                  </a:lnTo>
                  <a:lnTo>
                    <a:pt x="367" y="2085"/>
                  </a:lnTo>
                  <a:lnTo>
                    <a:pt x="321" y="1764"/>
                  </a:lnTo>
                  <a:lnTo>
                    <a:pt x="298" y="1443"/>
                  </a:lnTo>
                  <a:lnTo>
                    <a:pt x="298" y="1123"/>
                  </a:lnTo>
                  <a:lnTo>
                    <a:pt x="344" y="802"/>
                  </a:lnTo>
                  <a:lnTo>
                    <a:pt x="436" y="481"/>
                  </a:lnTo>
                  <a:lnTo>
                    <a:pt x="550" y="160"/>
                  </a:lnTo>
                  <a:lnTo>
                    <a:pt x="550" y="115"/>
                  </a:lnTo>
                  <a:lnTo>
                    <a:pt x="527" y="69"/>
                  </a:lnTo>
                  <a:lnTo>
                    <a:pt x="504" y="23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55"/>
            <p:cNvSpPr/>
            <p:nvPr/>
          </p:nvSpPr>
          <p:spPr>
            <a:xfrm>
              <a:off x="8283823" y="6139923"/>
              <a:ext cx="64513" cy="37951"/>
            </a:xfrm>
            <a:custGeom>
              <a:avLst/>
              <a:gdLst/>
              <a:ahLst/>
              <a:cxnLst/>
              <a:rect l="l" t="t" r="r" b="b"/>
              <a:pathLst>
                <a:path w="3002" h="1766" extrusionOk="0">
                  <a:moveTo>
                    <a:pt x="69" y="1"/>
                  </a:moveTo>
                  <a:lnTo>
                    <a:pt x="23" y="24"/>
                  </a:lnTo>
                  <a:lnTo>
                    <a:pt x="0" y="70"/>
                  </a:lnTo>
                  <a:lnTo>
                    <a:pt x="0" y="115"/>
                  </a:lnTo>
                  <a:lnTo>
                    <a:pt x="0" y="184"/>
                  </a:lnTo>
                  <a:lnTo>
                    <a:pt x="23" y="230"/>
                  </a:lnTo>
                  <a:lnTo>
                    <a:pt x="69" y="253"/>
                  </a:lnTo>
                  <a:lnTo>
                    <a:pt x="138" y="276"/>
                  </a:lnTo>
                  <a:lnTo>
                    <a:pt x="527" y="322"/>
                  </a:lnTo>
                  <a:lnTo>
                    <a:pt x="894" y="390"/>
                  </a:lnTo>
                  <a:lnTo>
                    <a:pt x="1261" y="528"/>
                  </a:lnTo>
                  <a:lnTo>
                    <a:pt x="1604" y="688"/>
                  </a:lnTo>
                  <a:lnTo>
                    <a:pt x="1925" y="894"/>
                  </a:lnTo>
                  <a:lnTo>
                    <a:pt x="2223" y="1123"/>
                  </a:lnTo>
                  <a:lnTo>
                    <a:pt x="2498" y="1398"/>
                  </a:lnTo>
                  <a:lnTo>
                    <a:pt x="2727" y="1696"/>
                  </a:lnTo>
                  <a:lnTo>
                    <a:pt x="2773" y="1742"/>
                  </a:lnTo>
                  <a:lnTo>
                    <a:pt x="2818" y="1765"/>
                  </a:lnTo>
                  <a:lnTo>
                    <a:pt x="2887" y="1765"/>
                  </a:lnTo>
                  <a:lnTo>
                    <a:pt x="2933" y="1742"/>
                  </a:lnTo>
                  <a:lnTo>
                    <a:pt x="2979" y="1719"/>
                  </a:lnTo>
                  <a:lnTo>
                    <a:pt x="3002" y="1673"/>
                  </a:lnTo>
                  <a:lnTo>
                    <a:pt x="3002" y="1605"/>
                  </a:lnTo>
                  <a:lnTo>
                    <a:pt x="2979" y="1559"/>
                  </a:lnTo>
                  <a:lnTo>
                    <a:pt x="2704" y="1215"/>
                  </a:lnTo>
                  <a:lnTo>
                    <a:pt x="2406" y="917"/>
                  </a:lnTo>
                  <a:lnTo>
                    <a:pt x="2085" y="665"/>
                  </a:lnTo>
                  <a:lnTo>
                    <a:pt x="1742" y="436"/>
                  </a:lnTo>
                  <a:lnTo>
                    <a:pt x="1375" y="276"/>
                  </a:lnTo>
                  <a:lnTo>
                    <a:pt x="963" y="138"/>
                  </a:lnTo>
                  <a:lnTo>
                    <a:pt x="550" y="47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55"/>
            <p:cNvSpPr/>
            <p:nvPr/>
          </p:nvSpPr>
          <p:spPr>
            <a:xfrm>
              <a:off x="8620114" y="6174887"/>
              <a:ext cx="33976" cy="35480"/>
            </a:xfrm>
            <a:custGeom>
              <a:avLst/>
              <a:gdLst/>
              <a:ahLst/>
              <a:cxnLst/>
              <a:rect l="l" t="t" r="r" b="b"/>
              <a:pathLst>
                <a:path w="1581" h="1651" extrusionOk="0">
                  <a:moveTo>
                    <a:pt x="115" y="1"/>
                  </a:moveTo>
                  <a:lnTo>
                    <a:pt x="69" y="23"/>
                  </a:lnTo>
                  <a:lnTo>
                    <a:pt x="23" y="69"/>
                  </a:lnTo>
                  <a:lnTo>
                    <a:pt x="0" y="115"/>
                  </a:lnTo>
                  <a:lnTo>
                    <a:pt x="0" y="161"/>
                  </a:lnTo>
                  <a:lnTo>
                    <a:pt x="0" y="207"/>
                  </a:lnTo>
                  <a:lnTo>
                    <a:pt x="46" y="253"/>
                  </a:lnTo>
                  <a:lnTo>
                    <a:pt x="412" y="528"/>
                  </a:lnTo>
                  <a:lnTo>
                    <a:pt x="756" y="848"/>
                  </a:lnTo>
                  <a:lnTo>
                    <a:pt x="1077" y="1215"/>
                  </a:lnTo>
                  <a:lnTo>
                    <a:pt x="1329" y="1581"/>
                  </a:lnTo>
                  <a:lnTo>
                    <a:pt x="1375" y="1627"/>
                  </a:lnTo>
                  <a:lnTo>
                    <a:pt x="1421" y="1650"/>
                  </a:lnTo>
                  <a:lnTo>
                    <a:pt x="1489" y="1650"/>
                  </a:lnTo>
                  <a:lnTo>
                    <a:pt x="1535" y="1627"/>
                  </a:lnTo>
                  <a:lnTo>
                    <a:pt x="1558" y="1581"/>
                  </a:lnTo>
                  <a:lnTo>
                    <a:pt x="1581" y="1536"/>
                  </a:lnTo>
                  <a:lnTo>
                    <a:pt x="1581" y="1490"/>
                  </a:lnTo>
                  <a:lnTo>
                    <a:pt x="1558" y="1421"/>
                  </a:lnTo>
                  <a:lnTo>
                    <a:pt x="1283" y="1032"/>
                  </a:lnTo>
                  <a:lnTo>
                    <a:pt x="962" y="665"/>
                  </a:lnTo>
                  <a:lnTo>
                    <a:pt x="619" y="321"/>
                  </a:lnTo>
                  <a:lnTo>
                    <a:pt x="229" y="2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55"/>
            <p:cNvSpPr/>
            <p:nvPr/>
          </p:nvSpPr>
          <p:spPr>
            <a:xfrm>
              <a:off x="8629462" y="6180302"/>
              <a:ext cx="28087" cy="7414"/>
            </a:xfrm>
            <a:custGeom>
              <a:avLst/>
              <a:gdLst/>
              <a:ahLst/>
              <a:cxnLst/>
              <a:rect l="l" t="t" r="r" b="b"/>
              <a:pathLst>
                <a:path w="1307" h="345" extrusionOk="0">
                  <a:moveTo>
                    <a:pt x="1146" y="1"/>
                  </a:moveTo>
                  <a:lnTo>
                    <a:pt x="115" y="69"/>
                  </a:lnTo>
                  <a:lnTo>
                    <a:pt x="69" y="92"/>
                  </a:lnTo>
                  <a:lnTo>
                    <a:pt x="23" y="115"/>
                  </a:lnTo>
                  <a:lnTo>
                    <a:pt x="0" y="161"/>
                  </a:lnTo>
                  <a:lnTo>
                    <a:pt x="0" y="230"/>
                  </a:lnTo>
                  <a:lnTo>
                    <a:pt x="0" y="276"/>
                  </a:lnTo>
                  <a:lnTo>
                    <a:pt x="46" y="321"/>
                  </a:lnTo>
                  <a:lnTo>
                    <a:pt x="92" y="344"/>
                  </a:lnTo>
                  <a:lnTo>
                    <a:pt x="138" y="344"/>
                  </a:lnTo>
                  <a:lnTo>
                    <a:pt x="1169" y="298"/>
                  </a:lnTo>
                  <a:lnTo>
                    <a:pt x="1238" y="276"/>
                  </a:lnTo>
                  <a:lnTo>
                    <a:pt x="1260" y="253"/>
                  </a:lnTo>
                  <a:lnTo>
                    <a:pt x="1283" y="207"/>
                  </a:lnTo>
                  <a:lnTo>
                    <a:pt x="1306" y="138"/>
                  </a:lnTo>
                  <a:lnTo>
                    <a:pt x="1283" y="92"/>
                  </a:lnTo>
                  <a:lnTo>
                    <a:pt x="1260" y="46"/>
                  </a:lnTo>
                  <a:lnTo>
                    <a:pt x="1215" y="23"/>
                  </a:lnTo>
                  <a:lnTo>
                    <a:pt x="1146" y="1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55"/>
            <p:cNvSpPr/>
            <p:nvPr/>
          </p:nvSpPr>
          <p:spPr>
            <a:xfrm>
              <a:off x="8665887" y="5753433"/>
              <a:ext cx="582508" cy="883819"/>
            </a:xfrm>
            <a:custGeom>
              <a:avLst/>
              <a:gdLst/>
              <a:ahLst/>
              <a:cxnLst/>
              <a:rect l="l" t="t" r="r" b="b"/>
              <a:pathLst>
                <a:path w="27106" h="41127" extrusionOk="0">
                  <a:moveTo>
                    <a:pt x="18857" y="0"/>
                  </a:moveTo>
                  <a:lnTo>
                    <a:pt x="11777" y="825"/>
                  </a:lnTo>
                  <a:lnTo>
                    <a:pt x="11457" y="1008"/>
                  </a:lnTo>
                  <a:lnTo>
                    <a:pt x="11067" y="1214"/>
                  </a:lnTo>
                  <a:lnTo>
                    <a:pt x="10609" y="1444"/>
                  </a:lnTo>
                  <a:lnTo>
                    <a:pt x="10059" y="1673"/>
                  </a:lnTo>
                  <a:lnTo>
                    <a:pt x="9486" y="1902"/>
                  </a:lnTo>
                  <a:lnTo>
                    <a:pt x="9188" y="1971"/>
                  </a:lnTo>
                  <a:lnTo>
                    <a:pt x="8890" y="2062"/>
                  </a:lnTo>
                  <a:lnTo>
                    <a:pt x="8593" y="2108"/>
                  </a:lnTo>
                  <a:lnTo>
                    <a:pt x="8295" y="2131"/>
                  </a:lnTo>
                  <a:lnTo>
                    <a:pt x="7722" y="2177"/>
                  </a:lnTo>
                  <a:lnTo>
                    <a:pt x="7218" y="2223"/>
                  </a:lnTo>
                  <a:lnTo>
                    <a:pt x="6714" y="2291"/>
                  </a:lnTo>
                  <a:lnTo>
                    <a:pt x="6508" y="2360"/>
                  </a:lnTo>
                  <a:lnTo>
                    <a:pt x="6279" y="2429"/>
                  </a:lnTo>
                  <a:lnTo>
                    <a:pt x="6095" y="2520"/>
                  </a:lnTo>
                  <a:lnTo>
                    <a:pt x="5912" y="2635"/>
                  </a:lnTo>
                  <a:lnTo>
                    <a:pt x="5729" y="2772"/>
                  </a:lnTo>
                  <a:lnTo>
                    <a:pt x="5568" y="2933"/>
                  </a:lnTo>
                  <a:lnTo>
                    <a:pt x="5431" y="3139"/>
                  </a:lnTo>
                  <a:lnTo>
                    <a:pt x="5293" y="3368"/>
                  </a:lnTo>
                  <a:lnTo>
                    <a:pt x="5202" y="3620"/>
                  </a:lnTo>
                  <a:lnTo>
                    <a:pt x="5110" y="3941"/>
                  </a:lnTo>
                  <a:lnTo>
                    <a:pt x="5018" y="4308"/>
                  </a:lnTo>
                  <a:lnTo>
                    <a:pt x="4973" y="4674"/>
                  </a:lnTo>
                  <a:lnTo>
                    <a:pt x="4950" y="5041"/>
                  </a:lnTo>
                  <a:lnTo>
                    <a:pt x="4950" y="5430"/>
                  </a:lnTo>
                  <a:lnTo>
                    <a:pt x="4996" y="6163"/>
                  </a:lnTo>
                  <a:lnTo>
                    <a:pt x="5041" y="6874"/>
                  </a:lnTo>
                  <a:lnTo>
                    <a:pt x="5064" y="7424"/>
                  </a:lnTo>
                  <a:lnTo>
                    <a:pt x="5064" y="7676"/>
                  </a:lnTo>
                  <a:lnTo>
                    <a:pt x="5041" y="7905"/>
                  </a:lnTo>
                  <a:lnTo>
                    <a:pt x="4996" y="8134"/>
                  </a:lnTo>
                  <a:lnTo>
                    <a:pt x="4950" y="8340"/>
                  </a:lnTo>
                  <a:lnTo>
                    <a:pt x="4858" y="8523"/>
                  </a:lnTo>
                  <a:lnTo>
                    <a:pt x="4766" y="8707"/>
                  </a:lnTo>
                  <a:lnTo>
                    <a:pt x="4423" y="9096"/>
                  </a:lnTo>
                  <a:lnTo>
                    <a:pt x="4010" y="9554"/>
                  </a:lnTo>
                  <a:lnTo>
                    <a:pt x="3552" y="10081"/>
                  </a:lnTo>
                  <a:lnTo>
                    <a:pt x="3323" y="10356"/>
                  </a:lnTo>
                  <a:lnTo>
                    <a:pt x="3117" y="10677"/>
                  </a:lnTo>
                  <a:lnTo>
                    <a:pt x="2933" y="10952"/>
                  </a:lnTo>
                  <a:lnTo>
                    <a:pt x="2704" y="11341"/>
                  </a:lnTo>
                  <a:lnTo>
                    <a:pt x="2521" y="11777"/>
                  </a:lnTo>
                  <a:lnTo>
                    <a:pt x="2384" y="12212"/>
                  </a:lnTo>
                  <a:lnTo>
                    <a:pt x="2338" y="12464"/>
                  </a:lnTo>
                  <a:lnTo>
                    <a:pt x="2292" y="12716"/>
                  </a:lnTo>
                  <a:lnTo>
                    <a:pt x="2269" y="12991"/>
                  </a:lnTo>
                  <a:lnTo>
                    <a:pt x="2269" y="13243"/>
                  </a:lnTo>
                  <a:lnTo>
                    <a:pt x="2269" y="13495"/>
                  </a:lnTo>
                  <a:lnTo>
                    <a:pt x="2292" y="13862"/>
                  </a:lnTo>
                  <a:lnTo>
                    <a:pt x="2338" y="14205"/>
                  </a:lnTo>
                  <a:lnTo>
                    <a:pt x="2407" y="14572"/>
                  </a:lnTo>
                  <a:lnTo>
                    <a:pt x="2498" y="14916"/>
                  </a:lnTo>
                  <a:lnTo>
                    <a:pt x="2590" y="15191"/>
                  </a:lnTo>
                  <a:lnTo>
                    <a:pt x="2796" y="15832"/>
                  </a:lnTo>
                  <a:lnTo>
                    <a:pt x="3048" y="16474"/>
                  </a:lnTo>
                  <a:lnTo>
                    <a:pt x="3575" y="17757"/>
                  </a:lnTo>
                  <a:lnTo>
                    <a:pt x="3827" y="18375"/>
                  </a:lnTo>
                  <a:lnTo>
                    <a:pt x="4033" y="19017"/>
                  </a:lnTo>
                  <a:lnTo>
                    <a:pt x="4217" y="19635"/>
                  </a:lnTo>
                  <a:lnTo>
                    <a:pt x="4262" y="19956"/>
                  </a:lnTo>
                  <a:lnTo>
                    <a:pt x="4308" y="20277"/>
                  </a:lnTo>
                  <a:lnTo>
                    <a:pt x="4354" y="20575"/>
                  </a:lnTo>
                  <a:lnTo>
                    <a:pt x="4354" y="20919"/>
                  </a:lnTo>
                  <a:lnTo>
                    <a:pt x="4331" y="21652"/>
                  </a:lnTo>
                  <a:lnTo>
                    <a:pt x="4262" y="22476"/>
                  </a:lnTo>
                  <a:lnTo>
                    <a:pt x="4148" y="23347"/>
                  </a:lnTo>
                  <a:lnTo>
                    <a:pt x="4010" y="24172"/>
                  </a:lnTo>
                  <a:lnTo>
                    <a:pt x="3827" y="25043"/>
                  </a:lnTo>
                  <a:lnTo>
                    <a:pt x="3644" y="25890"/>
                  </a:lnTo>
                  <a:lnTo>
                    <a:pt x="3438" y="26761"/>
                  </a:lnTo>
                  <a:lnTo>
                    <a:pt x="3208" y="27609"/>
                  </a:lnTo>
                  <a:lnTo>
                    <a:pt x="2979" y="28434"/>
                  </a:lnTo>
                  <a:lnTo>
                    <a:pt x="2521" y="29946"/>
                  </a:lnTo>
                  <a:lnTo>
                    <a:pt x="2109" y="31297"/>
                  </a:lnTo>
                  <a:lnTo>
                    <a:pt x="1742" y="32558"/>
                  </a:lnTo>
                  <a:lnTo>
                    <a:pt x="1421" y="33726"/>
                  </a:lnTo>
                  <a:lnTo>
                    <a:pt x="1123" y="34803"/>
                  </a:lnTo>
                  <a:lnTo>
                    <a:pt x="894" y="35811"/>
                  </a:lnTo>
                  <a:lnTo>
                    <a:pt x="688" y="36728"/>
                  </a:lnTo>
                  <a:lnTo>
                    <a:pt x="505" y="37552"/>
                  </a:lnTo>
                  <a:lnTo>
                    <a:pt x="367" y="38286"/>
                  </a:lnTo>
                  <a:lnTo>
                    <a:pt x="161" y="39523"/>
                  </a:lnTo>
                  <a:lnTo>
                    <a:pt x="70" y="40393"/>
                  </a:lnTo>
                  <a:lnTo>
                    <a:pt x="1" y="40943"/>
                  </a:lnTo>
                  <a:lnTo>
                    <a:pt x="1" y="41104"/>
                  </a:lnTo>
                  <a:lnTo>
                    <a:pt x="413" y="41127"/>
                  </a:lnTo>
                  <a:lnTo>
                    <a:pt x="940" y="41104"/>
                  </a:lnTo>
                  <a:lnTo>
                    <a:pt x="1650" y="41081"/>
                  </a:lnTo>
                  <a:lnTo>
                    <a:pt x="2521" y="41012"/>
                  </a:lnTo>
                  <a:lnTo>
                    <a:pt x="3575" y="40897"/>
                  </a:lnTo>
                  <a:lnTo>
                    <a:pt x="4766" y="40714"/>
                  </a:lnTo>
                  <a:lnTo>
                    <a:pt x="6118" y="40462"/>
                  </a:lnTo>
                  <a:lnTo>
                    <a:pt x="6851" y="40302"/>
                  </a:lnTo>
                  <a:lnTo>
                    <a:pt x="7607" y="40141"/>
                  </a:lnTo>
                  <a:lnTo>
                    <a:pt x="8386" y="39935"/>
                  </a:lnTo>
                  <a:lnTo>
                    <a:pt x="9211" y="39706"/>
                  </a:lnTo>
                  <a:lnTo>
                    <a:pt x="10059" y="39454"/>
                  </a:lnTo>
                  <a:lnTo>
                    <a:pt x="10930" y="39179"/>
                  </a:lnTo>
                  <a:lnTo>
                    <a:pt x="11823" y="38858"/>
                  </a:lnTo>
                  <a:lnTo>
                    <a:pt x="12763" y="38515"/>
                  </a:lnTo>
                  <a:lnTo>
                    <a:pt x="13702" y="38148"/>
                  </a:lnTo>
                  <a:lnTo>
                    <a:pt x="14664" y="37736"/>
                  </a:lnTo>
                  <a:lnTo>
                    <a:pt x="15649" y="37300"/>
                  </a:lnTo>
                  <a:lnTo>
                    <a:pt x="16658" y="36819"/>
                  </a:lnTo>
                  <a:lnTo>
                    <a:pt x="17689" y="36292"/>
                  </a:lnTo>
                  <a:lnTo>
                    <a:pt x="18720" y="35742"/>
                  </a:lnTo>
                  <a:lnTo>
                    <a:pt x="19774" y="35147"/>
                  </a:lnTo>
                  <a:lnTo>
                    <a:pt x="20850" y="34505"/>
                  </a:lnTo>
                  <a:lnTo>
                    <a:pt x="20759" y="34299"/>
                  </a:lnTo>
                  <a:lnTo>
                    <a:pt x="20507" y="33772"/>
                  </a:lnTo>
                  <a:lnTo>
                    <a:pt x="20140" y="32924"/>
                  </a:lnTo>
                  <a:lnTo>
                    <a:pt x="19957" y="32420"/>
                  </a:lnTo>
                  <a:lnTo>
                    <a:pt x="19751" y="31847"/>
                  </a:lnTo>
                  <a:lnTo>
                    <a:pt x="19567" y="31206"/>
                  </a:lnTo>
                  <a:lnTo>
                    <a:pt x="19384" y="30541"/>
                  </a:lnTo>
                  <a:lnTo>
                    <a:pt x="19224" y="29831"/>
                  </a:lnTo>
                  <a:lnTo>
                    <a:pt x="19086" y="29075"/>
                  </a:lnTo>
                  <a:lnTo>
                    <a:pt x="18995" y="28296"/>
                  </a:lnTo>
                  <a:lnTo>
                    <a:pt x="18926" y="27494"/>
                  </a:lnTo>
                  <a:lnTo>
                    <a:pt x="18926" y="26692"/>
                  </a:lnTo>
                  <a:lnTo>
                    <a:pt x="18926" y="26257"/>
                  </a:lnTo>
                  <a:lnTo>
                    <a:pt x="18972" y="25845"/>
                  </a:lnTo>
                  <a:lnTo>
                    <a:pt x="19017" y="25386"/>
                  </a:lnTo>
                  <a:lnTo>
                    <a:pt x="19109" y="24905"/>
                  </a:lnTo>
                  <a:lnTo>
                    <a:pt x="19224" y="24401"/>
                  </a:lnTo>
                  <a:lnTo>
                    <a:pt x="19361" y="23851"/>
                  </a:lnTo>
                  <a:lnTo>
                    <a:pt x="19613" y="23095"/>
                  </a:lnTo>
                  <a:lnTo>
                    <a:pt x="19888" y="22316"/>
                  </a:lnTo>
                  <a:lnTo>
                    <a:pt x="20209" y="21514"/>
                  </a:lnTo>
                  <a:lnTo>
                    <a:pt x="20553" y="20666"/>
                  </a:lnTo>
                  <a:lnTo>
                    <a:pt x="20919" y="19819"/>
                  </a:lnTo>
                  <a:lnTo>
                    <a:pt x="21332" y="18971"/>
                  </a:lnTo>
                  <a:lnTo>
                    <a:pt x="22179" y="17276"/>
                  </a:lnTo>
                  <a:lnTo>
                    <a:pt x="23073" y="15580"/>
                  </a:lnTo>
                  <a:lnTo>
                    <a:pt x="23943" y="13976"/>
                  </a:lnTo>
                  <a:lnTo>
                    <a:pt x="25547" y="11135"/>
                  </a:lnTo>
                  <a:lnTo>
                    <a:pt x="26510" y="9486"/>
                  </a:lnTo>
                  <a:lnTo>
                    <a:pt x="26670" y="9165"/>
                  </a:lnTo>
                  <a:lnTo>
                    <a:pt x="26830" y="8890"/>
                  </a:lnTo>
                  <a:lnTo>
                    <a:pt x="26922" y="8638"/>
                  </a:lnTo>
                  <a:lnTo>
                    <a:pt x="26968" y="8455"/>
                  </a:lnTo>
                  <a:lnTo>
                    <a:pt x="27059" y="7744"/>
                  </a:lnTo>
                  <a:lnTo>
                    <a:pt x="27082" y="7378"/>
                  </a:lnTo>
                  <a:lnTo>
                    <a:pt x="27105" y="7011"/>
                  </a:lnTo>
                  <a:lnTo>
                    <a:pt x="27082" y="6645"/>
                  </a:lnTo>
                  <a:lnTo>
                    <a:pt x="27014" y="6278"/>
                  </a:lnTo>
                  <a:lnTo>
                    <a:pt x="26922" y="5911"/>
                  </a:lnTo>
                  <a:lnTo>
                    <a:pt x="26784" y="5568"/>
                  </a:lnTo>
                  <a:lnTo>
                    <a:pt x="26601" y="5201"/>
                  </a:lnTo>
                  <a:lnTo>
                    <a:pt x="26372" y="4857"/>
                  </a:lnTo>
                  <a:lnTo>
                    <a:pt x="26212" y="4674"/>
                  </a:lnTo>
                  <a:lnTo>
                    <a:pt x="26051" y="4514"/>
                  </a:lnTo>
                  <a:lnTo>
                    <a:pt x="25891" y="4353"/>
                  </a:lnTo>
                  <a:lnTo>
                    <a:pt x="25685" y="4170"/>
                  </a:lnTo>
                  <a:lnTo>
                    <a:pt x="25479" y="4010"/>
                  </a:lnTo>
                  <a:lnTo>
                    <a:pt x="25249" y="3849"/>
                  </a:lnTo>
                  <a:lnTo>
                    <a:pt x="24722" y="3551"/>
                  </a:lnTo>
                  <a:lnTo>
                    <a:pt x="24127" y="3254"/>
                  </a:lnTo>
                  <a:lnTo>
                    <a:pt x="23416" y="3002"/>
                  </a:lnTo>
                  <a:lnTo>
                    <a:pt x="22729" y="2727"/>
                  </a:lnTo>
                  <a:lnTo>
                    <a:pt x="22088" y="2452"/>
                  </a:lnTo>
                  <a:lnTo>
                    <a:pt x="21538" y="2200"/>
                  </a:lnTo>
                  <a:lnTo>
                    <a:pt x="21034" y="1925"/>
                  </a:lnTo>
                  <a:lnTo>
                    <a:pt x="20598" y="1673"/>
                  </a:lnTo>
                  <a:lnTo>
                    <a:pt x="20232" y="1421"/>
                  </a:lnTo>
                  <a:lnTo>
                    <a:pt x="19911" y="1192"/>
                  </a:lnTo>
                  <a:lnTo>
                    <a:pt x="19659" y="962"/>
                  </a:lnTo>
                  <a:lnTo>
                    <a:pt x="19430" y="756"/>
                  </a:lnTo>
                  <a:lnTo>
                    <a:pt x="19269" y="573"/>
                  </a:lnTo>
                  <a:lnTo>
                    <a:pt x="19017" y="275"/>
                  </a:lnTo>
                  <a:lnTo>
                    <a:pt x="18903" y="69"/>
                  </a:lnTo>
                  <a:lnTo>
                    <a:pt x="18857" y="0"/>
                  </a:lnTo>
                  <a:close/>
                </a:path>
              </a:pathLst>
            </a:custGeom>
            <a:gradFill>
              <a:gsLst>
                <a:gs pos="0">
                  <a:srgbClr val="FFF0B9"/>
                </a:gs>
                <a:gs pos="100000">
                  <a:srgbClr val="F9D03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55"/>
            <p:cNvSpPr/>
            <p:nvPr/>
          </p:nvSpPr>
          <p:spPr>
            <a:xfrm>
              <a:off x="8728916" y="5981395"/>
              <a:ext cx="402787" cy="69928"/>
            </a:xfrm>
            <a:custGeom>
              <a:avLst/>
              <a:gdLst/>
              <a:ahLst/>
              <a:cxnLst/>
              <a:rect l="l" t="t" r="r" b="b"/>
              <a:pathLst>
                <a:path w="18743" h="3254" extrusionOk="0">
                  <a:moveTo>
                    <a:pt x="2521" y="0"/>
                  </a:moveTo>
                  <a:lnTo>
                    <a:pt x="1352" y="23"/>
                  </a:lnTo>
                  <a:lnTo>
                    <a:pt x="184" y="69"/>
                  </a:lnTo>
                  <a:lnTo>
                    <a:pt x="0" y="344"/>
                  </a:lnTo>
                  <a:lnTo>
                    <a:pt x="0" y="344"/>
                  </a:lnTo>
                  <a:lnTo>
                    <a:pt x="1169" y="298"/>
                  </a:lnTo>
                  <a:lnTo>
                    <a:pt x="2360" y="275"/>
                  </a:lnTo>
                  <a:lnTo>
                    <a:pt x="3552" y="275"/>
                  </a:lnTo>
                  <a:lnTo>
                    <a:pt x="4720" y="321"/>
                  </a:lnTo>
                  <a:lnTo>
                    <a:pt x="5912" y="413"/>
                  </a:lnTo>
                  <a:lnTo>
                    <a:pt x="7080" y="504"/>
                  </a:lnTo>
                  <a:lnTo>
                    <a:pt x="8249" y="642"/>
                  </a:lnTo>
                  <a:lnTo>
                    <a:pt x="9440" y="802"/>
                  </a:lnTo>
                  <a:lnTo>
                    <a:pt x="10586" y="1008"/>
                  </a:lnTo>
                  <a:lnTo>
                    <a:pt x="11754" y="1237"/>
                  </a:lnTo>
                  <a:lnTo>
                    <a:pt x="12900" y="1490"/>
                  </a:lnTo>
                  <a:lnTo>
                    <a:pt x="14068" y="1787"/>
                  </a:lnTo>
                  <a:lnTo>
                    <a:pt x="15191" y="2108"/>
                  </a:lnTo>
                  <a:lnTo>
                    <a:pt x="16336" y="2452"/>
                  </a:lnTo>
                  <a:lnTo>
                    <a:pt x="17459" y="2818"/>
                  </a:lnTo>
                  <a:lnTo>
                    <a:pt x="18559" y="3231"/>
                  </a:lnTo>
                  <a:lnTo>
                    <a:pt x="18628" y="3254"/>
                  </a:lnTo>
                  <a:lnTo>
                    <a:pt x="18673" y="3231"/>
                  </a:lnTo>
                  <a:lnTo>
                    <a:pt x="18696" y="3208"/>
                  </a:lnTo>
                  <a:lnTo>
                    <a:pt x="18719" y="3162"/>
                  </a:lnTo>
                  <a:lnTo>
                    <a:pt x="18742" y="3093"/>
                  </a:lnTo>
                  <a:lnTo>
                    <a:pt x="18719" y="3048"/>
                  </a:lnTo>
                  <a:lnTo>
                    <a:pt x="18696" y="3002"/>
                  </a:lnTo>
                  <a:lnTo>
                    <a:pt x="18628" y="2979"/>
                  </a:lnTo>
                  <a:lnTo>
                    <a:pt x="17528" y="2566"/>
                  </a:lnTo>
                  <a:lnTo>
                    <a:pt x="16405" y="2200"/>
                  </a:lnTo>
                  <a:lnTo>
                    <a:pt x="15283" y="1833"/>
                  </a:lnTo>
                  <a:lnTo>
                    <a:pt x="14160" y="1535"/>
                  </a:lnTo>
                  <a:lnTo>
                    <a:pt x="13014" y="1237"/>
                  </a:lnTo>
                  <a:lnTo>
                    <a:pt x="11869" y="985"/>
                  </a:lnTo>
                  <a:lnTo>
                    <a:pt x="10723" y="756"/>
                  </a:lnTo>
                  <a:lnTo>
                    <a:pt x="9555" y="550"/>
                  </a:lnTo>
                  <a:lnTo>
                    <a:pt x="8386" y="390"/>
                  </a:lnTo>
                  <a:lnTo>
                    <a:pt x="7218" y="252"/>
                  </a:lnTo>
                  <a:lnTo>
                    <a:pt x="6049" y="138"/>
                  </a:lnTo>
                  <a:lnTo>
                    <a:pt x="4881" y="69"/>
                  </a:lnTo>
                  <a:lnTo>
                    <a:pt x="3712" y="23"/>
                  </a:lnTo>
                  <a:lnTo>
                    <a:pt x="2521" y="0"/>
                  </a:lnTo>
                  <a:close/>
                </a:path>
              </a:pathLst>
            </a:custGeom>
            <a:gradFill>
              <a:gsLst>
                <a:gs pos="0">
                  <a:srgbClr val="E4C8BE"/>
                </a:gs>
                <a:gs pos="100000">
                  <a:srgbClr val="B77C68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4115;p55"/>
            <p:cNvSpPr/>
            <p:nvPr/>
          </p:nvSpPr>
          <p:spPr>
            <a:xfrm>
              <a:off x="8714647" y="6025706"/>
              <a:ext cx="401283" cy="63524"/>
            </a:xfrm>
            <a:custGeom>
              <a:avLst/>
              <a:gdLst/>
              <a:ahLst/>
              <a:cxnLst/>
              <a:rect l="l" t="t" r="r" b="b"/>
              <a:pathLst>
                <a:path w="18673" h="2956" extrusionOk="0">
                  <a:moveTo>
                    <a:pt x="1214" y="0"/>
                  </a:moveTo>
                  <a:lnTo>
                    <a:pt x="23" y="46"/>
                  </a:lnTo>
                  <a:lnTo>
                    <a:pt x="0" y="321"/>
                  </a:lnTo>
                  <a:lnTo>
                    <a:pt x="1169" y="275"/>
                  </a:lnTo>
                  <a:lnTo>
                    <a:pt x="2360" y="275"/>
                  </a:lnTo>
                  <a:lnTo>
                    <a:pt x="3528" y="298"/>
                  </a:lnTo>
                  <a:lnTo>
                    <a:pt x="4697" y="344"/>
                  </a:lnTo>
                  <a:lnTo>
                    <a:pt x="5865" y="413"/>
                  </a:lnTo>
                  <a:lnTo>
                    <a:pt x="7034" y="527"/>
                  </a:lnTo>
                  <a:lnTo>
                    <a:pt x="8202" y="642"/>
                  </a:lnTo>
                  <a:lnTo>
                    <a:pt x="9371" y="802"/>
                  </a:lnTo>
                  <a:lnTo>
                    <a:pt x="10516" y="986"/>
                  </a:lnTo>
                  <a:lnTo>
                    <a:pt x="11685" y="1192"/>
                  </a:lnTo>
                  <a:lnTo>
                    <a:pt x="12831" y="1421"/>
                  </a:lnTo>
                  <a:lnTo>
                    <a:pt x="13976" y="1673"/>
                  </a:lnTo>
                  <a:lnTo>
                    <a:pt x="15122" y="1948"/>
                  </a:lnTo>
                  <a:lnTo>
                    <a:pt x="16244" y="2246"/>
                  </a:lnTo>
                  <a:lnTo>
                    <a:pt x="17390" y="2589"/>
                  </a:lnTo>
                  <a:lnTo>
                    <a:pt x="18490" y="2933"/>
                  </a:lnTo>
                  <a:lnTo>
                    <a:pt x="18558" y="2956"/>
                  </a:lnTo>
                  <a:lnTo>
                    <a:pt x="18604" y="2933"/>
                  </a:lnTo>
                  <a:lnTo>
                    <a:pt x="18650" y="2887"/>
                  </a:lnTo>
                  <a:lnTo>
                    <a:pt x="18650" y="2841"/>
                  </a:lnTo>
                  <a:lnTo>
                    <a:pt x="18673" y="2796"/>
                  </a:lnTo>
                  <a:lnTo>
                    <a:pt x="18650" y="2750"/>
                  </a:lnTo>
                  <a:lnTo>
                    <a:pt x="18627" y="2704"/>
                  </a:lnTo>
                  <a:lnTo>
                    <a:pt x="18581" y="2681"/>
                  </a:lnTo>
                  <a:lnTo>
                    <a:pt x="17459" y="2314"/>
                  </a:lnTo>
                  <a:lnTo>
                    <a:pt x="16313" y="1994"/>
                  </a:lnTo>
                  <a:lnTo>
                    <a:pt x="15190" y="1673"/>
                  </a:lnTo>
                  <a:lnTo>
                    <a:pt x="14045" y="1398"/>
                  </a:lnTo>
                  <a:lnTo>
                    <a:pt x="12899" y="1146"/>
                  </a:lnTo>
                  <a:lnTo>
                    <a:pt x="11731" y="917"/>
                  </a:lnTo>
                  <a:lnTo>
                    <a:pt x="10585" y="711"/>
                  </a:lnTo>
                  <a:lnTo>
                    <a:pt x="9417" y="527"/>
                  </a:lnTo>
                  <a:lnTo>
                    <a:pt x="8248" y="367"/>
                  </a:lnTo>
                  <a:lnTo>
                    <a:pt x="7080" y="252"/>
                  </a:lnTo>
                  <a:lnTo>
                    <a:pt x="5911" y="138"/>
                  </a:lnTo>
                  <a:lnTo>
                    <a:pt x="4743" y="69"/>
                  </a:lnTo>
                  <a:lnTo>
                    <a:pt x="3551" y="23"/>
                  </a:lnTo>
                  <a:lnTo>
                    <a:pt x="2383" y="0"/>
                  </a:lnTo>
                  <a:close/>
                </a:path>
              </a:pathLst>
            </a:custGeom>
            <a:gradFill>
              <a:gsLst>
                <a:gs pos="0">
                  <a:srgbClr val="E4C8BE"/>
                </a:gs>
                <a:gs pos="100000">
                  <a:srgbClr val="B77C68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4116;p55"/>
            <p:cNvSpPr/>
            <p:nvPr/>
          </p:nvSpPr>
          <p:spPr>
            <a:xfrm>
              <a:off x="8719568" y="6073950"/>
              <a:ext cx="375688" cy="59592"/>
            </a:xfrm>
            <a:custGeom>
              <a:avLst/>
              <a:gdLst/>
              <a:ahLst/>
              <a:cxnLst/>
              <a:rect l="l" t="t" r="r" b="b"/>
              <a:pathLst>
                <a:path w="17482" h="2773" extrusionOk="0">
                  <a:moveTo>
                    <a:pt x="0" y="1"/>
                  </a:moveTo>
                  <a:lnTo>
                    <a:pt x="92" y="276"/>
                  </a:lnTo>
                  <a:lnTo>
                    <a:pt x="917" y="299"/>
                  </a:lnTo>
                  <a:lnTo>
                    <a:pt x="3551" y="344"/>
                  </a:lnTo>
                  <a:lnTo>
                    <a:pt x="4857" y="390"/>
                  </a:lnTo>
                  <a:lnTo>
                    <a:pt x="5499" y="436"/>
                  </a:lnTo>
                  <a:lnTo>
                    <a:pt x="6163" y="482"/>
                  </a:lnTo>
                  <a:lnTo>
                    <a:pt x="7584" y="665"/>
                  </a:lnTo>
                  <a:lnTo>
                    <a:pt x="8982" y="871"/>
                  </a:lnTo>
                  <a:lnTo>
                    <a:pt x="10379" y="1146"/>
                  </a:lnTo>
                  <a:lnTo>
                    <a:pt x="11777" y="1444"/>
                  </a:lnTo>
                  <a:lnTo>
                    <a:pt x="13174" y="1765"/>
                  </a:lnTo>
                  <a:lnTo>
                    <a:pt x="14549" y="2086"/>
                  </a:lnTo>
                  <a:lnTo>
                    <a:pt x="17321" y="2773"/>
                  </a:lnTo>
                  <a:lnTo>
                    <a:pt x="17367" y="2773"/>
                  </a:lnTo>
                  <a:lnTo>
                    <a:pt x="17413" y="2750"/>
                  </a:lnTo>
                  <a:lnTo>
                    <a:pt x="17459" y="2727"/>
                  </a:lnTo>
                  <a:lnTo>
                    <a:pt x="17482" y="2681"/>
                  </a:lnTo>
                  <a:lnTo>
                    <a:pt x="17482" y="2635"/>
                  </a:lnTo>
                  <a:lnTo>
                    <a:pt x="17482" y="2567"/>
                  </a:lnTo>
                  <a:lnTo>
                    <a:pt x="17436" y="2544"/>
                  </a:lnTo>
                  <a:lnTo>
                    <a:pt x="17390" y="2521"/>
                  </a:lnTo>
                  <a:lnTo>
                    <a:pt x="14893" y="1902"/>
                  </a:lnTo>
                  <a:lnTo>
                    <a:pt x="12395" y="1307"/>
                  </a:lnTo>
                  <a:lnTo>
                    <a:pt x="11318" y="1055"/>
                  </a:lnTo>
                  <a:lnTo>
                    <a:pt x="10219" y="825"/>
                  </a:lnTo>
                  <a:lnTo>
                    <a:pt x="9119" y="619"/>
                  </a:lnTo>
                  <a:lnTo>
                    <a:pt x="8042" y="459"/>
                  </a:lnTo>
                  <a:lnTo>
                    <a:pt x="6942" y="299"/>
                  </a:lnTo>
                  <a:lnTo>
                    <a:pt x="5820" y="184"/>
                  </a:lnTo>
                  <a:lnTo>
                    <a:pt x="4720" y="92"/>
                  </a:lnTo>
                  <a:lnTo>
                    <a:pt x="3620" y="46"/>
                  </a:lnTo>
                  <a:lnTo>
                    <a:pt x="1810" y="24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E4C8BE"/>
                </a:gs>
                <a:gs pos="100000">
                  <a:srgbClr val="B77C68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55"/>
            <p:cNvSpPr/>
            <p:nvPr/>
          </p:nvSpPr>
          <p:spPr>
            <a:xfrm>
              <a:off x="8799810" y="6213783"/>
              <a:ext cx="160530" cy="71411"/>
            </a:xfrm>
            <a:custGeom>
              <a:avLst/>
              <a:gdLst/>
              <a:ahLst/>
              <a:cxnLst/>
              <a:rect l="l" t="t" r="r" b="b"/>
              <a:pathLst>
                <a:path w="7470" h="3323" extrusionOk="0">
                  <a:moveTo>
                    <a:pt x="115" y="1"/>
                  </a:moveTo>
                  <a:lnTo>
                    <a:pt x="69" y="23"/>
                  </a:lnTo>
                  <a:lnTo>
                    <a:pt x="24" y="46"/>
                  </a:lnTo>
                  <a:lnTo>
                    <a:pt x="1" y="92"/>
                  </a:lnTo>
                  <a:lnTo>
                    <a:pt x="1" y="138"/>
                  </a:lnTo>
                  <a:lnTo>
                    <a:pt x="24" y="207"/>
                  </a:lnTo>
                  <a:lnTo>
                    <a:pt x="344" y="596"/>
                  </a:lnTo>
                  <a:lnTo>
                    <a:pt x="711" y="986"/>
                  </a:lnTo>
                  <a:lnTo>
                    <a:pt x="1078" y="1329"/>
                  </a:lnTo>
                  <a:lnTo>
                    <a:pt x="1490" y="1650"/>
                  </a:lnTo>
                  <a:lnTo>
                    <a:pt x="1902" y="1948"/>
                  </a:lnTo>
                  <a:lnTo>
                    <a:pt x="2338" y="2223"/>
                  </a:lnTo>
                  <a:lnTo>
                    <a:pt x="2819" y="2452"/>
                  </a:lnTo>
                  <a:lnTo>
                    <a:pt x="3277" y="2658"/>
                  </a:lnTo>
                  <a:lnTo>
                    <a:pt x="3758" y="2865"/>
                  </a:lnTo>
                  <a:lnTo>
                    <a:pt x="4262" y="3002"/>
                  </a:lnTo>
                  <a:lnTo>
                    <a:pt x="4766" y="3139"/>
                  </a:lnTo>
                  <a:lnTo>
                    <a:pt x="5270" y="3231"/>
                  </a:lnTo>
                  <a:lnTo>
                    <a:pt x="5797" y="3300"/>
                  </a:lnTo>
                  <a:lnTo>
                    <a:pt x="6301" y="3323"/>
                  </a:lnTo>
                  <a:lnTo>
                    <a:pt x="6828" y="3323"/>
                  </a:lnTo>
                  <a:lnTo>
                    <a:pt x="7332" y="3277"/>
                  </a:lnTo>
                  <a:lnTo>
                    <a:pt x="7378" y="3254"/>
                  </a:lnTo>
                  <a:lnTo>
                    <a:pt x="7424" y="3231"/>
                  </a:lnTo>
                  <a:lnTo>
                    <a:pt x="7447" y="3185"/>
                  </a:lnTo>
                  <a:lnTo>
                    <a:pt x="7470" y="3117"/>
                  </a:lnTo>
                  <a:lnTo>
                    <a:pt x="7447" y="3071"/>
                  </a:lnTo>
                  <a:lnTo>
                    <a:pt x="7424" y="3025"/>
                  </a:lnTo>
                  <a:lnTo>
                    <a:pt x="7378" y="3002"/>
                  </a:lnTo>
                  <a:lnTo>
                    <a:pt x="7332" y="3002"/>
                  </a:lnTo>
                  <a:lnTo>
                    <a:pt x="6828" y="3025"/>
                  </a:lnTo>
                  <a:lnTo>
                    <a:pt x="6347" y="3025"/>
                  </a:lnTo>
                  <a:lnTo>
                    <a:pt x="5843" y="3002"/>
                  </a:lnTo>
                  <a:lnTo>
                    <a:pt x="5362" y="2933"/>
                  </a:lnTo>
                  <a:lnTo>
                    <a:pt x="4858" y="2865"/>
                  </a:lnTo>
                  <a:lnTo>
                    <a:pt x="4377" y="2750"/>
                  </a:lnTo>
                  <a:lnTo>
                    <a:pt x="3896" y="2590"/>
                  </a:lnTo>
                  <a:lnTo>
                    <a:pt x="3437" y="2429"/>
                  </a:lnTo>
                  <a:lnTo>
                    <a:pt x="2956" y="2223"/>
                  </a:lnTo>
                  <a:lnTo>
                    <a:pt x="2521" y="1994"/>
                  </a:lnTo>
                  <a:lnTo>
                    <a:pt x="2086" y="1719"/>
                  </a:lnTo>
                  <a:lnTo>
                    <a:pt x="1673" y="1444"/>
                  </a:lnTo>
                  <a:lnTo>
                    <a:pt x="1284" y="1146"/>
                  </a:lnTo>
                  <a:lnTo>
                    <a:pt x="917" y="802"/>
                  </a:lnTo>
                  <a:lnTo>
                    <a:pt x="596" y="436"/>
                  </a:lnTo>
                  <a:lnTo>
                    <a:pt x="276" y="69"/>
                  </a:lnTo>
                  <a:lnTo>
                    <a:pt x="230" y="2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rgbClr val="FA77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55"/>
            <p:cNvSpPr/>
            <p:nvPr/>
          </p:nvSpPr>
          <p:spPr>
            <a:xfrm>
              <a:off x="8869243" y="5847966"/>
              <a:ext cx="176282" cy="38424"/>
            </a:xfrm>
            <a:custGeom>
              <a:avLst/>
              <a:gdLst/>
              <a:ahLst/>
              <a:cxnLst/>
              <a:rect l="l" t="t" r="r" b="b"/>
              <a:pathLst>
                <a:path w="8203" h="1788" extrusionOk="0">
                  <a:moveTo>
                    <a:pt x="115" y="0"/>
                  </a:moveTo>
                  <a:lnTo>
                    <a:pt x="69" y="46"/>
                  </a:lnTo>
                  <a:lnTo>
                    <a:pt x="46" y="92"/>
                  </a:lnTo>
                  <a:lnTo>
                    <a:pt x="0" y="298"/>
                  </a:lnTo>
                  <a:lnTo>
                    <a:pt x="0" y="504"/>
                  </a:lnTo>
                  <a:lnTo>
                    <a:pt x="46" y="688"/>
                  </a:lnTo>
                  <a:lnTo>
                    <a:pt x="92" y="894"/>
                  </a:lnTo>
                  <a:lnTo>
                    <a:pt x="206" y="1054"/>
                  </a:lnTo>
                  <a:lnTo>
                    <a:pt x="321" y="1215"/>
                  </a:lnTo>
                  <a:lnTo>
                    <a:pt x="459" y="1352"/>
                  </a:lnTo>
                  <a:lnTo>
                    <a:pt x="642" y="1467"/>
                  </a:lnTo>
                  <a:lnTo>
                    <a:pt x="894" y="1604"/>
                  </a:lnTo>
                  <a:lnTo>
                    <a:pt x="1192" y="1696"/>
                  </a:lnTo>
                  <a:lnTo>
                    <a:pt x="1490" y="1741"/>
                  </a:lnTo>
                  <a:lnTo>
                    <a:pt x="1787" y="1764"/>
                  </a:lnTo>
                  <a:lnTo>
                    <a:pt x="2085" y="1787"/>
                  </a:lnTo>
                  <a:lnTo>
                    <a:pt x="2406" y="1764"/>
                  </a:lnTo>
                  <a:lnTo>
                    <a:pt x="2979" y="1741"/>
                  </a:lnTo>
                  <a:lnTo>
                    <a:pt x="3643" y="1673"/>
                  </a:lnTo>
                  <a:lnTo>
                    <a:pt x="4308" y="1581"/>
                  </a:lnTo>
                  <a:lnTo>
                    <a:pt x="4972" y="1444"/>
                  </a:lnTo>
                  <a:lnTo>
                    <a:pt x="5614" y="1306"/>
                  </a:lnTo>
                  <a:lnTo>
                    <a:pt x="6255" y="1123"/>
                  </a:lnTo>
                  <a:lnTo>
                    <a:pt x="6897" y="894"/>
                  </a:lnTo>
                  <a:lnTo>
                    <a:pt x="7515" y="665"/>
                  </a:lnTo>
                  <a:lnTo>
                    <a:pt x="8134" y="390"/>
                  </a:lnTo>
                  <a:lnTo>
                    <a:pt x="8180" y="367"/>
                  </a:lnTo>
                  <a:lnTo>
                    <a:pt x="8203" y="321"/>
                  </a:lnTo>
                  <a:lnTo>
                    <a:pt x="8203" y="275"/>
                  </a:lnTo>
                  <a:lnTo>
                    <a:pt x="8180" y="206"/>
                  </a:lnTo>
                  <a:lnTo>
                    <a:pt x="8157" y="183"/>
                  </a:lnTo>
                  <a:lnTo>
                    <a:pt x="8111" y="138"/>
                  </a:lnTo>
                  <a:lnTo>
                    <a:pt x="8042" y="138"/>
                  </a:lnTo>
                  <a:lnTo>
                    <a:pt x="7996" y="161"/>
                  </a:lnTo>
                  <a:lnTo>
                    <a:pt x="7515" y="367"/>
                  </a:lnTo>
                  <a:lnTo>
                    <a:pt x="7034" y="550"/>
                  </a:lnTo>
                  <a:lnTo>
                    <a:pt x="6530" y="733"/>
                  </a:lnTo>
                  <a:lnTo>
                    <a:pt x="6026" y="894"/>
                  </a:lnTo>
                  <a:lnTo>
                    <a:pt x="5522" y="1031"/>
                  </a:lnTo>
                  <a:lnTo>
                    <a:pt x="5018" y="1146"/>
                  </a:lnTo>
                  <a:lnTo>
                    <a:pt x="4514" y="1260"/>
                  </a:lnTo>
                  <a:lnTo>
                    <a:pt x="3987" y="1329"/>
                  </a:lnTo>
                  <a:lnTo>
                    <a:pt x="3483" y="1398"/>
                  </a:lnTo>
                  <a:lnTo>
                    <a:pt x="2979" y="1444"/>
                  </a:lnTo>
                  <a:lnTo>
                    <a:pt x="2452" y="1467"/>
                  </a:lnTo>
                  <a:lnTo>
                    <a:pt x="1650" y="1467"/>
                  </a:lnTo>
                  <a:lnTo>
                    <a:pt x="1352" y="1398"/>
                  </a:lnTo>
                  <a:lnTo>
                    <a:pt x="1031" y="1306"/>
                  </a:lnTo>
                  <a:lnTo>
                    <a:pt x="894" y="1260"/>
                  </a:lnTo>
                  <a:lnTo>
                    <a:pt x="756" y="1192"/>
                  </a:lnTo>
                  <a:lnTo>
                    <a:pt x="619" y="1100"/>
                  </a:lnTo>
                  <a:lnTo>
                    <a:pt x="527" y="1008"/>
                  </a:lnTo>
                  <a:lnTo>
                    <a:pt x="436" y="917"/>
                  </a:lnTo>
                  <a:lnTo>
                    <a:pt x="344" y="779"/>
                  </a:lnTo>
                  <a:lnTo>
                    <a:pt x="298" y="665"/>
                  </a:lnTo>
                  <a:lnTo>
                    <a:pt x="275" y="504"/>
                  </a:lnTo>
                  <a:lnTo>
                    <a:pt x="298" y="344"/>
                  </a:lnTo>
                  <a:lnTo>
                    <a:pt x="321" y="183"/>
                  </a:lnTo>
                  <a:lnTo>
                    <a:pt x="344" y="115"/>
                  </a:lnTo>
                  <a:lnTo>
                    <a:pt x="321" y="69"/>
                  </a:lnTo>
                  <a:lnTo>
                    <a:pt x="275" y="23"/>
                  </a:lnTo>
                  <a:lnTo>
                    <a:pt x="229" y="0"/>
                  </a:lnTo>
                  <a:close/>
                </a:path>
              </a:pathLst>
            </a:custGeom>
            <a:gradFill>
              <a:gsLst>
                <a:gs pos="0">
                  <a:srgbClr val="E4C8BE"/>
                </a:gs>
                <a:gs pos="100000">
                  <a:srgbClr val="B77C68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55"/>
            <p:cNvSpPr/>
            <p:nvPr/>
          </p:nvSpPr>
          <p:spPr>
            <a:xfrm>
              <a:off x="9013008" y="6001079"/>
              <a:ext cx="147722" cy="377665"/>
            </a:xfrm>
            <a:custGeom>
              <a:avLst/>
              <a:gdLst/>
              <a:ahLst/>
              <a:cxnLst/>
              <a:rect l="l" t="t" r="r" b="b"/>
              <a:pathLst>
                <a:path w="6874" h="17574" extrusionOk="0">
                  <a:moveTo>
                    <a:pt x="6691" y="1"/>
                  </a:moveTo>
                  <a:lnTo>
                    <a:pt x="6645" y="24"/>
                  </a:lnTo>
                  <a:lnTo>
                    <a:pt x="6599" y="69"/>
                  </a:lnTo>
                  <a:lnTo>
                    <a:pt x="6003" y="1078"/>
                  </a:lnTo>
                  <a:lnTo>
                    <a:pt x="5431" y="2086"/>
                  </a:lnTo>
                  <a:lnTo>
                    <a:pt x="4881" y="3117"/>
                  </a:lnTo>
                  <a:lnTo>
                    <a:pt x="4377" y="4171"/>
                  </a:lnTo>
                  <a:lnTo>
                    <a:pt x="3873" y="5202"/>
                  </a:lnTo>
                  <a:lnTo>
                    <a:pt x="3391" y="6279"/>
                  </a:lnTo>
                  <a:lnTo>
                    <a:pt x="2933" y="7355"/>
                  </a:lnTo>
                  <a:lnTo>
                    <a:pt x="2521" y="8432"/>
                  </a:lnTo>
                  <a:lnTo>
                    <a:pt x="2108" y="9509"/>
                  </a:lnTo>
                  <a:lnTo>
                    <a:pt x="1742" y="10609"/>
                  </a:lnTo>
                  <a:lnTo>
                    <a:pt x="1375" y="11731"/>
                  </a:lnTo>
                  <a:lnTo>
                    <a:pt x="1054" y="12854"/>
                  </a:lnTo>
                  <a:lnTo>
                    <a:pt x="757" y="13977"/>
                  </a:lnTo>
                  <a:lnTo>
                    <a:pt x="482" y="15100"/>
                  </a:lnTo>
                  <a:lnTo>
                    <a:pt x="230" y="16245"/>
                  </a:lnTo>
                  <a:lnTo>
                    <a:pt x="0" y="17391"/>
                  </a:lnTo>
                  <a:lnTo>
                    <a:pt x="0" y="17436"/>
                  </a:lnTo>
                  <a:lnTo>
                    <a:pt x="23" y="17505"/>
                  </a:lnTo>
                  <a:lnTo>
                    <a:pt x="69" y="17528"/>
                  </a:lnTo>
                  <a:lnTo>
                    <a:pt x="115" y="17551"/>
                  </a:lnTo>
                  <a:lnTo>
                    <a:pt x="184" y="17574"/>
                  </a:lnTo>
                  <a:lnTo>
                    <a:pt x="230" y="17551"/>
                  </a:lnTo>
                  <a:lnTo>
                    <a:pt x="253" y="17528"/>
                  </a:lnTo>
                  <a:lnTo>
                    <a:pt x="275" y="17459"/>
                  </a:lnTo>
                  <a:lnTo>
                    <a:pt x="505" y="16314"/>
                  </a:lnTo>
                  <a:lnTo>
                    <a:pt x="757" y="15191"/>
                  </a:lnTo>
                  <a:lnTo>
                    <a:pt x="1031" y="14068"/>
                  </a:lnTo>
                  <a:lnTo>
                    <a:pt x="1329" y="12946"/>
                  </a:lnTo>
                  <a:lnTo>
                    <a:pt x="1650" y="11823"/>
                  </a:lnTo>
                  <a:lnTo>
                    <a:pt x="1994" y="10723"/>
                  </a:lnTo>
                  <a:lnTo>
                    <a:pt x="2383" y="9624"/>
                  </a:lnTo>
                  <a:lnTo>
                    <a:pt x="2773" y="8547"/>
                  </a:lnTo>
                  <a:lnTo>
                    <a:pt x="3208" y="7470"/>
                  </a:lnTo>
                  <a:lnTo>
                    <a:pt x="3643" y="6393"/>
                  </a:lnTo>
                  <a:lnTo>
                    <a:pt x="4125" y="5339"/>
                  </a:lnTo>
                  <a:lnTo>
                    <a:pt x="4629" y="4285"/>
                  </a:lnTo>
                  <a:lnTo>
                    <a:pt x="5156" y="3254"/>
                  </a:lnTo>
                  <a:lnTo>
                    <a:pt x="5683" y="2223"/>
                  </a:lnTo>
                  <a:lnTo>
                    <a:pt x="6255" y="1215"/>
                  </a:lnTo>
                  <a:lnTo>
                    <a:pt x="6851" y="230"/>
                  </a:lnTo>
                  <a:lnTo>
                    <a:pt x="6874" y="161"/>
                  </a:lnTo>
                  <a:lnTo>
                    <a:pt x="6874" y="115"/>
                  </a:lnTo>
                  <a:lnTo>
                    <a:pt x="6851" y="69"/>
                  </a:lnTo>
                  <a:lnTo>
                    <a:pt x="6805" y="24"/>
                  </a:lnTo>
                  <a:lnTo>
                    <a:pt x="6759" y="1"/>
                  </a:lnTo>
                  <a:close/>
                </a:path>
              </a:pathLst>
            </a:custGeom>
            <a:solidFill>
              <a:srgbClr val="921E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55"/>
            <p:cNvSpPr/>
            <p:nvPr/>
          </p:nvSpPr>
          <p:spPr>
            <a:xfrm>
              <a:off x="8861850" y="5547133"/>
              <a:ext cx="33009" cy="72894"/>
            </a:xfrm>
            <a:custGeom>
              <a:avLst/>
              <a:gdLst/>
              <a:ahLst/>
              <a:cxnLst/>
              <a:rect l="l" t="t" r="r" b="b"/>
              <a:pathLst>
                <a:path w="1536" h="3392" extrusionOk="0">
                  <a:moveTo>
                    <a:pt x="1077" y="0"/>
                  </a:moveTo>
                  <a:lnTo>
                    <a:pt x="963" y="23"/>
                  </a:lnTo>
                  <a:lnTo>
                    <a:pt x="825" y="46"/>
                  </a:lnTo>
                  <a:lnTo>
                    <a:pt x="688" y="115"/>
                  </a:lnTo>
                  <a:lnTo>
                    <a:pt x="505" y="229"/>
                  </a:lnTo>
                  <a:lnTo>
                    <a:pt x="344" y="390"/>
                  </a:lnTo>
                  <a:lnTo>
                    <a:pt x="276" y="481"/>
                  </a:lnTo>
                  <a:lnTo>
                    <a:pt x="207" y="619"/>
                  </a:lnTo>
                  <a:lnTo>
                    <a:pt x="138" y="756"/>
                  </a:lnTo>
                  <a:lnTo>
                    <a:pt x="92" y="917"/>
                  </a:lnTo>
                  <a:lnTo>
                    <a:pt x="46" y="1100"/>
                  </a:lnTo>
                  <a:lnTo>
                    <a:pt x="24" y="1283"/>
                  </a:lnTo>
                  <a:lnTo>
                    <a:pt x="1" y="1696"/>
                  </a:lnTo>
                  <a:lnTo>
                    <a:pt x="1" y="1925"/>
                  </a:lnTo>
                  <a:lnTo>
                    <a:pt x="46" y="2131"/>
                  </a:lnTo>
                  <a:lnTo>
                    <a:pt x="69" y="2337"/>
                  </a:lnTo>
                  <a:lnTo>
                    <a:pt x="138" y="2520"/>
                  </a:lnTo>
                  <a:lnTo>
                    <a:pt x="207" y="2727"/>
                  </a:lnTo>
                  <a:lnTo>
                    <a:pt x="276" y="2887"/>
                  </a:lnTo>
                  <a:lnTo>
                    <a:pt x="367" y="3047"/>
                  </a:lnTo>
                  <a:lnTo>
                    <a:pt x="482" y="3162"/>
                  </a:lnTo>
                  <a:lnTo>
                    <a:pt x="619" y="3277"/>
                  </a:lnTo>
                  <a:lnTo>
                    <a:pt x="757" y="3345"/>
                  </a:lnTo>
                  <a:lnTo>
                    <a:pt x="917" y="3391"/>
                  </a:lnTo>
                  <a:lnTo>
                    <a:pt x="1100" y="3391"/>
                  </a:lnTo>
                  <a:lnTo>
                    <a:pt x="1192" y="3368"/>
                  </a:lnTo>
                  <a:lnTo>
                    <a:pt x="1261" y="3345"/>
                  </a:lnTo>
                  <a:lnTo>
                    <a:pt x="1329" y="3299"/>
                  </a:lnTo>
                  <a:lnTo>
                    <a:pt x="1375" y="3231"/>
                  </a:lnTo>
                  <a:lnTo>
                    <a:pt x="1421" y="3139"/>
                  </a:lnTo>
                  <a:lnTo>
                    <a:pt x="1467" y="3047"/>
                  </a:lnTo>
                  <a:lnTo>
                    <a:pt x="1513" y="2818"/>
                  </a:lnTo>
                  <a:lnTo>
                    <a:pt x="1536" y="2566"/>
                  </a:lnTo>
                  <a:lnTo>
                    <a:pt x="1513" y="2291"/>
                  </a:lnTo>
                  <a:lnTo>
                    <a:pt x="1490" y="1993"/>
                  </a:lnTo>
                  <a:lnTo>
                    <a:pt x="1467" y="1673"/>
                  </a:lnTo>
                  <a:lnTo>
                    <a:pt x="1352" y="1054"/>
                  </a:lnTo>
                  <a:lnTo>
                    <a:pt x="1215" y="527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55"/>
            <p:cNvSpPr/>
            <p:nvPr/>
          </p:nvSpPr>
          <p:spPr>
            <a:xfrm>
              <a:off x="8861850" y="5547133"/>
              <a:ext cx="33009" cy="72894"/>
            </a:xfrm>
            <a:custGeom>
              <a:avLst/>
              <a:gdLst/>
              <a:ahLst/>
              <a:cxnLst/>
              <a:rect l="l" t="t" r="r" b="b"/>
              <a:pathLst>
                <a:path w="1536" h="3392" fill="none" extrusionOk="0">
                  <a:moveTo>
                    <a:pt x="1077" y="0"/>
                  </a:moveTo>
                  <a:lnTo>
                    <a:pt x="1077" y="0"/>
                  </a:lnTo>
                  <a:lnTo>
                    <a:pt x="963" y="23"/>
                  </a:lnTo>
                  <a:lnTo>
                    <a:pt x="825" y="46"/>
                  </a:lnTo>
                  <a:lnTo>
                    <a:pt x="688" y="115"/>
                  </a:lnTo>
                  <a:lnTo>
                    <a:pt x="505" y="229"/>
                  </a:lnTo>
                  <a:lnTo>
                    <a:pt x="344" y="390"/>
                  </a:lnTo>
                  <a:lnTo>
                    <a:pt x="276" y="481"/>
                  </a:lnTo>
                  <a:lnTo>
                    <a:pt x="207" y="619"/>
                  </a:lnTo>
                  <a:lnTo>
                    <a:pt x="138" y="756"/>
                  </a:lnTo>
                  <a:lnTo>
                    <a:pt x="92" y="917"/>
                  </a:lnTo>
                  <a:lnTo>
                    <a:pt x="92" y="917"/>
                  </a:lnTo>
                  <a:lnTo>
                    <a:pt x="46" y="1100"/>
                  </a:lnTo>
                  <a:lnTo>
                    <a:pt x="24" y="1283"/>
                  </a:lnTo>
                  <a:lnTo>
                    <a:pt x="1" y="1696"/>
                  </a:lnTo>
                  <a:lnTo>
                    <a:pt x="1" y="1925"/>
                  </a:lnTo>
                  <a:lnTo>
                    <a:pt x="46" y="2131"/>
                  </a:lnTo>
                  <a:lnTo>
                    <a:pt x="69" y="2337"/>
                  </a:lnTo>
                  <a:lnTo>
                    <a:pt x="138" y="2520"/>
                  </a:lnTo>
                  <a:lnTo>
                    <a:pt x="207" y="2727"/>
                  </a:lnTo>
                  <a:lnTo>
                    <a:pt x="276" y="2887"/>
                  </a:lnTo>
                  <a:lnTo>
                    <a:pt x="367" y="3047"/>
                  </a:lnTo>
                  <a:lnTo>
                    <a:pt x="482" y="3162"/>
                  </a:lnTo>
                  <a:lnTo>
                    <a:pt x="619" y="3277"/>
                  </a:lnTo>
                  <a:lnTo>
                    <a:pt x="757" y="3345"/>
                  </a:lnTo>
                  <a:lnTo>
                    <a:pt x="917" y="3391"/>
                  </a:lnTo>
                  <a:lnTo>
                    <a:pt x="1100" y="3391"/>
                  </a:lnTo>
                  <a:lnTo>
                    <a:pt x="1100" y="3391"/>
                  </a:lnTo>
                  <a:lnTo>
                    <a:pt x="1192" y="3368"/>
                  </a:lnTo>
                  <a:lnTo>
                    <a:pt x="1261" y="3345"/>
                  </a:lnTo>
                  <a:lnTo>
                    <a:pt x="1329" y="3299"/>
                  </a:lnTo>
                  <a:lnTo>
                    <a:pt x="1375" y="3231"/>
                  </a:lnTo>
                  <a:lnTo>
                    <a:pt x="1421" y="3139"/>
                  </a:lnTo>
                  <a:lnTo>
                    <a:pt x="1467" y="3047"/>
                  </a:lnTo>
                  <a:lnTo>
                    <a:pt x="1513" y="2818"/>
                  </a:lnTo>
                  <a:lnTo>
                    <a:pt x="1536" y="2566"/>
                  </a:lnTo>
                  <a:lnTo>
                    <a:pt x="1513" y="2291"/>
                  </a:lnTo>
                  <a:lnTo>
                    <a:pt x="1490" y="1993"/>
                  </a:lnTo>
                  <a:lnTo>
                    <a:pt x="1467" y="1673"/>
                  </a:lnTo>
                  <a:lnTo>
                    <a:pt x="1352" y="1054"/>
                  </a:lnTo>
                  <a:lnTo>
                    <a:pt x="1215" y="527"/>
                  </a:lnTo>
                  <a:lnTo>
                    <a:pt x="107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55"/>
            <p:cNvSpPr/>
            <p:nvPr/>
          </p:nvSpPr>
          <p:spPr>
            <a:xfrm>
              <a:off x="8849043" y="5597354"/>
              <a:ext cx="56153" cy="56648"/>
            </a:xfrm>
            <a:custGeom>
              <a:avLst/>
              <a:gdLst/>
              <a:ahLst/>
              <a:cxnLst/>
              <a:rect l="l" t="t" r="r" b="b"/>
              <a:pathLst>
                <a:path w="2613" h="2636" extrusionOk="0">
                  <a:moveTo>
                    <a:pt x="1376" y="390"/>
                  </a:moveTo>
                  <a:lnTo>
                    <a:pt x="1559" y="413"/>
                  </a:lnTo>
                  <a:lnTo>
                    <a:pt x="1742" y="481"/>
                  </a:lnTo>
                  <a:lnTo>
                    <a:pt x="1880" y="596"/>
                  </a:lnTo>
                  <a:lnTo>
                    <a:pt x="2017" y="710"/>
                  </a:lnTo>
                  <a:lnTo>
                    <a:pt x="2109" y="848"/>
                  </a:lnTo>
                  <a:lnTo>
                    <a:pt x="2200" y="1008"/>
                  </a:lnTo>
                  <a:lnTo>
                    <a:pt x="2223" y="1192"/>
                  </a:lnTo>
                  <a:lnTo>
                    <a:pt x="2246" y="1375"/>
                  </a:lnTo>
                  <a:lnTo>
                    <a:pt x="2200" y="1558"/>
                  </a:lnTo>
                  <a:lnTo>
                    <a:pt x="2132" y="1741"/>
                  </a:lnTo>
                  <a:lnTo>
                    <a:pt x="2040" y="1879"/>
                  </a:lnTo>
                  <a:lnTo>
                    <a:pt x="1925" y="2016"/>
                  </a:lnTo>
                  <a:lnTo>
                    <a:pt x="1765" y="2131"/>
                  </a:lnTo>
                  <a:lnTo>
                    <a:pt x="1605" y="2200"/>
                  </a:lnTo>
                  <a:lnTo>
                    <a:pt x="1421" y="2246"/>
                  </a:lnTo>
                  <a:lnTo>
                    <a:pt x="1238" y="2246"/>
                  </a:lnTo>
                  <a:lnTo>
                    <a:pt x="1055" y="2200"/>
                  </a:lnTo>
                  <a:lnTo>
                    <a:pt x="894" y="2154"/>
                  </a:lnTo>
                  <a:lnTo>
                    <a:pt x="734" y="2039"/>
                  </a:lnTo>
                  <a:lnTo>
                    <a:pt x="620" y="1925"/>
                  </a:lnTo>
                  <a:lnTo>
                    <a:pt x="505" y="1787"/>
                  </a:lnTo>
                  <a:lnTo>
                    <a:pt x="436" y="1627"/>
                  </a:lnTo>
                  <a:lnTo>
                    <a:pt x="390" y="1444"/>
                  </a:lnTo>
                  <a:lnTo>
                    <a:pt x="390" y="1260"/>
                  </a:lnTo>
                  <a:lnTo>
                    <a:pt x="413" y="1077"/>
                  </a:lnTo>
                  <a:lnTo>
                    <a:pt x="482" y="894"/>
                  </a:lnTo>
                  <a:lnTo>
                    <a:pt x="574" y="756"/>
                  </a:lnTo>
                  <a:lnTo>
                    <a:pt x="711" y="619"/>
                  </a:lnTo>
                  <a:lnTo>
                    <a:pt x="849" y="504"/>
                  </a:lnTo>
                  <a:lnTo>
                    <a:pt x="1009" y="435"/>
                  </a:lnTo>
                  <a:lnTo>
                    <a:pt x="1192" y="390"/>
                  </a:lnTo>
                  <a:close/>
                  <a:moveTo>
                    <a:pt x="1399" y="0"/>
                  </a:moveTo>
                  <a:lnTo>
                    <a:pt x="1146" y="23"/>
                  </a:lnTo>
                  <a:lnTo>
                    <a:pt x="894" y="69"/>
                  </a:lnTo>
                  <a:lnTo>
                    <a:pt x="665" y="183"/>
                  </a:lnTo>
                  <a:lnTo>
                    <a:pt x="459" y="321"/>
                  </a:lnTo>
                  <a:lnTo>
                    <a:pt x="276" y="504"/>
                  </a:lnTo>
                  <a:lnTo>
                    <a:pt x="138" y="733"/>
                  </a:lnTo>
                  <a:lnTo>
                    <a:pt x="47" y="962"/>
                  </a:lnTo>
                  <a:lnTo>
                    <a:pt x="1" y="1214"/>
                  </a:lnTo>
                  <a:lnTo>
                    <a:pt x="1" y="1489"/>
                  </a:lnTo>
                  <a:lnTo>
                    <a:pt x="70" y="1741"/>
                  </a:lnTo>
                  <a:lnTo>
                    <a:pt x="184" y="1971"/>
                  </a:lnTo>
                  <a:lnTo>
                    <a:pt x="322" y="2177"/>
                  </a:lnTo>
                  <a:lnTo>
                    <a:pt x="505" y="2337"/>
                  </a:lnTo>
                  <a:lnTo>
                    <a:pt x="711" y="2475"/>
                  </a:lnTo>
                  <a:lnTo>
                    <a:pt x="963" y="2589"/>
                  </a:lnTo>
                  <a:lnTo>
                    <a:pt x="1215" y="2635"/>
                  </a:lnTo>
                  <a:lnTo>
                    <a:pt x="1490" y="2612"/>
                  </a:lnTo>
                  <a:lnTo>
                    <a:pt x="1742" y="2566"/>
                  </a:lnTo>
                  <a:lnTo>
                    <a:pt x="1971" y="2452"/>
                  </a:lnTo>
                  <a:lnTo>
                    <a:pt x="2178" y="2314"/>
                  </a:lnTo>
                  <a:lnTo>
                    <a:pt x="2338" y="2131"/>
                  </a:lnTo>
                  <a:lnTo>
                    <a:pt x="2475" y="1902"/>
                  </a:lnTo>
                  <a:lnTo>
                    <a:pt x="2567" y="1673"/>
                  </a:lnTo>
                  <a:lnTo>
                    <a:pt x="2613" y="1421"/>
                  </a:lnTo>
                  <a:lnTo>
                    <a:pt x="2613" y="1146"/>
                  </a:lnTo>
                  <a:lnTo>
                    <a:pt x="2544" y="894"/>
                  </a:lnTo>
                  <a:lnTo>
                    <a:pt x="2452" y="665"/>
                  </a:lnTo>
                  <a:lnTo>
                    <a:pt x="2292" y="458"/>
                  </a:lnTo>
                  <a:lnTo>
                    <a:pt x="2109" y="275"/>
                  </a:lnTo>
                  <a:lnTo>
                    <a:pt x="1903" y="138"/>
                  </a:lnTo>
                  <a:lnTo>
                    <a:pt x="1673" y="46"/>
                  </a:lnTo>
                  <a:lnTo>
                    <a:pt x="1399" y="0"/>
                  </a:lnTo>
                  <a:close/>
                </a:path>
              </a:pathLst>
            </a:custGeom>
            <a:solidFill>
              <a:srgbClr val="FA9F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55"/>
            <p:cNvSpPr/>
            <p:nvPr/>
          </p:nvSpPr>
          <p:spPr>
            <a:xfrm>
              <a:off x="8849043" y="5597354"/>
              <a:ext cx="56153" cy="56648"/>
            </a:xfrm>
            <a:custGeom>
              <a:avLst/>
              <a:gdLst/>
              <a:ahLst/>
              <a:cxnLst/>
              <a:rect l="l" t="t" r="r" b="b"/>
              <a:pathLst>
                <a:path w="2613" h="2636" fill="none" extrusionOk="0">
                  <a:moveTo>
                    <a:pt x="1215" y="2635"/>
                  </a:moveTo>
                  <a:lnTo>
                    <a:pt x="1215" y="2635"/>
                  </a:lnTo>
                  <a:lnTo>
                    <a:pt x="963" y="2589"/>
                  </a:lnTo>
                  <a:lnTo>
                    <a:pt x="711" y="2475"/>
                  </a:lnTo>
                  <a:lnTo>
                    <a:pt x="505" y="2337"/>
                  </a:lnTo>
                  <a:lnTo>
                    <a:pt x="322" y="2177"/>
                  </a:lnTo>
                  <a:lnTo>
                    <a:pt x="184" y="1971"/>
                  </a:lnTo>
                  <a:lnTo>
                    <a:pt x="70" y="1741"/>
                  </a:lnTo>
                  <a:lnTo>
                    <a:pt x="1" y="1489"/>
                  </a:lnTo>
                  <a:lnTo>
                    <a:pt x="1" y="1214"/>
                  </a:lnTo>
                  <a:lnTo>
                    <a:pt x="1" y="1214"/>
                  </a:lnTo>
                  <a:lnTo>
                    <a:pt x="47" y="962"/>
                  </a:lnTo>
                  <a:lnTo>
                    <a:pt x="138" y="733"/>
                  </a:lnTo>
                  <a:lnTo>
                    <a:pt x="276" y="504"/>
                  </a:lnTo>
                  <a:lnTo>
                    <a:pt x="459" y="321"/>
                  </a:lnTo>
                  <a:lnTo>
                    <a:pt x="665" y="183"/>
                  </a:lnTo>
                  <a:lnTo>
                    <a:pt x="894" y="69"/>
                  </a:lnTo>
                  <a:lnTo>
                    <a:pt x="1146" y="23"/>
                  </a:lnTo>
                  <a:lnTo>
                    <a:pt x="1399" y="0"/>
                  </a:lnTo>
                  <a:lnTo>
                    <a:pt x="1399" y="0"/>
                  </a:lnTo>
                  <a:lnTo>
                    <a:pt x="1673" y="46"/>
                  </a:lnTo>
                  <a:lnTo>
                    <a:pt x="1903" y="138"/>
                  </a:lnTo>
                  <a:lnTo>
                    <a:pt x="2109" y="275"/>
                  </a:lnTo>
                  <a:lnTo>
                    <a:pt x="2292" y="458"/>
                  </a:lnTo>
                  <a:lnTo>
                    <a:pt x="2452" y="665"/>
                  </a:lnTo>
                  <a:lnTo>
                    <a:pt x="2544" y="894"/>
                  </a:lnTo>
                  <a:lnTo>
                    <a:pt x="2613" y="1146"/>
                  </a:lnTo>
                  <a:lnTo>
                    <a:pt x="2613" y="1421"/>
                  </a:lnTo>
                  <a:lnTo>
                    <a:pt x="2613" y="1421"/>
                  </a:lnTo>
                  <a:lnTo>
                    <a:pt x="2567" y="1673"/>
                  </a:lnTo>
                  <a:lnTo>
                    <a:pt x="2475" y="1902"/>
                  </a:lnTo>
                  <a:lnTo>
                    <a:pt x="2338" y="2131"/>
                  </a:lnTo>
                  <a:lnTo>
                    <a:pt x="2178" y="2314"/>
                  </a:lnTo>
                  <a:lnTo>
                    <a:pt x="1971" y="2452"/>
                  </a:lnTo>
                  <a:lnTo>
                    <a:pt x="1742" y="2566"/>
                  </a:lnTo>
                  <a:lnTo>
                    <a:pt x="1490" y="2612"/>
                  </a:lnTo>
                  <a:lnTo>
                    <a:pt x="1215" y="2635"/>
                  </a:lnTo>
                </a:path>
              </a:pathLst>
            </a:custGeom>
            <a:gradFill>
              <a:gsLst>
                <a:gs pos="0">
                  <a:srgbClr val="FFF0B9"/>
                </a:gs>
                <a:gs pos="100000">
                  <a:srgbClr val="F9D03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55"/>
            <p:cNvSpPr/>
            <p:nvPr/>
          </p:nvSpPr>
          <p:spPr>
            <a:xfrm>
              <a:off x="8857424" y="5605713"/>
              <a:ext cx="39907" cy="39907"/>
            </a:xfrm>
            <a:custGeom>
              <a:avLst/>
              <a:gdLst/>
              <a:ahLst/>
              <a:cxnLst/>
              <a:rect l="l" t="t" r="r" b="b"/>
              <a:pathLst>
                <a:path w="1857" h="1857" fill="none" extrusionOk="0">
                  <a:moveTo>
                    <a:pt x="986" y="1"/>
                  </a:moveTo>
                  <a:lnTo>
                    <a:pt x="986" y="1"/>
                  </a:lnTo>
                  <a:lnTo>
                    <a:pt x="802" y="1"/>
                  </a:lnTo>
                  <a:lnTo>
                    <a:pt x="619" y="46"/>
                  </a:lnTo>
                  <a:lnTo>
                    <a:pt x="459" y="115"/>
                  </a:lnTo>
                  <a:lnTo>
                    <a:pt x="321" y="230"/>
                  </a:lnTo>
                  <a:lnTo>
                    <a:pt x="184" y="367"/>
                  </a:lnTo>
                  <a:lnTo>
                    <a:pt x="92" y="505"/>
                  </a:lnTo>
                  <a:lnTo>
                    <a:pt x="23" y="688"/>
                  </a:lnTo>
                  <a:lnTo>
                    <a:pt x="0" y="871"/>
                  </a:lnTo>
                  <a:lnTo>
                    <a:pt x="0" y="871"/>
                  </a:lnTo>
                  <a:lnTo>
                    <a:pt x="0" y="1055"/>
                  </a:lnTo>
                  <a:lnTo>
                    <a:pt x="46" y="1238"/>
                  </a:lnTo>
                  <a:lnTo>
                    <a:pt x="115" y="1398"/>
                  </a:lnTo>
                  <a:lnTo>
                    <a:pt x="230" y="1536"/>
                  </a:lnTo>
                  <a:lnTo>
                    <a:pt x="344" y="1650"/>
                  </a:lnTo>
                  <a:lnTo>
                    <a:pt x="504" y="1765"/>
                  </a:lnTo>
                  <a:lnTo>
                    <a:pt x="665" y="1811"/>
                  </a:lnTo>
                  <a:lnTo>
                    <a:pt x="848" y="1857"/>
                  </a:lnTo>
                  <a:lnTo>
                    <a:pt x="848" y="1857"/>
                  </a:lnTo>
                  <a:lnTo>
                    <a:pt x="1031" y="1857"/>
                  </a:lnTo>
                  <a:lnTo>
                    <a:pt x="1215" y="1811"/>
                  </a:lnTo>
                  <a:lnTo>
                    <a:pt x="1375" y="1742"/>
                  </a:lnTo>
                  <a:lnTo>
                    <a:pt x="1535" y="1627"/>
                  </a:lnTo>
                  <a:lnTo>
                    <a:pt x="1650" y="1490"/>
                  </a:lnTo>
                  <a:lnTo>
                    <a:pt x="1742" y="1352"/>
                  </a:lnTo>
                  <a:lnTo>
                    <a:pt x="1810" y="1169"/>
                  </a:lnTo>
                  <a:lnTo>
                    <a:pt x="1856" y="986"/>
                  </a:lnTo>
                  <a:lnTo>
                    <a:pt x="1856" y="986"/>
                  </a:lnTo>
                  <a:lnTo>
                    <a:pt x="1833" y="803"/>
                  </a:lnTo>
                  <a:lnTo>
                    <a:pt x="1810" y="619"/>
                  </a:lnTo>
                  <a:lnTo>
                    <a:pt x="1719" y="459"/>
                  </a:lnTo>
                  <a:lnTo>
                    <a:pt x="1627" y="321"/>
                  </a:lnTo>
                  <a:lnTo>
                    <a:pt x="1490" y="207"/>
                  </a:lnTo>
                  <a:lnTo>
                    <a:pt x="1352" y="92"/>
                  </a:lnTo>
                  <a:lnTo>
                    <a:pt x="1169" y="24"/>
                  </a:lnTo>
                  <a:lnTo>
                    <a:pt x="98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4125;p55"/>
            <p:cNvSpPr/>
            <p:nvPr/>
          </p:nvSpPr>
          <p:spPr>
            <a:xfrm>
              <a:off x="8922408" y="5711571"/>
              <a:ext cx="21" cy="21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4126;p55"/>
            <p:cNvSpPr/>
            <p:nvPr/>
          </p:nvSpPr>
          <p:spPr>
            <a:xfrm>
              <a:off x="8922408" y="5711571"/>
              <a:ext cx="21" cy="2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7" name="Google Shape;4127;p55"/>
            <p:cNvSpPr/>
            <p:nvPr/>
          </p:nvSpPr>
          <p:spPr>
            <a:xfrm>
              <a:off x="8908139" y="5645598"/>
              <a:ext cx="175788" cy="192529"/>
            </a:xfrm>
            <a:custGeom>
              <a:avLst/>
              <a:gdLst/>
              <a:ahLst/>
              <a:cxnLst/>
              <a:rect l="l" t="t" r="r" b="b"/>
              <a:pathLst>
                <a:path w="8180" h="8959" extrusionOk="0">
                  <a:moveTo>
                    <a:pt x="7515" y="1"/>
                  </a:moveTo>
                  <a:lnTo>
                    <a:pt x="7240" y="115"/>
                  </a:lnTo>
                  <a:lnTo>
                    <a:pt x="6851" y="298"/>
                  </a:lnTo>
                  <a:lnTo>
                    <a:pt x="6553" y="596"/>
                  </a:lnTo>
                  <a:lnTo>
                    <a:pt x="6255" y="871"/>
                  </a:lnTo>
                  <a:lnTo>
                    <a:pt x="5911" y="1123"/>
                  </a:lnTo>
                  <a:lnTo>
                    <a:pt x="5591" y="1375"/>
                  </a:lnTo>
                  <a:lnTo>
                    <a:pt x="5224" y="1604"/>
                  </a:lnTo>
                  <a:lnTo>
                    <a:pt x="4880" y="1811"/>
                  </a:lnTo>
                  <a:lnTo>
                    <a:pt x="4491" y="2017"/>
                  </a:lnTo>
                  <a:lnTo>
                    <a:pt x="4124" y="2177"/>
                  </a:lnTo>
                  <a:lnTo>
                    <a:pt x="3712" y="2337"/>
                  </a:lnTo>
                  <a:lnTo>
                    <a:pt x="3322" y="2498"/>
                  </a:lnTo>
                  <a:lnTo>
                    <a:pt x="2910" y="2612"/>
                  </a:lnTo>
                  <a:lnTo>
                    <a:pt x="2475" y="2750"/>
                  </a:lnTo>
                  <a:lnTo>
                    <a:pt x="2039" y="2842"/>
                  </a:lnTo>
                  <a:lnTo>
                    <a:pt x="1604" y="2933"/>
                  </a:lnTo>
                  <a:lnTo>
                    <a:pt x="1146" y="3002"/>
                  </a:lnTo>
                  <a:lnTo>
                    <a:pt x="665" y="3071"/>
                  </a:lnTo>
                  <a:lnTo>
                    <a:pt x="665" y="3094"/>
                  </a:lnTo>
                  <a:lnTo>
                    <a:pt x="665" y="3598"/>
                  </a:lnTo>
                  <a:lnTo>
                    <a:pt x="642" y="4606"/>
                  </a:lnTo>
                  <a:lnTo>
                    <a:pt x="596" y="5064"/>
                  </a:lnTo>
                  <a:lnTo>
                    <a:pt x="550" y="5476"/>
                  </a:lnTo>
                  <a:lnTo>
                    <a:pt x="459" y="6072"/>
                  </a:lnTo>
                  <a:lnTo>
                    <a:pt x="367" y="6439"/>
                  </a:lnTo>
                  <a:lnTo>
                    <a:pt x="275" y="6805"/>
                  </a:lnTo>
                  <a:lnTo>
                    <a:pt x="161" y="7149"/>
                  </a:lnTo>
                  <a:lnTo>
                    <a:pt x="0" y="7493"/>
                  </a:lnTo>
                  <a:lnTo>
                    <a:pt x="23" y="7561"/>
                  </a:lnTo>
                  <a:lnTo>
                    <a:pt x="92" y="7745"/>
                  </a:lnTo>
                  <a:lnTo>
                    <a:pt x="161" y="7859"/>
                  </a:lnTo>
                  <a:lnTo>
                    <a:pt x="275" y="7974"/>
                  </a:lnTo>
                  <a:lnTo>
                    <a:pt x="390" y="8111"/>
                  </a:lnTo>
                  <a:lnTo>
                    <a:pt x="573" y="8272"/>
                  </a:lnTo>
                  <a:lnTo>
                    <a:pt x="779" y="8409"/>
                  </a:lnTo>
                  <a:lnTo>
                    <a:pt x="1031" y="8547"/>
                  </a:lnTo>
                  <a:lnTo>
                    <a:pt x="1329" y="8661"/>
                  </a:lnTo>
                  <a:lnTo>
                    <a:pt x="1696" y="8776"/>
                  </a:lnTo>
                  <a:lnTo>
                    <a:pt x="2131" y="8867"/>
                  </a:lnTo>
                  <a:lnTo>
                    <a:pt x="2612" y="8913"/>
                  </a:lnTo>
                  <a:lnTo>
                    <a:pt x="3162" y="8959"/>
                  </a:lnTo>
                  <a:lnTo>
                    <a:pt x="3804" y="8959"/>
                  </a:lnTo>
                  <a:lnTo>
                    <a:pt x="4308" y="8913"/>
                  </a:lnTo>
                  <a:lnTo>
                    <a:pt x="4789" y="8844"/>
                  </a:lnTo>
                  <a:lnTo>
                    <a:pt x="5247" y="8707"/>
                  </a:lnTo>
                  <a:lnTo>
                    <a:pt x="5682" y="8569"/>
                  </a:lnTo>
                  <a:lnTo>
                    <a:pt x="6072" y="8386"/>
                  </a:lnTo>
                  <a:lnTo>
                    <a:pt x="6416" y="8180"/>
                  </a:lnTo>
                  <a:lnTo>
                    <a:pt x="6759" y="7974"/>
                  </a:lnTo>
                  <a:lnTo>
                    <a:pt x="7057" y="7745"/>
                  </a:lnTo>
                  <a:lnTo>
                    <a:pt x="7309" y="7538"/>
                  </a:lnTo>
                  <a:lnTo>
                    <a:pt x="7538" y="7332"/>
                  </a:lnTo>
                  <a:lnTo>
                    <a:pt x="7905" y="6966"/>
                  </a:lnTo>
                  <a:lnTo>
                    <a:pt x="8111" y="6714"/>
                  </a:lnTo>
                  <a:lnTo>
                    <a:pt x="8180" y="6599"/>
                  </a:lnTo>
                  <a:lnTo>
                    <a:pt x="7859" y="5843"/>
                  </a:lnTo>
                  <a:lnTo>
                    <a:pt x="7722" y="5453"/>
                  </a:lnTo>
                  <a:lnTo>
                    <a:pt x="7607" y="5087"/>
                  </a:lnTo>
                  <a:lnTo>
                    <a:pt x="7492" y="4697"/>
                  </a:lnTo>
                  <a:lnTo>
                    <a:pt x="7401" y="4331"/>
                  </a:lnTo>
                  <a:lnTo>
                    <a:pt x="7332" y="3964"/>
                  </a:lnTo>
                  <a:lnTo>
                    <a:pt x="7286" y="3598"/>
                  </a:lnTo>
                  <a:lnTo>
                    <a:pt x="7240" y="3231"/>
                  </a:lnTo>
                  <a:lnTo>
                    <a:pt x="7217" y="2864"/>
                  </a:lnTo>
                  <a:lnTo>
                    <a:pt x="7217" y="2498"/>
                  </a:lnTo>
                  <a:lnTo>
                    <a:pt x="7217" y="2131"/>
                  </a:lnTo>
                  <a:lnTo>
                    <a:pt x="7263" y="1742"/>
                  </a:lnTo>
                  <a:lnTo>
                    <a:pt x="7309" y="1375"/>
                  </a:lnTo>
                  <a:lnTo>
                    <a:pt x="7355" y="986"/>
                  </a:lnTo>
                  <a:lnTo>
                    <a:pt x="7447" y="596"/>
                  </a:lnTo>
                  <a:lnTo>
                    <a:pt x="7538" y="161"/>
                  </a:lnTo>
                  <a:lnTo>
                    <a:pt x="7515" y="1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8" name="Google Shape;4128;p55"/>
            <p:cNvSpPr/>
            <p:nvPr/>
          </p:nvSpPr>
          <p:spPr>
            <a:xfrm>
              <a:off x="8919958" y="5687932"/>
              <a:ext cx="94556" cy="75365"/>
            </a:xfrm>
            <a:custGeom>
              <a:avLst/>
              <a:gdLst/>
              <a:ahLst/>
              <a:cxnLst/>
              <a:rect l="l" t="t" r="r" b="b"/>
              <a:pathLst>
                <a:path w="4400" h="3507" extrusionOk="0">
                  <a:moveTo>
                    <a:pt x="4399" y="1"/>
                  </a:moveTo>
                  <a:lnTo>
                    <a:pt x="3918" y="299"/>
                  </a:lnTo>
                  <a:lnTo>
                    <a:pt x="3391" y="574"/>
                  </a:lnTo>
                  <a:lnTo>
                    <a:pt x="2864" y="803"/>
                  </a:lnTo>
                  <a:lnTo>
                    <a:pt x="2337" y="986"/>
                  </a:lnTo>
                  <a:lnTo>
                    <a:pt x="1810" y="1124"/>
                  </a:lnTo>
                  <a:lnTo>
                    <a:pt x="1558" y="1169"/>
                  </a:lnTo>
                  <a:lnTo>
                    <a:pt x="1283" y="1192"/>
                  </a:lnTo>
                  <a:lnTo>
                    <a:pt x="1031" y="1215"/>
                  </a:lnTo>
                  <a:lnTo>
                    <a:pt x="779" y="1192"/>
                  </a:lnTo>
                  <a:lnTo>
                    <a:pt x="527" y="1192"/>
                  </a:lnTo>
                  <a:lnTo>
                    <a:pt x="275" y="1146"/>
                  </a:lnTo>
                  <a:lnTo>
                    <a:pt x="115" y="1124"/>
                  </a:lnTo>
                  <a:lnTo>
                    <a:pt x="115" y="1628"/>
                  </a:lnTo>
                  <a:lnTo>
                    <a:pt x="92" y="2636"/>
                  </a:lnTo>
                  <a:lnTo>
                    <a:pt x="46" y="3094"/>
                  </a:lnTo>
                  <a:lnTo>
                    <a:pt x="0" y="3506"/>
                  </a:lnTo>
                  <a:lnTo>
                    <a:pt x="436" y="3392"/>
                  </a:lnTo>
                  <a:lnTo>
                    <a:pt x="825" y="3254"/>
                  </a:lnTo>
                  <a:lnTo>
                    <a:pt x="1214" y="3094"/>
                  </a:lnTo>
                  <a:lnTo>
                    <a:pt x="1581" y="2911"/>
                  </a:lnTo>
                  <a:lnTo>
                    <a:pt x="1925" y="2704"/>
                  </a:lnTo>
                  <a:lnTo>
                    <a:pt x="2246" y="2475"/>
                  </a:lnTo>
                  <a:lnTo>
                    <a:pt x="2543" y="2223"/>
                  </a:lnTo>
                  <a:lnTo>
                    <a:pt x="2841" y="1971"/>
                  </a:lnTo>
                  <a:lnTo>
                    <a:pt x="3093" y="1719"/>
                  </a:lnTo>
                  <a:lnTo>
                    <a:pt x="3345" y="1467"/>
                  </a:lnTo>
                  <a:lnTo>
                    <a:pt x="3781" y="940"/>
                  </a:lnTo>
                  <a:lnTo>
                    <a:pt x="4124" y="436"/>
                  </a:lnTo>
                  <a:lnTo>
                    <a:pt x="4399" y="1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9" name="Google Shape;4129;p55"/>
            <p:cNvSpPr/>
            <p:nvPr/>
          </p:nvSpPr>
          <p:spPr>
            <a:xfrm>
              <a:off x="8871198" y="5406311"/>
              <a:ext cx="270838" cy="310702"/>
            </a:xfrm>
            <a:custGeom>
              <a:avLst/>
              <a:gdLst/>
              <a:ahLst/>
              <a:cxnLst/>
              <a:rect l="l" t="t" r="r" b="b"/>
              <a:pathLst>
                <a:path w="12603" h="14458" extrusionOk="0">
                  <a:moveTo>
                    <a:pt x="6210" y="0"/>
                  </a:moveTo>
                  <a:lnTo>
                    <a:pt x="5339" y="69"/>
                  </a:lnTo>
                  <a:lnTo>
                    <a:pt x="4515" y="161"/>
                  </a:lnTo>
                  <a:lnTo>
                    <a:pt x="3781" y="298"/>
                  </a:lnTo>
                  <a:lnTo>
                    <a:pt x="3461" y="390"/>
                  </a:lnTo>
                  <a:lnTo>
                    <a:pt x="3140" y="482"/>
                  </a:lnTo>
                  <a:lnTo>
                    <a:pt x="2842" y="596"/>
                  </a:lnTo>
                  <a:lnTo>
                    <a:pt x="2544" y="711"/>
                  </a:lnTo>
                  <a:lnTo>
                    <a:pt x="2292" y="825"/>
                  </a:lnTo>
                  <a:lnTo>
                    <a:pt x="2040" y="963"/>
                  </a:lnTo>
                  <a:lnTo>
                    <a:pt x="1811" y="1100"/>
                  </a:lnTo>
                  <a:lnTo>
                    <a:pt x="1582" y="1238"/>
                  </a:lnTo>
                  <a:lnTo>
                    <a:pt x="1376" y="1398"/>
                  </a:lnTo>
                  <a:lnTo>
                    <a:pt x="1192" y="1558"/>
                  </a:lnTo>
                  <a:lnTo>
                    <a:pt x="1032" y="1719"/>
                  </a:lnTo>
                  <a:lnTo>
                    <a:pt x="872" y="1879"/>
                  </a:lnTo>
                  <a:lnTo>
                    <a:pt x="734" y="2062"/>
                  </a:lnTo>
                  <a:lnTo>
                    <a:pt x="597" y="2246"/>
                  </a:lnTo>
                  <a:lnTo>
                    <a:pt x="390" y="2612"/>
                  </a:lnTo>
                  <a:lnTo>
                    <a:pt x="207" y="3002"/>
                  </a:lnTo>
                  <a:lnTo>
                    <a:pt x="93" y="3414"/>
                  </a:lnTo>
                  <a:lnTo>
                    <a:pt x="24" y="3827"/>
                  </a:lnTo>
                  <a:lnTo>
                    <a:pt x="1" y="4239"/>
                  </a:lnTo>
                  <a:lnTo>
                    <a:pt x="1" y="4674"/>
                  </a:lnTo>
                  <a:lnTo>
                    <a:pt x="47" y="5178"/>
                  </a:lnTo>
                  <a:lnTo>
                    <a:pt x="138" y="5774"/>
                  </a:lnTo>
                  <a:lnTo>
                    <a:pt x="322" y="7034"/>
                  </a:lnTo>
                  <a:lnTo>
                    <a:pt x="574" y="8524"/>
                  </a:lnTo>
                  <a:lnTo>
                    <a:pt x="551" y="8569"/>
                  </a:lnTo>
                  <a:lnTo>
                    <a:pt x="436" y="8959"/>
                  </a:lnTo>
                  <a:lnTo>
                    <a:pt x="345" y="9348"/>
                  </a:lnTo>
                  <a:lnTo>
                    <a:pt x="276" y="9715"/>
                  </a:lnTo>
                  <a:lnTo>
                    <a:pt x="230" y="10082"/>
                  </a:lnTo>
                  <a:lnTo>
                    <a:pt x="184" y="10471"/>
                  </a:lnTo>
                  <a:lnTo>
                    <a:pt x="184" y="10838"/>
                  </a:lnTo>
                  <a:lnTo>
                    <a:pt x="184" y="11227"/>
                  </a:lnTo>
                  <a:lnTo>
                    <a:pt x="207" y="11594"/>
                  </a:lnTo>
                  <a:lnTo>
                    <a:pt x="253" y="11960"/>
                  </a:lnTo>
                  <a:lnTo>
                    <a:pt x="322" y="12327"/>
                  </a:lnTo>
                  <a:lnTo>
                    <a:pt x="436" y="12648"/>
                  </a:lnTo>
                  <a:lnTo>
                    <a:pt x="551" y="12968"/>
                  </a:lnTo>
                  <a:lnTo>
                    <a:pt x="711" y="13266"/>
                  </a:lnTo>
                  <a:lnTo>
                    <a:pt x="894" y="13541"/>
                  </a:lnTo>
                  <a:lnTo>
                    <a:pt x="1124" y="13770"/>
                  </a:lnTo>
                  <a:lnTo>
                    <a:pt x="1376" y="13977"/>
                  </a:lnTo>
                  <a:lnTo>
                    <a:pt x="1651" y="14137"/>
                  </a:lnTo>
                  <a:lnTo>
                    <a:pt x="1811" y="14183"/>
                  </a:lnTo>
                  <a:lnTo>
                    <a:pt x="1971" y="14251"/>
                  </a:lnTo>
                  <a:lnTo>
                    <a:pt x="2384" y="14366"/>
                  </a:lnTo>
                  <a:lnTo>
                    <a:pt x="2727" y="14435"/>
                  </a:lnTo>
                  <a:lnTo>
                    <a:pt x="3140" y="14458"/>
                  </a:lnTo>
                  <a:lnTo>
                    <a:pt x="3483" y="14458"/>
                  </a:lnTo>
                  <a:lnTo>
                    <a:pt x="3873" y="14412"/>
                  </a:lnTo>
                  <a:lnTo>
                    <a:pt x="4262" y="14366"/>
                  </a:lnTo>
                  <a:lnTo>
                    <a:pt x="4675" y="14274"/>
                  </a:lnTo>
                  <a:lnTo>
                    <a:pt x="5110" y="14160"/>
                  </a:lnTo>
                  <a:lnTo>
                    <a:pt x="5568" y="14022"/>
                  </a:lnTo>
                  <a:lnTo>
                    <a:pt x="6004" y="13839"/>
                  </a:lnTo>
                  <a:lnTo>
                    <a:pt x="6462" y="13656"/>
                  </a:lnTo>
                  <a:lnTo>
                    <a:pt x="6897" y="13427"/>
                  </a:lnTo>
                  <a:lnTo>
                    <a:pt x="7333" y="13175"/>
                  </a:lnTo>
                  <a:lnTo>
                    <a:pt x="7745" y="12900"/>
                  </a:lnTo>
                  <a:lnTo>
                    <a:pt x="8135" y="12602"/>
                  </a:lnTo>
                  <a:lnTo>
                    <a:pt x="8501" y="12281"/>
                  </a:lnTo>
                  <a:lnTo>
                    <a:pt x="8822" y="11937"/>
                  </a:lnTo>
                  <a:lnTo>
                    <a:pt x="9120" y="11548"/>
                  </a:lnTo>
                  <a:lnTo>
                    <a:pt x="9372" y="11158"/>
                  </a:lnTo>
                  <a:lnTo>
                    <a:pt x="9418" y="11044"/>
                  </a:lnTo>
                  <a:lnTo>
                    <a:pt x="9532" y="10838"/>
                  </a:lnTo>
                  <a:lnTo>
                    <a:pt x="9578" y="10838"/>
                  </a:lnTo>
                  <a:lnTo>
                    <a:pt x="9899" y="10815"/>
                  </a:lnTo>
                  <a:lnTo>
                    <a:pt x="10197" y="10769"/>
                  </a:lnTo>
                  <a:lnTo>
                    <a:pt x="10494" y="10700"/>
                  </a:lnTo>
                  <a:lnTo>
                    <a:pt x="10769" y="10586"/>
                  </a:lnTo>
                  <a:lnTo>
                    <a:pt x="11044" y="10448"/>
                  </a:lnTo>
                  <a:lnTo>
                    <a:pt x="11273" y="10288"/>
                  </a:lnTo>
                  <a:lnTo>
                    <a:pt x="11503" y="10127"/>
                  </a:lnTo>
                  <a:lnTo>
                    <a:pt x="11709" y="9921"/>
                  </a:lnTo>
                  <a:lnTo>
                    <a:pt x="11915" y="9715"/>
                  </a:lnTo>
                  <a:lnTo>
                    <a:pt x="12075" y="9486"/>
                  </a:lnTo>
                  <a:lnTo>
                    <a:pt x="12213" y="9234"/>
                  </a:lnTo>
                  <a:lnTo>
                    <a:pt x="12350" y="9005"/>
                  </a:lnTo>
                  <a:lnTo>
                    <a:pt x="12442" y="8753"/>
                  </a:lnTo>
                  <a:lnTo>
                    <a:pt x="12511" y="8478"/>
                  </a:lnTo>
                  <a:lnTo>
                    <a:pt x="12579" y="8226"/>
                  </a:lnTo>
                  <a:lnTo>
                    <a:pt x="12602" y="7974"/>
                  </a:lnTo>
                  <a:lnTo>
                    <a:pt x="12602" y="7813"/>
                  </a:lnTo>
                  <a:lnTo>
                    <a:pt x="12602" y="7630"/>
                  </a:lnTo>
                  <a:lnTo>
                    <a:pt x="12556" y="7447"/>
                  </a:lnTo>
                  <a:lnTo>
                    <a:pt x="12511" y="7286"/>
                  </a:lnTo>
                  <a:lnTo>
                    <a:pt x="12442" y="7126"/>
                  </a:lnTo>
                  <a:lnTo>
                    <a:pt x="12350" y="6966"/>
                  </a:lnTo>
                  <a:lnTo>
                    <a:pt x="12236" y="6828"/>
                  </a:lnTo>
                  <a:lnTo>
                    <a:pt x="12075" y="6714"/>
                  </a:lnTo>
                  <a:lnTo>
                    <a:pt x="12121" y="6645"/>
                  </a:lnTo>
                  <a:lnTo>
                    <a:pt x="12167" y="6576"/>
                  </a:lnTo>
                  <a:lnTo>
                    <a:pt x="12259" y="6324"/>
                  </a:lnTo>
                  <a:lnTo>
                    <a:pt x="12327" y="6003"/>
                  </a:lnTo>
                  <a:lnTo>
                    <a:pt x="12396" y="5660"/>
                  </a:lnTo>
                  <a:lnTo>
                    <a:pt x="12465" y="4995"/>
                  </a:lnTo>
                  <a:lnTo>
                    <a:pt x="12465" y="4743"/>
                  </a:lnTo>
                  <a:lnTo>
                    <a:pt x="12465" y="4583"/>
                  </a:lnTo>
                  <a:lnTo>
                    <a:pt x="12396" y="4262"/>
                  </a:lnTo>
                  <a:lnTo>
                    <a:pt x="12327" y="3918"/>
                  </a:lnTo>
                  <a:lnTo>
                    <a:pt x="12213" y="3529"/>
                  </a:lnTo>
                  <a:lnTo>
                    <a:pt x="12075" y="3162"/>
                  </a:lnTo>
                  <a:lnTo>
                    <a:pt x="11892" y="2750"/>
                  </a:lnTo>
                  <a:lnTo>
                    <a:pt x="11686" y="2360"/>
                  </a:lnTo>
                  <a:lnTo>
                    <a:pt x="11411" y="1971"/>
                  </a:lnTo>
                  <a:lnTo>
                    <a:pt x="11090" y="1604"/>
                  </a:lnTo>
                  <a:lnTo>
                    <a:pt x="10930" y="1421"/>
                  </a:lnTo>
                  <a:lnTo>
                    <a:pt x="10724" y="1261"/>
                  </a:lnTo>
                  <a:lnTo>
                    <a:pt x="10517" y="1100"/>
                  </a:lnTo>
                  <a:lnTo>
                    <a:pt x="10311" y="940"/>
                  </a:lnTo>
                  <a:lnTo>
                    <a:pt x="10059" y="802"/>
                  </a:lnTo>
                  <a:lnTo>
                    <a:pt x="9807" y="642"/>
                  </a:lnTo>
                  <a:lnTo>
                    <a:pt x="9532" y="527"/>
                  </a:lnTo>
                  <a:lnTo>
                    <a:pt x="9257" y="413"/>
                  </a:lnTo>
                  <a:lnTo>
                    <a:pt x="8936" y="298"/>
                  </a:lnTo>
                  <a:lnTo>
                    <a:pt x="8616" y="207"/>
                  </a:lnTo>
                  <a:lnTo>
                    <a:pt x="8272" y="138"/>
                  </a:lnTo>
                  <a:lnTo>
                    <a:pt x="7905" y="69"/>
                  </a:lnTo>
                  <a:lnTo>
                    <a:pt x="7516" y="23"/>
                  </a:lnTo>
                  <a:lnTo>
                    <a:pt x="7104" y="0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55"/>
            <p:cNvSpPr/>
            <p:nvPr/>
          </p:nvSpPr>
          <p:spPr>
            <a:xfrm>
              <a:off x="8871198" y="5406311"/>
              <a:ext cx="270838" cy="310702"/>
            </a:xfrm>
            <a:custGeom>
              <a:avLst/>
              <a:gdLst/>
              <a:ahLst/>
              <a:cxnLst/>
              <a:rect l="l" t="t" r="r" b="b"/>
              <a:pathLst>
                <a:path w="12603" h="14458" fill="none" extrusionOk="0">
                  <a:moveTo>
                    <a:pt x="12602" y="7974"/>
                  </a:moveTo>
                  <a:lnTo>
                    <a:pt x="12602" y="7974"/>
                  </a:lnTo>
                  <a:lnTo>
                    <a:pt x="12579" y="8226"/>
                  </a:lnTo>
                  <a:lnTo>
                    <a:pt x="12511" y="8478"/>
                  </a:lnTo>
                  <a:lnTo>
                    <a:pt x="12442" y="8753"/>
                  </a:lnTo>
                  <a:lnTo>
                    <a:pt x="12350" y="9005"/>
                  </a:lnTo>
                  <a:lnTo>
                    <a:pt x="12213" y="9234"/>
                  </a:lnTo>
                  <a:lnTo>
                    <a:pt x="12075" y="9486"/>
                  </a:lnTo>
                  <a:lnTo>
                    <a:pt x="11915" y="9715"/>
                  </a:lnTo>
                  <a:lnTo>
                    <a:pt x="11709" y="9921"/>
                  </a:lnTo>
                  <a:lnTo>
                    <a:pt x="11503" y="10127"/>
                  </a:lnTo>
                  <a:lnTo>
                    <a:pt x="11273" y="10288"/>
                  </a:lnTo>
                  <a:lnTo>
                    <a:pt x="11044" y="10448"/>
                  </a:lnTo>
                  <a:lnTo>
                    <a:pt x="10769" y="10586"/>
                  </a:lnTo>
                  <a:lnTo>
                    <a:pt x="10494" y="10700"/>
                  </a:lnTo>
                  <a:lnTo>
                    <a:pt x="10197" y="10769"/>
                  </a:lnTo>
                  <a:lnTo>
                    <a:pt x="9899" y="10815"/>
                  </a:lnTo>
                  <a:lnTo>
                    <a:pt x="9578" y="10838"/>
                  </a:lnTo>
                  <a:lnTo>
                    <a:pt x="9578" y="10838"/>
                  </a:lnTo>
                  <a:lnTo>
                    <a:pt x="9578" y="10838"/>
                  </a:lnTo>
                  <a:lnTo>
                    <a:pt x="9532" y="10838"/>
                  </a:lnTo>
                  <a:lnTo>
                    <a:pt x="9532" y="10838"/>
                  </a:lnTo>
                  <a:lnTo>
                    <a:pt x="9418" y="11044"/>
                  </a:lnTo>
                  <a:lnTo>
                    <a:pt x="9418" y="11044"/>
                  </a:lnTo>
                  <a:lnTo>
                    <a:pt x="9372" y="11158"/>
                  </a:lnTo>
                  <a:lnTo>
                    <a:pt x="9372" y="11158"/>
                  </a:lnTo>
                  <a:lnTo>
                    <a:pt x="9372" y="11158"/>
                  </a:lnTo>
                  <a:lnTo>
                    <a:pt x="9120" y="11548"/>
                  </a:lnTo>
                  <a:lnTo>
                    <a:pt x="8822" y="11937"/>
                  </a:lnTo>
                  <a:lnTo>
                    <a:pt x="8501" y="12281"/>
                  </a:lnTo>
                  <a:lnTo>
                    <a:pt x="8135" y="12602"/>
                  </a:lnTo>
                  <a:lnTo>
                    <a:pt x="7745" y="12900"/>
                  </a:lnTo>
                  <a:lnTo>
                    <a:pt x="7333" y="13175"/>
                  </a:lnTo>
                  <a:lnTo>
                    <a:pt x="6897" y="13427"/>
                  </a:lnTo>
                  <a:lnTo>
                    <a:pt x="6462" y="13656"/>
                  </a:lnTo>
                  <a:lnTo>
                    <a:pt x="6004" y="13839"/>
                  </a:lnTo>
                  <a:lnTo>
                    <a:pt x="5568" y="14022"/>
                  </a:lnTo>
                  <a:lnTo>
                    <a:pt x="5110" y="14160"/>
                  </a:lnTo>
                  <a:lnTo>
                    <a:pt x="4675" y="14274"/>
                  </a:lnTo>
                  <a:lnTo>
                    <a:pt x="4262" y="14366"/>
                  </a:lnTo>
                  <a:lnTo>
                    <a:pt x="3873" y="14412"/>
                  </a:lnTo>
                  <a:lnTo>
                    <a:pt x="3483" y="14458"/>
                  </a:lnTo>
                  <a:lnTo>
                    <a:pt x="3140" y="14458"/>
                  </a:lnTo>
                  <a:lnTo>
                    <a:pt x="3140" y="14458"/>
                  </a:lnTo>
                  <a:lnTo>
                    <a:pt x="2727" y="14435"/>
                  </a:lnTo>
                  <a:lnTo>
                    <a:pt x="2384" y="14366"/>
                  </a:lnTo>
                  <a:lnTo>
                    <a:pt x="1971" y="14251"/>
                  </a:lnTo>
                  <a:lnTo>
                    <a:pt x="1971" y="14251"/>
                  </a:lnTo>
                  <a:lnTo>
                    <a:pt x="1811" y="14183"/>
                  </a:lnTo>
                  <a:lnTo>
                    <a:pt x="1651" y="14137"/>
                  </a:lnTo>
                  <a:lnTo>
                    <a:pt x="1376" y="13977"/>
                  </a:lnTo>
                  <a:lnTo>
                    <a:pt x="1124" y="13770"/>
                  </a:lnTo>
                  <a:lnTo>
                    <a:pt x="894" y="13541"/>
                  </a:lnTo>
                  <a:lnTo>
                    <a:pt x="711" y="13266"/>
                  </a:lnTo>
                  <a:lnTo>
                    <a:pt x="551" y="12968"/>
                  </a:lnTo>
                  <a:lnTo>
                    <a:pt x="436" y="12648"/>
                  </a:lnTo>
                  <a:lnTo>
                    <a:pt x="322" y="12327"/>
                  </a:lnTo>
                  <a:lnTo>
                    <a:pt x="253" y="11960"/>
                  </a:lnTo>
                  <a:lnTo>
                    <a:pt x="207" y="11594"/>
                  </a:lnTo>
                  <a:lnTo>
                    <a:pt x="184" y="11227"/>
                  </a:lnTo>
                  <a:lnTo>
                    <a:pt x="184" y="10838"/>
                  </a:lnTo>
                  <a:lnTo>
                    <a:pt x="184" y="10471"/>
                  </a:lnTo>
                  <a:lnTo>
                    <a:pt x="230" y="10082"/>
                  </a:lnTo>
                  <a:lnTo>
                    <a:pt x="276" y="9715"/>
                  </a:lnTo>
                  <a:lnTo>
                    <a:pt x="345" y="9348"/>
                  </a:lnTo>
                  <a:lnTo>
                    <a:pt x="345" y="9348"/>
                  </a:lnTo>
                  <a:lnTo>
                    <a:pt x="436" y="8959"/>
                  </a:lnTo>
                  <a:lnTo>
                    <a:pt x="551" y="8569"/>
                  </a:lnTo>
                  <a:lnTo>
                    <a:pt x="551" y="8569"/>
                  </a:lnTo>
                  <a:lnTo>
                    <a:pt x="574" y="8524"/>
                  </a:lnTo>
                  <a:lnTo>
                    <a:pt x="574" y="8524"/>
                  </a:lnTo>
                  <a:lnTo>
                    <a:pt x="322" y="7034"/>
                  </a:lnTo>
                  <a:lnTo>
                    <a:pt x="138" y="5774"/>
                  </a:lnTo>
                  <a:lnTo>
                    <a:pt x="47" y="5178"/>
                  </a:lnTo>
                  <a:lnTo>
                    <a:pt x="1" y="4674"/>
                  </a:lnTo>
                  <a:lnTo>
                    <a:pt x="1" y="4674"/>
                  </a:lnTo>
                  <a:lnTo>
                    <a:pt x="1" y="4239"/>
                  </a:lnTo>
                  <a:lnTo>
                    <a:pt x="24" y="3827"/>
                  </a:lnTo>
                  <a:lnTo>
                    <a:pt x="93" y="3414"/>
                  </a:lnTo>
                  <a:lnTo>
                    <a:pt x="207" y="3002"/>
                  </a:lnTo>
                  <a:lnTo>
                    <a:pt x="390" y="2612"/>
                  </a:lnTo>
                  <a:lnTo>
                    <a:pt x="597" y="2246"/>
                  </a:lnTo>
                  <a:lnTo>
                    <a:pt x="734" y="2062"/>
                  </a:lnTo>
                  <a:lnTo>
                    <a:pt x="872" y="1879"/>
                  </a:lnTo>
                  <a:lnTo>
                    <a:pt x="1032" y="1719"/>
                  </a:lnTo>
                  <a:lnTo>
                    <a:pt x="1192" y="1558"/>
                  </a:lnTo>
                  <a:lnTo>
                    <a:pt x="1376" y="1398"/>
                  </a:lnTo>
                  <a:lnTo>
                    <a:pt x="1582" y="1238"/>
                  </a:lnTo>
                  <a:lnTo>
                    <a:pt x="1811" y="1100"/>
                  </a:lnTo>
                  <a:lnTo>
                    <a:pt x="2040" y="963"/>
                  </a:lnTo>
                  <a:lnTo>
                    <a:pt x="2292" y="825"/>
                  </a:lnTo>
                  <a:lnTo>
                    <a:pt x="2544" y="711"/>
                  </a:lnTo>
                  <a:lnTo>
                    <a:pt x="2842" y="596"/>
                  </a:lnTo>
                  <a:lnTo>
                    <a:pt x="3140" y="482"/>
                  </a:lnTo>
                  <a:lnTo>
                    <a:pt x="3461" y="390"/>
                  </a:lnTo>
                  <a:lnTo>
                    <a:pt x="3781" y="298"/>
                  </a:lnTo>
                  <a:lnTo>
                    <a:pt x="4515" y="161"/>
                  </a:lnTo>
                  <a:lnTo>
                    <a:pt x="5339" y="69"/>
                  </a:lnTo>
                  <a:lnTo>
                    <a:pt x="6210" y="0"/>
                  </a:lnTo>
                  <a:lnTo>
                    <a:pt x="6210" y="0"/>
                  </a:lnTo>
                  <a:lnTo>
                    <a:pt x="6668" y="0"/>
                  </a:lnTo>
                  <a:lnTo>
                    <a:pt x="7104" y="0"/>
                  </a:lnTo>
                  <a:lnTo>
                    <a:pt x="7516" y="23"/>
                  </a:lnTo>
                  <a:lnTo>
                    <a:pt x="7905" y="69"/>
                  </a:lnTo>
                  <a:lnTo>
                    <a:pt x="8272" y="138"/>
                  </a:lnTo>
                  <a:lnTo>
                    <a:pt x="8616" y="207"/>
                  </a:lnTo>
                  <a:lnTo>
                    <a:pt x="8936" y="298"/>
                  </a:lnTo>
                  <a:lnTo>
                    <a:pt x="9257" y="413"/>
                  </a:lnTo>
                  <a:lnTo>
                    <a:pt x="9532" y="527"/>
                  </a:lnTo>
                  <a:lnTo>
                    <a:pt x="9807" y="642"/>
                  </a:lnTo>
                  <a:lnTo>
                    <a:pt x="10059" y="802"/>
                  </a:lnTo>
                  <a:lnTo>
                    <a:pt x="10311" y="940"/>
                  </a:lnTo>
                  <a:lnTo>
                    <a:pt x="10517" y="1100"/>
                  </a:lnTo>
                  <a:lnTo>
                    <a:pt x="10724" y="1261"/>
                  </a:lnTo>
                  <a:lnTo>
                    <a:pt x="10930" y="1421"/>
                  </a:lnTo>
                  <a:lnTo>
                    <a:pt x="11090" y="1604"/>
                  </a:lnTo>
                  <a:lnTo>
                    <a:pt x="11411" y="1971"/>
                  </a:lnTo>
                  <a:lnTo>
                    <a:pt x="11686" y="2360"/>
                  </a:lnTo>
                  <a:lnTo>
                    <a:pt x="11892" y="2750"/>
                  </a:lnTo>
                  <a:lnTo>
                    <a:pt x="12075" y="3162"/>
                  </a:lnTo>
                  <a:lnTo>
                    <a:pt x="12213" y="3529"/>
                  </a:lnTo>
                  <a:lnTo>
                    <a:pt x="12327" y="3918"/>
                  </a:lnTo>
                  <a:lnTo>
                    <a:pt x="12396" y="4262"/>
                  </a:lnTo>
                  <a:lnTo>
                    <a:pt x="12465" y="4583"/>
                  </a:lnTo>
                  <a:lnTo>
                    <a:pt x="12465" y="4583"/>
                  </a:lnTo>
                  <a:lnTo>
                    <a:pt x="12465" y="4743"/>
                  </a:lnTo>
                  <a:lnTo>
                    <a:pt x="12465" y="4995"/>
                  </a:lnTo>
                  <a:lnTo>
                    <a:pt x="12396" y="5660"/>
                  </a:lnTo>
                  <a:lnTo>
                    <a:pt x="12327" y="6003"/>
                  </a:lnTo>
                  <a:lnTo>
                    <a:pt x="12259" y="6324"/>
                  </a:lnTo>
                  <a:lnTo>
                    <a:pt x="12167" y="6576"/>
                  </a:lnTo>
                  <a:lnTo>
                    <a:pt x="12121" y="6645"/>
                  </a:lnTo>
                  <a:lnTo>
                    <a:pt x="12075" y="6714"/>
                  </a:lnTo>
                  <a:lnTo>
                    <a:pt x="12075" y="6714"/>
                  </a:lnTo>
                  <a:lnTo>
                    <a:pt x="12236" y="6828"/>
                  </a:lnTo>
                  <a:lnTo>
                    <a:pt x="12350" y="6966"/>
                  </a:lnTo>
                  <a:lnTo>
                    <a:pt x="12442" y="7126"/>
                  </a:lnTo>
                  <a:lnTo>
                    <a:pt x="12511" y="7286"/>
                  </a:lnTo>
                  <a:lnTo>
                    <a:pt x="12556" y="7447"/>
                  </a:lnTo>
                  <a:lnTo>
                    <a:pt x="12602" y="7630"/>
                  </a:lnTo>
                  <a:lnTo>
                    <a:pt x="12602" y="7813"/>
                  </a:lnTo>
                  <a:lnTo>
                    <a:pt x="12602" y="797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55"/>
            <p:cNvSpPr/>
            <p:nvPr/>
          </p:nvSpPr>
          <p:spPr>
            <a:xfrm>
              <a:off x="9070622" y="5569783"/>
              <a:ext cx="49749" cy="46784"/>
            </a:xfrm>
            <a:custGeom>
              <a:avLst/>
              <a:gdLst/>
              <a:ahLst/>
              <a:cxnLst/>
              <a:rect l="l" t="t" r="r" b="b"/>
              <a:pathLst>
                <a:path w="2315" h="2177" extrusionOk="0">
                  <a:moveTo>
                    <a:pt x="2085" y="0"/>
                  </a:moveTo>
                  <a:lnTo>
                    <a:pt x="1787" y="115"/>
                  </a:lnTo>
                  <a:lnTo>
                    <a:pt x="1489" y="252"/>
                  </a:lnTo>
                  <a:lnTo>
                    <a:pt x="1146" y="435"/>
                  </a:lnTo>
                  <a:lnTo>
                    <a:pt x="962" y="573"/>
                  </a:lnTo>
                  <a:lnTo>
                    <a:pt x="802" y="710"/>
                  </a:lnTo>
                  <a:lnTo>
                    <a:pt x="619" y="871"/>
                  </a:lnTo>
                  <a:lnTo>
                    <a:pt x="458" y="1054"/>
                  </a:lnTo>
                  <a:lnTo>
                    <a:pt x="321" y="1237"/>
                  </a:lnTo>
                  <a:lnTo>
                    <a:pt x="183" y="1466"/>
                  </a:lnTo>
                  <a:lnTo>
                    <a:pt x="69" y="1696"/>
                  </a:lnTo>
                  <a:lnTo>
                    <a:pt x="0" y="1948"/>
                  </a:lnTo>
                  <a:lnTo>
                    <a:pt x="0" y="2039"/>
                  </a:lnTo>
                  <a:lnTo>
                    <a:pt x="23" y="2085"/>
                  </a:lnTo>
                  <a:lnTo>
                    <a:pt x="69" y="2154"/>
                  </a:lnTo>
                  <a:lnTo>
                    <a:pt x="138" y="2177"/>
                  </a:lnTo>
                  <a:lnTo>
                    <a:pt x="183" y="2177"/>
                  </a:lnTo>
                  <a:lnTo>
                    <a:pt x="252" y="2154"/>
                  </a:lnTo>
                  <a:lnTo>
                    <a:pt x="298" y="2131"/>
                  </a:lnTo>
                  <a:lnTo>
                    <a:pt x="321" y="2085"/>
                  </a:lnTo>
                  <a:lnTo>
                    <a:pt x="344" y="2039"/>
                  </a:lnTo>
                  <a:lnTo>
                    <a:pt x="413" y="1810"/>
                  </a:lnTo>
                  <a:lnTo>
                    <a:pt x="504" y="1627"/>
                  </a:lnTo>
                  <a:lnTo>
                    <a:pt x="619" y="1421"/>
                  </a:lnTo>
                  <a:lnTo>
                    <a:pt x="756" y="1260"/>
                  </a:lnTo>
                  <a:lnTo>
                    <a:pt x="894" y="1100"/>
                  </a:lnTo>
                  <a:lnTo>
                    <a:pt x="1054" y="962"/>
                  </a:lnTo>
                  <a:lnTo>
                    <a:pt x="1375" y="733"/>
                  </a:lnTo>
                  <a:lnTo>
                    <a:pt x="1673" y="550"/>
                  </a:lnTo>
                  <a:lnTo>
                    <a:pt x="1925" y="435"/>
                  </a:lnTo>
                  <a:lnTo>
                    <a:pt x="2177" y="344"/>
                  </a:lnTo>
                  <a:lnTo>
                    <a:pt x="2245" y="298"/>
                  </a:lnTo>
                  <a:lnTo>
                    <a:pt x="2291" y="252"/>
                  </a:lnTo>
                  <a:lnTo>
                    <a:pt x="2314" y="183"/>
                  </a:lnTo>
                  <a:lnTo>
                    <a:pt x="2314" y="115"/>
                  </a:lnTo>
                  <a:lnTo>
                    <a:pt x="2268" y="46"/>
                  </a:lnTo>
                  <a:lnTo>
                    <a:pt x="2223" y="23"/>
                  </a:lnTo>
                  <a:lnTo>
                    <a:pt x="2154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55"/>
            <p:cNvSpPr/>
            <p:nvPr/>
          </p:nvSpPr>
          <p:spPr>
            <a:xfrm>
              <a:off x="9085385" y="5585040"/>
              <a:ext cx="27099" cy="18245"/>
            </a:xfrm>
            <a:custGeom>
              <a:avLst/>
              <a:gdLst/>
              <a:ahLst/>
              <a:cxnLst/>
              <a:rect l="l" t="t" r="r" b="b"/>
              <a:pathLst>
                <a:path w="1261" h="849" extrusionOk="0">
                  <a:moveTo>
                    <a:pt x="115" y="0"/>
                  </a:moveTo>
                  <a:lnTo>
                    <a:pt x="46" y="46"/>
                  </a:lnTo>
                  <a:lnTo>
                    <a:pt x="23" y="115"/>
                  </a:lnTo>
                  <a:lnTo>
                    <a:pt x="0" y="184"/>
                  </a:lnTo>
                  <a:lnTo>
                    <a:pt x="23" y="252"/>
                  </a:lnTo>
                  <a:lnTo>
                    <a:pt x="46" y="298"/>
                  </a:lnTo>
                  <a:lnTo>
                    <a:pt x="115" y="344"/>
                  </a:lnTo>
                  <a:lnTo>
                    <a:pt x="184" y="367"/>
                  </a:lnTo>
                  <a:lnTo>
                    <a:pt x="367" y="367"/>
                  </a:lnTo>
                  <a:lnTo>
                    <a:pt x="505" y="413"/>
                  </a:lnTo>
                  <a:lnTo>
                    <a:pt x="642" y="482"/>
                  </a:lnTo>
                  <a:lnTo>
                    <a:pt x="757" y="550"/>
                  </a:lnTo>
                  <a:lnTo>
                    <a:pt x="871" y="688"/>
                  </a:lnTo>
                  <a:lnTo>
                    <a:pt x="917" y="756"/>
                  </a:lnTo>
                  <a:lnTo>
                    <a:pt x="963" y="802"/>
                  </a:lnTo>
                  <a:lnTo>
                    <a:pt x="1009" y="825"/>
                  </a:lnTo>
                  <a:lnTo>
                    <a:pt x="1054" y="848"/>
                  </a:lnTo>
                  <a:lnTo>
                    <a:pt x="1100" y="848"/>
                  </a:lnTo>
                  <a:lnTo>
                    <a:pt x="1169" y="825"/>
                  </a:lnTo>
                  <a:lnTo>
                    <a:pt x="1215" y="779"/>
                  </a:lnTo>
                  <a:lnTo>
                    <a:pt x="1261" y="734"/>
                  </a:lnTo>
                  <a:lnTo>
                    <a:pt x="1261" y="665"/>
                  </a:lnTo>
                  <a:lnTo>
                    <a:pt x="1238" y="596"/>
                  </a:lnTo>
                  <a:lnTo>
                    <a:pt x="1169" y="482"/>
                  </a:lnTo>
                  <a:lnTo>
                    <a:pt x="1100" y="390"/>
                  </a:lnTo>
                  <a:lnTo>
                    <a:pt x="986" y="298"/>
                  </a:lnTo>
                  <a:lnTo>
                    <a:pt x="825" y="184"/>
                  </a:lnTo>
                  <a:lnTo>
                    <a:pt x="665" y="92"/>
                  </a:lnTo>
                  <a:lnTo>
                    <a:pt x="436" y="23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55"/>
            <p:cNvSpPr/>
            <p:nvPr/>
          </p:nvSpPr>
          <p:spPr>
            <a:xfrm>
              <a:off x="8878591" y="5590456"/>
              <a:ext cx="22178" cy="16762"/>
            </a:xfrm>
            <a:custGeom>
              <a:avLst/>
              <a:gdLst/>
              <a:ahLst/>
              <a:cxnLst/>
              <a:rect l="l" t="t" r="r" b="b"/>
              <a:pathLst>
                <a:path w="1032" h="780" extrusionOk="0">
                  <a:moveTo>
                    <a:pt x="207" y="0"/>
                  </a:moveTo>
                  <a:lnTo>
                    <a:pt x="115" y="344"/>
                  </a:lnTo>
                  <a:lnTo>
                    <a:pt x="24" y="711"/>
                  </a:lnTo>
                  <a:lnTo>
                    <a:pt x="1" y="779"/>
                  </a:lnTo>
                  <a:lnTo>
                    <a:pt x="24" y="779"/>
                  </a:lnTo>
                  <a:lnTo>
                    <a:pt x="413" y="756"/>
                  </a:lnTo>
                  <a:lnTo>
                    <a:pt x="573" y="734"/>
                  </a:lnTo>
                  <a:lnTo>
                    <a:pt x="734" y="688"/>
                  </a:lnTo>
                  <a:lnTo>
                    <a:pt x="848" y="642"/>
                  </a:lnTo>
                  <a:lnTo>
                    <a:pt x="940" y="596"/>
                  </a:lnTo>
                  <a:lnTo>
                    <a:pt x="1009" y="527"/>
                  </a:lnTo>
                  <a:lnTo>
                    <a:pt x="1032" y="459"/>
                  </a:lnTo>
                  <a:lnTo>
                    <a:pt x="1009" y="390"/>
                  </a:lnTo>
                  <a:lnTo>
                    <a:pt x="963" y="321"/>
                  </a:lnTo>
                  <a:lnTo>
                    <a:pt x="894" y="252"/>
                  </a:lnTo>
                  <a:lnTo>
                    <a:pt x="803" y="207"/>
                  </a:lnTo>
                  <a:lnTo>
                    <a:pt x="550" y="92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rgbClr val="EE8B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4134;p55"/>
            <p:cNvSpPr/>
            <p:nvPr/>
          </p:nvSpPr>
          <p:spPr>
            <a:xfrm>
              <a:off x="8878591" y="5590456"/>
              <a:ext cx="22178" cy="16762"/>
            </a:xfrm>
            <a:custGeom>
              <a:avLst/>
              <a:gdLst/>
              <a:ahLst/>
              <a:cxnLst/>
              <a:rect l="l" t="t" r="r" b="b"/>
              <a:pathLst>
                <a:path w="1032" h="780" fill="none" extrusionOk="0">
                  <a:moveTo>
                    <a:pt x="207" y="0"/>
                  </a:moveTo>
                  <a:lnTo>
                    <a:pt x="207" y="0"/>
                  </a:lnTo>
                  <a:lnTo>
                    <a:pt x="207" y="0"/>
                  </a:lnTo>
                  <a:lnTo>
                    <a:pt x="115" y="344"/>
                  </a:lnTo>
                  <a:lnTo>
                    <a:pt x="115" y="344"/>
                  </a:lnTo>
                  <a:lnTo>
                    <a:pt x="24" y="711"/>
                  </a:lnTo>
                  <a:lnTo>
                    <a:pt x="24" y="711"/>
                  </a:lnTo>
                  <a:lnTo>
                    <a:pt x="1" y="779"/>
                  </a:lnTo>
                  <a:lnTo>
                    <a:pt x="1" y="779"/>
                  </a:lnTo>
                  <a:lnTo>
                    <a:pt x="24" y="779"/>
                  </a:lnTo>
                  <a:lnTo>
                    <a:pt x="24" y="779"/>
                  </a:lnTo>
                  <a:lnTo>
                    <a:pt x="413" y="756"/>
                  </a:lnTo>
                  <a:lnTo>
                    <a:pt x="573" y="734"/>
                  </a:lnTo>
                  <a:lnTo>
                    <a:pt x="734" y="688"/>
                  </a:lnTo>
                  <a:lnTo>
                    <a:pt x="848" y="642"/>
                  </a:lnTo>
                  <a:lnTo>
                    <a:pt x="940" y="596"/>
                  </a:lnTo>
                  <a:lnTo>
                    <a:pt x="1009" y="527"/>
                  </a:lnTo>
                  <a:lnTo>
                    <a:pt x="1032" y="459"/>
                  </a:lnTo>
                  <a:lnTo>
                    <a:pt x="1032" y="459"/>
                  </a:lnTo>
                  <a:lnTo>
                    <a:pt x="1009" y="390"/>
                  </a:lnTo>
                  <a:lnTo>
                    <a:pt x="963" y="321"/>
                  </a:lnTo>
                  <a:lnTo>
                    <a:pt x="894" y="252"/>
                  </a:lnTo>
                  <a:lnTo>
                    <a:pt x="803" y="207"/>
                  </a:lnTo>
                  <a:lnTo>
                    <a:pt x="550" y="92"/>
                  </a:lnTo>
                  <a:lnTo>
                    <a:pt x="20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4135;p55"/>
            <p:cNvSpPr/>
            <p:nvPr/>
          </p:nvSpPr>
          <p:spPr>
            <a:xfrm>
              <a:off x="8966720" y="5597354"/>
              <a:ext cx="53704" cy="17729"/>
            </a:xfrm>
            <a:custGeom>
              <a:avLst/>
              <a:gdLst/>
              <a:ahLst/>
              <a:cxnLst/>
              <a:rect l="l" t="t" r="r" b="b"/>
              <a:pathLst>
                <a:path w="2499" h="825" extrusionOk="0">
                  <a:moveTo>
                    <a:pt x="1009" y="0"/>
                  </a:moveTo>
                  <a:lnTo>
                    <a:pt x="596" y="23"/>
                  </a:lnTo>
                  <a:lnTo>
                    <a:pt x="436" y="46"/>
                  </a:lnTo>
                  <a:lnTo>
                    <a:pt x="299" y="92"/>
                  </a:lnTo>
                  <a:lnTo>
                    <a:pt x="161" y="138"/>
                  </a:lnTo>
                  <a:lnTo>
                    <a:pt x="70" y="183"/>
                  </a:lnTo>
                  <a:lnTo>
                    <a:pt x="24" y="252"/>
                  </a:lnTo>
                  <a:lnTo>
                    <a:pt x="1" y="321"/>
                  </a:lnTo>
                  <a:lnTo>
                    <a:pt x="1" y="413"/>
                  </a:lnTo>
                  <a:lnTo>
                    <a:pt x="70" y="481"/>
                  </a:lnTo>
                  <a:lnTo>
                    <a:pt x="184" y="573"/>
                  </a:lnTo>
                  <a:lnTo>
                    <a:pt x="344" y="642"/>
                  </a:lnTo>
                  <a:lnTo>
                    <a:pt x="528" y="710"/>
                  </a:lnTo>
                  <a:lnTo>
                    <a:pt x="734" y="756"/>
                  </a:lnTo>
                  <a:lnTo>
                    <a:pt x="963" y="802"/>
                  </a:lnTo>
                  <a:lnTo>
                    <a:pt x="1215" y="825"/>
                  </a:lnTo>
                  <a:lnTo>
                    <a:pt x="1490" y="825"/>
                  </a:lnTo>
                  <a:lnTo>
                    <a:pt x="1880" y="802"/>
                  </a:lnTo>
                  <a:lnTo>
                    <a:pt x="2040" y="779"/>
                  </a:lnTo>
                  <a:lnTo>
                    <a:pt x="2200" y="733"/>
                  </a:lnTo>
                  <a:lnTo>
                    <a:pt x="2315" y="688"/>
                  </a:lnTo>
                  <a:lnTo>
                    <a:pt x="2407" y="642"/>
                  </a:lnTo>
                  <a:lnTo>
                    <a:pt x="2475" y="573"/>
                  </a:lnTo>
                  <a:lnTo>
                    <a:pt x="2498" y="504"/>
                  </a:lnTo>
                  <a:lnTo>
                    <a:pt x="2475" y="413"/>
                  </a:lnTo>
                  <a:lnTo>
                    <a:pt x="2407" y="344"/>
                  </a:lnTo>
                  <a:lnTo>
                    <a:pt x="2292" y="275"/>
                  </a:lnTo>
                  <a:lnTo>
                    <a:pt x="2154" y="183"/>
                  </a:lnTo>
                  <a:lnTo>
                    <a:pt x="1971" y="138"/>
                  </a:lnTo>
                  <a:lnTo>
                    <a:pt x="1742" y="69"/>
                  </a:lnTo>
                  <a:lnTo>
                    <a:pt x="1513" y="46"/>
                  </a:lnTo>
                  <a:lnTo>
                    <a:pt x="1261" y="0"/>
                  </a:lnTo>
                  <a:close/>
                </a:path>
              </a:pathLst>
            </a:custGeom>
            <a:solidFill>
              <a:srgbClr val="EE8B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55"/>
            <p:cNvSpPr/>
            <p:nvPr/>
          </p:nvSpPr>
          <p:spPr>
            <a:xfrm>
              <a:off x="8966720" y="5597354"/>
              <a:ext cx="53704" cy="17729"/>
            </a:xfrm>
            <a:custGeom>
              <a:avLst/>
              <a:gdLst/>
              <a:ahLst/>
              <a:cxnLst/>
              <a:rect l="l" t="t" r="r" b="b"/>
              <a:pathLst>
                <a:path w="2499" h="825" fill="none" extrusionOk="0">
                  <a:moveTo>
                    <a:pt x="1009" y="0"/>
                  </a:moveTo>
                  <a:lnTo>
                    <a:pt x="1009" y="0"/>
                  </a:lnTo>
                  <a:lnTo>
                    <a:pt x="596" y="23"/>
                  </a:lnTo>
                  <a:lnTo>
                    <a:pt x="436" y="46"/>
                  </a:lnTo>
                  <a:lnTo>
                    <a:pt x="299" y="92"/>
                  </a:lnTo>
                  <a:lnTo>
                    <a:pt x="161" y="138"/>
                  </a:lnTo>
                  <a:lnTo>
                    <a:pt x="70" y="183"/>
                  </a:lnTo>
                  <a:lnTo>
                    <a:pt x="24" y="252"/>
                  </a:lnTo>
                  <a:lnTo>
                    <a:pt x="1" y="321"/>
                  </a:lnTo>
                  <a:lnTo>
                    <a:pt x="1" y="321"/>
                  </a:lnTo>
                  <a:lnTo>
                    <a:pt x="1" y="413"/>
                  </a:lnTo>
                  <a:lnTo>
                    <a:pt x="70" y="481"/>
                  </a:lnTo>
                  <a:lnTo>
                    <a:pt x="184" y="573"/>
                  </a:lnTo>
                  <a:lnTo>
                    <a:pt x="344" y="642"/>
                  </a:lnTo>
                  <a:lnTo>
                    <a:pt x="528" y="710"/>
                  </a:lnTo>
                  <a:lnTo>
                    <a:pt x="734" y="756"/>
                  </a:lnTo>
                  <a:lnTo>
                    <a:pt x="963" y="802"/>
                  </a:lnTo>
                  <a:lnTo>
                    <a:pt x="1215" y="825"/>
                  </a:lnTo>
                  <a:lnTo>
                    <a:pt x="1215" y="825"/>
                  </a:lnTo>
                  <a:lnTo>
                    <a:pt x="1490" y="825"/>
                  </a:lnTo>
                  <a:lnTo>
                    <a:pt x="1490" y="825"/>
                  </a:lnTo>
                  <a:lnTo>
                    <a:pt x="1880" y="802"/>
                  </a:lnTo>
                  <a:lnTo>
                    <a:pt x="2040" y="779"/>
                  </a:lnTo>
                  <a:lnTo>
                    <a:pt x="2200" y="733"/>
                  </a:lnTo>
                  <a:lnTo>
                    <a:pt x="2315" y="688"/>
                  </a:lnTo>
                  <a:lnTo>
                    <a:pt x="2407" y="642"/>
                  </a:lnTo>
                  <a:lnTo>
                    <a:pt x="2475" y="573"/>
                  </a:lnTo>
                  <a:lnTo>
                    <a:pt x="2498" y="504"/>
                  </a:lnTo>
                  <a:lnTo>
                    <a:pt x="2498" y="504"/>
                  </a:lnTo>
                  <a:lnTo>
                    <a:pt x="2475" y="413"/>
                  </a:lnTo>
                  <a:lnTo>
                    <a:pt x="2407" y="344"/>
                  </a:lnTo>
                  <a:lnTo>
                    <a:pt x="2292" y="275"/>
                  </a:lnTo>
                  <a:lnTo>
                    <a:pt x="2154" y="183"/>
                  </a:lnTo>
                  <a:lnTo>
                    <a:pt x="1971" y="138"/>
                  </a:lnTo>
                  <a:lnTo>
                    <a:pt x="1742" y="69"/>
                  </a:lnTo>
                  <a:lnTo>
                    <a:pt x="1513" y="46"/>
                  </a:lnTo>
                  <a:lnTo>
                    <a:pt x="1261" y="0"/>
                  </a:lnTo>
                  <a:lnTo>
                    <a:pt x="1261" y="0"/>
                  </a:lnTo>
                  <a:lnTo>
                    <a:pt x="100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4137;p55"/>
            <p:cNvSpPr/>
            <p:nvPr/>
          </p:nvSpPr>
          <p:spPr>
            <a:xfrm>
              <a:off x="9050916" y="5625419"/>
              <a:ext cx="26110" cy="20695"/>
            </a:xfrm>
            <a:custGeom>
              <a:avLst/>
              <a:gdLst/>
              <a:ahLst/>
              <a:cxnLst/>
              <a:rect l="l" t="t" r="r" b="b"/>
              <a:pathLst>
                <a:path w="1215" h="963" extrusionOk="0">
                  <a:moveTo>
                    <a:pt x="161" y="0"/>
                  </a:moveTo>
                  <a:lnTo>
                    <a:pt x="92" y="23"/>
                  </a:lnTo>
                  <a:lnTo>
                    <a:pt x="46" y="69"/>
                  </a:lnTo>
                  <a:lnTo>
                    <a:pt x="1" y="115"/>
                  </a:lnTo>
                  <a:lnTo>
                    <a:pt x="1" y="183"/>
                  </a:lnTo>
                  <a:lnTo>
                    <a:pt x="24" y="252"/>
                  </a:lnTo>
                  <a:lnTo>
                    <a:pt x="92" y="390"/>
                  </a:lnTo>
                  <a:lnTo>
                    <a:pt x="161" y="481"/>
                  </a:lnTo>
                  <a:lnTo>
                    <a:pt x="344" y="665"/>
                  </a:lnTo>
                  <a:lnTo>
                    <a:pt x="528" y="779"/>
                  </a:lnTo>
                  <a:lnTo>
                    <a:pt x="688" y="871"/>
                  </a:lnTo>
                  <a:lnTo>
                    <a:pt x="848" y="917"/>
                  </a:lnTo>
                  <a:lnTo>
                    <a:pt x="1009" y="962"/>
                  </a:lnTo>
                  <a:lnTo>
                    <a:pt x="1055" y="848"/>
                  </a:lnTo>
                  <a:lnTo>
                    <a:pt x="1169" y="642"/>
                  </a:lnTo>
                  <a:lnTo>
                    <a:pt x="1215" y="642"/>
                  </a:lnTo>
                  <a:lnTo>
                    <a:pt x="1055" y="596"/>
                  </a:lnTo>
                  <a:lnTo>
                    <a:pt x="894" y="550"/>
                  </a:lnTo>
                  <a:lnTo>
                    <a:pt x="734" y="481"/>
                  </a:lnTo>
                  <a:lnTo>
                    <a:pt x="619" y="413"/>
                  </a:lnTo>
                  <a:lnTo>
                    <a:pt x="528" y="321"/>
                  </a:lnTo>
                  <a:lnTo>
                    <a:pt x="413" y="229"/>
                  </a:lnTo>
                  <a:lnTo>
                    <a:pt x="344" y="92"/>
                  </a:lnTo>
                  <a:lnTo>
                    <a:pt x="299" y="23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55"/>
            <p:cNvSpPr/>
            <p:nvPr/>
          </p:nvSpPr>
          <p:spPr>
            <a:xfrm>
              <a:off x="9067656" y="5613600"/>
              <a:ext cx="56153" cy="55659"/>
            </a:xfrm>
            <a:custGeom>
              <a:avLst/>
              <a:gdLst/>
              <a:ahLst/>
              <a:cxnLst/>
              <a:rect l="l" t="t" r="r" b="b"/>
              <a:pathLst>
                <a:path w="2613" h="2590" extrusionOk="0">
                  <a:moveTo>
                    <a:pt x="1536" y="0"/>
                  </a:moveTo>
                  <a:lnTo>
                    <a:pt x="1467" y="92"/>
                  </a:lnTo>
                  <a:lnTo>
                    <a:pt x="1444" y="184"/>
                  </a:lnTo>
                  <a:lnTo>
                    <a:pt x="1444" y="275"/>
                  </a:lnTo>
                  <a:lnTo>
                    <a:pt x="1513" y="390"/>
                  </a:lnTo>
                  <a:lnTo>
                    <a:pt x="1673" y="436"/>
                  </a:lnTo>
                  <a:lnTo>
                    <a:pt x="1811" y="504"/>
                  </a:lnTo>
                  <a:lnTo>
                    <a:pt x="1948" y="619"/>
                  </a:lnTo>
                  <a:lnTo>
                    <a:pt x="2040" y="733"/>
                  </a:lnTo>
                  <a:lnTo>
                    <a:pt x="2131" y="871"/>
                  </a:lnTo>
                  <a:lnTo>
                    <a:pt x="2200" y="1031"/>
                  </a:lnTo>
                  <a:lnTo>
                    <a:pt x="2223" y="1192"/>
                  </a:lnTo>
                  <a:lnTo>
                    <a:pt x="2223" y="1352"/>
                  </a:lnTo>
                  <a:lnTo>
                    <a:pt x="2200" y="1535"/>
                  </a:lnTo>
                  <a:lnTo>
                    <a:pt x="2131" y="1696"/>
                  </a:lnTo>
                  <a:lnTo>
                    <a:pt x="2040" y="1856"/>
                  </a:lnTo>
                  <a:lnTo>
                    <a:pt x="1902" y="1994"/>
                  </a:lnTo>
                  <a:lnTo>
                    <a:pt x="1765" y="2085"/>
                  </a:lnTo>
                  <a:lnTo>
                    <a:pt x="1604" y="2154"/>
                  </a:lnTo>
                  <a:lnTo>
                    <a:pt x="1421" y="2200"/>
                  </a:lnTo>
                  <a:lnTo>
                    <a:pt x="1238" y="2200"/>
                  </a:lnTo>
                  <a:lnTo>
                    <a:pt x="1055" y="2177"/>
                  </a:lnTo>
                  <a:lnTo>
                    <a:pt x="871" y="2108"/>
                  </a:lnTo>
                  <a:lnTo>
                    <a:pt x="734" y="2016"/>
                  </a:lnTo>
                  <a:lnTo>
                    <a:pt x="596" y="1902"/>
                  </a:lnTo>
                  <a:lnTo>
                    <a:pt x="505" y="1742"/>
                  </a:lnTo>
                  <a:lnTo>
                    <a:pt x="413" y="1581"/>
                  </a:lnTo>
                  <a:lnTo>
                    <a:pt x="390" y="1398"/>
                  </a:lnTo>
                  <a:lnTo>
                    <a:pt x="367" y="1215"/>
                  </a:lnTo>
                  <a:lnTo>
                    <a:pt x="367" y="1192"/>
                  </a:lnTo>
                  <a:lnTo>
                    <a:pt x="184" y="1169"/>
                  </a:lnTo>
                  <a:lnTo>
                    <a:pt x="1" y="1123"/>
                  </a:lnTo>
                  <a:lnTo>
                    <a:pt x="1" y="1192"/>
                  </a:lnTo>
                  <a:lnTo>
                    <a:pt x="1" y="1467"/>
                  </a:lnTo>
                  <a:lnTo>
                    <a:pt x="69" y="1719"/>
                  </a:lnTo>
                  <a:lnTo>
                    <a:pt x="161" y="1948"/>
                  </a:lnTo>
                  <a:lnTo>
                    <a:pt x="321" y="2154"/>
                  </a:lnTo>
                  <a:lnTo>
                    <a:pt x="482" y="2314"/>
                  </a:lnTo>
                  <a:lnTo>
                    <a:pt x="711" y="2452"/>
                  </a:lnTo>
                  <a:lnTo>
                    <a:pt x="940" y="2543"/>
                  </a:lnTo>
                  <a:lnTo>
                    <a:pt x="1215" y="2589"/>
                  </a:lnTo>
                  <a:lnTo>
                    <a:pt x="1467" y="2589"/>
                  </a:lnTo>
                  <a:lnTo>
                    <a:pt x="1719" y="2521"/>
                  </a:lnTo>
                  <a:lnTo>
                    <a:pt x="1948" y="2429"/>
                  </a:lnTo>
                  <a:lnTo>
                    <a:pt x="2154" y="2269"/>
                  </a:lnTo>
                  <a:lnTo>
                    <a:pt x="2338" y="2085"/>
                  </a:lnTo>
                  <a:lnTo>
                    <a:pt x="2475" y="1879"/>
                  </a:lnTo>
                  <a:lnTo>
                    <a:pt x="2567" y="1650"/>
                  </a:lnTo>
                  <a:lnTo>
                    <a:pt x="2613" y="1375"/>
                  </a:lnTo>
                  <a:lnTo>
                    <a:pt x="2613" y="1123"/>
                  </a:lnTo>
                  <a:lnTo>
                    <a:pt x="2544" y="894"/>
                  </a:lnTo>
                  <a:lnTo>
                    <a:pt x="2452" y="688"/>
                  </a:lnTo>
                  <a:lnTo>
                    <a:pt x="2338" y="481"/>
                  </a:lnTo>
                  <a:lnTo>
                    <a:pt x="2177" y="321"/>
                  </a:lnTo>
                  <a:lnTo>
                    <a:pt x="1994" y="161"/>
                  </a:lnTo>
                  <a:lnTo>
                    <a:pt x="1765" y="69"/>
                  </a:lnTo>
                  <a:lnTo>
                    <a:pt x="1536" y="0"/>
                  </a:lnTo>
                  <a:close/>
                </a:path>
              </a:pathLst>
            </a:custGeom>
            <a:gradFill>
              <a:gsLst>
                <a:gs pos="0">
                  <a:srgbClr val="FFF0B9"/>
                </a:gs>
                <a:gs pos="100000">
                  <a:srgbClr val="F9D03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55"/>
            <p:cNvSpPr/>
            <p:nvPr/>
          </p:nvSpPr>
          <p:spPr>
            <a:xfrm>
              <a:off x="8901241" y="5624431"/>
              <a:ext cx="61075" cy="33009"/>
            </a:xfrm>
            <a:custGeom>
              <a:avLst/>
              <a:gdLst/>
              <a:ahLst/>
              <a:cxnLst/>
              <a:rect l="l" t="t" r="r" b="b"/>
              <a:pathLst>
                <a:path w="2842" h="1536" extrusionOk="0">
                  <a:moveTo>
                    <a:pt x="2842" y="0"/>
                  </a:moveTo>
                  <a:lnTo>
                    <a:pt x="1" y="252"/>
                  </a:lnTo>
                  <a:lnTo>
                    <a:pt x="23" y="436"/>
                  </a:lnTo>
                  <a:lnTo>
                    <a:pt x="69" y="642"/>
                  </a:lnTo>
                  <a:lnTo>
                    <a:pt x="184" y="894"/>
                  </a:lnTo>
                  <a:lnTo>
                    <a:pt x="253" y="1008"/>
                  </a:lnTo>
                  <a:lnTo>
                    <a:pt x="344" y="1123"/>
                  </a:lnTo>
                  <a:lnTo>
                    <a:pt x="459" y="1238"/>
                  </a:lnTo>
                  <a:lnTo>
                    <a:pt x="596" y="1329"/>
                  </a:lnTo>
                  <a:lnTo>
                    <a:pt x="734" y="1421"/>
                  </a:lnTo>
                  <a:lnTo>
                    <a:pt x="917" y="1490"/>
                  </a:lnTo>
                  <a:lnTo>
                    <a:pt x="1123" y="1535"/>
                  </a:lnTo>
                  <a:lnTo>
                    <a:pt x="1581" y="1535"/>
                  </a:lnTo>
                  <a:lnTo>
                    <a:pt x="1788" y="1490"/>
                  </a:lnTo>
                  <a:lnTo>
                    <a:pt x="1971" y="1398"/>
                  </a:lnTo>
                  <a:lnTo>
                    <a:pt x="2131" y="1306"/>
                  </a:lnTo>
                  <a:lnTo>
                    <a:pt x="2269" y="1192"/>
                  </a:lnTo>
                  <a:lnTo>
                    <a:pt x="2406" y="1054"/>
                  </a:lnTo>
                  <a:lnTo>
                    <a:pt x="2498" y="917"/>
                  </a:lnTo>
                  <a:lnTo>
                    <a:pt x="2590" y="779"/>
                  </a:lnTo>
                  <a:lnTo>
                    <a:pt x="2727" y="504"/>
                  </a:lnTo>
                  <a:lnTo>
                    <a:pt x="2796" y="252"/>
                  </a:lnTo>
                  <a:lnTo>
                    <a:pt x="28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55"/>
            <p:cNvSpPr/>
            <p:nvPr/>
          </p:nvSpPr>
          <p:spPr>
            <a:xfrm>
              <a:off x="8925374" y="5661844"/>
              <a:ext cx="19212" cy="8897"/>
            </a:xfrm>
            <a:custGeom>
              <a:avLst/>
              <a:gdLst/>
              <a:ahLst/>
              <a:cxnLst/>
              <a:rect l="l" t="t" r="r" b="b"/>
              <a:pathLst>
                <a:path w="894" h="414" extrusionOk="0">
                  <a:moveTo>
                    <a:pt x="710" y="1"/>
                  </a:moveTo>
                  <a:lnTo>
                    <a:pt x="688" y="46"/>
                  </a:lnTo>
                  <a:lnTo>
                    <a:pt x="642" y="69"/>
                  </a:lnTo>
                  <a:lnTo>
                    <a:pt x="550" y="138"/>
                  </a:lnTo>
                  <a:lnTo>
                    <a:pt x="458" y="161"/>
                  </a:lnTo>
                  <a:lnTo>
                    <a:pt x="367" y="184"/>
                  </a:lnTo>
                  <a:lnTo>
                    <a:pt x="275" y="161"/>
                  </a:lnTo>
                  <a:lnTo>
                    <a:pt x="161" y="138"/>
                  </a:lnTo>
                  <a:lnTo>
                    <a:pt x="69" y="138"/>
                  </a:lnTo>
                  <a:lnTo>
                    <a:pt x="46" y="161"/>
                  </a:lnTo>
                  <a:lnTo>
                    <a:pt x="0" y="207"/>
                  </a:lnTo>
                  <a:lnTo>
                    <a:pt x="0" y="253"/>
                  </a:lnTo>
                  <a:lnTo>
                    <a:pt x="23" y="298"/>
                  </a:lnTo>
                  <a:lnTo>
                    <a:pt x="46" y="344"/>
                  </a:lnTo>
                  <a:lnTo>
                    <a:pt x="69" y="367"/>
                  </a:lnTo>
                  <a:lnTo>
                    <a:pt x="275" y="413"/>
                  </a:lnTo>
                  <a:lnTo>
                    <a:pt x="458" y="413"/>
                  </a:lnTo>
                  <a:lnTo>
                    <a:pt x="619" y="367"/>
                  </a:lnTo>
                  <a:lnTo>
                    <a:pt x="756" y="298"/>
                  </a:lnTo>
                  <a:lnTo>
                    <a:pt x="825" y="230"/>
                  </a:lnTo>
                  <a:lnTo>
                    <a:pt x="871" y="184"/>
                  </a:lnTo>
                  <a:lnTo>
                    <a:pt x="894" y="161"/>
                  </a:lnTo>
                  <a:lnTo>
                    <a:pt x="894" y="115"/>
                  </a:lnTo>
                  <a:lnTo>
                    <a:pt x="871" y="69"/>
                  </a:lnTo>
                  <a:lnTo>
                    <a:pt x="848" y="24"/>
                  </a:lnTo>
                  <a:lnTo>
                    <a:pt x="802" y="1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55"/>
            <p:cNvSpPr/>
            <p:nvPr/>
          </p:nvSpPr>
          <p:spPr>
            <a:xfrm>
              <a:off x="8950474" y="5555492"/>
              <a:ext cx="37436" cy="21683"/>
            </a:xfrm>
            <a:custGeom>
              <a:avLst/>
              <a:gdLst/>
              <a:ahLst/>
              <a:cxnLst/>
              <a:rect l="l" t="t" r="r" b="b"/>
              <a:pathLst>
                <a:path w="1742" h="1009" extrusionOk="0">
                  <a:moveTo>
                    <a:pt x="711" y="1"/>
                  </a:moveTo>
                  <a:lnTo>
                    <a:pt x="619" y="24"/>
                  </a:lnTo>
                  <a:lnTo>
                    <a:pt x="482" y="115"/>
                  </a:lnTo>
                  <a:lnTo>
                    <a:pt x="344" y="230"/>
                  </a:lnTo>
                  <a:lnTo>
                    <a:pt x="230" y="367"/>
                  </a:lnTo>
                  <a:lnTo>
                    <a:pt x="161" y="505"/>
                  </a:lnTo>
                  <a:lnTo>
                    <a:pt x="92" y="619"/>
                  </a:lnTo>
                  <a:lnTo>
                    <a:pt x="24" y="757"/>
                  </a:lnTo>
                  <a:lnTo>
                    <a:pt x="1" y="848"/>
                  </a:lnTo>
                  <a:lnTo>
                    <a:pt x="24" y="894"/>
                  </a:lnTo>
                  <a:lnTo>
                    <a:pt x="69" y="963"/>
                  </a:lnTo>
                  <a:lnTo>
                    <a:pt x="138" y="1009"/>
                  </a:lnTo>
                  <a:lnTo>
                    <a:pt x="230" y="1009"/>
                  </a:lnTo>
                  <a:lnTo>
                    <a:pt x="299" y="986"/>
                  </a:lnTo>
                  <a:lnTo>
                    <a:pt x="344" y="940"/>
                  </a:lnTo>
                  <a:lnTo>
                    <a:pt x="367" y="894"/>
                  </a:lnTo>
                  <a:lnTo>
                    <a:pt x="436" y="734"/>
                  </a:lnTo>
                  <a:lnTo>
                    <a:pt x="551" y="573"/>
                  </a:lnTo>
                  <a:lnTo>
                    <a:pt x="688" y="413"/>
                  </a:lnTo>
                  <a:lnTo>
                    <a:pt x="757" y="367"/>
                  </a:lnTo>
                  <a:lnTo>
                    <a:pt x="826" y="344"/>
                  </a:lnTo>
                  <a:lnTo>
                    <a:pt x="940" y="367"/>
                  </a:lnTo>
                  <a:lnTo>
                    <a:pt x="1055" y="390"/>
                  </a:lnTo>
                  <a:lnTo>
                    <a:pt x="1238" y="482"/>
                  </a:lnTo>
                  <a:lnTo>
                    <a:pt x="1375" y="573"/>
                  </a:lnTo>
                  <a:lnTo>
                    <a:pt x="1444" y="619"/>
                  </a:lnTo>
                  <a:lnTo>
                    <a:pt x="1490" y="642"/>
                  </a:lnTo>
                  <a:lnTo>
                    <a:pt x="1559" y="665"/>
                  </a:lnTo>
                  <a:lnTo>
                    <a:pt x="1627" y="642"/>
                  </a:lnTo>
                  <a:lnTo>
                    <a:pt x="1696" y="596"/>
                  </a:lnTo>
                  <a:lnTo>
                    <a:pt x="1719" y="551"/>
                  </a:lnTo>
                  <a:lnTo>
                    <a:pt x="1742" y="482"/>
                  </a:lnTo>
                  <a:lnTo>
                    <a:pt x="1719" y="413"/>
                  </a:lnTo>
                  <a:lnTo>
                    <a:pt x="1696" y="344"/>
                  </a:lnTo>
                  <a:lnTo>
                    <a:pt x="1605" y="276"/>
                  </a:lnTo>
                  <a:lnTo>
                    <a:pt x="1398" y="138"/>
                  </a:lnTo>
                  <a:lnTo>
                    <a:pt x="1284" y="69"/>
                  </a:lnTo>
                  <a:lnTo>
                    <a:pt x="1123" y="24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55"/>
            <p:cNvSpPr/>
            <p:nvPr/>
          </p:nvSpPr>
          <p:spPr>
            <a:xfrm>
              <a:off x="8887466" y="5556481"/>
              <a:ext cx="29549" cy="20201"/>
            </a:xfrm>
            <a:custGeom>
              <a:avLst/>
              <a:gdLst/>
              <a:ahLst/>
              <a:cxnLst/>
              <a:rect l="l" t="t" r="r" b="b"/>
              <a:pathLst>
                <a:path w="1375" h="940" extrusionOk="0">
                  <a:moveTo>
                    <a:pt x="573" y="0"/>
                  </a:moveTo>
                  <a:lnTo>
                    <a:pt x="435" y="23"/>
                  </a:lnTo>
                  <a:lnTo>
                    <a:pt x="344" y="69"/>
                  </a:lnTo>
                  <a:lnTo>
                    <a:pt x="160" y="138"/>
                  </a:lnTo>
                  <a:lnTo>
                    <a:pt x="69" y="207"/>
                  </a:lnTo>
                  <a:lnTo>
                    <a:pt x="23" y="253"/>
                  </a:lnTo>
                  <a:lnTo>
                    <a:pt x="0" y="321"/>
                  </a:lnTo>
                  <a:lnTo>
                    <a:pt x="0" y="390"/>
                  </a:lnTo>
                  <a:lnTo>
                    <a:pt x="23" y="459"/>
                  </a:lnTo>
                  <a:lnTo>
                    <a:pt x="92" y="505"/>
                  </a:lnTo>
                  <a:lnTo>
                    <a:pt x="160" y="527"/>
                  </a:lnTo>
                  <a:lnTo>
                    <a:pt x="229" y="527"/>
                  </a:lnTo>
                  <a:lnTo>
                    <a:pt x="298" y="505"/>
                  </a:lnTo>
                  <a:lnTo>
                    <a:pt x="367" y="459"/>
                  </a:lnTo>
                  <a:lnTo>
                    <a:pt x="481" y="390"/>
                  </a:lnTo>
                  <a:lnTo>
                    <a:pt x="619" y="367"/>
                  </a:lnTo>
                  <a:lnTo>
                    <a:pt x="756" y="367"/>
                  </a:lnTo>
                  <a:lnTo>
                    <a:pt x="802" y="390"/>
                  </a:lnTo>
                  <a:lnTo>
                    <a:pt x="848" y="436"/>
                  </a:lnTo>
                  <a:lnTo>
                    <a:pt x="916" y="550"/>
                  </a:lnTo>
                  <a:lnTo>
                    <a:pt x="985" y="688"/>
                  </a:lnTo>
                  <a:lnTo>
                    <a:pt x="1008" y="802"/>
                  </a:lnTo>
                  <a:lnTo>
                    <a:pt x="1031" y="871"/>
                  </a:lnTo>
                  <a:lnTo>
                    <a:pt x="1077" y="917"/>
                  </a:lnTo>
                  <a:lnTo>
                    <a:pt x="1123" y="940"/>
                  </a:lnTo>
                  <a:lnTo>
                    <a:pt x="1237" y="940"/>
                  </a:lnTo>
                  <a:lnTo>
                    <a:pt x="1306" y="917"/>
                  </a:lnTo>
                  <a:lnTo>
                    <a:pt x="1352" y="871"/>
                  </a:lnTo>
                  <a:lnTo>
                    <a:pt x="1375" y="802"/>
                  </a:lnTo>
                  <a:lnTo>
                    <a:pt x="1375" y="734"/>
                  </a:lnTo>
                  <a:lnTo>
                    <a:pt x="1329" y="596"/>
                  </a:lnTo>
                  <a:lnTo>
                    <a:pt x="1237" y="390"/>
                  </a:lnTo>
                  <a:lnTo>
                    <a:pt x="1169" y="275"/>
                  </a:lnTo>
                  <a:lnTo>
                    <a:pt x="1077" y="161"/>
                  </a:lnTo>
                  <a:lnTo>
                    <a:pt x="962" y="69"/>
                  </a:lnTo>
                  <a:lnTo>
                    <a:pt x="825" y="23"/>
                  </a:lnTo>
                  <a:lnTo>
                    <a:pt x="687" y="0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55"/>
            <p:cNvSpPr/>
            <p:nvPr/>
          </p:nvSpPr>
          <p:spPr>
            <a:xfrm>
              <a:off x="8862345" y="5398424"/>
              <a:ext cx="258525" cy="197472"/>
            </a:xfrm>
            <a:custGeom>
              <a:avLst/>
              <a:gdLst/>
              <a:ahLst/>
              <a:cxnLst/>
              <a:rect l="l" t="t" r="r" b="b"/>
              <a:pathLst>
                <a:path w="12030" h="9189" extrusionOk="0">
                  <a:moveTo>
                    <a:pt x="6966" y="1"/>
                  </a:moveTo>
                  <a:lnTo>
                    <a:pt x="6485" y="47"/>
                  </a:lnTo>
                  <a:lnTo>
                    <a:pt x="6049" y="93"/>
                  </a:lnTo>
                  <a:lnTo>
                    <a:pt x="5591" y="138"/>
                  </a:lnTo>
                  <a:lnTo>
                    <a:pt x="5156" y="230"/>
                  </a:lnTo>
                  <a:lnTo>
                    <a:pt x="4720" y="322"/>
                  </a:lnTo>
                  <a:lnTo>
                    <a:pt x="4308" y="413"/>
                  </a:lnTo>
                  <a:lnTo>
                    <a:pt x="3895" y="551"/>
                  </a:lnTo>
                  <a:lnTo>
                    <a:pt x="3506" y="688"/>
                  </a:lnTo>
                  <a:lnTo>
                    <a:pt x="3117" y="826"/>
                  </a:lnTo>
                  <a:lnTo>
                    <a:pt x="2773" y="1009"/>
                  </a:lnTo>
                  <a:lnTo>
                    <a:pt x="2406" y="1192"/>
                  </a:lnTo>
                  <a:lnTo>
                    <a:pt x="2085" y="1376"/>
                  </a:lnTo>
                  <a:lnTo>
                    <a:pt x="1788" y="1582"/>
                  </a:lnTo>
                  <a:lnTo>
                    <a:pt x="1490" y="1811"/>
                  </a:lnTo>
                  <a:lnTo>
                    <a:pt x="1238" y="2040"/>
                  </a:lnTo>
                  <a:lnTo>
                    <a:pt x="1009" y="2269"/>
                  </a:lnTo>
                  <a:lnTo>
                    <a:pt x="802" y="2521"/>
                  </a:lnTo>
                  <a:lnTo>
                    <a:pt x="619" y="2773"/>
                  </a:lnTo>
                  <a:lnTo>
                    <a:pt x="459" y="3048"/>
                  </a:lnTo>
                  <a:lnTo>
                    <a:pt x="321" y="3323"/>
                  </a:lnTo>
                  <a:lnTo>
                    <a:pt x="207" y="3621"/>
                  </a:lnTo>
                  <a:lnTo>
                    <a:pt x="138" y="3919"/>
                  </a:lnTo>
                  <a:lnTo>
                    <a:pt x="92" y="4217"/>
                  </a:lnTo>
                  <a:lnTo>
                    <a:pt x="23" y="5064"/>
                  </a:lnTo>
                  <a:lnTo>
                    <a:pt x="1" y="5385"/>
                  </a:lnTo>
                  <a:lnTo>
                    <a:pt x="23" y="5637"/>
                  </a:lnTo>
                  <a:lnTo>
                    <a:pt x="23" y="5866"/>
                  </a:lnTo>
                  <a:lnTo>
                    <a:pt x="69" y="6027"/>
                  </a:lnTo>
                  <a:lnTo>
                    <a:pt x="92" y="6164"/>
                  </a:lnTo>
                  <a:lnTo>
                    <a:pt x="138" y="6256"/>
                  </a:lnTo>
                  <a:lnTo>
                    <a:pt x="184" y="6302"/>
                  </a:lnTo>
                  <a:lnTo>
                    <a:pt x="230" y="6347"/>
                  </a:lnTo>
                  <a:lnTo>
                    <a:pt x="275" y="6370"/>
                  </a:lnTo>
                  <a:lnTo>
                    <a:pt x="298" y="6370"/>
                  </a:lnTo>
                  <a:lnTo>
                    <a:pt x="367" y="6347"/>
                  </a:lnTo>
                  <a:lnTo>
                    <a:pt x="390" y="6324"/>
                  </a:lnTo>
                  <a:lnTo>
                    <a:pt x="390" y="6233"/>
                  </a:lnTo>
                  <a:lnTo>
                    <a:pt x="482" y="5729"/>
                  </a:lnTo>
                  <a:lnTo>
                    <a:pt x="619" y="5087"/>
                  </a:lnTo>
                  <a:lnTo>
                    <a:pt x="848" y="4125"/>
                  </a:lnTo>
                  <a:lnTo>
                    <a:pt x="894" y="3942"/>
                  </a:lnTo>
                  <a:lnTo>
                    <a:pt x="986" y="3804"/>
                  </a:lnTo>
                  <a:lnTo>
                    <a:pt x="1100" y="3644"/>
                  </a:lnTo>
                  <a:lnTo>
                    <a:pt x="1238" y="3506"/>
                  </a:lnTo>
                  <a:lnTo>
                    <a:pt x="1398" y="3392"/>
                  </a:lnTo>
                  <a:lnTo>
                    <a:pt x="1581" y="3277"/>
                  </a:lnTo>
                  <a:lnTo>
                    <a:pt x="1788" y="3186"/>
                  </a:lnTo>
                  <a:lnTo>
                    <a:pt x="2017" y="3094"/>
                  </a:lnTo>
                  <a:lnTo>
                    <a:pt x="2498" y="2934"/>
                  </a:lnTo>
                  <a:lnTo>
                    <a:pt x="3025" y="2819"/>
                  </a:lnTo>
                  <a:lnTo>
                    <a:pt x="3575" y="2750"/>
                  </a:lnTo>
                  <a:lnTo>
                    <a:pt x="4125" y="2704"/>
                  </a:lnTo>
                  <a:lnTo>
                    <a:pt x="4674" y="2704"/>
                  </a:lnTo>
                  <a:lnTo>
                    <a:pt x="5201" y="2727"/>
                  </a:lnTo>
                  <a:lnTo>
                    <a:pt x="5660" y="2796"/>
                  </a:lnTo>
                  <a:lnTo>
                    <a:pt x="6072" y="2888"/>
                  </a:lnTo>
                  <a:lnTo>
                    <a:pt x="6255" y="2956"/>
                  </a:lnTo>
                  <a:lnTo>
                    <a:pt x="6416" y="3002"/>
                  </a:lnTo>
                  <a:lnTo>
                    <a:pt x="6553" y="3094"/>
                  </a:lnTo>
                  <a:lnTo>
                    <a:pt x="6645" y="3163"/>
                  </a:lnTo>
                  <a:lnTo>
                    <a:pt x="6714" y="3254"/>
                  </a:lnTo>
                  <a:lnTo>
                    <a:pt x="6759" y="3346"/>
                  </a:lnTo>
                  <a:lnTo>
                    <a:pt x="6782" y="3438"/>
                  </a:lnTo>
                  <a:lnTo>
                    <a:pt x="6759" y="3552"/>
                  </a:lnTo>
                  <a:lnTo>
                    <a:pt x="6737" y="3667"/>
                  </a:lnTo>
                  <a:lnTo>
                    <a:pt x="6737" y="3942"/>
                  </a:lnTo>
                  <a:lnTo>
                    <a:pt x="6737" y="4148"/>
                  </a:lnTo>
                  <a:lnTo>
                    <a:pt x="6782" y="4377"/>
                  </a:lnTo>
                  <a:lnTo>
                    <a:pt x="6828" y="4629"/>
                  </a:lnTo>
                  <a:lnTo>
                    <a:pt x="6920" y="4881"/>
                  </a:lnTo>
                  <a:lnTo>
                    <a:pt x="7057" y="4904"/>
                  </a:lnTo>
                  <a:lnTo>
                    <a:pt x="7493" y="5019"/>
                  </a:lnTo>
                  <a:lnTo>
                    <a:pt x="7859" y="5156"/>
                  </a:lnTo>
                  <a:lnTo>
                    <a:pt x="8203" y="5316"/>
                  </a:lnTo>
                  <a:lnTo>
                    <a:pt x="8524" y="5477"/>
                  </a:lnTo>
                  <a:lnTo>
                    <a:pt x="8684" y="5637"/>
                  </a:lnTo>
                  <a:lnTo>
                    <a:pt x="8821" y="5775"/>
                  </a:lnTo>
                  <a:lnTo>
                    <a:pt x="8982" y="5981"/>
                  </a:lnTo>
                  <a:lnTo>
                    <a:pt x="9119" y="6233"/>
                  </a:lnTo>
                  <a:lnTo>
                    <a:pt x="9188" y="6370"/>
                  </a:lnTo>
                  <a:lnTo>
                    <a:pt x="9234" y="6508"/>
                  </a:lnTo>
                  <a:lnTo>
                    <a:pt x="9257" y="6668"/>
                  </a:lnTo>
                  <a:lnTo>
                    <a:pt x="9280" y="6829"/>
                  </a:lnTo>
                  <a:lnTo>
                    <a:pt x="9280" y="6989"/>
                  </a:lnTo>
                  <a:lnTo>
                    <a:pt x="9257" y="7149"/>
                  </a:lnTo>
                  <a:lnTo>
                    <a:pt x="9096" y="7905"/>
                  </a:lnTo>
                  <a:lnTo>
                    <a:pt x="9028" y="8272"/>
                  </a:lnTo>
                  <a:lnTo>
                    <a:pt x="8959" y="8593"/>
                  </a:lnTo>
                  <a:lnTo>
                    <a:pt x="8959" y="8868"/>
                  </a:lnTo>
                  <a:lnTo>
                    <a:pt x="8982" y="8982"/>
                  </a:lnTo>
                  <a:lnTo>
                    <a:pt x="9005" y="9074"/>
                  </a:lnTo>
                  <a:lnTo>
                    <a:pt x="9051" y="9143"/>
                  </a:lnTo>
                  <a:lnTo>
                    <a:pt x="9119" y="9188"/>
                  </a:lnTo>
                  <a:lnTo>
                    <a:pt x="9211" y="9188"/>
                  </a:lnTo>
                  <a:lnTo>
                    <a:pt x="9326" y="9166"/>
                  </a:lnTo>
                  <a:lnTo>
                    <a:pt x="9440" y="9120"/>
                  </a:lnTo>
                  <a:lnTo>
                    <a:pt x="9555" y="9074"/>
                  </a:lnTo>
                  <a:lnTo>
                    <a:pt x="9761" y="8936"/>
                  </a:lnTo>
                  <a:lnTo>
                    <a:pt x="9921" y="8753"/>
                  </a:lnTo>
                  <a:lnTo>
                    <a:pt x="10036" y="8593"/>
                  </a:lnTo>
                  <a:lnTo>
                    <a:pt x="10150" y="8432"/>
                  </a:lnTo>
                  <a:lnTo>
                    <a:pt x="10219" y="8318"/>
                  </a:lnTo>
                  <a:lnTo>
                    <a:pt x="10265" y="8180"/>
                  </a:lnTo>
                  <a:lnTo>
                    <a:pt x="10563" y="7882"/>
                  </a:lnTo>
                  <a:lnTo>
                    <a:pt x="10723" y="7722"/>
                  </a:lnTo>
                  <a:lnTo>
                    <a:pt x="10906" y="7585"/>
                  </a:lnTo>
                  <a:lnTo>
                    <a:pt x="11090" y="7470"/>
                  </a:lnTo>
                  <a:lnTo>
                    <a:pt x="11296" y="7355"/>
                  </a:lnTo>
                  <a:lnTo>
                    <a:pt x="11502" y="7264"/>
                  </a:lnTo>
                  <a:lnTo>
                    <a:pt x="11754" y="7172"/>
                  </a:lnTo>
                  <a:lnTo>
                    <a:pt x="11846" y="6531"/>
                  </a:lnTo>
                  <a:lnTo>
                    <a:pt x="11937" y="5912"/>
                  </a:lnTo>
                  <a:lnTo>
                    <a:pt x="12006" y="5271"/>
                  </a:lnTo>
                  <a:lnTo>
                    <a:pt x="12029" y="4629"/>
                  </a:lnTo>
                  <a:lnTo>
                    <a:pt x="12006" y="3987"/>
                  </a:lnTo>
                  <a:lnTo>
                    <a:pt x="11937" y="3346"/>
                  </a:lnTo>
                  <a:lnTo>
                    <a:pt x="11892" y="3025"/>
                  </a:lnTo>
                  <a:lnTo>
                    <a:pt x="11823" y="2727"/>
                  </a:lnTo>
                  <a:lnTo>
                    <a:pt x="11731" y="2407"/>
                  </a:lnTo>
                  <a:lnTo>
                    <a:pt x="11640" y="2109"/>
                  </a:lnTo>
                  <a:lnTo>
                    <a:pt x="11227" y="1673"/>
                  </a:lnTo>
                  <a:lnTo>
                    <a:pt x="10792" y="1284"/>
                  </a:lnTo>
                  <a:lnTo>
                    <a:pt x="10563" y="1101"/>
                  </a:lnTo>
                  <a:lnTo>
                    <a:pt x="10334" y="917"/>
                  </a:lnTo>
                  <a:lnTo>
                    <a:pt x="10082" y="757"/>
                  </a:lnTo>
                  <a:lnTo>
                    <a:pt x="9807" y="619"/>
                  </a:lnTo>
                  <a:lnTo>
                    <a:pt x="9555" y="482"/>
                  </a:lnTo>
                  <a:lnTo>
                    <a:pt x="9280" y="367"/>
                  </a:lnTo>
                  <a:lnTo>
                    <a:pt x="8982" y="253"/>
                  </a:lnTo>
                  <a:lnTo>
                    <a:pt x="8684" y="161"/>
                  </a:lnTo>
                  <a:lnTo>
                    <a:pt x="8386" y="93"/>
                  </a:lnTo>
                  <a:lnTo>
                    <a:pt x="8065" y="47"/>
                  </a:lnTo>
                  <a:lnTo>
                    <a:pt x="77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55"/>
            <p:cNvSpPr/>
            <p:nvPr/>
          </p:nvSpPr>
          <p:spPr>
            <a:xfrm>
              <a:off x="9096710" y="5286184"/>
              <a:ext cx="157586" cy="145745"/>
            </a:xfrm>
            <a:custGeom>
              <a:avLst/>
              <a:gdLst/>
              <a:ahLst/>
              <a:cxnLst/>
              <a:rect l="l" t="t" r="r" b="b"/>
              <a:pathLst>
                <a:path w="7333" h="6782" extrusionOk="0">
                  <a:moveTo>
                    <a:pt x="3529" y="0"/>
                  </a:moveTo>
                  <a:lnTo>
                    <a:pt x="3254" y="23"/>
                  </a:lnTo>
                  <a:lnTo>
                    <a:pt x="3002" y="69"/>
                  </a:lnTo>
                  <a:lnTo>
                    <a:pt x="2750" y="137"/>
                  </a:lnTo>
                  <a:lnTo>
                    <a:pt x="2521" y="252"/>
                  </a:lnTo>
                  <a:lnTo>
                    <a:pt x="2315" y="367"/>
                  </a:lnTo>
                  <a:lnTo>
                    <a:pt x="2108" y="504"/>
                  </a:lnTo>
                  <a:lnTo>
                    <a:pt x="1902" y="664"/>
                  </a:lnTo>
                  <a:lnTo>
                    <a:pt x="1719" y="825"/>
                  </a:lnTo>
                  <a:lnTo>
                    <a:pt x="1558" y="1008"/>
                  </a:lnTo>
                  <a:lnTo>
                    <a:pt x="1398" y="1191"/>
                  </a:lnTo>
                  <a:lnTo>
                    <a:pt x="1238" y="1398"/>
                  </a:lnTo>
                  <a:lnTo>
                    <a:pt x="963" y="1833"/>
                  </a:lnTo>
                  <a:lnTo>
                    <a:pt x="734" y="2268"/>
                  </a:lnTo>
                  <a:lnTo>
                    <a:pt x="550" y="2726"/>
                  </a:lnTo>
                  <a:lnTo>
                    <a:pt x="390" y="3162"/>
                  </a:lnTo>
                  <a:lnTo>
                    <a:pt x="252" y="3574"/>
                  </a:lnTo>
                  <a:lnTo>
                    <a:pt x="161" y="3941"/>
                  </a:lnTo>
                  <a:lnTo>
                    <a:pt x="46" y="4491"/>
                  </a:lnTo>
                  <a:lnTo>
                    <a:pt x="0" y="4697"/>
                  </a:lnTo>
                  <a:lnTo>
                    <a:pt x="2177" y="6690"/>
                  </a:lnTo>
                  <a:lnTo>
                    <a:pt x="2383" y="6713"/>
                  </a:lnTo>
                  <a:lnTo>
                    <a:pt x="2864" y="6759"/>
                  </a:lnTo>
                  <a:lnTo>
                    <a:pt x="3598" y="6782"/>
                  </a:lnTo>
                  <a:lnTo>
                    <a:pt x="4010" y="6759"/>
                  </a:lnTo>
                  <a:lnTo>
                    <a:pt x="4445" y="6736"/>
                  </a:lnTo>
                  <a:lnTo>
                    <a:pt x="4881" y="6690"/>
                  </a:lnTo>
                  <a:lnTo>
                    <a:pt x="5316" y="6599"/>
                  </a:lnTo>
                  <a:lnTo>
                    <a:pt x="5728" y="6461"/>
                  </a:lnTo>
                  <a:lnTo>
                    <a:pt x="5935" y="6392"/>
                  </a:lnTo>
                  <a:lnTo>
                    <a:pt x="6141" y="6301"/>
                  </a:lnTo>
                  <a:lnTo>
                    <a:pt x="6324" y="6209"/>
                  </a:lnTo>
                  <a:lnTo>
                    <a:pt x="6484" y="6095"/>
                  </a:lnTo>
                  <a:lnTo>
                    <a:pt x="6645" y="5957"/>
                  </a:lnTo>
                  <a:lnTo>
                    <a:pt x="6782" y="5820"/>
                  </a:lnTo>
                  <a:lnTo>
                    <a:pt x="6920" y="5659"/>
                  </a:lnTo>
                  <a:lnTo>
                    <a:pt x="7034" y="5499"/>
                  </a:lnTo>
                  <a:lnTo>
                    <a:pt x="7126" y="5316"/>
                  </a:lnTo>
                  <a:lnTo>
                    <a:pt x="7195" y="5109"/>
                  </a:lnTo>
                  <a:lnTo>
                    <a:pt x="7286" y="4720"/>
                  </a:lnTo>
                  <a:lnTo>
                    <a:pt x="7332" y="4399"/>
                  </a:lnTo>
                  <a:lnTo>
                    <a:pt x="7332" y="4147"/>
                  </a:lnTo>
                  <a:lnTo>
                    <a:pt x="7286" y="3941"/>
                  </a:lnTo>
                  <a:lnTo>
                    <a:pt x="7218" y="3780"/>
                  </a:lnTo>
                  <a:lnTo>
                    <a:pt x="7103" y="3666"/>
                  </a:lnTo>
                  <a:lnTo>
                    <a:pt x="6988" y="3597"/>
                  </a:lnTo>
                  <a:lnTo>
                    <a:pt x="6851" y="3574"/>
                  </a:lnTo>
                  <a:lnTo>
                    <a:pt x="6691" y="3551"/>
                  </a:lnTo>
                  <a:lnTo>
                    <a:pt x="6553" y="3574"/>
                  </a:lnTo>
                  <a:lnTo>
                    <a:pt x="6278" y="3620"/>
                  </a:lnTo>
                  <a:lnTo>
                    <a:pt x="6072" y="3689"/>
                  </a:lnTo>
                  <a:lnTo>
                    <a:pt x="5980" y="3735"/>
                  </a:lnTo>
                  <a:lnTo>
                    <a:pt x="6026" y="3574"/>
                  </a:lnTo>
                  <a:lnTo>
                    <a:pt x="6095" y="3162"/>
                  </a:lnTo>
                  <a:lnTo>
                    <a:pt x="6118" y="2887"/>
                  </a:lnTo>
                  <a:lnTo>
                    <a:pt x="6118" y="2589"/>
                  </a:lnTo>
                  <a:lnTo>
                    <a:pt x="6118" y="2268"/>
                  </a:lnTo>
                  <a:lnTo>
                    <a:pt x="6072" y="1925"/>
                  </a:lnTo>
                  <a:lnTo>
                    <a:pt x="5980" y="1581"/>
                  </a:lnTo>
                  <a:lnTo>
                    <a:pt x="5866" y="1260"/>
                  </a:lnTo>
                  <a:lnTo>
                    <a:pt x="5797" y="1100"/>
                  </a:lnTo>
                  <a:lnTo>
                    <a:pt x="5705" y="939"/>
                  </a:lnTo>
                  <a:lnTo>
                    <a:pt x="5591" y="802"/>
                  </a:lnTo>
                  <a:lnTo>
                    <a:pt x="5476" y="664"/>
                  </a:lnTo>
                  <a:lnTo>
                    <a:pt x="5316" y="527"/>
                  </a:lnTo>
                  <a:lnTo>
                    <a:pt x="5178" y="412"/>
                  </a:lnTo>
                  <a:lnTo>
                    <a:pt x="4995" y="298"/>
                  </a:lnTo>
                  <a:lnTo>
                    <a:pt x="4812" y="206"/>
                  </a:lnTo>
                  <a:lnTo>
                    <a:pt x="4583" y="137"/>
                  </a:lnTo>
                  <a:lnTo>
                    <a:pt x="4354" y="69"/>
                  </a:lnTo>
                  <a:lnTo>
                    <a:pt x="4102" y="23"/>
                  </a:lnTo>
                  <a:lnTo>
                    <a:pt x="38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55"/>
            <p:cNvSpPr/>
            <p:nvPr/>
          </p:nvSpPr>
          <p:spPr>
            <a:xfrm>
              <a:off x="9095722" y="5363977"/>
              <a:ext cx="75860" cy="79277"/>
            </a:xfrm>
            <a:custGeom>
              <a:avLst/>
              <a:gdLst/>
              <a:ahLst/>
              <a:cxnLst/>
              <a:rect l="l" t="t" r="r" b="b"/>
              <a:pathLst>
                <a:path w="3530" h="3689" extrusionOk="0">
                  <a:moveTo>
                    <a:pt x="321" y="0"/>
                  </a:moveTo>
                  <a:lnTo>
                    <a:pt x="253" y="69"/>
                  </a:lnTo>
                  <a:lnTo>
                    <a:pt x="161" y="138"/>
                  </a:lnTo>
                  <a:lnTo>
                    <a:pt x="115" y="229"/>
                  </a:lnTo>
                  <a:lnTo>
                    <a:pt x="69" y="298"/>
                  </a:lnTo>
                  <a:lnTo>
                    <a:pt x="24" y="481"/>
                  </a:lnTo>
                  <a:lnTo>
                    <a:pt x="1" y="664"/>
                  </a:lnTo>
                  <a:lnTo>
                    <a:pt x="1" y="825"/>
                  </a:lnTo>
                  <a:lnTo>
                    <a:pt x="24" y="962"/>
                  </a:lnTo>
                  <a:lnTo>
                    <a:pt x="46" y="1077"/>
                  </a:lnTo>
                  <a:lnTo>
                    <a:pt x="390" y="1283"/>
                  </a:lnTo>
                  <a:lnTo>
                    <a:pt x="688" y="1489"/>
                  </a:lnTo>
                  <a:lnTo>
                    <a:pt x="963" y="1718"/>
                  </a:lnTo>
                  <a:lnTo>
                    <a:pt x="1215" y="1948"/>
                  </a:lnTo>
                  <a:lnTo>
                    <a:pt x="1421" y="2154"/>
                  </a:lnTo>
                  <a:lnTo>
                    <a:pt x="1582" y="2383"/>
                  </a:lnTo>
                  <a:lnTo>
                    <a:pt x="1742" y="2589"/>
                  </a:lnTo>
                  <a:lnTo>
                    <a:pt x="1879" y="2795"/>
                  </a:lnTo>
                  <a:lnTo>
                    <a:pt x="2063" y="3139"/>
                  </a:lnTo>
                  <a:lnTo>
                    <a:pt x="2177" y="3437"/>
                  </a:lnTo>
                  <a:lnTo>
                    <a:pt x="2223" y="3620"/>
                  </a:lnTo>
                  <a:lnTo>
                    <a:pt x="2246" y="3689"/>
                  </a:lnTo>
                  <a:lnTo>
                    <a:pt x="2544" y="3643"/>
                  </a:lnTo>
                  <a:lnTo>
                    <a:pt x="2819" y="3597"/>
                  </a:lnTo>
                  <a:lnTo>
                    <a:pt x="3048" y="3506"/>
                  </a:lnTo>
                  <a:lnTo>
                    <a:pt x="3231" y="3414"/>
                  </a:lnTo>
                  <a:lnTo>
                    <a:pt x="3369" y="3322"/>
                  </a:lnTo>
                  <a:lnTo>
                    <a:pt x="3460" y="3253"/>
                  </a:lnTo>
                  <a:lnTo>
                    <a:pt x="3529" y="3185"/>
                  </a:lnTo>
                  <a:lnTo>
                    <a:pt x="3392" y="2772"/>
                  </a:lnTo>
                  <a:lnTo>
                    <a:pt x="3208" y="2383"/>
                  </a:lnTo>
                  <a:lnTo>
                    <a:pt x="3002" y="2039"/>
                  </a:lnTo>
                  <a:lnTo>
                    <a:pt x="2750" y="1718"/>
                  </a:lnTo>
                  <a:lnTo>
                    <a:pt x="2498" y="1421"/>
                  </a:lnTo>
                  <a:lnTo>
                    <a:pt x="2223" y="1169"/>
                  </a:lnTo>
                  <a:lnTo>
                    <a:pt x="1971" y="917"/>
                  </a:lnTo>
                  <a:lnTo>
                    <a:pt x="1696" y="733"/>
                  </a:lnTo>
                  <a:lnTo>
                    <a:pt x="1421" y="550"/>
                  </a:lnTo>
                  <a:lnTo>
                    <a:pt x="1169" y="390"/>
                  </a:lnTo>
                  <a:lnTo>
                    <a:pt x="734" y="160"/>
                  </a:lnTo>
                  <a:lnTo>
                    <a:pt x="436" y="23"/>
                  </a:lnTo>
                  <a:lnTo>
                    <a:pt x="321" y="0"/>
                  </a:lnTo>
                  <a:close/>
                </a:path>
              </a:pathLst>
            </a:custGeom>
            <a:gradFill>
              <a:gsLst>
                <a:gs pos="0">
                  <a:srgbClr val="FFF0B9"/>
                </a:gs>
                <a:gs pos="100000">
                  <a:srgbClr val="F9D03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55"/>
            <p:cNvSpPr/>
            <p:nvPr/>
          </p:nvSpPr>
          <p:spPr>
            <a:xfrm>
              <a:off x="9007099" y="5462936"/>
              <a:ext cx="118689" cy="234391"/>
            </a:xfrm>
            <a:custGeom>
              <a:avLst/>
              <a:gdLst/>
              <a:ahLst/>
              <a:cxnLst/>
              <a:rect l="l" t="t" r="r" b="b"/>
              <a:pathLst>
                <a:path w="5523" h="10907" extrusionOk="0">
                  <a:moveTo>
                    <a:pt x="3712" y="0"/>
                  </a:moveTo>
                  <a:lnTo>
                    <a:pt x="3323" y="23"/>
                  </a:lnTo>
                  <a:lnTo>
                    <a:pt x="2910" y="69"/>
                  </a:lnTo>
                  <a:lnTo>
                    <a:pt x="2521" y="138"/>
                  </a:lnTo>
                  <a:lnTo>
                    <a:pt x="2131" y="229"/>
                  </a:lnTo>
                  <a:lnTo>
                    <a:pt x="1398" y="413"/>
                  </a:lnTo>
                  <a:lnTo>
                    <a:pt x="780" y="619"/>
                  </a:lnTo>
                  <a:lnTo>
                    <a:pt x="298" y="802"/>
                  </a:lnTo>
                  <a:lnTo>
                    <a:pt x="1" y="940"/>
                  </a:lnTo>
                  <a:lnTo>
                    <a:pt x="1" y="1146"/>
                  </a:lnTo>
                  <a:lnTo>
                    <a:pt x="46" y="1375"/>
                  </a:lnTo>
                  <a:lnTo>
                    <a:pt x="92" y="1627"/>
                  </a:lnTo>
                  <a:lnTo>
                    <a:pt x="184" y="1879"/>
                  </a:lnTo>
                  <a:lnTo>
                    <a:pt x="321" y="1902"/>
                  </a:lnTo>
                  <a:lnTo>
                    <a:pt x="757" y="2017"/>
                  </a:lnTo>
                  <a:lnTo>
                    <a:pt x="1123" y="2154"/>
                  </a:lnTo>
                  <a:lnTo>
                    <a:pt x="1467" y="2314"/>
                  </a:lnTo>
                  <a:lnTo>
                    <a:pt x="1788" y="2475"/>
                  </a:lnTo>
                  <a:lnTo>
                    <a:pt x="1948" y="2635"/>
                  </a:lnTo>
                  <a:lnTo>
                    <a:pt x="2085" y="2773"/>
                  </a:lnTo>
                  <a:lnTo>
                    <a:pt x="2246" y="2979"/>
                  </a:lnTo>
                  <a:lnTo>
                    <a:pt x="2383" y="3231"/>
                  </a:lnTo>
                  <a:lnTo>
                    <a:pt x="2452" y="3368"/>
                  </a:lnTo>
                  <a:lnTo>
                    <a:pt x="2498" y="3506"/>
                  </a:lnTo>
                  <a:lnTo>
                    <a:pt x="2521" y="3666"/>
                  </a:lnTo>
                  <a:lnTo>
                    <a:pt x="2544" y="3827"/>
                  </a:lnTo>
                  <a:lnTo>
                    <a:pt x="2544" y="3987"/>
                  </a:lnTo>
                  <a:lnTo>
                    <a:pt x="2521" y="4147"/>
                  </a:lnTo>
                  <a:lnTo>
                    <a:pt x="2269" y="5568"/>
                  </a:lnTo>
                  <a:lnTo>
                    <a:pt x="2108" y="6622"/>
                  </a:lnTo>
                  <a:lnTo>
                    <a:pt x="1948" y="7767"/>
                  </a:lnTo>
                  <a:lnTo>
                    <a:pt x="1811" y="8867"/>
                  </a:lnTo>
                  <a:lnTo>
                    <a:pt x="1788" y="9371"/>
                  </a:lnTo>
                  <a:lnTo>
                    <a:pt x="1765" y="9829"/>
                  </a:lnTo>
                  <a:lnTo>
                    <a:pt x="1765" y="10219"/>
                  </a:lnTo>
                  <a:lnTo>
                    <a:pt x="1811" y="10517"/>
                  </a:lnTo>
                  <a:lnTo>
                    <a:pt x="1833" y="10631"/>
                  </a:lnTo>
                  <a:lnTo>
                    <a:pt x="1879" y="10746"/>
                  </a:lnTo>
                  <a:lnTo>
                    <a:pt x="1925" y="10815"/>
                  </a:lnTo>
                  <a:lnTo>
                    <a:pt x="1971" y="10837"/>
                  </a:lnTo>
                  <a:lnTo>
                    <a:pt x="2131" y="10883"/>
                  </a:lnTo>
                  <a:lnTo>
                    <a:pt x="2269" y="10906"/>
                  </a:lnTo>
                  <a:lnTo>
                    <a:pt x="2406" y="10860"/>
                  </a:lnTo>
                  <a:lnTo>
                    <a:pt x="2544" y="10815"/>
                  </a:lnTo>
                  <a:lnTo>
                    <a:pt x="2658" y="10723"/>
                  </a:lnTo>
                  <a:lnTo>
                    <a:pt x="2773" y="10585"/>
                  </a:lnTo>
                  <a:lnTo>
                    <a:pt x="2887" y="10448"/>
                  </a:lnTo>
                  <a:lnTo>
                    <a:pt x="2979" y="10265"/>
                  </a:lnTo>
                  <a:lnTo>
                    <a:pt x="3071" y="10059"/>
                  </a:lnTo>
                  <a:lnTo>
                    <a:pt x="3139" y="9852"/>
                  </a:lnTo>
                  <a:lnTo>
                    <a:pt x="3300" y="9371"/>
                  </a:lnTo>
                  <a:lnTo>
                    <a:pt x="3414" y="8844"/>
                  </a:lnTo>
                  <a:lnTo>
                    <a:pt x="3529" y="8294"/>
                  </a:lnTo>
                  <a:lnTo>
                    <a:pt x="3598" y="7722"/>
                  </a:lnTo>
                  <a:lnTo>
                    <a:pt x="3666" y="7172"/>
                  </a:lnTo>
                  <a:lnTo>
                    <a:pt x="3735" y="6164"/>
                  </a:lnTo>
                  <a:lnTo>
                    <a:pt x="3781" y="5453"/>
                  </a:lnTo>
                  <a:lnTo>
                    <a:pt x="3781" y="5178"/>
                  </a:lnTo>
                  <a:lnTo>
                    <a:pt x="4056" y="4880"/>
                  </a:lnTo>
                  <a:lnTo>
                    <a:pt x="4285" y="4583"/>
                  </a:lnTo>
                  <a:lnTo>
                    <a:pt x="4445" y="4468"/>
                  </a:lnTo>
                  <a:lnTo>
                    <a:pt x="4606" y="4353"/>
                  </a:lnTo>
                  <a:lnTo>
                    <a:pt x="4789" y="4262"/>
                  </a:lnTo>
                  <a:lnTo>
                    <a:pt x="5018" y="4170"/>
                  </a:lnTo>
                  <a:lnTo>
                    <a:pt x="5133" y="3918"/>
                  </a:lnTo>
                  <a:lnTo>
                    <a:pt x="5247" y="3666"/>
                  </a:lnTo>
                  <a:lnTo>
                    <a:pt x="5339" y="3414"/>
                  </a:lnTo>
                  <a:lnTo>
                    <a:pt x="5408" y="3185"/>
                  </a:lnTo>
                  <a:lnTo>
                    <a:pt x="5454" y="2933"/>
                  </a:lnTo>
                  <a:lnTo>
                    <a:pt x="5499" y="2681"/>
                  </a:lnTo>
                  <a:lnTo>
                    <a:pt x="5522" y="2429"/>
                  </a:lnTo>
                  <a:lnTo>
                    <a:pt x="5522" y="2177"/>
                  </a:lnTo>
                  <a:lnTo>
                    <a:pt x="5499" y="1696"/>
                  </a:lnTo>
                  <a:lnTo>
                    <a:pt x="5431" y="1192"/>
                  </a:lnTo>
                  <a:lnTo>
                    <a:pt x="5316" y="711"/>
                  </a:lnTo>
                  <a:lnTo>
                    <a:pt x="5179" y="229"/>
                  </a:lnTo>
                  <a:lnTo>
                    <a:pt x="4835" y="115"/>
                  </a:lnTo>
                  <a:lnTo>
                    <a:pt x="4491" y="46"/>
                  </a:lnTo>
                  <a:lnTo>
                    <a:pt x="41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55"/>
            <p:cNvSpPr/>
            <p:nvPr/>
          </p:nvSpPr>
          <p:spPr>
            <a:xfrm>
              <a:off x="9106058" y="5426490"/>
              <a:ext cx="50738" cy="126576"/>
            </a:xfrm>
            <a:custGeom>
              <a:avLst/>
              <a:gdLst/>
              <a:ahLst/>
              <a:cxnLst/>
              <a:rect l="l" t="t" r="r" b="b"/>
              <a:pathLst>
                <a:path w="2361" h="5890" extrusionOk="0">
                  <a:moveTo>
                    <a:pt x="47" y="1"/>
                  </a:moveTo>
                  <a:lnTo>
                    <a:pt x="24" y="230"/>
                  </a:lnTo>
                  <a:lnTo>
                    <a:pt x="1" y="734"/>
                  </a:lnTo>
                  <a:lnTo>
                    <a:pt x="1" y="1032"/>
                  </a:lnTo>
                  <a:lnTo>
                    <a:pt x="24" y="1307"/>
                  </a:lnTo>
                  <a:lnTo>
                    <a:pt x="92" y="1582"/>
                  </a:lnTo>
                  <a:lnTo>
                    <a:pt x="138" y="1696"/>
                  </a:lnTo>
                  <a:lnTo>
                    <a:pt x="184" y="1788"/>
                  </a:lnTo>
                  <a:lnTo>
                    <a:pt x="230" y="1857"/>
                  </a:lnTo>
                  <a:lnTo>
                    <a:pt x="322" y="2086"/>
                  </a:lnTo>
                  <a:lnTo>
                    <a:pt x="459" y="2429"/>
                  </a:lnTo>
                  <a:lnTo>
                    <a:pt x="528" y="2659"/>
                  </a:lnTo>
                  <a:lnTo>
                    <a:pt x="574" y="2911"/>
                  </a:lnTo>
                  <a:lnTo>
                    <a:pt x="642" y="3186"/>
                  </a:lnTo>
                  <a:lnTo>
                    <a:pt x="665" y="3483"/>
                  </a:lnTo>
                  <a:lnTo>
                    <a:pt x="688" y="3827"/>
                  </a:lnTo>
                  <a:lnTo>
                    <a:pt x="688" y="4194"/>
                  </a:lnTo>
                  <a:lnTo>
                    <a:pt x="665" y="4583"/>
                  </a:lnTo>
                  <a:lnTo>
                    <a:pt x="619" y="4996"/>
                  </a:lnTo>
                  <a:lnTo>
                    <a:pt x="528" y="5408"/>
                  </a:lnTo>
                  <a:lnTo>
                    <a:pt x="413" y="5866"/>
                  </a:lnTo>
                  <a:lnTo>
                    <a:pt x="551" y="5843"/>
                  </a:lnTo>
                  <a:lnTo>
                    <a:pt x="894" y="5797"/>
                  </a:lnTo>
                  <a:lnTo>
                    <a:pt x="1307" y="5797"/>
                  </a:lnTo>
                  <a:lnTo>
                    <a:pt x="1513" y="5820"/>
                  </a:lnTo>
                  <a:lnTo>
                    <a:pt x="1673" y="5866"/>
                  </a:lnTo>
                  <a:lnTo>
                    <a:pt x="1742" y="5889"/>
                  </a:lnTo>
                  <a:lnTo>
                    <a:pt x="1834" y="5866"/>
                  </a:lnTo>
                  <a:lnTo>
                    <a:pt x="1902" y="5797"/>
                  </a:lnTo>
                  <a:lnTo>
                    <a:pt x="1971" y="5729"/>
                  </a:lnTo>
                  <a:lnTo>
                    <a:pt x="2040" y="5614"/>
                  </a:lnTo>
                  <a:lnTo>
                    <a:pt x="2109" y="5454"/>
                  </a:lnTo>
                  <a:lnTo>
                    <a:pt x="2223" y="5110"/>
                  </a:lnTo>
                  <a:lnTo>
                    <a:pt x="2315" y="4698"/>
                  </a:lnTo>
                  <a:lnTo>
                    <a:pt x="2338" y="4469"/>
                  </a:lnTo>
                  <a:lnTo>
                    <a:pt x="2361" y="4217"/>
                  </a:lnTo>
                  <a:lnTo>
                    <a:pt x="2338" y="3965"/>
                  </a:lnTo>
                  <a:lnTo>
                    <a:pt x="2338" y="3713"/>
                  </a:lnTo>
                  <a:lnTo>
                    <a:pt x="2292" y="3438"/>
                  </a:lnTo>
                  <a:lnTo>
                    <a:pt x="2246" y="3186"/>
                  </a:lnTo>
                  <a:lnTo>
                    <a:pt x="2154" y="2911"/>
                  </a:lnTo>
                  <a:lnTo>
                    <a:pt x="2063" y="2636"/>
                  </a:lnTo>
                  <a:lnTo>
                    <a:pt x="1925" y="2361"/>
                  </a:lnTo>
                  <a:lnTo>
                    <a:pt x="1765" y="2086"/>
                  </a:lnTo>
                  <a:lnTo>
                    <a:pt x="1398" y="1559"/>
                  </a:lnTo>
                  <a:lnTo>
                    <a:pt x="1032" y="1078"/>
                  </a:lnTo>
                  <a:lnTo>
                    <a:pt x="665" y="642"/>
                  </a:lnTo>
                  <a:lnTo>
                    <a:pt x="344" y="299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55"/>
            <p:cNvSpPr/>
            <p:nvPr/>
          </p:nvSpPr>
          <p:spPr>
            <a:xfrm>
              <a:off x="8907645" y="5565829"/>
              <a:ext cx="31526" cy="49255"/>
            </a:xfrm>
            <a:custGeom>
              <a:avLst/>
              <a:gdLst/>
              <a:ahLst/>
              <a:cxnLst/>
              <a:rect l="l" t="t" r="r" b="b"/>
              <a:pathLst>
                <a:path w="1467" h="2292" extrusionOk="0">
                  <a:moveTo>
                    <a:pt x="1306" y="1"/>
                  </a:moveTo>
                  <a:lnTo>
                    <a:pt x="1238" y="24"/>
                  </a:lnTo>
                  <a:lnTo>
                    <a:pt x="1192" y="47"/>
                  </a:lnTo>
                  <a:lnTo>
                    <a:pt x="1169" y="115"/>
                  </a:lnTo>
                  <a:lnTo>
                    <a:pt x="1100" y="367"/>
                  </a:lnTo>
                  <a:lnTo>
                    <a:pt x="1009" y="597"/>
                  </a:lnTo>
                  <a:lnTo>
                    <a:pt x="894" y="803"/>
                  </a:lnTo>
                  <a:lnTo>
                    <a:pt x="756" y="1009"/>
                  </a:lnTo>
                  <a:lnTo>
                    <a:pt x="619" y="1169"/>
                  </a:lnTo>
                  <a:lnTo>
                    <a:pt x="459" y="1330"/>
                  </a:lnTo>
                  <a:lnTo>
                    <a:pt x="275" y="1467"/>
                  </a:lnTo>
                  <a:lnTo>
                    <a:pt x="69" y="1582"/>
                  </a:lnTo>
                  <a:lnTo>
                    <a:pt x="23" y="1628"/>
                  </a:lnTo>
                  <a:lnTo>
                    <a:pt x="0" y="1696"/>
                  </a:lnTo>
                  <a:lnTo>
                    <a:pt x="23" y="1765"/>
                  </a:lnTo>
                  <a:lnTo>
                    <a:pt x="69" y="1834"/>
                  </a:lnTo>
                  <a:lnTo>
                    <a:pt x="711" y="2269"/>
                  </a:lnTo>
                  <a:lnTo>
                    <a:pt x="802" y="2292"/>
                  </a:lnTo>
                  <a:lnTo>
                    <a:pt x="871" y="2269"/>
                  </a:lnTo>
                  <a:lnTo>
                    <a:pt x="940" y="2223"/>
                  </a:lnTo>
                  <a:lnTo>
                    <a:pt x="963" y="2177"/>
                  </a:lnTo>
                  <a:lnTo>
                    <a:pt x="963" y="2109"/>
                  </a:lnTo>
                  <a:lnTo>
                    <a:pt x="940" y="2063"/>
                  </a:lnTo>
                  <a:lnTo>
                    <a:pt x="894" y="2017"/>
                  </a:lnTo>
                  <a:lnTo>
                    <a:pt x="436" y="1719"/>
                  </a:lnTo>
                  <a:lnTo>
                    <a:pt x="619" y="1582"/>
                  </a:lnTo>
                  <a:lnTo>
                    <a:pt x="779" y="1444"/>
                  </a:lnTo>
                  <a:lnTo>
                    <a:pt x="940" y="1261"/>
                  </a:lnTo>
                  <a:lnTo>
                    <a:pt x="1077" y="1101"/>
                  </a:lnTo>
                  <a:lnTo>
                    <a:pt x="1192" y="894"/>
                  </a:lnTo>
                  <a:lnTo>
                    <a:pt x="1283" y="665"/>
                  </a:lnTo>
                  <a:lnTo>
                    <a:pt x="1375" y="436"/>
                  </a:lnTo>
                  <a:lnTo>
                    <a:pt x="1467" y="184"/>
                  </a:lnTo>
                  <a:lnTo>
                    <a:pt x="1467" y="115"/>
                  </a:lnTo>
                  <a:lnTo>
                    <a:pt x="1444" y="70"/>
                  </a:lnTo>
                  <a:lnTo>
                    <a:pt x="1421" y="24"/>
                  </a:lnTo>
                  <a:lnTo>
                    <a:pt x="1352" y="1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55"/>
            <p:cNvSpPr/>
            <p:nvPr/>
          </p:nvSpPr>
          <p:spPr>
            <a:xfrm>
              <a:off x="8937193" y="5538257"/>
              <a:ext cx="77321" cy="77321"/>
            </a:xfrm>
            <a:custGeom>
              <a:avLst/>
              <a:gdLst/>
              <a:ahLst/>
              <a:cxnLst/>
              <a:rect l="l" t="t" r="r" b="b"/>
              <a:pathLst>
                <a:path w="3598" h="3598" extrusionOk="0">
                  <a:moveTo>
                    <a:pt x="1810" y="276"/>
                  </a:moveTo>
                  <a:lnTo>
                    <a:pt x="1970" y="299"/>
                  </a:lnTo>
                  <a:lnTo>
                    <a:pt x="2108" y="322"/>
                  </a:lnTo>
                  <a:lnTo>
                    <a:pt x="2245" y="344"/>
                  </a:lnTo>
                  <a:lnTo>
                    <a:pt x="2406" y="413"/>
                  </a:lnTo>
                  <a:lnTo>
                    <a:pt x="2520" y="459"/>
                  </a:lnTo>
                  <a:lnTo>
                    <a:pt x="2658" y="551"/>
                  </a:lnTo>
                  <a:lnTo>
                    <a:pt x="2772" y="642"/>
                  </a:lnTo>
                  <a:lnTo>
                    <a:pt x="2864" y="734"/>
                  </a:lnTo>
                  <a:lnTo>
                    <a:pt x="2979" y="848"/>
                  </a:lnTo>
                  <a:lnTo>
                    <a:pt x="3070" y="963"/>
                  </a:lnTo>
                  <a:lnTo>
                    <a:pt x="3139" y="1078"/>
                  </a:lnTo>
                  <a:lnTo>
                    <a:pt x="3208" y="1215"/>
                  </a:lnTo>
                  <a:lnTo>
                    <a:pt x="3254" y="1353"/>
                  </a:lnTo>
                  <a:lnTo>
                    <a:pt x="3299" y="1490"/>
                  </a:lnTo>
                  <a:lnTo>
                    <a:pt x="3322" y="1650"/>
                  </a:lnTo>
                  <a:lnTo>
                    <a:pt x="3322" y="1788"/>
                  </a:lnTo>
                  <a:lnTo>
                    <a:pt x="3322" y="1948"/>
                  </a:lnTo>
                  <a:lnTo>
                    <a:pt x="3299" y="2109"/>
                  </a:lnTo>
                  <a:lnTo>
                    <a:pt x="3254" y="2246"/>
                  </a:lnTo>
                  <a:lnTo>
                    <a:pt x="3208" y="2384"/>
                  </a:lnTo>
                  <a:lnTo>
                    <a:pt x="3139" y="2521"/>
                  </a:lnTo>
                  <a:lnTo>
                    <a:pt x="3070" y="2636"/>
                  </a:lnTo>
                  <a:lnTo>
                    <a:pt x="2979" y="2750"/>
                  </a:lnTo>
                  <a:lnTo>
                    <a:pt x="2864" y="2865"/>
                  </a:lnTo>
                  <a:lnTo>
                    <a:pt x="2772" y="2956"/>
                  </a:lnTo>
                  <a:lnTo>
                    <a:pt x="2658" y="3048"/>
                  </a:lnTo>
                  <a:lnTo>
                    <a:pt x="2520" y="3140"/>
                  </a:lnTo>
                  <a:lnTo>
                    <a:pt x="2406" y="3185"/>
                  </a:lnTo>
                  <a:lnTo>
                    <a:pt x="2245" y="3254"/>
                  </a:lnTo>
                  <a:lnTo>
                    <a:pt x="2108" y="3277"/>
                  </a:lnTo>
                  <a:lnTo>
                    <a:pt x="1970" y="3300"/>
                  </a:lnTo>
                  <a:lnTo>
                    <a:pt x="1810" y="3323"/>
                  </a:lnTo>
                  <a:lnTo>
                    <a:pt x="1650" y="3300"/>
                  </a:lnTo>
                  <a:lnTo>
                    <a:pt x="1512" y="3277"/>
                  </a:lnTo>
                  <a:lnTo>
                    <a:pt x="1352" y="3254"/>
                  </a:lnTo>
                  <a:lnTo>
                    <a:pt x="1214" y="3185"/>
                  </a:lnTo>
                  <a:lnTo>
                    <a:pt x="1077" y="3140"/>
                  </a:lnTo>
                  <a:lnTo>
                    <a:pt x="962" y="3048"/>
                  </a:lnTo>
                  <a:lnTo>
                    <a:pt x="848" y="2956"/>
                  </a:lnTo>
                  <a:lnTo>
                    <a:pt x="733" y="2865"/>
                  </a:lnTo>
                  <a:lnTo>
                    <a:pt x="642" y="2750"/>
                  </a:lnTo>
                  <a:lnTo>
                    <a:pt x="550" y="2636"/>
                  </a:lnTo>
                  <a:lnTo>
                    <a:pt x="481" y="2521"/>
                  </a:lnTo>
                  <a:lnTo>
                    <a:pt x="412" y="2384"/>
                  </a:lnTo>
                  <a:lnTo>
                    <a:pt x="367" y="2246"/>
                  </a:lnTo>
                  <a:lnTo>
                    <a:pt x="321" y="2109"/>
                  </a:lnTo>
                  <a:lnTo>
                    <a:pt x="298" y="1948"/>
                  </a:lnTo>
                  <a:lnTo>
                    <a:pt x="298" y="1788"/>
                  </a:lnTo>
                  <a:lnTo>
                    <a:pt x="298" y="1650"/>
                  </a:lnTo>
                  <a:lnTo>
                    <a:pt x="321" y="1490"/>
                  </a:lnTo>
                  <a:lnTo>
                    <a:pt x="367" y="1353"/>
                  </a:lnTo>
                  <a:lnTo>
                    <a:pt x="412" y="1215"/>
                  </a:lnTo>
                  <a:lnTo>
                    <a:pt x="481" y="1078"/>
                  </a:lnTo>
                  <a:lnTo>
                    <a:pt x="550" y="963"/>
                  </a:lnTo>
                  <a:lnTo>
                    <a:pt x="642" y="848"/>
                  </a:lnTo>
                  <a:lnTo>
                    <a:pt x="733" y="734"/>
                  </a:lnTo>
                  <a:lnTo>
                    <a:pt x="848" y="642"/>
                  </a:lnTo>
                  <a:lnTo>
                    <a:pt x="962" y="551"/>
                  </a:lnTo>
                  <a:lnTo>
                    <a:pt x="1077" y="459"/>
                  </a:lnTo>
                  <a:lnTo>
                    <a:pt x="1214" y="413"/>
                  </a:lnTo>
                  <a:lnTo>
                    <a:pt x="1352" y="344"/>
                  </a:lnTo>
                  <a:lnTo>
                    <a:pt x="1512" y="322"/>
                  </a:lnTo>
                  <a:lnTo>
                    <a:pt x="1650" y="299"/>
                  </a:lnTo>
                  <a:lnTo>
                    <a:pt x="1810" y="276"/>
                  </a:lnTo>
                  <a:close/>
                  <a:moveTo>
                    <a:pt x="1810" y="1"/>
                  </a:moveTo>
                  <a:lnTo>
                    <a:pt x="1627" y="24"/>
                  </a:lnTo>
                  <a:lnTo>
                    <a:pt x="1444" y="47"/>
                  </a:lnTo>
                  <a:lnTo>
                    <a:pt x="1283" y="92"/>
                  </a:lnTo>
                  <a:lnTo>
                    <a:pt x="1100" y="138"/>
                  </a:lnTo>
                  <a:lnTo>
                    <a:pt x="962" y="230"/>
                  </a:lnTo>
                  <a:lnTo>
                    <a:pt x="802" y="322"/>
                  </a:lnTo>
                  <a:lnTo>
                    <a:pt x="665" y="413"/>
                  </a:lnTo>
                  <a:lnTo>
                    <a:pt x="527" y="528"/>
                  </a:lnTo>
                  <a:lnTo>
                    <a:pt x="412" y="665"/>
                  </a:lnTo>
                  <a:lnTo>
                    <a:pt x="321" y="803"/>
                  </a:lnTo>
                  <a:lnTo>
                    <a:pt x="229" y="940"/>
                  </a:lnTo>
                  <a:lnTo>
                    <a:pt x="160" y="1101"/>
                  </a:lnTo>
                  <a:lnTo>
                    <a:pt x="92" y="1261"/>
                  </a:lnTo>
                  <a:lnTo>
                    <a:pt x="46" y="1444"/>
                  </a:lnTo>
                  <a:lnTo>
                    <a:pt x="23" y="1605"/>
                  </a:lnTo>
                  <a:lnTo>
                    <a:pt x="0" y="1788"/>
                  </a:lnTo>
                  <a:lnTo>
                    <a:pt x="23" y="1971"/>
                  </a:lnTo>
                  <a:lnTo>
                    <a:pt x="46" y="2154"/>
                  </a:lnTo>
                  <a:lnTo>
                    <a:pt x="92" y="2338"/>
                  </a:lnTo>
                  <a:lnTo>
                    <a:pt x="160" y="2498"/>
                  </a:lnTo>
                  <a:lnTo>
                    <a:pt x="229" y="2659"/>
                  </a:lnTo>
                  <a:lnTo>
                    <a:pt x="321" y="2796"/>
                  </a:lnTo>
                  <a:lnTo>
                    <a:pt x="412" y="2933"/>
                  </a:lnTo>
                  <a:lnTo>
                    <a:pt x="527" y="3071"/>
                  </a:lnTo>
                  <a:lnTo>
                    <a:pt x="665" y="3185"/>
                  </a:lnTo>
                  <a:lnTo>
                    <a:pt x="802" y="3277"/>
                  </a:lnTo>
                  <a:lnTo>
                    <a:pt x="962" y="3369"/>
                  </a:lnTo>
                  <a:lnTo>
                    <a:pt x="1100" y="3460"/>
                  </a:lnTo>
                  <a:lnTo>
                    <a:pt x="1283" y="3506"/>
                  </a:lnTo>
                  <a:lnTo>
                    <a:pt x="1444" y="3552"/>
                  </a:lnTo>
                  <a:lnTo>
                    <a:pt x="1627" y="3575"/>
                  </a:lnTo>
                  <a:lnTo>
                    <a:pt x="1810" y="3598"/>
                  </a:lnTo>
                  <a:lnTo>
                    <a:pt x="1993" y="3575"/>
                  </a:lnTo>
                  <a:lnTo>
                    <a:pt x="2177" y="3552"/>
                  </a:lnTo>
                  <a:lnTo>
                    <a:pt x="2337" y="3506"/>
                  </a:lnTo>
                  <a:lnTo>
                    <a:pt x="2497" y="3460"/>
                  </a:lnTo>
                  <a:lnTo>
                    <a:pt x="2658" y="3369"/>
                  </a:lnTo>
                  <a:lnTo>
                    <a:pt x="2818" y="3277"/>
                  </a:lnTo>
                  <a:lnTo>
                    <a:pt x="2956" y="3185"/>
                  </a:lnTo>
                  <a:lnTo>
                    <a:pt x="3070" y="3071"/>
                  </a:lnTo>
                  <a:lnTo>
                    <a:pt x="3185" y="2933"/>
                  </a:lnTo>
                  <a:lnTo>
                    <a:pt x="3299" y="2796"/>
                  </a:lnTo>
                  <a:lnTo>
                    <a:pt x="3391" y="2659"/>
                  </a:lnTo>
                  <a:lnTo>
                    <a:pt x="3460" y="2498"/>
                  </a:lnTo>
                  <a:lnTo>
                    <a:pt x="3528" y="2338"/>
                  </a:lnTo>
                  <a:lnTo>
                    <a:pt x="3574" y="2154"/>
                  </a:lnTo>
                  <a:lnTo>
                    <a:pt x="3597" y="1971"/>
                  </a:lnTo>
                  <a:lnTo>
                    <a:pt x="3597" y="1788"/>
                  </a:lnTo>
                  <a:lnTo>
                    <a:pt x="3597" y="1605"/>
                  </a:lnTo>
                  <a:lnTo>
                    <a:pt x="3574" y="1444"/>
                  </a:lnTo>
                  <a:lnTo>
                    <a:pt x="3528" y="1261"/>
                  </a:lnTo>
                  <a:lnTo>
                    <a:pt x="3460" y="1101"/>
                  </a:lnTo>
                  <a:lnTo>
                    <a:pt x="3391" y="940"/>
                  </a:lnTo>
                  <a:lnTo>
                    <a:pt x="3299" y="803"/>
                  </a:lnTo>
                  <a:lnTo>
                    <a:pt x="3185" y="665"/>
                  </a:lnTo>
                  <a:lnTo>
                    <a:pt x="3070" y="528"/>
                  </a:lnTo>
                  <a:lnTo>
                    <a:pt x="2956" y="413"/>
                  </a:lnTo>
                  <a:lnTo>
                    <a:pt x="2818" y="322"/>
                  </a:lnTo>
                  <a:lnTo>
                    <a:pt x="2658" y="230"/>
                  </a:lnTo>
                  <a:lnTo>
                    <a:pt x="2497" y="138"/>
                  </a:lnTo>
                  <a:lnTo>
                    <a:pt x="2337" y="92"/>
                  </a:lnTo>
                  <a:lnTo>
                    <a:pt x="2177" y="47"/>
                  </a:lnTo>
                  <a:lnTo>
                    <a:pt x="1993" y="24"/>
                  </a:lnTo>
                  <a:lnTo>
                    <a:pt x="181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55"/>
            <p:cNvSpPr/>
            <p:nvPr/>
          </p:nvSpPr>
          <p:spPr>
            <a:xfrm>
              <a:off x="8846099" y="5538257"/>
              <a:ext cx="76827" cy="77321"/>
            </a:xfrm>
            <a:custGeom>
              <a:avLst/>
              <a:gdLst/>
              <a:ahLst/>
              <a:cxnLst/>
              <a:rect l="l" t="t" r="r" b="b"/>
              <a:pathLst>
                <a:path w="3575" h="3598" extrusionOk="0">
                  <a:moveTo>
                    <a:pt x="1788" y="276"/>
                  </a:moveTo>
                  <a:lnTo>
                    <a:pt x="1948" y="299"/>
                  </a:lnTo>
                  <a:lnTo>
                    <a:pt x="2085" y="322"/>
                  </a:lnTo>
                  <a:lnTo>
                    <a:pt x="2246" y="344"/>
                  </a:lnTo>
                  <a:lnTo>
                    <a:pt x="2383" y="413"/>
                  </a:lnTo>
                  <a:lnTo>
                    <a:pt x="2498" y="459"/>
                  </a:lnTo>
                  <a:lnTo>
                    <a:pt x="2635" y="551"/>
                  </a:lnTo>
                  <a:lnTo>
                    <a:pt x="2750" y="642"/>
                  </a:lnTo>
                  <a:lnTo>
                    <a:pt x="2864" y="734"/>
                  </a:lnTo>
                  <a:lnTo>
                    <a:pt x="2956" y="848"/>
                  </a:lnTo>
                  <a:lnTo>
                    <a:pt x="3048" y="963"/>
                  </a:lnTo>
                  <a:lnTo>
                    <a:pt x="3116" y="1078"/>
                  </a:lnTo>
                  <a:lnTo>
                    <a:pt x="3185" y="1215"/>
                  </a:lnTo>
                  <a:lnTo>
                    <a:pt x="3231" y="1353"/>
                  </a:lnTo>
                  <a:lnTo>
                    <a:pt x="3277" y="1490"/>
                  </a:lnTo>
                  <a:lnTo>
                    <a:pt x="3300" y="1650"/>
                  </a:lnTo>
                  <a:lnTo>
                    <a:pt x="3300" y="1788"/>
                  </a:lnTo>
                  <a:lnTo>
                    <a:pt x="3300" y="1948"/>
                  </a:lnTo>
                  <a:lnTo>
                    <a:pt x="3277" y="2109"/>
                  </a:lnTo>
                  <a:lnTo>
                    <a:pt x="3231" y="2246"/>
                  </a:lnTo>
                  <a:lnTo>
                    <a:pt x="3185" y="2384"/>
                  </a:lnTo>
                  <a:lnTo>
                    <a:pt x="3116" y="2521"/>
                  </a:lnTo>
                  <a:lnTo>
                    <a:pt x="3048" y="2636"/>
                  </a:lnTo>
                  <a:lnTo>
                    <a:pt x="2956" y="2750"/>
                  </a:lnTo>
                  <a:lnTo>
                    <a:pt x="2864" y="2865"/>
                  </a:lnTo>
                  <a:lnTo>
                    <a:pt x="2750" y="2956"/>
                  </a:lnTo>
                  <a:lnTo>
                    <a:pt x="2635" y="3048"/>
                  </a:lnTo>
                  <a:lnTo>
                    <a:pt x="2498" y="3140"/>
                  </a:lnTo>
                  <a:lnTo>
                    <a:pt x="2383" y="3185"/>
                  </a:lnTo>
                  <a:lnTo>
                    <a:pt x="2246" y="3254"/>
                  </a:lnTo>
                  <a:lnTo>
                    <a:pt x="2085" y="3277"/>
                  </a:lnTo>
                  <a:lnTo>
                    <a:pt x="1948" y="3300"/>
                  </a:lnTo>
                  <a:lnTo>
                    <a:pt x="1788" y="3323"/>
                  </a:lnTo>
                  <a:lnTo>
                    <a:pt x="1627" y="3300"/>
                  </a:lnTo>
                  <a:lnTo>
                    <a:pt x="1490" y="3277"/>
                  </a:lnTo>
                  <a:lnTo>
                    <a:pt x="1329" y="3254"/>
                  </a:lnTo>
                  <a:lnTo>
                    <a:pt x="1192" y="3185"/>
                  </a:lnTo>
                  <a:lnTo>
                    <a:pt x="1077" y="3140"/>
                  </a:lnTo>
                  <a:lnTo>
                    <a:pt x="940" y="3048"/>
                  </a:lnTo>
                  <a:lnTo>
                    <a:pt x="825" y="2956"/>
                  </a:lnTo>
                  <a:lnTo>
                    <a:pt x="711" y="2865"/>
                  </a:lnTo>
                  <a:lnTo>
                    <a:pt x="619" y="2750"/>
                  </a:lnTo>
                  <a:lnTo>
                    <a:pt x="527" y="2636"/>
                  </a:lnTo>
                  <a:lnTo>
                    <a:pt x="459" y="2521"/>
                  </a:lnTo>
                  <a:lnTo>
                    <a:pt x="390" y="2384"/>
                  </a:lnTo>
                  <a:lnTo>
                    <a:pt x="344" y="2246"/>
                  </a:lnTo>
                  <a:lnTo>
                    <a:pt x="298" y="2109"/>
                  </a:lnTo>
                  <a:lnTo>
                    <a:pt x="275" y="1948"/>
                  </a:lnTo>
                  <a:lnTo>
                    <a:pt x="275" y="1788"/>
                  </a:lnTo>
                  <a:lnTo>
                    <a:pt x="275" y="1650"/>
                  </a:lnTo>
                  <a:lnTo>
                    <a:pt x="298" y="1490"/>
                  </a:lnTo>
                  <a:lnTo>
                    <a:pt x="344" y="1353"/>
                  </a:lnTo>
                  <a:lnTo>
                    <a:pt x="390" y="1215"/>
                  </a:lnTo>
                  <a:lnTo>
                    <a:pt x="459" y="1078"/>
                  </a:lnTo>
                  <a:lnTo>
                    <a:pt x="527" y="963"/>
                  </a:lnTo>
                  <a:lnTo>
                    <a:pt x="619" y="848"/>
                  </a:lnTo>
                  <a:lnTo>
                    <a:pt x="711" y="734"/>
                  </a:lnTo>
                  <a:lnTo>
                    <a:pt x="825" y="642"/>
                  </a:lnTo>
                  <a:lnTo>
                    <a:pt x="940" y="551"/>
                  </a:lnTo>
                  <a:lnTo>
                    <a:pt x="1077" y="459"/>
                  </a:lnTo>
                  <a:lnTo>
                    <a:pt x="1192" y="413"/>
                  </a:lnTo>
                  <a:lnTo>
                    <a:pt x="1329" y="344"/>
                  </a:lnTo>
                  <a:lnTo>
                    <a:pt x="1490" y="322"/>
                  </a:lnTo>
                  <a:lnTo>
                    <a:pt x="1627" y="299"/>
                  </a:lnTo>
                  <a:lnTo>
                    <a:pt x="1788" y="276"/>
                  </a:lnTo>
                  <a:close/>
                  <a:moveTo>
                    <a:pt x="1788" y="1"/>
                  </a:moveTo>
                  <a:lnTo>
                    <a:pt x="1604" y="24"/>
                  </a:lnTo>
                  <a:lnTo>
                    <a:pt x="1421" y="47"/>
                  </a:lnTo>
                  <a:lnTo>
                    <a:pt x="1261" y="92"/>
                  </a:lnTo>
                  <a:lnTo>
                    <a:pt x="1100" y="138"/>
                  </a:lnTo>
                  <a:lnTo>
                    <a:pt x="940" y="230"/>
                  </a:lnTo>
                  <a:lnTo>
                    <a:pt x="779" y="322"/>
                  </a:lnTo>
                  <a:lnTo>
                    <a:pt x="642" y="413"/>
                  </a:lnTo>
                  <a:lnTo>
                    <a:pt x="527" y="528"/>
                  </a:lnTo>
                  <a:lnTo>
                    <a:pt x="413" y="665"/>
                  </a:lnTo>
                  <a:lnTo>
                    <a:pt x="298" y="803"/>
                  </a:lnTo>
                  <a:lnTo>
                    <a:pt x="207" y="940"/>
                  </a:lnTo>
                  <a:lnTo>
                    <a:pt x="138" y="1101"/>
                  </a:lnTo>
                  <a:lnTo>
                    <a:pt x="69" y="1261"/>
                  </a:lnTo>
                  <a:lnTo>
                    <a:pt x="23" y="1444"/>
                  </a:lnTo>
                  <a:lnTo>
                    <a:pt x="0" y="1605"/>
                  </a:lnTo>
                  <a:lnTo>
                    <a:pt x="0" y="1788"/>
                  </a:lnTo>
                  <a:lnTo>
                    <a:pt x="0" y="1971"/>
                  </a:lnTo>
                  <a:lnTo>
                    <a:pt x="23" y="2154"/>
                  </a:lnTo>
                  <a:lnTo>
                    <a:pt x="69" y="2338"/>
                  </a:lnTo>
                  <a:lnTo>
                    <a:pt x="138" y="2498"/>
                  </a:lnTo>
                  <a:lnTo>
                    <a:pt x="207" y="2659"/>
                  </a:lnTo>
                  <a:lnTo>
                    <a:pt x="298" y="2796"/>
                  </a:lnTo>
                  <a:lnTo>
                    <a:pt x="413" y="2933"/>
                  </a:lnTo>
                  <a:lnTo>
                    <a:pt x="527" y="3071"/>
                  </a:lnTo>
                  <a:lnTo>
                    <a:pt x="642" y="3185"/>
                  </a:lnTo>
                  <a:lnTo>
                    <a:pt x="779" y="3277"/>
                  </a:lnTo>
                  <a:lnTo>
                    <a:pt x="940" y="3369"/>
                  </a:lnTo>
                  <a:lnTo>
                    <a:pt x="1100" y="3460"/>
                  </a:lnTo>
                  <a:lnTo>
                    <a:pt x="1261" y="3506"/>
                  </a:lnTo>
                  <a:lnTo>
                    <a:pt x="1421" y="3552"/>
                  </a:lnTo>
                  <a:lnTo>
                    <a:pt x="1604" y="3575"/>
                  </a:lnTo>
                  <a:lnTo>
                    <a:pt x="1788" y="3598"/>
                  </a:lnTo>
                  <a:lnTo>
                    <a:pt x="1971" y="3575"/>
                  </a:lnTo>
                  <a:lnTo>
                    <a:pt x="2154" y="3552"/>
                  </a:lnTo>
                  <a:lnTo>
                    <a:pt x="2315" y="3506"/>
                  </a:lnTo>
                  <a:lnTo>
                    <a:pt x="2475" y="3460"/>
                  </a:lnTo>
                  <a:lnTo>
                    <a:pt x="2635" y="3369"/>
                  </a:lnTo>
                  <a:lnTo>
                    <a:pt x="2796" y="3277"/>
                  </a:lnTo>
                  <a:lnTo>
                    <a:pt x="2933" y="3185"/>
                  </a:lnTo>
                  <a:lnTo>
                    <a:pt x="3048" y="3071"/>
                  </a:lnTo>
                  <a:lnTo>
                    <a:pt x="3162" y="2933"/>
                  </a:lnTo>
                  <a:lnTo>
                    <a:pt x="3277" y="2796"/>
                  </a:lnTo>
                  <a:lnTo>
                    <a:pt x="3368" y="2659"/>
                  </a:lnTo>
                  <a:lnTo>
                    <a:pt x="3437" y="2498"/>
                  </a:lnTo>
                  <a:lnTo>
                    <a:pt x="3506" y="2338"/>
                  </a:lnTo>
                  <a:lnTo>
                    <a:pt x="3552" y="2154"/>
                  </a:lnTo>
                  <a:lnTo>
                    <a:pt x="3575" y="1971"/>
                  </a:lnTo>
                  <a:lnTo>
                    <a:pt x="3575" y="1788"/>
                  </a:lnTo>
                  <a:lnTo>
                    <a:pt x="3575" y="1605"/>
                  </a:lnTo>
                  <a:lnTo>
                    <a:pt x="3552" y="1444"/>
                  </a:lnTo>
                  <a:lnTo>
                    <a:pt x="3506" y="1261"/>
                  </a:lnTo>
                  <a:lnTo>
                    <a:pt x="3437" y="1101"/>
                  </a:lnTo>
                  <a:lnTo>
                    <a:pt x="3368" y="940"/>
                  </a:lnTo>
                  <a:lnTo>
                    <a:pt x="3277" y="803"/>
                  </a:lnTo>
                  <a:lnTo>
                    <a:pt x="3162" y="665"/>
                  </a:lnTo>
                  <a:lnTo>
                    <a:pt x="3048" y="528"/>
                  </a:lnTo>
                  <a:lnTo>
                    <a:pt x="2933" y="413"/>
                  </a:lnTo>
                  <a:lnTo>
                    <a:pt x="2796" y="322"/>
                  </a:lnTo>
                  <a:lnTo>
                    <a:pt x="2635" y="230"/>
                  </a:lnTo>
                  <a:lnTo>
                    <a:pt x="2475" y="138"/>
                  </a:lnTo>
                  <a:lnTo>
                    <a:pt x="2315" y="92"/>
                  </a:lnTo>
                  <a:lnTo>
                    <a:pt x="2154" y="47"/>
                  </a:lnTo>
                  <a:lnTo>
                    <a:pt x="1971" y="24"/>
                  </a:lnTo>
                  <a:lnTo>
                    <a:pt x="17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55"/>
            <p:cNvSpPr/>
            <p:nvPr/>
          </p:nvSpPr>
          <p:spPr>
            <a:xfrm>
              <a:off x="9006110" y="5547133"/>
              <a:ext cx="90129" cy="22178"/>
            </a:xfrm>
            <a:custGeom>
              <a:avLst/>
              <a:gdLst/>
              <a:ahLst/>
              <a:cxnLst/>
              <a:rect l="l" t="t" r="r" b="b"/>
              <a:pathLst>
                <a:path w="4194" h="1032" extrusionOk="0">
                  <a:moveTo>
                    <a:pt x="1627" y="0"/>
                  </a:moveTo>
                  <a:lnTo>
                    <a:pt x="1238" y="23"/>
                  </a:lnTo>
                  <a:lnTo>
                    <a:pt x="848" y="69"/>
                  </a:lnTo>
                  <a:lnTo>
                    <a:pt x="413" y="161"/>
                  </a:lnTo>
                  <a:lnTo>
                    <a:pt x="1" y="298"/>
                  </a:lnTo>
                  <a:lnTo>
                    <a:pt x="92" y="573"/>
                  </a:lnTo>
                  <a:lnTo>
                    <a:pt x="505" y="435"/>
                  </a:lnTo>
                  <a:lnTo>
                    <a:pt x="894" y="344"/>
                  </a:lnTo>
                  <a:lnTo>
                    <a:pt x="1261" y="298"/>
                  </a:lnTo>
                  <a:lnTo>
                    <a:pt x="1971" y="298"/>
                  </a:lnTo>
                  <a:lnTo>
                    <a:pt x="2292" y="344"/>
                  </a:lnTo>
                  <a:lnTo>
                    <a:pt x="2590" y="413"/>
                  </a:lnTo>
                  <a:lnTo>
                    <a:pt x="2865" y="481"/>
                  </a:lnTo>
                  <a:lnTo>
                    <a:pt x="3140" y="573"/>
                  </a:lnTo>
                  <a:lnTo>
                    <a:pt x="3346" y="665"/>
                  </a:lnTo>
                  <a:lnTo>
                    <a:pt x="3712" y="848"/>
                  </a:lnTo>
                  <a:lnTo>
                    <a:pt x="3964" y="985"/>
                  </a:lnTo>
                  <a:lnTo>
                    <a:pt x="4033" y="1031"/>
                  </a:lnTo>
                  <a:lnTo>
                    <a:pt x="4194" y="825"/>
                  </a:lnTo>
                  <a:lnTo>
                    <a:pt x="4102" y="756"/>
                  </a:lnTo>
                  <a:lnTo>
                    <a:pt x="3850" y="596"/>
                  </a:lnTo>
                  <a:lnTo>
                    <a:pt x="3460" y="413"/>
                  </a:lnTo>
                  <a:lnTo>
                    <a:pt x="3208" y="321"/>
                  </a:lnTo>
                  <a:lnTo>
                    <a:pt x="2933" y="229"/>
                  </a:lnTo>
                  <a:lnTo>
                    <a:pt x="2636" y="138"/>
                  </a:lnTo>
                  <a:lnTo>
                    <a:pt x="2315" y="69"/>
                  </a:lnTo>
                  <a:lnTo>
                    <a:pt x="1994" y="23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55"/>
            <p:cNvSpPr/>
            <p:nvPr/>
          </p:nvSpPr>
          <p:spPr>
            <a:xfrm>
              <a:off x="8917981" y="5567311"/>
              <a:ext cx="24649" cy="9370"/>
            </a:xfrm>
            <a:custGeom>
              <a:avLst/>
              <a:gdLst/>
              <a:ahLst/>
              <a:cxnLst/>
              <a:rect l="l" t="t" r="r" b="b"/>
              <a:pathLst>
                <a:path w="1147" h="436" extrusionOk="0">
                  <a:moveTo>
                    <a:pt x="505" y="1"/>
                  </a:moveTo>
                  <a:lnTo>
                    <a:pt x="344" y="23"/>
                  </a:lnTo>
                  <a:lnTo>
                    <a:pt x="161" y="92"/>
                  </a:lnTo>
                  <a:lnTo>
                    <a:pt x="1" y="207"/>
                  </a:lnTo>
                  <a:lnTo>
                    <a:pt x="184" y="413"/>
                  </a:lnTo>
                  <a:lnTo>
                    <a:pt x="321" y="344"/>
                  </a:lnTo>
                  <a:lnTo>
                    <a:pt x="459" y="298"/>
                  </a:lnTo>
                  <a:lnTo>
                    <a:pt x="711" y="298"/>
                  </a:lnTo>
                  <a:lnTo>
                    <a:pt x="802" y="344"/>
                  </a:lnTo>
                  <a:lnTo>
                    <a:pt x="894" y="367"/>
                  </a:lnTo>
                  <a:lnTo>
                    <a:pt x="963" y="436"/>
                  </a:lnTo>
                  <a:lnTo>
                    <a:pt x="1146" y="207"/>
                  </a:lnTo>
                  <a:lnTo>
                    <a:pt x="1054" y="138"/>
                  </a:lnTo>
                  <a:lnTo>
                    <a:pt x="940" y="92"/>
                  </a:lnTo>
                  <a:lnTo>
                    <a:pt x="802" y="46"/>
                  </a:lnTo>
                  <a:lnTo>
                    <a:pt x="6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55"/>
            <p:cNvSpPr/>
            <p:nvPr/>
          </p:nvSpPr>
          <p:spPr>
            <a:xfrm>
              <a:off x="8952451" y="5507248"/>
              <a:ext cx="59098" cy="33009"/>
            </a:xfrm>
            <a:custGeom>
              <a:avLst/>
              <a:gdLst/>
              <a:ahLst/>
              <a:cxnLst/>
              <a:rect l="l" t="t" r="r" b="b"/>
              <a:pathLst>
                <a:path w="2750" h="1536" extrusionOk="0">
                  <a:moveTo>
                    <a:pt x="527" y="0"/>
                  </a:moveTo>
                  <a:lnTo>
                    <a:pt x="344" y="46"/>
                  </a:lnTo>
                  <a:lnTo>
                    <a:pt x="207" y="115"/>
                  </a:lnTo>
                  <a:lnTo>
                    <a:pt x="92" y="184"/>
                  </a:lnTo>
                  <a:lnTo>
                    <a:pt x="23" y="298"/>
                  </a:lnTo>
                  <a:lnTo>
                    <a:pt x="0" y="413"/>
                  </a:lnTo>
                  <a:lnTo>
                    <a:pt x="23" y="527"/>
                  </a:lnTo>
                  <a:lnTo>
                    <a:pt x="69" y="642"/>
                  </a:lnTo>
                  <a:lnTo>
                    <a:pt x="161" y="734"/>
                  </a:lnTo>
                  <a:lnTo>
                    <a:pt x="275" y="779"/>
                  </a:lnTo>
                  <a:lnTo>
                    <a:pt x="825" y="779"/>
                  </a:lnTo>
                  <a:lnTo>
                    <a:pt x="1100" y="825"/>
                  </a:lnTo>
                  <a:lnTo>
                    <a:pt x="1421" y="940"/>
                  </a:lnTo>
                  <a:lnTo>
                    <a:pt x="1742" y="1054"/>
                  </a:lnTo>
                  <a:lnTo>
                    <a:pt x="2039" y="1192"/>
                  </a:lnTo>
                  <a:lnTo>
                    <a:pt x="2544" y="1444"/>
                  </a:lnTo>
                  <a:lnTo>
                    <a:pt x="2750" y="1535"/>
                  </a:lnTo>
                  <a:lnTo>
                    <a:pt x="2658" y="1352"/>
                  </a:lnTo>
                  <a:lnTo>
                    <a:pt x="2544" y="1146"/>
                  </a:lnTo>
                  <a:lnTo>
                    <a:pt x="2360" y="894"/>
                  </a:lnTo>
                  <a:lnTo>
                    <a:pt x="2108" y="642"/>
                  </a:lnTo>
                  <a:lnTo>
                    <a:pt x="1948" y="504"/>
                  </a:lnTo>
                  <a:lnTo>
                    <a:pt x="1787" y="390"/>
                  </a:lnTo>
                  <a:lnTo>
                    <a:pt x="1604" y="275"/>
                  </a:lnTo>
                  <a:lnTo>
                    <a:pt x="1398" y="184"/>
                  </a:lnTo>
                  <a:lnTo>
                    <a:pt x="1192" y="92"/>
                  </a:lnTo>
                  <a:lnTo>
                    <a:pt x="940" y="23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55"/>
            <p:cNvSpPr/>
            <p:nvPr/>
          </p:nvSpPr>
          <p:spPr>
            <a:xfrm>
              <a:off x="8873175" y="5507742"/>
              <a:ext cx="51232" cy="26605"/>
            </a:xfrm>
            <a:custGeom>
              <a:avLst/>
              <a:gdLst/>
              <a:ahLst/>
              <a:cxnLst/>
              <a:rect l="l" t="t" r="r" b="b"/>
              <a:pathLst>
                <a:path w="2384" h="1238" extrusionOk="0">
                  <a:moveTo>
                    <a:pt x="1696" y="0"/>
                  </a:moveTo>
                  <a:lnTo>
                    <a:pt x="1467" y="23"/>
                  </a:lnTo>
                  <a:lnTo>
                    <a:pt x="1215" y="69"/>
                  </a:lnTo>
                  <a:lnTo>
                    <a:pt x="1009" y="138"/>
                  </a:lnTo>
                  <a:lnTo>
                    <a:pt x="825" y="229"/>
                  </a:lnTo>
                  <a:lnTo>
                    <a:pt x="665" y="321"/>
                  </a:lnTo>
                  <a:lnTo>
                    <a:pt x="528" y="413"/>
                  </a:lnTo>
                  <a:lnTo>
                    <a:pt x="413" y="527"/>
                  </a:lnTo>
                  <a:lnTo>
                    <a:pt x="321" y="619"/>
                  </a:lnTo>
                  <a:lnTo>
                    <a:pt x="230" y="733"/>
                  </a:lnTo>
                  <a:lnTo>
                    <a:pt x="115" y="917"/>
                  </a:lnTo>
                  <a:lnTo>
                    <a:pt x="46" y="1100"/>
                  </a:lnTo>
                  <a:lnTo>
                    <a:pt x="1" y="1237"/>
                  </a:lnTo>
                  <a:lnTo>
                    <a:pt x="161" y="1169"/>
                  </a:lnTo>
                  <a:lnTo>
                    <a:pt x="528" y="1031"/>
                  </a:lnTo>
                  <a:lnTo>
                    <a:pt x="757" y="940"/>
                  </a:lnTo>
                  <a:lnTo>
                    <a:pt x="1009" y="871"/>
                  </a:lnTo>
                  <a:lnTo>
                    <a:pt x="1284" y="802"/>
                  </a:lnTo>
                  <a:lnTo>
                    <a:pt x="1559" y="779"/>
                  </a:lnTo>
                  <a:lnTo>
                    <a:pt x="1788" y="779"/>
                  </a:lnTo>
                  <a:lnTo>
                    <a:pt x="1971" y="802"/>
                  </a:lnTo>
                  <a:lnTo>
                    <a:pt x="2108" y="802"/>
                  </a:lnTo>
                  <a:lnTo>
                    <a:pt x="2223" y="733"/>
                  </a:lnTo>
                  <a:lnTo>
                    <a:pt x="2315" y="665"/>
                  </a:lnTo>
                  <a:lnTo>
                    <a:pt x="2360" y="550"/>
                  </a:lnTo>
                  <a:lnTo>
                    <a:pt x="2383" y="436"/>
                  </a:lnTo>
                  <a:lnTo>
                    <a:pt x="2360" y="321"/>
                  </a:lnTo>
                  <a:lnTo>
                    <a:pt x="2315" y="206"/>
                  </a:lnTo>
                  <a:lnTo>
                    <a:pt x="2200" y="115"/>
                  </a:lnTo>
                  <a:lnTo>
                    <a:pt x="2063" y="46"/>
                  </a:lnTo>
                  <a:lnTo>
                    <a:pt x="1879" y="0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55"/>
            <p:cNvSpPr/>
            <p:nvPr/>
          </p:nvSpPr>
          <p:spPr>
            <a:xfrm>
              <a:off x="8880074" y="6572230"/>
              <a:ext cx="478604" cy="1504214"/>
            </a:xfrm>
            <a:custGeom>
              <a:avLst/>
              <a:gdLst/>
              <a:ahLst/>
              <a:cxnLst/>
              <a:rect l="l" t="t" r="r" b="b"/>
              <a:pathLst>
                <a:path w="22271" h="69996" extrusionOk="0">
                  <a:moveTo>
                    <a:pt x="7790" y="0"/>
                  </a:moveTo>
                  <a:lnTo>
                    <a:pt x="7492" y="23"/>
                  </a:lnTo>
                  <a:lnTo>
                    <a:pt x="7149" y="69"/>
                  </a:lnTo>
                  <a:lnTo>
                    <a:pt x="6828" y="161"/>
                  </a:lnTo>
                  <a:lnTo>
                    <a:pt x="6484" y="298"/>
                  </a:lnTo>
                  <a:lnTo>
                    <a:pt x="6141" y="458"/>
                  </a:lnTo>
                  <a:lnTo>
                    <a:pt x="5797" y="665"/>
                  </a:lnTo>
                  <a:lnTo>
                    <a:pt x="5453" y="871"/>
                  </a:lnTo>
                  <a:lnTo>
                    <a:pt x="5087" y="1123"/>
                  </a:lnTo>
                  <a:lnTo>
                    <a:pt x="4743" y="1398"/>
                  </a:lnTo>
                  <a:lnTo>
                    <a:pt x="4399" y="1719"/>
                  </a:lnTo>
                  <a:lnTo>
                    <a:pt x="4056" y="2016"/>
                  </a:lnTo>
                  <a:lnTo>
                    <a:pt x="3712" y="2360"/>
                  </a:lnTo>
                  <a:lnTo>
                    <a:pt x="3368" y="2727"/>
                  </a:lnTo>
                  <a:lnTo>
                    <a:pt x="3048" y="3093"/>
                  </a:lnTo>
                  <a:lnTo>
                    <a:pt x="2727" y="3483"/>
                  </a:lnTo>
                  <a:lnTo>
                    <a:pt x="2406" y="3872"/>
                  </a:lnTo>
                  <a:lnTo>
                    <a:pt x="2131" y="4262"/>
                  </a:lnTo>
                  <a:lnTo>
                    <a:pt x="1833" y="4674"/>
                  </a:lnTo>
                  <a:lnTo>
                    <a:pt x="1558" y="5087"/>
                  </a:lnTo>
                  <a:lnTo>
                    <a:pt x="1306" y="5499"/>
                  </a:lnTo>
                  <a:lnTo>
                    <a:pt x="1077" y="5934"/>
                  </a:lnTo>
                  <a:lnTo>
                    <a:pt x="871" y="6347"/>
                  </a:lnTo>
                  <a:lnTo>
                    <a:pt x="665" y="6736"/>
                  </a:lnTo>
                  <a:lnTo>
                    <a:pt x="504" y="7149"/>
                  </a:lnTo>
                  <a:lnTo>
                    <a:pt x="275" y="7790"/>
                  </a:lnTo>
                  <a:lnTo>
                    <a:pt x="184" y="8088"/>
                  </a:lnTo>
                  <a:lnTo>
                    <a:pt x="115" y="8386"/>
                  </a:lnTo>
                  <a:lnTo>
                    <a:pt x="46" y="8684"/>
                  </a:lnTo>
                  <a:lnTo>
                    <a:pt x="23" y="8959"/>
                  </a:lnTo>
                  <a:lnTo>
                    <a:pt x="0" y="9211"/>
                  </a:lnTo>
                  <a:lnTo>
                    <a:pt x="0" y="9463"/>
                  </a:lnTo>
                  <a:lnTo>
                    <a:pt x="252" y="10975"/>
                  </a:lnTo>
                  <a:lnTo>
                    <a:pt x="481" y="12418"/>
                  </a:lnTo>
                  <a:lnTo>
                    <a:pt x="756" y="13816"/>
                  </a:lnTo>
                  <a:lnTo>
                    <a:pt x="1054" y="15420"/>
                  </a:lnTo>
                  <a:lnTo>
                    <a:pt x="1421" y="17230"/>
                  </a:lnTo>
                  <a:lnTo>
                    <a:pt x="1856" y="19200"/>
                  </a:lnTo>
                  <a:lnTo>
                    <a:pt x="2612" y="22752"/>
                  </a:lnTo>
                  <a:lnTo>
                    <a:pt x="3185" y="25318"/>
                  </a:lnTo>
                  <a:lnTo>
                    <a:pt x="3735" y="27632"/>
                  </a:lnTo>
                  <a:lnTo>
                    <a:pt x="4010" y="28731"/>
                  </a:lnTo>
                  <a:lnTo>
                    <a:pt x="4308" y="29808"/>
                  </a:lnTo>
                  <a:lnTo>
                    <a:pt x="4606" y="30885"/>
                  </a:lnTo>
                  <a:lnTo>
                    <a:pt x="4949" y="31962"/>
                  </a:lnTo>
                  <a:lnTo>
                    <a:pt x="5247" y="32856"/>
                  </a:lnTo>
                  <a:lnTo>
                    <a:pt x="5568" y="33795"/>
                  </a:lnTo>
                  <a:lnTo>
                    <a:pt x="5912" y="34734"/>
                  </a:lnTo>
                  <a:lnTo>
                    <a:pt x="6301" y="35720"/>
                  </a:lnTo>
                  <a:lnTo>
                    <a:pt x="6782" y="37369"/>
                  </a:lnTo>
                  <a:lnTo>
                    <a:pt x="7286" y="38973"/>
                  </a:lnTo>
                  <a:lnTo>
                    <a:pt x="7767" y="40508"/>
                  </a:lnTo>
                  <a:lnTo>
                    <a:pt x="8249" y="41974"/>
                  </a:lnTo>
                  <a:lnTo>
                    <a:pt x="8730" y="43418"/>
                  </a:lnTo>
                  <a:lnTo>
                    <a:pt x="9211" y="44793"/>
                  </a:lnTo>
                  <a:lnTo>
                    <a:pt x="9692" y="46121"/>
                  </a:lnTo>
                  <a:lnTo>
                    <a:pt x="10173" y="47404"/>
                  </a:lnTo>
                  <a:lnTo>
                    <a:pt x="11135" y="49856"/>
                  </a:lnTo>
                  <a:lnTo>
                    <a:pt x="12052" y="52124"/>
                  </a:lnTo>
                  <a:lnTo>
                    <a:pt x="12968" y="54255"/>
                  </a:lnTo>
                  <a:lnTo>
                    <a:pt x="13839" y="56248"/>
                  </a:lnTo>
                  <a:lnTo>
                    <a:pt x="15489" y="59937"/>
                  </a:lnTo>
                  <a:lnTo>
                    <a:pt x="16268" y="61633"/>
                  </a:lnTo>
                  <a:lnTo>
                    <a:pt x="16978" y="63259"/>
                  </a:lnTo>
                  <a:lnTo>
                    <a:pt x="17619" y="64840"/>
                  </a:lnTo>
                  <a:lnTo>
                    <a:pt x="18238" y="66375"/>
                  </a:lnTo>
                  <a:lnTo>
                    <a:pt x="18513" y="67131"/>
                  </a:lnTo>
                  <a:lnTo>
                    <a:pt x="18765" y="67865"/>
                  </a:lnTo>
                  <a:lnTo>
                    <a:pt x="18994" y="68621"/>
                  </a:lnTo>
                  <a:lnTo>
                    <a:pt x="19223" y="69377"/>
                  </a:lnTo>
                  <a:lnTo>
                    <a:pt x="22270" y="69995"/>
                  </a:lnTo>
                  <a:lnTo>
                    <a:pt x="22270" y="69995"/>
                  </a:lnTo>
                  <a:lnTo>
                    <a:pt x="21698" y="64542"/>
                  </a:lnTo>
                  <a:lnTo>
                    <a:pt x="21171" y="59800"/>
                  </a:lnTo>
                  <a:lnTo>
                    <a:pt x="20667" y="55538"/>
                  </a:lnTo>
                  <a:lnTo>
                    <a:pt x="20392" y="53476"/>
                  </a:lnTo>
                  <a:lnTo>
                    <a:pt x="20048" y="50956"/>
                  </a:lnTo>
                  <a:lnTo>
                    <a:pt x="19636" y="48138"/>
                  </a:lnTo>
                  <a:lnTo>
                    <a:pt x="19177" y="45113"/>
                  </a:lnTo>
                  <a:lnTo>
                    <a:pt x="18673" y="42066"/>
                  </a:lnTo>
                  <a:lnTo>
                    <a:pt x="18398" y="40554"/>
                  </a:lnTo>
                  <a:lnTo>
                    <a:pt x="18123" y="39110"/>
                  </a:lnTo>
                  <a:lnTo>
                    <a:pt x="17826" y="37690"/>
                  </a:lnTo>
                  <a:lnTo>
                    <a:pt x="17551" y="36384"/>
                  </a:lnTo>
                  <a:lnTo>
                    <a:pt x="17253" y="35147"/>
                  </a:lnTo>
                  <a:lnTo>
                    <a:pt x="16955" y="34024"/>
                  </a:lnTo>
                  <a:lnTo>
                    <a:pt x="16909" y="33016"/>
                  </a:lnTo>
                  <a:lnTo>
                    <a:pt x="16817" y="31825"/>
                  </a:lnTo>
                  <a:lnTo>
                    <a:pt x="16703" y="30267"/>
                  </a:lnTo>
                  <a:lnTo>
                    <a:pt x="16543" y="28548"/>
                  </a:lnTo>
                  <a:lnTo>
                    <a:pt x="16313" y="26578"/>
                  </a:lnTo>
                  <a:lnTo>
                    <a:pt x="16038" y="24424"/>
                  </a:lnTo>
                  <a:lnTo>
                    <a:pt x="15695" y="22087"/>
                  </a:lnTo>
                  <a:lnTo>
                    <a:pt x="15374" y="20140"/>
                  </a:lnTo>
                  <a:lnTo>
                    <a:pt x="15007" y="18123"/>
                  </a:lnTo>
                  <a:lnTo>
                    <a:pt x="14641" y="16451"/>
                  </a:lnTo>
                  <a:lnTo>
                    <a:pt x="14251" y="14732"/>
                  </a:lnTo>
                  <a:lnTo>
                    <a:pt x="13816" y="12945"/>
                  </a:lnTo>
                  <a:lnTo>
                    <a:pt x="13312" y="11135"/>
                  </a:lnTo>
                  <a:lnTo>
                    <a:pt x="12968" y="9967"/>
                  </a:lnTo>
                  <a:lnTo>
                    <a:pt x="12579" y="8775"/>
                  </a:lnTo>
                  <a:lnTo>
                    <a:pt x="12189" y="7584"/>
                  </a:lnTo>
                  <a:lnTo>
                    <a:pt x="11777" y="6393"/>
                  </a:lnTo>
                  <a:lnTo>
                    <a:pt x="11319" y="5178"/>
                  </a:lnTo>
                  <a:lnTo>
                    <a:pt x="10838" y="3964"/>
                  </a:lnTo>
                  <a:lnTo>
                    <a:pt x="10333" y="2727"/>
                  </a:lnTo>
                  <a:lnTo>
                    <a:pt x="9807" y="1512"/>
                  </a:lnTo>
                  <a:lnTo>
                    <a:pt x="9623" y="1146"/>
                  </a:lnTo>
                  <a:lnTo>
                    <a:pt x="9417" y="825"/>
                  </a:lnTo>
                  <a:lnTo>
                    <a:pt x="9188" y="573"/>
                  </a:lnTo>
                  <a:lnTo>
                    <a:pt x="8936" y="344"/>
                  </a:lnTo>
                  <a:lnTo>
                    <a:pt x="8684" y="206"/>
                  </a:lnTo>
                  <a:lnTo>
                    <a:pt x="8386" y="92"/>
                  </a:lnTo>
                  <a:lnTo>
                    <a:pt x="8111" y="23"/>
                  </a:lnTo>
                  <a:lnTo>
                    <a:pt x="7790" y="0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55"/>
            <p:cNvSpPr/>
            <p:nvPr/>
          </p:nvSpPr>
          <p:spPr>
            <a:xfrm>
              <a:off x="9226207" y="8095113"/>
              <a:ext cx="173338" cy="279177"/>
            </a:xfrm>
            <a:custGeom>
              <a:avLst/>
              <a:gdLst/>
              <a:ahLst/>
              <a:cxnLst/>
              <a:rect l="l" t="t" r="r" b="b"/>
              <a:pathLst>
                <a:path w="8066" h="12991" extrusionOk="0">
                  <a:moveTo>
                    <a:pt x="6507" y="0"/>
                  </a:moveTo>
                  <a:lnTo>
                    <a:pt x="3139" y="2085"/>
                  </a:lnTo>
                  <a:lnTo>
                    <a:pt x="2268" y="4651"/>
                  </a:lnTo>
                  <a:lnTo>
                    <a:pt x="1558" y="6713"/>
                  </a:lnTo>
                  <a:lnTo>
                    <a:pt x="1237" y="7652"/>
                  </a:lnTo>
                  <a:lnTo>
                    <a:pt x="962" y="8363"/>
                  </a:lnTo>
                  <a:lnTo>
                    <a:pt x="710" y="8981"/>
                  </a:lnTo>
                  <a:lnTo>
                    <a:pt x="458" y="9692"/>
                  </a:lnTo>
                  <a:lnTo>
                    <a:pt x="229" y="10425"/>
                  </a:lnTo>
                  <a:lnTo>
                    <a:pt x="138" y="10768"/>
                  </a:lnTo>
                  <a:lnTo>
                    <a:pt x="69" y="11112"/>
                  </a:lnTo>
                  <a:lnTo>
                    <a:pt x="23" y="11456"/>
                  </a:lnTo>
                  <a:lnTo>
                    <a:pt x="0" y="11777"/>
                  </a:lnTo>
                  <a:lnTo>
                    <a:pt x="23" y="12052"/>
                  </a:lnTo>
                  <a:lnTo>
                    <a:pt x="69" y="12304"/>
                  </a:lnTo>
                  <a:lnTo>
                    <a:pt x="115" y="12418"/>
                  </a:lnTo>
                  <a:lnTo>
                    <a:pt x="161" y="12533"/>
                  </a:lnTo>
                  <a:lnTo>
                    <a:pt x="229" y="12624"/>
                  </a:lnTo>
                  <a:lnTo>
                    <a:pt x="298" y="12693"/>
                  </a:lnTo>
                  <a:lnTo>
                    <a:pt x="390" y="12762"/>
                  </a:lnTo>
                  <a:lnTo>
                    <a:pt x="504" y="12831"/>
                  </a:lnTo>
                  <a:lnTo>
                    <a:pt x="619" y="12876"/>
                  </a:lnTo>
                  <a:lnTo>
                    <a:pt x="756" y="12899"/>
                  </a:lnTo>
                  <a:lnTo>
                    <a:pt x="1329" y="12968"/>
                  </a:lnTo>
                  <a:lnTo>
                    <a:pt x="1971" y="12991"/>
                  </a:lnTo>
                  <a:lnTo>
                    <a:pt x="2314" y="12991"/>
                  </a:lnTo>
                  <a:lnTo>
                    <a:pt x="2658" y="12968"/>
                  </a:lnTo>
                  <a:lnTo>
                    <a:pt x="2979" y="12945"/>
                  </a:lnTo>
                  <a:lnTo>
                    <a:pt x="3322" y="12899"/>
                  </a:lnTo>
                  <a:lnTo>
                    <a:pt x="3643" y="12831"/>
                  </a:lnTo>
                  <a:lnTo>
                    <a:pt x="3964" y="12739"/>
                  </a:lnTo>
                  <a:lnTo>
                    <a:pt x="4285" y="12624"/>
                  </a:lnTo>
                  <a:lnTo>
                    <a:pt x="4583" y="12510"/>
                  </a:lnTo>
                  <a:lnTo>
                    <a:pt x="4857" y="12349"/>
                  </a:lnTo>
                  <a:lnTo>
                    <a:pt x="5110" y="12166"/>
                  </a:lnTo>
                  <a:lnTo>
                    <a:pt x="5362" y="11960"/>
                  </a:lnTo>
                  <a:lnTo>
                    <a:pt x="5568" y="11731"/>
                  </a:lnTo>
                  <a:lnTo>
                    <a:pt x="5751" y="11479"/>
                  </a:lnTo>
                  <a:lnTo>
                    <a:pt x="5911" y="11204"/>
                  </a:lnTo>
                  <a:lnTo>
                    <a:pt x="6072" y="10929"/>
                  </a:lnTo>
                  <a:lnTo>
                    <a:pt x="6209" y="10631"/>
                  </a:lnTo>
                  <a:lnTo>
                    <a:pt x="6438" y="10081"/>
                  </a:lnTo>
                  <a:lnTo>
                    <a:pt x="6622" y="9531"/>
                  </a:lnTo>
                  <a:lnTo>
                    <a:pt x="6736" y="9050"/>
                  </a:lnTo>
                  <a:lnTo>
                    <a:pt x="6828" y="8661"/>
                  </a:lnTo>
                  <a:lnTo>
                    <a:pt x="6874" y="8317"/>
                  </a:lnTo>
                  <a:lnTo>
                    <a:pt x="7286" y="10242"/>
                  </a:lnTo>
                  <a:lnTo>
                    <a:pt x="8042" y="10242"/>
                  </a:lnTo>
                  <a:lnTo>
                    <a:pt x="8065" y="7263"/>
                  </a:lnTo>
                  <a:lnTo>
                    <a:pt x="8065" y="4766"/>
                  </a:lnTo>
                  <a:lnTo>
                    <a:pt x="8042" y="2704"/>
                  </a:lnTo>
                  <a:lnTo>
                    <a:pt x="8019" y="2337"/>
                  </a:lnTo>
                  <a:lnTo>
                    <a:pt x="7973" y="1993"/>
                  </a:lnTo>
                  <a:lnTo>
                    <a:pt x="7882" y="1673"/>
                  </a:lnTo>
                  <a:lnTo>
                    <a:pt x="7790" y="1398"/>
                  </a:lnTo>
                  <a:lnTo>
                    <a:pt x="7676" y="1146"/>
                  </a:lnTo>
                  <a:lnTo>
                    <a:pt x="7538" y="916"/>
                  </a:lnTo>
                  <a:lnTo>
                    <a:pt x="7401" y="733"/>
                  </a:lnTo>
                  <a:lnTo>
                    <a:pt x="7263" y="573"/>
                  </a:lnTo>
                  <a:lnTo>
                    <a:pt x="7126" y="412"/>
                  </a:lnTo>
                  <a:lnTo>
                    <a:pt x="6988" y="298"/>
                  </a:lnTo>
                  <a:lnTo>
                    <a:pt x="6736" y="115"/>
                  </a:lnTo>
                  <a:lnTo>
                    <a:pt x="6576" y="23"/>
                  </a:lnTo>
                  <a:lnTo>
                    <a:pt x="6507" y="0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55"/>
            <p:cNvSpPr/>
            <p:nvPr/>
          </p:nvSpPr>
          <p:spPr>
            <a:xfrm>
              <a:off x="9255734" y="8015838"/>
              <a:ext cx="126576" cy="293962"/>
            </a:xfrm>
            <a:custGeom>
              <a:avLst/>
              <a:gdLst/>
              <a:ahLst/>
              <a:cxnLst/>
              <a:rect l="l" t="t" r="r" b="b"/>
              <a:pathLst>
                <a:path w="5890" h="13679" extrusionOk="0">
                  <a:moveTo>
                    <a:pt x="4492" y="0"/>
                  </a:moveTo>
                  <a:lnTo>
                    <a:pt x="1146" y="321"/>
                  </a:lnTo>
                  <a:lnTo>
                    <a:pt x="1353" y="1077"/>
                  </a:lnTo>
                  <a:lnTo>
                    <a:pt x="1559" y="1833"/>
                  </a:lnTo>
                  <a:lnTo>
                    <a:pt x="1719" y="2612"/>
                  </a:lnTo>
                  <a:lnTo>
                    <a:pt x="1765" y="3025"/>
                  </a:lnTo>
                  <a:lnTo>
                    <a:pt x="1811" y="3414"/>
                  </a:lnTo>
                  <a:lnTo>
                    <a:pt x="1857" y="3849"/>
                  </a:lnTo>
                  <a:lnTo>
                    <a:pt x="1857" y="4285"/>
                  </a:lnTo>
                  <a:lnTo>
                    <a:pt x="1857" y="4720"/>
                  </a:lnTo>
                  <a:lnTo>
                    <a:pt x="1834" y="5178"/>
                  </a:lnTo>
                  <a:lnTo>
                    <a:pt x="1765" y="5659"/>
                  </a:lnTo>
                  <a:lnTo>
                    <a:pt x="1696" y="6163"/>
                  </a:lnTo>
                  <a:lnTo>
                    <a:pt x="1582" y="6668"/>
                  </a:lnTo>
                  <a:lnTo>
                    <a:pt x="1467" y="7194"/>
                  </a:lnTo>
                  <a:lnTo>
                    <a:pt x="1261" y="7882"/>
                  </a:lnTo>
                  <a:lnTo>
                    <a:pt x="1009" y="8684"/>
                  </a:lnTo>
                  <a:lnTo>
                    <a:pt x="482" y="10402"/>
                  </a:lnTo>
                  <a:lnTo>
                    <a:pt x="253" y="11250"/>
                  </a:lnTo>
                  <a:lnTo>
                    <a:pt x="93" y="12006"/>
                  </a:lnTo>
                  <a:lnTo>
                    <a:pt x="24" y="12327"/>
                  </a:lnTo>
                  <a:lnTo>
                    <a:pt x="1" y="12625"/>
                  </a:lnTo>
                  <a:lnTo>
                    <a:pt x="1" y="12877"/>
                  </a:lnTo>
                  <a:lnTo>
                    <a:pt x="24" y="13060"/>
                  </a:lnTo>
                  <a:lnTo>
                    <a:pt x="47" y="13129"/>
                  </a:lnTo>
                  <a:lnTo>
                    <a:pt x="93" y="13220"/>
                  </a:lnTo>
                  <a:lnTo>
                    <a:pt x="207" y="13358"/>
                  </a:lnTo>
                  <a:lnTo>
                    <a:pt x="367" y="13449"/>
                  </a:lnTo>
                  <a:lnTo>
                    <a:pt x="574" y="13541"/>
                  </a:lnTo>
                  <a:lnTo>
                    <a:pt x="826" y="13610"/>
                  </a:lnTo>
                  <a:lnTo>
                    <a:pt x="1101" y="13656"/>
                  </a:lnTo>
                  <a:lnTo>
                    <a:pt x="1376" y="13678"/>
                  </a:lnTo>
                  <a:lnTo>
                    <a:pt x="1696" y="13678"/>
                  </a:lnTo>
                  <a:lnTo>
                    <a:pt x="1994" y="13656"/>
                  </a:lnTo>
                  <a:lnTo>
                    <a:pt x="2315" y="13610"/>
                  </a:lnTo>
                  <a:lnTo>
                    <a:pt x="2636" y="13541"/>
                  </a:lnTo>
                  <a:lnTo>
                    <a:pt x="2934" y="13426"/>
                  </a:lnTo>
                  <a:lnTo>
                    <a:pt x="3231" y="13312"/>
                  </a:lnTo>
                  <a:lnTo>
                    <a:pt x="3506" y="13174"/>
                  </a:lnTo>
                  <a:lnTo>
                    <a:pt x="3758" y="12991"/>
                  </a:lnTo>
                  <a:lnTo>
                    <a:pt x="3965" y="12808"/>
                  </a:lnTo>
                  <a:lnTo>
                    <a:pt x="4148" y="12579"/>
                  </a:lnTo>
                  <a:lnTo>
                    <a:pt x="4331" y="12327"/>
                  </a:lnTo>
                  <a:lnTo>
                    <a:pt x="4469" y="12029"/>
                  </a:lnTo>
                  <a:lnTo>
                    <a:pt x="4606" y="11731"/>
                  </a:lnTo>
                  <a:lnTo>
                    <a:pt x="4744" y="11410"/>
                  </a:lnTo>
                  <a:lnTo>
                    <a:pt x="4858" y="11044"/>
                  </a:lnTo>
                  <a:lnTo>
                    <a:pt x="5064" y="10310"/>
                  </a:lnTo>
                  <a:lnTo>
                    <a:pt x="5248" y="9554"/>
                  </a:lnTo>
                  <a:lnTo>
                    <a:pt x="5431" y="8775"/>
                  </a:lnTo>
                  <a:lnTo>
                    <a:pt x="5568" y="8042"/>
                  </a:lnTo>
                  <a:lnTo>
                    <a:pt x="5729" y="7332"/>
                  </a:lnTo>
                  <a:lnTo>
                    <a:pt x="5798" y="7011"/>
                  </a:lnTo>
                  <a:lnTo>
                    <a:pt x="5866" y="6690"/>
                  </a:lnTo>
                  <a:lnTo>
                    <a:pt x="5889" y="6393"/>
                  </a:lnTo>
                  <a:lnTo>
                    <a:pt x="5889" y="6072"/>
                  </a:lnTo>
                  <a:lnTo>
                    <a:pt x="5889" y="5797"/>
                  </a:lnTo>
                  <a:lnTo>
                    <a:pt x="5866" y="5522"/>
                  </a:lnTo>
                  <a:lnTo>
                    <a:pt x="5820" y="5270"/>
                  </a:lnTo>
                  <a:lnTo>
                    <a:pt x="5775" y="5018"/>
                  </a:lnTo>
                  <a:lnTo>
                    <a:pt x="5637" y="4560"/>
                  </a:lnTo>
                  <a:lnTo>
                    <a:pt x="5477" y="4193"/>
                  </a:lnTo>
                  <a:lnTo>
                    <a:pt x="5293" y="3895"/>
                  </a:lnTo>
                  <a:lnTo>
                    <a:pt x="5133" y="3689"/>
                  </a:lnTo>
                  <a:lnTo>
                    <a:pt x="5041" y="3574"/>
                  </a:lnTo>
                  <a:lnTo>
                    <a:pt x="4973" y="3391"/>
                  </a:lnTo>
                  <a:lnTo>
                    <a:pt x="4904" y="3185"/>
                  </a:lnTo>
                  <a:lnTo>
                    <a:pt x="4835" y="2933"/>
                  </a:lnTo>
                  <a:lnTo>
                    <a:pt x="4744" y="2314"/>
                  </a:lnTo>
                  <a:lnTo>
                    <a:pt x="4652" y="1673"/>
                  </a:lnTo>
                  <a:lnTo>
                    <a:pt x="4537" y="504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55"/>
            <p:cNvSpPr/>
            <p:nvPr/>
          </p:nvSpPr>
          <p:spPr>
            <a:xfrm>
              <a:off x="9065207" y="7311752"/>
              <a:ext cx="119162" cy="41884"/>
            </a:xfrm>
            <a:custGeom>
              <a:avLst/>
              <a:gdLst/>
              <a:ahLst/>
              <a:cxnLst/>
              <a:rect l="l" t="t" r="r" b="b"/>
              <a:pathLst>
                <a:path w="5545" h="1949" extrusionOk="0">
                  <a:moveTo>
                    <a:pt x="5224" y="1"/>
                  </a:moveTo>
                  <a:lnTo>
                    <a:pt x="5132" y="46"/>
                  </a:lnTo>
                  <a:lnTo>
                    <a:pt x="4743" y="275"/>
                  </a:lnTo>
                  <a:lnTo>
                    <a:pt x="4330" y="482"/>
                  </a:lnTo>
                  <a:lnTo>
                    <a:pt x="3918" y="665"/>
                  </a:lnTo>
                  <a:lnTo>
                    <a:pt x="3506" y="802"/>
                  </a:lnTo>
                  <a:lnTo>
                    <a:pt x="3093" y="940"/>
                  </a:lnTo>
                  <a:lnTo>
                    <a:pt x="2681" y="1054"/>
                  </a:lnTo>
                  <a:lnTo>
                    <a:pt x="1925" y="1215"/>
                  </a:lnTo>
                  <a:lnTo>
                    <a:pt x="1260" y="1329"/>
                  </a:lnTo>
                  <a:lnTo>
                    <a:pt x="756" y="1375"/>
                  </a:lnTo>
                  <a:lnTo>
                    <a:pt x="275" y="1421"/>
                  </a:lnTo>
                  <a:lnTo>
                    <a:pt x="160" y="1421"/>
                  </a:lnTo>
                  <a:lnTo>
                    <a:pt x="69" y="1490"/>
                  </a:lnTo>
                  <a:lnTo>
                    <a:pt x="23" y="1581"/>
                  </a:lnTo>
                  <a:lnTo>
                    <a:pt x="0" y="1673"/>
                  </a:lnTo>
                  <a:lnTo>
                    <a:pt x="23" y="1788"/>
                  </a:lnTo>
                  <a:lnTo>
                    <a:pt x="92" y="1879"/>
                  </a:lnTo>
                  <a:lnTo>
                    <a:pt x="160" y="1925"/>
                  </a:lnTo>
                  <a:lnTo>
                    <a:pt x="275" y="1948"/>
                  </a:lnTo>
                  <a:lnTo>
                    <a:pt x="344" y="1948"/>
                  </a:lnTo>
                  <a:lnTo>
                    <a:pt x="619" y="1925"/>
                  </a:lnTo>
                  <a:lnTo>
                    <a:pt x="1054" y="1902"/>
                  </a:lnTo>
                  <a:lnTo>
                    <a:pt x="1627" y="1811"/>
                  </a:lnTo>
                  <a:lnTo>
                    <a:pt x="2291" y="1696"/>
                  </a:lnTo>
                  <a:lnTo>
                    <a:pt x="3047" y="1513"/>
                  </a:lnTo>
                  <a:lnTo>
                    <a:pt x="3437" y="1398"/>
                  </a:lnTo>
                  <a:lnTo>
                    <a:pt x="3826" y="1261"/>
                  </a:lnTo>
                  <a:lnTo>
                    <a:pt x="4239" y="1100"/>
                  </a:lnTo>
                  <a:lnTo>
                    <a:pt x="4628" y="940"/>
                  </a:lnTo>
                  <a:lnTo>
                    <a:pt x="5041" y="734"/>
                  </a:lnTo>
                  <a:lnTo>
                    <a:pt x="5430" y="505"/>
                  </a:lnTo>
                  <a:lnTo>
                    <a:pt x="5499" y="413"/>
                  </a:lnTo>
                  <a:lnTo>
                    <a:pt x="5545" y="321"/>
                  </a:lnTo>
                  <a:lnTo>
                    <a:pt x="5545" y="230"/>
                  </a:lnTo>
                  <a:lnTo>
                    <a:pt x="5499" y="115"/>
                  </a:lnTo>
                  <a:lnTo>
                    <a:pt x="5430" y="46"/>
                  </a:lnTo>
                  <a:lnTo>
                    <a:pt x="5339" y="1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55"/>
            <p:cNvSpPr/>
            <p:nvPr/>
          </p:nvSpPr>
          <p:spPr>
            <a:xfrm>
              <a:off x="8578252" y="6565826"/>
              <a:ext cx="312185" cy="1503720"/>
            </a:xfrm>
            <a:custGeom>
              <a:avLst/>
              <a:gdLst/>
              <a:ahLst/>
              <a:cxnLst/>
              <a:rect l="l" t="t" r="r" b="b"/>
              <a:pathLst>
                <a:path w="14527" h="69973" extrusionOk="0">
                  <a:moveTo>
                    <a:pt x="9532" y="0"/>
                  </a:moveTo>
                  <a:lnTo>
                    <a:pt x="9074" y="23"/>
                  </a:lnTo>
                  <a:lnTo>
                    <a:pt x="8615" y="46"/>
                  </a:lnTo>
                  <a:lnTo>
                    <a:pt x="8157" y="115"/>
                  </a:lnTo>
                  <a:lnTo>
                    <a:pt x="7699" y="207"/>
                  </a:lnTo>
                  <a:lnTo>
                    <a:pt x="7263" y="321"/>
                  </a:lnTo>
                  <a:lnTo>
                    <a:pt x="6828" y="459"/>
                  </a:lnTo>
                  <a:lnTo>
                    <a:pt x="6393" y="596"/>
                  </a:lnTo>
                  <a:lnTo>
                    <a:pt x="6003" y="779"/>
                  </a:lnTo>
                  <a:lnTo>
                    <a:pt x="5614" y="986"/>
                  </a:lnTo>
                  <a:lnTo>
                    <a:pt x="5247" y="1215"/>
                  </a:lnTo>
                  <a:lnTo>
                    <a:pt x="4927" y="1467"/>
                  </a:lnTo>
                  <a:lnTo>
                    <a:pt x="4606" y="1719"/>
                  </a:lnTo>
                  <a:lnTo>
                    <a:pt x="4331" y="2017"/>
                  </a:lnTo>
                  <a:lnTo>
                    <a:pt x="4102" y="2314"/>
                  </a:lnTo>
                  <a:lnTo>
                    <a:pt x="3895" y="2635"/>
                  </a:lnTo>
                  <a:lnTo>
                    <a:pt x="3735" y="2956"/>
                  </a:lnTo>
                  <a:lnTo>
                    <a:pt x="3621" y="3323"/>
                  </a:lnTo>
                  <a:lnTo>
                    <a:pt x="3483" y="3850"/>
                  </a:lnTo>
                  <a:lnTo>
                    <a:pt x="3162" y="5385"/>
                  </a:lnTo>
                  <a:lnTo>
                    <a:pt x="2933" y="6507"/>
                  </a:lnTo>
                  <a:lnTo>
                    <a:pt x="2681" y="7836"/>
                  </a:lnTo>
                  <a:lnTo>
                    <a:pt x="2406" y="9371"/>
                  </a:lnTo>
                  <a:lnTo>
                    <a:pt x="2131" y="11113"/>
                  </a:lnTo>
                  <a:lnTo>
                    <a:pt x="1742" y="13656"/>
                  </a:lnTo>
                  <a:lnTo>
                    <a:pt x="1559" y="15053"/>
                  </a:lnTo>
                  <a:lnTo>
                    <a:pt x="1375" y="16520"/>
                  </a:lnTo>
                  <a:lnTo>
                    <a:pt x="1192" y="18238"/>
                  </a:lnTo>
                  <a:lnTo>
                    <a:pt x="1009" y="20025"/>
                  </a:lnTo>
                  <a:lnTo>
                    <a:pt x="848" y="21904"/>
                  </a:lnTo>
                  <a:lnTo>
                    <a:pt x="688" y="23829"/>
                  </a:lnTo>
                  <a:lnTo>
                    <a:pt x="573" y="25730"/>
                  </a:lnTo>
                  <a:lnTo>
                    <a:pt x="482" y="27655"/>
                  </a:lnTo>
                  <a:lnTo>
                    <a:pt x="413" y="29648"/>
                  </a:lnTo>
                  <a:lnTo>
                    <a:pt x="367" y="31687"/>
                  </a:lnTo>
                  <a:lnTo>
                    <a:pt x="344" y="33314"/>
                  </a:lnTo>
                  <a:lnTo>
                    <a:pt x="367" y="34964"/>
                  </a:lnTo>
                  <a:lnTo>
                    <a:pt x="390" y="35582"/>
                  </a:lnTo>
                  <a:lnTo>
                    <a:pt x="505" y="37369"/>
                  </a:lnTo>
                  <a:lnTo>
                    <a:pt x="619" y="40302"/>
                  </a:lnTo>
                  <a:lnTo>
                    <a:pt x="665" y="42158"/>
                  </a:lnTo>
                  <a:lnTo>
                    <a:pt x="688" y="44266"/>
                  </a:lnTo>
                  <a:lnTo>
                    <a:pt x="711" y="46603"/>
                  </a:lnTo>
                  <a:lnTo>
                    <a:pt x="711" y="49192"/>
                  </a:lnTo>
                  <a:lnTo>
                    <a:pt x="688" y="51987"/>
                  </a:lnTo>
                  <a:lnTo>
                    <a:pt x="642" y="55011"/>
                  </a:lnTo>
                  <a:lnTo>
                    <a:pt x="550" y="58219"/>
                  </a:lnTo>
                  <a:lnTo>
                    <a:pt x="413" y="61656"/>
                  </a:lnTo>
                  <a:lnTo>
                    <a:pt x="230" y="65253"/>
                  </a:lnTo>
                  <a:lnTo>
                    <a:pt x="1" y="69056"/>
                  </a:lnTo>
                  <a:lnTo>
                    <a:pt x="3941" y="69973"/>
                  </a:lnTo>
                  <a:lnTo>
                    <a:pt x="4239" y="68735"/>
                  </a:lnTo>
                  <a:lnTo>
                    <a:pt x="4972" y="65665"/>
                  </a:lnTo>
                  <a:lnTo>
                    <a:pt x="5408" y="63718"/>
                  </a:lnTo>
                  <a:lnTo>
                    <a:pt x="5866" y="61701"/>
                  </a:lnTo>
                  <a:lnTo>
                    <a:pt x="6278" y="59685"/>
                  </a:lnTo>
                  <a:lnTo>
                    <a:pt x="6668" y="57807"/>
                  </a:lnTo>
                  <a:lnTo>
                    <a:pt x="6759" y="57348"/>
                  </a:lnTo>
                  <a:lnTo>
                    <a:pt x="6874" y="56844"/>
                  </a:lnTo>
                  <a:lnTo>
                    <a:pt x="7195" y="55699"/>
                  </a:lnTo>
                  <a:lnTo>
                    <a:pt x="7584" y="54438"/>
                  </a:lnTo>
                  <a:lnTo>
                    <a:pt x="8020" y="53041"/>
                  </a:lnTo>
                  <a:lnTo>
                    <a:pt x="8501" y="51552"/>
                  </a:lnTo>
                  <a:lnTo>
                    <a:pt x="8982" y="49971"/>
                  </a:lnTo>
                  <a:lnTo>
                    <a:pt x="9463" y="48367"/>
                  </a:lnTo>
                  <a:lnTo>
                    <a:pt x="9898" y="46694"/>
                  </a:lnTo>
                  <a:lnTo>
                    <a:pt x="10105" y="45870"/>
                  </a:lnTo>
                  <a:lnTo>
                    <a:pt x="10288" y="45022"/>
                  </a:lnTo>
                  <a:lnTo>
                    <a:pt x="10471" y="44197"/>
                  </a:lnTo>
                  <a:lnTo>
                    <a:pt x="10609" y="43349"/>
                  </a:lnTo>
                  <a:lnTo>
                    <a:pt x="10746" y="42524"/>
                  </a:lnTo>
                  <a:lnTo>
                    <a:pt x="10838" y="41723"/>
                  </a:lnTo>
                  <a:lnTo>
                    <a:pt x="10929" y="40921"/>
                  </a:lnTo>
                  <a:lnTo>
                    <a:pt x="10952" y="40142"/>
                  </a:lnTo>
                  <a:lnTo>
                    <a:pt x="10975" y="39363"/>
                  </a:lnTo>
                  <a:lnTo>
                    <a:pt x="10952" y="38607"/>
                  </a:lnTo>
                  <a:lnTo>
                    <a:pt x="10884" y="37896"/>
                  </a:lnTo>
                  <a:lnTo>
                    <a:pt x="10769" y="37186"/>
                  </a:lnTo>
                  <a:lnTo>
                    <a:pt x="10632" y="36522"/>
                  </a:lnTo>
                  <a:lnTo>
                    <a:pt x="10540" y="36201"/>
                  </a:lnTo>
                  <a:lnTo>
                    <a:pt x="10425" y="35880"/>
                  </a:lnTo>
                  <a:lnTo>
                    <a:pt x="10311" y="35582"/>
                  </a:lnTo>
                  <a:lnTo>
                    <a:pt x="10196" y="35284"/>
                  </a:lnTo>
                  <a:lnTo>
                    <a:pt x="10059" y="34986"/>
                  </a:lnTo>
                  <a:lnTo>
                    <a:pt x="9898" y="34712"/>
                  </a:lnTo>
                  <a:lnTo>
                    <a:pt x="10105" y="34207"/>
                  </a:lnTo>
                  <a:lnTo>
                    <a:pt x="10334" y="33612"/>
                  </a:lnTo>
                  <a:lnTo>
                    <a:pt x="10632" y="32787"/>
                  </a:lnTo>
                  <a:lnTo>
                    <a:pt x="10929" y="31985"/>
                  </a:lnTo>
                  <a:lnTo>
                    <a:pt x="11227" y="31046"/>
                  </a:lnTo>
                  <a:lnTo>
                    <a:pt x="11548" y="30015"/>
                  </a:lnTo>
                  <a:lnTo>
                    <a:pt x="11892" y="28846"/>
                  </a:lnTo>
                  <a:lnTo>
                    <a:pt x="12235" y="27586"/>
                  </a:lnTo>
                  <a:lnTo>
                    <a:pt x="12579" y="26211"/>
                  </a:lnTo>
                  <a:lnTo>
                    <a:pt x="12900" y="24745"/>
                  </a:lnTo>
                  <a:lnTo>
                    <a:pt x="13221" y="23187"/>
                  </a:lnTo>
                  <a:lnTo>
                    <a:pt x="13404" y="22225"/>
                  </a:lnTo>
                  <a:lnTo>
                    <a:pt x="13587" y="21217"/>
                  </a:lnTo>
                  <a:lnTo>
                    <a:pt x="13747" y="20208"/>
                  </a:lnTo>
                  <a:lnTo>
                    <a:pt x="13908" y="19155"/>
                  </a:lnTo>
                  <a:lnTo>
                    <a:pt x="14091" y="17597"/>
                  </a:lnTo>
                  <a:lnTo>
                    <a:pt x="14252" y="16016"/>
                  </a:lnTo>
                  <a:lnTo>
                    <a:pt x="14389" y="14366"/>
                  </a:lnTo>
                  <a:lnTo>
                    <a:pt x="14481" y="12693"/>
                  </a:lnTo>
                  <a:lnTo>
                    <a:pt x="14504" y="11227"/>
                  </a:lnTo>
                  <a:lnTo>
                    <a:pt x="14526" y="10288"/>
                  </a:lnTo>
                  <a:lnTo>
                    <a:pt x="14526" y="9348"/>
                  </a:lnTo>
                  <a:lnTo>
                    <a:pt x="14504" y="8386"/>
                  </a:lnTo>
                  <a:lnTo>
                    <a:pt x="14458" y="7424"/>
                  </a:lnTo>
                  <a:lnTo>
                    <a:pt x="14412" y="6507"/>
                  </a:lnTo>
                  <a:lnTo>
                    <a:pt x="14366" y="5591"/>
                  </a:lnTo>
                  <a:lnTo>
                    <a:pt x="14297" y="4674"/>
                  </a:lnTo>
                  <a:lnTo>
                    <a:pt x="14206" y="3735"/>
                  </a:lnTo>
                  <a:lnTo>
                    <a:pt x="14114" y="3231"/>
                  </a:lnTo>
                  <a:lnTo>
                    <a:pt x="14000" y="2773"/>
                  </a:lnTo>
                  <a:lnTo>
                    <a:pt x="13816" y="2360"/>
                  </a:lnTo>
                  <a:lnTo>
                    <a:pt x="13610" y="1971"/>
                  </a:lnTo>
                  <a:lnTo>
                    <a:pt x="13381" y="1627"/>
                  </a:lnTo>
                  <a:lnTo>
                    <a:pt x="13083" y="1306"/>
                  </a:lnTo>
                  <a:lnTo>
                    <a:pt x="12785" y="1031"/>
                  </a:lnTo>
                  <a:lnTo>
                    <a:pt x="12442" y="802"/>
                  </a:lnTo>
                  <a:lnTo>
                    <a:pt x="12075" y="596"/>
                  </a:lnTo>
                  <a:lnTo>
                    <a:pt x="11685" y="413"/>
                  </a:lnTo>
                  <a:lnTo>
                    <a:pt x="11273" y="275"/>
                  </a:lnTo>
                  <a:lnTo>
                    <a:pt x="10861" y="161"/>
                  </a:lnTo>
                  <a:lnTo>
                    <a:pt x="10425" y="69"/>
                  </a:lnTo>
                  <a:lnTo>
                    <a:pt x="9967" y="23"/>
                  </a:lnTo>
                  <a:lnTo>
                    <a:pt x="9532" y="0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55"/>
            <p:cNvSpPr/>
            <p:nvPr/>
          </p:nvSpPr>
          <p:spPr>
            <a:xfrm>
              <a:off x="8427588" y="8095585"/>
              <a:ext cx="265401" cy="265423"/>
            </a:xfrm>
            <a:custGeom>
              <a:avLst/>
              <a:gdLst/>
              <a:ahLst/>
              <a:cxnLst/>
              <a:rect l="l" t="t" r="r" b="b"/>
              <a:pathLst>
                <a:path w="12350" h="12351" extrusionOk="0">
                  <a:moveTo>
                    <a:pt x="10998" y="1"/>
                  </a:moveTo>
                  <a:lnTo>
                    <a:pt x="9921" y="1055"/>
                  </a:lnTo>
                  <a:lnTo>
                    <a:pt x="7470" y="3461"/>
                  </a:lnTo>
                  <a:lnTo>
                    <a:pt x="6095" y="4835"/>
                  </a:lnTo>
                  <a:lnTo>
                    <a:pt x="4858" y="6118"/>
                  </a:lnTo>
                  <a:lnTo>
                    <a:pt x="4331" y="6668"/>
                  </a:lnTo>
                  <a:lnTo>
                    <a:pt x="3896" y="7172"/>
                  </a:lnTo>
                  <a:lnTo>
                    <a:pt x="3552" y="7562"/>
                  </a:lnTo>
                  <a:lnTo>
                    <a:pt x="3346" y="7860"/>
                  </a:lnTo>
                  <a:lnTo>
                    <a:pt x="3162" y="8112"/>
                  </a:lnTo>
                  <a:lnTo>
                    <a:pt x="2933" y="8387"/>
                  </a:lnTo>
                  <a:lnTo>
                    <a:pt x="2360" y="9051"/>
                  </a:lnTo>
                  <a:lnTo>
                    <a:pt x="1719" y="9761"/>
                  </a:lnTo>
                  <a:lnTo>
                    <a:pt x="1054" y="10449"/>
                  </a:lnTo>
                  <a:lnTo>
                    <a:pt x="757" y="10792"/>
                  </a:lnTo>
                  <a:lnTo>
                    <a:pt x="505" y="11113"/>
                  </a:lnTo>
                  <a:lnTo>
                    <a:pt x="276" y="11411"/>
                  </a:lnTo>
                  <a:lnTo>
                    <a:pt x="115" y="11663"/>
                  </a:lnTo>
                  <a:lnTo>
                    <a:pt x="23" y="11892"/>
                  </a:lnTo>
                  <a:lnTo>
                    <a:pt x="1" y="11984"/>
                  </a:lnTo>
                  <a:lnTo>
                    <a:pt x="1" y="12052"/>
                  </a:lnTo>
                  <a:lnTo>
                    <a:pt x="23" y="12121"/>
                  </a:lnTo>
                  <a:lnTo>
                    <a:pt x="69" y="12190"/>
                  </a:lnTo>
                  <a:lnTo>
                    <a:pt x="138" y="12213"/>
                  </a:lnTo>
                  <a:lnTo>
                    <a:pt x="230" y="12236"/>
                  </a:lnTo>
                  <a:lnTo>
                    <a:pt x="825" y="12304"/>
                  </a:lnTo>
                  <a:lnTo>
                    <a:pt x="1673" y="12327"/>
                  </a:lnTo>
                  <a:lnTo>
                    <a:pt x="2704" y="12350"/>
                  </a:lnTo>
                  <a:lnTo>
                    <a:pt x="3827" y="12327"/>
                  </a:lnTo>
                  <a:lnTo>
                    <a:pt x="4400" y="12282"/>
                  </a:lnTo>
                  <a:lnTo>
                    <a:pt x="4972" y="12236"/>
                  </a:lnTo>
                  <a:lnTo>
                    <a:pt x="5522" y="12167"/>
                  </a:lnTo>
                  <a:lnTo>
                    <a:pt x="6049" y="12075"/>
                  </a:lnTo>
                  <a:lnTo>
                    <a:pt x="6530" y="11984"/>
                  </a:lnTo>
                  <a:lnTo>
                    <a:pt x="6966" y="11869"/>
                  </a:lnTo>
                  <a:lnTo>
                    <a:pt x="7355" y="11709"/>
                  </a:lnTo>
                  <a:lnTo>
                    <a:pt x="7516" y="11617"/>
                  </a:lnTo>
                  <a:lnTo>
                    <a:pt x="7676" y="11548"/>
                  </a:lnTo>
                  <a:lnTo>
                    <a:pt x="7928" y="11342"/>
                  </a:lnTo>
                  <a:lnTo>
                    <a:pt x="8180" y="11113"/>
                  </a:lnTo>
                  <a:lnTo>
                    <a:pt x="8455" y="10861"/>
                  </a:lnTo>
                  <a:lnTo>
                    <a:pt x="8707" y="10563"/>
                  </a:lnTo>
                  <a:lnTo>
                    <a:pt x="9257" y="9922"/>
                  </a:lnTo>
                  <a:lnTo>
                    <a:pt x="9761" y="9234"/>
                  </a:lnTo>
                  <a:lnTo>
                    <a:pt x="10219" y="8593"/>
                  </a:lnTo>
                  <a:lnTo>
                    <a:pt x="10609" y="8043"/>
                  </a:lnTo>
                  <a:lnTo>
                    <a:pt x="10998" y="7447"/>
                  </a:lnTo>
                  <a:lnTo>
                    <a:pt x="11479" y="10220"/>
                  </a:lnTo>
                  <a:lnTo>
                    <a:pt x="12304" y="10220"/>
                  </a:lnTo>
                  <a:lnTo>
                    <a:pt x="12304" y="6462"/>
                  </a:lnTo>
                  <a:lnTo>
                    <a:pt x="12327" y="3965"/>
                  </a:lnTo>
                  <a:lnTo>
                    <a:pt x="12327" y="2979"/>
                  </a:lnTo>
                  <a:lnTo>
                    <a:pt x="12350" y="2315"/>
                  </a:lnTo>
                  <a:lnTo>
                    <a:pt x="12350" y="2086"/>
                  </a:lnTo>
                  <a:lnTo>
                    <a:pt x="12304" y="1880"/>
                  </a:lnTo>
                  <a:lnTo>
                    <a:pt x="12258" y="1651"/>
                  </a:lnTo>
                  <a:lnTo>
                    <a:pt x="12167" y="1444"/>
                  </a:lnTo>
                  <a:lnTo>
                    <a:pt x="12075" y="1238"/>
                  </a:lnTo>
                  <a:lnTo>
                    <a:pt x="11960" y="1055"/>
                  </a:lnTo>
                  <a:lnTo>
                    <a:pt x="11708" y="711"/>
                  </a:lnTo>
                  <a:lnTo>
                    <a:pt x="11456" y="413"/>
                  </a:lnTo>
                  <a:lnTo>
                    <a:pt x="11227" y="184"/>
                  </a:lnTo>
                  <a:lnTo>
                    <a:pt x="10998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55"/>
            <p:cNvSpPr/>
            <p:nvPr/>
          </p:nvSpPr>
          <p:spPr>
            <a:xfrm>
              <a:off x="8490617" y="8018287"/>
              <a:ext cx="175294" cy="275760"/>
            </a:xfrm>
            <a:custGeom>
              <a:avLst/>
              <a:gdLst/>
              <a:ahLst/>
              <a:cxnLst/>
              <a:rect l="l" t="t" r="r" b="b"/>
              <a:pathLst>
                <a:path w="8157" h="12832" extrusionOk="0">
                  <a:moveTo>
                    <a:pt x="4124" y="1"/>
                  </a:moveTo>
                  <a:lnTo>
                    <a:pt x="4124" y="505"/>
                  </a:lnTo>
                  <a:lnTo>
                    <a:pt x="4056" y="1719"/>
                  </a:lnTo>
                  <a:lnTo>
                    <a:pt x="4010" y="2452"/>
                  </a:lnTo>
                  <a:lnTo>
                    <a:pt x="3941" y="3186"/>
                  </a:lnTo>
                  <a:lnTo>
                    <a:pt x="3849" y="3873"/>
                  </a:lnTo>
                  <a:lnTo>
                    <a:pt x="3781" y="4171"/>
                  </a:lnTo>
                  <a:lnTo>
                    <a:pt x="3712" y="4446"/>
                  </a:lnTo>
                  <a:lnTo>
                    <a:pt x="3460" y="5362"/>
                  </a:lnTo>
                  <a:lnTo>
                    <a:pt x="3139" y="6324"/>
                  </a:lnTo>
                  <a:lnTo>
                    <a:pt x="2750" y="7333"/>
                  </a:lnTo>
                  <a:lnTo>
                    <a:pt x="2521" y="7837"/>
                  </a:lnTo>
                  <a:lnTo>
                    <a:pt x="2291" y="8364"/>
                  </a:lnTo>
                  <a:lnTo>
                    <a:pt x="2154" y="8638"/>
                  </a:lnTo>
                  <a:lnTo>
                    <a:pt x="1971" y="8936"/>
                  </a:lnTo>
                  <a:lnTo>
                    <a:pt x="1581" y="9601"/>
                  </a:lnTo>
                  <a:lnTo>
                    <a:pt x="1123" y="10288"/>
                  </a:lnTo>
                  <a:lnTo>
                    <a:pt x="688" y="10975"/>
                  </a:lnTo>
                  <a:lnTo>
                    <a:pt x="321" y="11594"/>
                  </a:lnTo>
                  <a:lnTo>
                    <a:pt x="184" y="11892"/>
                  </a:lnTo>
                  <a:lnTo>
                    <a:pt x="69" y="12144"/>
                  </a:lnTo>
                  <a:lnTo>
                    <a:pt x="23" y="12373"/>
                  </a:lnTo>
                  <a:lnTo>
                    <a:pt x="0" y="12556"/>
                  </a:lnTo>
                  <a:lnTo>
                    <a:pt x="23" y="12625"/>
                  </a:lnTo>
                  <a:lnTo>
                    <a:pt x="46" y="12694"/>
                  </a:lnTo>
                  <a:lnTo>
                    <a:pt x="92" y="12740"/>
                  </a:lnTo>
                  <a:lnTo>
                    <a:pt x="161" y="12785"/>
                  </a:lnTo>
                  <a:lnTo>
                    <a:pt x="321" y="12831"/>
                  </a:lnTo>
                  <a:lnTo>
                    <a:pt x="527" y="12831"/>
                  </a:lnTo>
                  <a:lnTo>
                    <a:pt x="779" y="12808"/>
                  </a:lnTo>
                  <a:lnTo>
                    <a:pt x="1031" y="12763"/>
                  </a:lnTo>
                  <a:lnTo>
                    <a:pt x="1329" y="12671"/>
                  </a:lnTo>
                  <a:lnTo>
                    <a:pt x="1627" y="12556"/>
                  </a:lnTo>
                  <a:lnTo>
                    <a:pt x="1948" y="12419"/>
                  </a:lnTo>
                  <a:lnTo>
                    <a:pt x="2291" y="12259"/>
                  </a:lnTo>
                  <a:lnTo>
                    <a:pt x="2612" y="12075"/>
                  </a:lnTo>
                  <a:lnTo>
                    <a:pt x="2956" y="11869"/>
                  </a:lnTo>
                  <a:lnTo>
                    <a:pt x="3300" y="11663"/>
                  </a:lnTo>
                  <a:lnTo>
                    <a:pt x="3620" y="11434"/>
                  </a:lnTo>
                  <a:lnTo>
                    <a:pt x="3918" y="11205"/>
                  </a:lnTo>
                  <a:lnTo>
                    <a:pt x="4216" y="10953"/>
                  </a:lnTo>
                  <a:lnTo>
                    <a:pt x="4491" y="10701"/>
                  </a:lnTo>
                  <a:lnTo>
                    <a:pt x="4720" y="10448"/>
                  </a:lnTo>
                  <a:lnTo>
                    <a:pt x="5247" y="9853"/>
                  </a:lnTo>
                  <a:lnTo>
                    <a:pt x="5774" y="9211"/>
                  </a:lnTo>
                  <a:lnTo>
                    <a:pt x="6278" y="8547"/>
                  </a:lnTo>
                  <a:lnTo>
                    <a:pt x="6736" y="7905"/>
                  </a:lnTo>
                  <a:lnTo>
                    <a:pt x="7149" y="7241"/>
                  </a:lnTo>
                  <a:lnTo>
                    <a:pt x="7515" y="6622"/>
                  </a:lnTo>
                  <a:lnTo>
                    <a:pt x="7790" y="6027"/>
                  </a:lnTo>
                  <a:lnTo>
                    <a:pt x="7905" y="5752"/>
                  </a:lnTo>
                  <a:lnTo>
                    <a:pt x="7973" y="5500"/>
                  </a:lnTo>
                  <a:lnTo>
                    <a:pt x="8042" y="5270"/>
                  </a:lnTo>
                  <a:lnTo>
                    <a:pt x="8088" y="5041"/>
                  </a:lnTo>
                  <a:lnTo>
                    <a:pt x="8134" y="4606"/>
                  </a:lnTo>
                  <a:lnTo>
                    <a:pt x="8157" y="4239"/>
                  </a:lnTo>
                  <a:lnTo>
                    <a:pt x="8134" y="3919"/>
                  </a:lnTo>
                  <a:lnTo>
                    <a:pt x="8088" y="3644"/>
                  </a:lnTo>
                  <a:lnTo>
                    <a:pt x="8042" y="3460"/>
                  </a:lnTo>
                  <a:lnTo>
                    <a:pt x="7973" y="3300"/>
                  </a:lnTo>
                  <a:lnTo>
                    <a:pt x="8088" y="322"/>
                  </a:lnTo>
                  <a:lnTo>
                    <a:pt x="4124" y="1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55"/>
            <p:cNvSpPr/>
            <p:nvPr/>
          </p:nvSpPr>
          <p:spPr>
            <a:xfrm>
              <a:off x="8592521" y="7329975"/>
              <a:ext cx="78804" cy="19212"/>
            </a:xfrm>
            <a:custGeom>
              <a:avLst/>
              <a:gdLst/>
              <a:ahLst/>
              <a:cxnLst/>
              <a:rect l="l" t="t" r="r" b="b"/>
              <a:pathLst>
                <a:path w="3667" h="894" extrusionOk="0">
                  <a:moveTo>
                    <a:pt x="3300" y="0"/>
                  </a:moveTo>
                  <a:lnTo>
                    <a:pt x="2934" y="138"/>
                  </a:lnTo>
                  <a:lnTo>
                    <a:pt x="2613" y="206"/>
                  </a:lnTo>
                  <a:lnTo>
                    <a:pt x="2292" y="275"/>
                  </a:lnTo>
                  <a:lnTo>
                    <a:pt x="2017" y="321"/>
                  </a:lnTo>
                  <a:lnTo>
                    <a:pt x="1765" y="344"/>
                  </a:lnTo>
                  <a:lnTo>
                    <a:pt x="1513" y="367"/>
                  </a:lnTo>
                  <a:lnTo>
                    <a:pt x="1124" y="344"/>
                  </a:lnTo>
                  <a:lnTo>
                    <a:pt x="803" y="298"/>
                  </a:lnTo>
                  <a:lnTo>
                    <a:pt x="597" y="229"/>
                  </a:lnTo>
                  <a:lnTo>
                    <a:pt x="459" y="184"/>
                  </a:lnTo>
                  <a:lnTo>
                    <a:pt x="413" y="161"/>
                  </a:lnTo>
                  <a:lnTo>
                    <a:pt x="322" y="115"/>
                  </a:lnTo>
                  <a:lnTo>
                    <a:pt x="207" y="115"/>
                  </a:lnTo>
                  <a:lnTo>
                    <a:pt x="116" y="138"/>
                  </a:lnTo>
                  <a:lnTo>
                    <a:pt x="47" y="206"/>
                  </a:lnTo>
                  <a:lnTo>
                    <a:pt x="1" y="321"/>
                  </a:lnTo>
                  <a:lnTo>
                    <a:pt x="1" y="413"/>
                  </a:lnTo>
                  <a:lnTo>
                    <a:pt x="47" y="504"/>
                  </a:lnTo>
                  <a:lnTo>
                    <a:pt x="116" y="596"/>
                  </a:lnTo>
                  <a:lnTo>
                    <a:pt x="207" y="642"/>
                  </a:lnTo>
                  <a:lnTo>
                    <a:pt x="345" y="711"/>
                  </a:lnTo>
                  <a:lnTo>
                    <a:pt x="505" y="756"/>
                  </a:lnTo>
                  <a:lnTo>
                    <a:pt x="711" y="825"/>
                  </a:lnTo>
                  <a:lnTo>
                    <a:pt x="963" y="871"/>
                  </a:lnTo>
                  <a:lnTo>
                    <a:pt x="1261" y="894"/>
                  </a:lnTo>
                  <a:lnTo>
                    <a:pt x="1628" y="894"/>
                  </a:lnTo>
                  <a:lnTo>
                    <a:pt x="2017" y="871"/>
                  </a:lnTo>
                  <a:lnTo>
                    <a:pt x="2452" y="802"/>
                  </a:lnTo>
                  <a:lnTo>
                    <a:pt x="2934" y="688"/>
                  </a:lnTo>
                  <a:lnTo>
                    <a:pt x="3484" y="527"/>
                  </a:lnTo>
                  <a:lnTo>
                    <a:pt x="3575" y="459"/>
                  </a:lnTo>
                  <a:lnTo>
                    <a:pt x="3644" y="390"/>
                  </a:lnTo>
                  <a:lnTo>
                    <a:pt x="3667" y="275"/>
                  </a:lnTo>
                  <a:lnTo>
                    <a:pt x="3644" y="184"/>
                  </a:lnTo>
                  <a:lnTo>
                    <a:pt x="3598" y="92"/>
                  </a:lnTo>
                  <a:lnTo>
                    <a:pt x="3506" y="23"/>
                  </a:lnTo>
                  <a:lnTo>
                    <a:pt x="3415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55"/>
            <p:cNvSpPr/>
            <p:nvPr/>
          </p:nvSpPr>
          <p:spPr>
            <a:xfrm>
              <a:off x="8528525" y="6358043"/>
              <a:ext cx="800116" cy="870044"/>
            </a:xfrm>
            <a:custGeom>
              <a:avLst/>
              <a:gdLst/>
              <a:ahLst/>
              <a:cxnLst/>
              <a:rect l="l" t="t" r="r" b="b"/>
              <a:pathLst>
                <a:path w="37232" h="40486" extrusionOk="0">
                  <a:moveTo>
                    <a:pt x="9463" y="1"/>
                  </a:moveTo>
                  <a:lnTo>
                    <a:pt x="8386" y="2842"/>
                  </a:lnTo>
                  <a:lnTo>
                    <a:pt x="7309" y="5797"/>
                  </a:lnTo>
                  <a:lnTo>
                    <a:pt x="7172" y="6164"/>
                  </a:lnTo>
                  <a:lnTo>
                    <a:pt x="6416" y="8363"/>
                  </a:lnTo>
                  <a:lnTo>
                    <a:pt x="5660" y="10609"/>
                  </a:lnTo>
                  <a:lnTo>
                    <a:pt x="5522" y="11067"/>
                  </a:lnTo>
                  <a:lnTo>
                    <a:pt x="4812" y="13358"/>
                  </a:lnTo>
                  <a:lnTo>
                    <a:pt x="4674" y="13839"/>
                  </a:lnTo>
                  <a:lnTo>
                    <a:pt x="3987" y="16222"/>
                  </a:lnTo>
                  <a:lnTo>
                    <a:pt x="3873" y="16657"/>
                  </a:lnTo>
                  <a:lnTo>
                    <a:pt x="3323" y="18742"/>
                  </a:lnTo>
                  <a:lnTo>
                    <a:pt x="2796" y="20873"/>
                  </a:lnTo>
                  <a:lnTo>
                    <a:pt x="2292" y="23050"/>
                  </a:lnTo>
                  <a:lnTo>
                    <a:pt x="1810" y="25295"/>
                  </a:lnTo>
                  <a:lnTo>
                    <a:pt x="1696" y="25891"/>
                  </a:lnTo>
                  <a:lnTo>
                    <a:pt x="1467" y="27151"/>
                  </a:lnTo>
                  <a:lnTo>
                    <a:pt x="1215" y="28434"/>
                  </a:lnTo>
                  <a:lnTo>
                    <a:pt x="1146" y="28892"/>
                  </a:lnTo>
                  <a:lnTo>
                    <a:pt x="940" y="30175"/>
                  </a:lnTo>
                  <a:lnTo>
                    <a:pt x="734" y="31481"/>
                  </a:lnTo>
                  <a:lnTo>
                    <a:pt x="665" y="31894"/>
                  </a:lnTo>
                  <a:lnTo>
                    <a:pt x="390" y="33818"/>
                  </a:lnTo>
                  <a:lnTo>
                    <a:pt x="138" y="35789"/>
                  </a:lnTo>
                  <a:lnTo>
                    <a:pt x="92" y="36178"/>
                  </a:lnTo>
                  <a:lnTo>
                    <a:pt x="0" y="37072"/>
                  </a:lnTo>
                  <a:lnTo>
                    <a:pt x="871" y="37392"/>
                  </a:lnTo>
                  <a:lnTo>
                    <a:pt x="1765" y="37690"/>
                  </a:lnTo>
                  <a:lnTo>
                    <a:pt x="2635" y="37988"/>
                  </a:lnTo>
                  <a:lnTo>
                    <a:pt x="3506" y="38240"/>
                  </a:lnTo>
                  <a:lnTo>
                    <a:pt x="4354" y="38492"/>
                  </a:lnTo>
                  <a:lnTo>
                    <a:pt x="5224" y="38721"/>
                  </a:lnTo>
                  <a:lnTo>
                    <a:pt x="6072" y="38950"/>
                  </a:lnTo>
                  <a:lnTo>
                    <a:pt x="6920" y="39157"/>
                  </a:lnTo>
                  <a:lnTo>
                    <a:pt x="7745" y="39340"/>
                  </a:lnTo>
                  <a:lnTo>
                    <a:pt x="8592" y="39500"/>
                  </a:lnTo>
                  <a:lnTo>
                    <a:pt x="10219" y="39798"/>
                  </a:lnTo>
                  <a:lnTo>
                    <a:pt x="11846" y="40027"/>
                  </a:lnTo>
                  <a:lnTo>
                    <a:pt x="13427" y="40211"/>
                  </a:lnTo>
                  <a:lnTo>
                    <a:pt x="13770" y="40234"/>
                  </a:lnTo>
                  <a:lnTo>
                    <a:pt x="14916" y="40348"/>
                  </a:lnTo>
                  <a:lnTo>
                    <a:pt x="16039" y="40417"/>
                  </a:lnTo>
                  <a:lnTo>
                    <a:pt x="16359" y="40417"/>
                  </a:lnTo>
                  <a:lnTo>
                    <a:pt x="18032" y="40486"/>
                  </a:lnTo>
                  <a:lnTo>
                    <a:pt x="19659" y="40486"/>
                  </a:lnTo>
                  <a:lnTo>
                    <a:pt x="21240" y="40440"/>
                  </a:lnTo>
                  <a:lnTo>
                    <a:pt x="22752" y="40348"/>
                  </a:lnTo>
                  <a:lnTo>
                    <a:pt x="24195" y="40211"/>
                  </a:lnTo>
                  <a:lnTo>
                    <a:pt x="25593" y="40073"/>
                  </a:lnTo>
                  <a:lnTo>
                    <a:pt x="26922" y="39890"/>
                  </a:lnTo>
                  <a:lnTo>
                    <a:pt x="28182" y="39684"/>
                  </a:lnTo>
                  <a:lnTo>
                    <a:pt x="28457" y="39638"/>
                  </a:lnTo>
                  <a:lnTo>
                    <a:pt x="29419" y="39455"/>
                  </a:lnTo>
                  <a:lnTo>
                    <a:pt x="30313" y="39271"/>
                  </a:lnTo>
                  <a:lnTo>
                    <a:pt x="30610" y="39203"/>
                  </a:lnTo>
                  <a:lnTo>
                    <a:pt x="31596" y="38973"/>
                  </a:lnTo>
                  <a:lnTo>
                    <a:pt x="32489" y="38744"/>
                  </a:lnTo>
                  <a:lnTo>
                    <a:pt x="33337" y="38538"/>
                  </a:lnTo>
                  <a:lnTo>
                    <a:pt x="34093" y="38309"/>
                  </a:lnTo>
                  <a:lnTo>
                    <a:pt x="34414" y="38217"/>
                  </a:lnTo>
                  <a:lnTo>
                    <a:pt x="35628" y="37828"/>
                  </a:lnTo>
                  <a:lnTo>
                    <a:pt x="36499" y="37507"/>
                  </a:lnTo>
                  <a:lnTo>
                    <a:pt x="37049" y="37301"/>
                  </a:lnTo>
                  <a:lnTo>
                    <a:pt x="37232" y="37209"/>
                  </a:lnTo>
                  <a:lnTo>
                    <a:pt x="36499" y="34506"/>
                  </a:lnTo>
                  <a:lnTo>
                    <a:pt x="36407" y="34162"/>
                  </a:lnTo>
                  <a:lnTo>
                    <a:pt x="35765" y="31756"/>
                  </a:lnTo>
                  <a:lnTo>
                    <a:pt x="35697" y="31458"/>
                  </a:lnTo>
                  <a:lnTo>
                    <a:pt x="35353" y="30152"/>
                  </a:lnTo>
                  <a:lnTo>
                    <a:pt x="35261" y="29855"/>
                  </a:lnTo>
                  <a:lnTo>
                    <a:pt x="34276" y="26143"/>
                  </a:lnTo>
                  <a:lnTo>
                    <a:pt x="34185" y="25822"/>
                  </a:lnTo>
                  <a:lnTo>
                    <a:pt x="33474" y="23210"/>
                  </a:lnTo>
                  <a:lnTo>
                    <a:pt x="33406" y="22935"/>
                  </a:lnTo>
                  <a:lnTo>
                    <a:pt x="32375" y="19246"/>
                  </a:lnTo>
                  <a:lnTo>
                    <a:pt x="31412" y="15764"/>
                  </a:lnTo>
                  <a:lnTo>
                    <a:pt x="31344" y="15489"/>
                  </a:lnTo>
                  <a:lnTo>
                    <a:pt x="30702" y="13244"/>
                  </a:lnTo>
                  <a:lnTo>
                    <a:pt x="30633" y="12969"/>
                  </a:lnTo>
                  <a:lnTo>
                    <a:pt x="29900" y="10494"/>
                  </a:lnTo>
                  <a:lnTo>
                    <a:pt x="29602" y="9555"/>
                  </a:lnTo>
                  <a:lnTo>
                    <a:pt x="29373" y="8799"/>
                  </a:lnTo>
                  <a:lnTo>
                    <a:pt x="29281" y="8593"/>
                  </a:lnTo>
                  <a:lnTo>
                    <a:pt x="29259" y="8478"/>
                  </a:lnTo>
                  <a:lnTo>
                    <a:pt x="28915" y="7607"/>
                  </a:lnTo>
                  <a:lnTo>
                    <a:pt x="28571" y="6737"/>
                  </a:lnTo>
                  <a:lnTo>
                    <a:pt x="28434" y="6439"/>
                  </a:lnTo>
                  <a:lnTo>
                    <a:pt x="28021" y="5477"/>
                  </a:lnTo>
                  <a:lnTo>
                    <a:pt x="27609" y="4537"/>
                  </a:lnTo>
                  <a:lnTo>
                    <a:pt x="26784" y="2842"/>
                  </a:lnTo>
                  <a:lnTo>
                    <a:pt x="26624" y="2544"/>
                  </a:lnTo>
                  <a:lnTo>
                    <a:pt x="26143" y="1559"/>
                  </a:lnTo>
                  <a:lnTo>
                    <a:pt x="25730" y="803"/>
                  </a:lnTo>
                  <a:lnTo>
                    <a:pt x="25387" y="138"/>
                  </a:lnTo>
                  <a:lnTo>
                    <a:pt x="24722" y="299"/>
                  </a:lnTo>
                  <a:lnTo>
                    <a:pt x="24035" y="459"/>
                  </a:lnTo>
                  <a:lnTo>
                    <a:pt x="23370" y="596"/>
                  </a:lnTo>
                  <a:lnTo>
                    <a:pt x="22683" y="711"/>
                  </a:lnTo>
                  <a:lnTo>
                    <a:pt x="21996" y="803"/>
                  </a:lnTo>
                  <a:lnTo>
                    <a:pt x="21308" y="871"/>
                  </a:lnTo>
                  <a:lnTo>
                    <a:pt x="20621" y="940"/>
                  </a:lnTo>
                  <a:lnTo>
                    <a:pt x="19934" y="986"/>
                  </a:lnTo>
                  <a:lnTo>
                    <a:pt x="19269" y="1009"/>
                  </a:lnTo>
                  <a:lnTo>
                    <a:pt x="18582" y="1009"/>
                  </a:lnTo>
                  <a:lnTo>
                    <a:pt x="17276" y="986"/>
                  </a:lnTo>
                  <a:lnTo>
                    <a:pt x="15993" y="940"/>
                  </a:lnTo>
                  <a:lnTo>
                    <a:pt x="14801" y="825"/>
                  </a:lnTo>
                  <a:lnTo>
                    <a:pt x="13679" y="711"/>
                  </a:lnTo>
                  <a:lnTo>
                    <a:pt x="12648" y="573"/>
                  </a:lnTo>
                  <a:lnTo>
                    <a:pt x="11754" y="436"/>
                  </a:lnTo>
                  <a:lnTo>
                    <a:pt x="10975" y="299"/>
                  </a:lnTo>
                  <a:lnTo>
                    <a:pt x="9852" y="92"/>
                  </a:lnTo>
                  <a:lnTo>
                    <a:pt x="9463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55"/>
            <p:cNvSpPr/>
            <p:nvPr/>
          </p:nvSpPr>
          <p:spPr>
            <a:xfrm>
              <a:off x="8682627" y="6405814"/>
              <a:ext cx="80287" cy="84692"/>
            </a:xfrm>
            <a:custGeom>
              <a:avLst/>
              <a:gdLst/>
              <a:ahLst/>
              <a:cxnLst/>
              <a:rect l="l" t="t" r="r" b="b"/>
              <a:pathLst>
                <a:path w="3736" h="3941" extrusionOk="0">
                  <a:moveTo>
                    <a:pt x="3598" y="0"/>
                  </a:moveTo>
                  <a:lnTo>
                    <a:pt x="3552" y="23"/>
                  </a:lnTo>
                  <a:lnTo>
                    <a:pt x="3506" y="46"/>
                  </a:lnTo>
                  <a:lnTo>
                    <a:pt x="3460" y="92"/>
                  </a:lnTo>
                  <a:lnTo>
                    <a:pt x="3460" y="160"/>
                  </a:lnTo>
                  <a:lnTo>
                    <a:pt x="3415" y="481"/>
                  </a:lnTo>
                  <a:lnTo>
                    <a:pt x="3346" y="802"/>
                  </a:lnTo>
                  <a:lnTo>
                    <a:pt x="3254" y="1100"/>
                  </a:lnTo>
                  <a:lnTo>
                    <a:pt x="3117" y="1375"/>
                  </a:lnTo>
                  <a:lnTo>
                    <a:pt x="2956" y="1650"/>
                  </a:lnTo>
                  <a:lnTo>
                    <a:pt x="2773" y="1879"/>
                  </a:lnTo>
                  <a:lnTo>
                    <a:pt x="2590" y="2108"/>
                  </a:lnTo>
                  <a:lnTo>
                    <a:pt x="2361" y="2314"/>
                  </a:lnTo>
                  <a:lnTo>
                    <a:pt x="2132" y="2520"/>
                  </a:lnTo>
                  <a:lnTo>
                    <a:pt x="1857" y="2704"/>
                  </a:lnTo>
                  <a:lnTo>
                    <a:pt x="1605" y="2864"/>
                  </a:lnTo>
                  <a:lnTo>
                    <a:pt x="1330" y="3024"/>
                  </a:lnTo>
                  <a:lnTo>
                    <a:pt x="734" y="3322"/>
                  </a:lnTo>
                  <a:lnTo>
                    <a:pt x="138" y="3574"/>
                  </a:lnTo>
                  <a:lnTo>
                    <a:pt x="1" y="3941"/>
                  </a:lnTo>
                  <a:lnTo>
                    <a:pt x="1" y="3941"/>
                  </a:lnTo>
                  <a:lnTo>
                    <a:pt x="642" y="3689"/>
                  </a:lnTo>
                  <a:lnTo>
                    <a:pt x="963" y="3529"/>
                  </a:lnTo>
                  <a:lnTo>
                    <a:pt x="1284" y="3368"/>
                  </a:lnTo>
                  <a:lnTo>
                    <a:pt x="1605" y="3185"/>
                  </a:lnTo>
                  <a:lnTo>
                    <a:pt x="1902" y="3002"/>
                  </a:lnTo>
                  <a:lnTo>
                    <a:pt x="2200" y="2795"/>
                  </a:lnTo>
                  <a:lnTo>
                    <a:pt x="2475" y="2566"/>
                  </a:lnTo>
                  <a:lnTo>
                    <a:pt x="2727" y="2337"/>
                  </a:lnTo>
                  <a:lnTo>
                    <a:pt x="2956" y="2085"/>
                  </a:lnTo>
                  <a:lnTo>
                    <a:pt x="3163" y="1810"/>
                  </a:lnTo>
                  <a:lnTo>
                    <a:pt x="3346" y="1512"/>
                  </a:lnTo>
                  <a:lnTo>
                    <a:pt x="3506" y="1192"/>
                  </a:lnTo>
                  <a:lnTo>
                    <a:pt x="3621" y="871"/>
                  </a:lnTo>
                  <a:lnTo>
                    <a:pt x="3690" y="527"/>
                  </a:lnTo>
                  <a:lnTo>
                    <a:pt x="3735" y="160"/>
                  </a:lnTo>
                  <a:lnTo>
                    <a:pt x="3735" y="92"/>
                  </a:lnTo>
                  <a:lnTo>
                    <a:pt x="3690" y="46"/>
                  </a:lnTo>
                  <a:lnTo>
                    <a:pt x="3667" y="23"/>
                  </a:lnTo>
                  <a:lnTo>
                    <a:pt x="3598" y="0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55"/>
            <p:cNvSpPr/>
            <p:nvPr/>
          </p:nvSpPr>
          <p:spPr>
            <a:xfrm>
              <a:off x="8647191" y="6423522"/>
              <a:ext cx="167901" cy="172350"/>
            </a:xfrm>
            <a:custGeom>
              <a:avLst/>
              <a:gdLst/>
              <a:ahLst/>
              <a:cxnLst/>
              <a:rect l="l" t="t" r="r" b="b"/>
              <a:pathLst>
                <a:path w="7813" h="8020" extrusionOk="0">
                  <a:moveTo>
                    <a:pt x="7607" y="1"/>
                  </a:moveTo>
                  <a:lnTo>
                    <a:pt x="7561" y="47"/>
                  </a:lnTo>
                  <a:lnTo>
                    <a:pt x="7538" y="93"/>
                  </a:lnTo>
                  <a:lnTo>
                    <a:pt x="7469" y="413"/>
                  </a:lnTo>
                  <a:lnTo>
                    <a:pt x="7401" y="711"/>
                  </a:lnTo>
                  <a:lnTo>
                    <a:pt x="7309" y="986"/>
                  </a:lnTo>
                  <a:lnTo>
                    <a:pt x="7194" y="1284"/>
                  </a:lnTo>
                  <a:lnTo>
                    <a:pt x="7080" y="1559"/>
                  </a:lnTo>
                  <a:lnTo>
                    <a:pt x="6942" y="1811"/>
                  </a:lnTo>
                  <a:lnTo>
                    <a:pt x="6645" y="2338"/>
                  </a:lnTo>
                  <a:lnTo>
                    <a:pt x="6324" y="2819"/>
                  </a:lnTo>
                  <a:lnTo>
                    <a:pt x="5957" y="3277"/>
                  </a:lnTo>
                  <a:lnTo>
                    <a:pt x="5545" y="3713"/>
                  </a:lnTo>
                  <a:lnTo>
                    <a:pt x="5109" y="4125"/>
                  </a:lnTo>
                  <a:lnTo>
                    <a:pt x="4674" y="4515"/>
                  </a:lnTo>
                  <a:lnTo>
                    <a:pt x="4193" y="4904"/>
                  </a:lnTo>
                  <a:lnTo>
                    <a:pt x="3712" y="5271"/>
                  </a:lnTo>
                  <a:lnTo>
                    <a:pt x="3208" y="5614"/>
                  </a:lnTo>
                  <a:lnTo>
                    <a:pt x="2200" y="6279"/>
                  </a:lnTo>
                  <a:lnTo>
                    <a:pt x="1192" y="6897"/>
                  </a:lnTo>
                  <a:lnTo>
                    <a:pt x="138" y="7562"/>
                  </a:lnTo>
                  <a:lnTo>
                    <a:pt x="0" y="8020"/>
                  </a:lnTo>
                  <a:lnTo>
                    <a:pt x="0" y="8020"/>
                  </a:lnTo>
                  <a:lnTo>
                    <a:pt x="687" y="7562"/>
                  </a:lnTo>
                  <a:lnTo>
                    <a:pt x="1398" y="7104"/>
                  </a:lnTo>
                  <a:lnTo>
                    <a:pt x="2818" y="6233"/>
                  </a:lnTo>
                  <a:lnTo>
                    <a:pt x="3529" y="5752"/>
                  </a:lnTo>
                  <a:lnTo>
                    <a:pt x="4193" y="5271"/>
                  </a:lnTo>
                  <a:lnTo>
                    <a:pt x="4857" y="4744"/>
                  </a:lnTo>
                  <a:lnTo>
                    <a:pt x="5178" y="4469"/>
                  </a:lnTo>
                  <a:lnTo>
                    <a:pt x="5476" y="4194"/>
                  </a:lnTo>
                  <a:lnTo>
                    <a:pt x="5888" y="3781"/>
                  </a:lnTo>
                  <a:lnTo>
                    <a:pt x="6278" y="3323"/>
                  </a:lnTo>
                  <a:lnTo>
                    <a:pt x="6645" y="2865"/>
                  </a:lnTo>
                  <a:lnTo>
                    <a:pt x="6965" y="2361"/>
                  </a:lnTo>
                  <a:lnTo>
                    <a:pt x="7240" y="1857"/>
                  </a:lnTo>
                  <a:lnTo>
                    <a:pt x="7492" y="1307"/>
                  </a:lnTo>
                  <a:lnTo>
                    <a:pt x="7584" y="1032"/>
                  </a:lnTo>
                  <a:lnTo>
                    <a:pt x="7676" y="757"/>
                  </a:lnTo>
                  <a:lnTo>
                    <a:pt x="7744" y="459"/>
                  </a:lnTo>
                  <a:lnTo>
                    <a:pt x="7813" y="184"/>
                  </a:lnTo>
                  <a:lnTo>
                    <a:pt x="7813" y="115"/>
                  </a:lnTo>
                  <a:lnTo>
                    <a:pt x="7790" y="70"/>
                  </a:lnTo>
                  <a:lnTo>
                    <a:pt x="7744" y="24"/>
                  </a:lnTo>
                  <a:lnTo>
                    <a:pt x="7698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55"/>
            <p:cNvSpPr/>
            <p:nvPr/>
          </p:nvSpPr>
          <p:spPr>
            <a:xfrm>
              <a:off x="8564950" y="6680538"/>
              <a:ext cx="155609" cy="233897"/>
            </a:xfrm>
            <a:custGeom>
              <a:avLst/>
              <a:gdLst/>
              <a:ahLst/>
              <a:cxnLst/>
              <a:rect l="l" t="t" r="r" b="b"/>
              <a:pathLst>
                <a:path w="7241" h="10884" extrusionOk="0">
                  <a:moveTo>
                    <a:pt x="5454" y="1"/>
                  </a:moveTo>
                  <a:lnTo>
                    <a:pt x="5202" y="24"/>
                  </a:lnTo>
                  <a:lnTo>
                    <a:pt x="4950" y="70"/>
                  </a:lnTo>
                  <a:lnTo>
                    <a:pt x="4446" y="207"/>
                  </a:lnTo>
                  <a:lnTo>
                    <a:pt x="3942" y="367"/>
                  </a:lnTo>
                  <a:lnTo>
                    <a:pt x="3506" y="551"/>
                  </a:lnTo>
                  <a:lnTo>
                    <a:pt x="3117" y="734"/>
                  </a:lnTo>
                  <a:lnTo>
                    <a:pt x="2704" y="963"/>
                  </a:lnTo>
                  <a:lnTo>
                    <a:pt x="2292" y="1215"/>
                  </a:lnTo>
                  <a:lnTo>
                    <a:pt x="2178" y="1650"/>
                  </a:lnTo>
                  <a:lnTo>
                    <a:pt x="2178" y="1650"/>
                  </a:lnTo>
                  <a:lnTo>
                    <a:pt x="2636" y="1330"/>
                  </a:lnTo>
                  <a:lnTo>
                    <a:pt x="3071" y="1101"/>
                  </a:lnTo>
                  <a:lnTo>
                    <a:pt x="3506" y="871"/>
                  </a:lnTo>
                  <a:lnTo>
                    <a:pt x="3942" y="688"/>
                  </a:lnTo>
                  <a:lnTo>
                    <a:pt x="4400" y="551"/>
                  </a:lnTo>
                  <a:lnTo>
                    <a:pt x="4904" y="413"/>
                  </a:lnTo>
                  <a:lnTo>
                    <a:pt x="5179" y="344"/>
                  </a:lnTo>
                  <a:lnTo>
                    <a:pt x="5454" y="322"/>
                  </a:lnTo>
                  <a:lnTo>
                    <a:pt x="5729" y="299"/>
                  </a:lnTo>
                  <a:lnTo>
                    <a:pt x="6004" y="322"/>
                  </a:lnTo>
                  <a:lnTo>
                    <a:pt x="6256" y="390"/>
                  </a:lnTo>
                  <a:lnTo>
                    <a:pt x="6370" y="459"/>
                  </a:lnTo>
                  <a:lnTo>
                    <a:pt x="6485" y="505"/>
                  </a:lnTo>
                  <a:lnTo>
                    <a:pt x="6622" y="619"/>
                  </a:lnTo>
                  <a:lnTo>
                    <a:pt x="6714" y="734"/>
                  </a:lnTo>
                  <a:lnTo>
                    <a:pt x="6806" y="849"/>
                  </a:lnTo>
                  <a:lnTo>
                    <a:pt x="6851" y="986"/>
                  </a:lnTo>
                  <a:lnTo>
                    <a:pt x="6897" y="1123"/>
                  </a:lnTo>
                  <a:lnTo>
                    <a:pt x="6920" y="1261"/>
                  </a:lnTo>
                  <a:lnTo>
                    <a:pt x="6920" y="1398"/>
                  </a:lnTo>
                  <a:lnTo>
                    <a:pt x="6920" y="1559"/>
                  </a:lnTo>
                  <a:lnTo>
                    <a:pt x="6851" y="1857"/>
                  </a:lnTo>
                  <a:lnTo>
                    <a:pt x="6737" y="2132"/>
                  </a:lnTo>
                  <a:lnTo>
                    <a:pt x="6622" y="2407"/>
                  </a:lnTo>
                  <a:lnTo>
                    <a:pt x="6462" y="2659"/>
                  </a:lnTo>
                  <a:lnTo>
                    <a:pt x="6072" y="3163"/>
                  </a:lnTo>
                  <a:lnTo>
                    <a:pt x="5660" y="3667"/>
                  </a:lnTo>
                  <a:lnTo>
                    <a:pt x="4812" y="4675"/>
                  </a:lnTo>
                  <a:lnTo>
                    <a:pt x="1605" y="8501"/>
                  </a:lnTo>
                  <a:lnTo>
                    <a:pt x="115" y="10288"/>
                  </a:lnTo>
                  <a:lnTo>
                    <a:pt x="1" y="10884"/>
                  </a:lnTo>
                  <a:lnTo>
                    <a:pt x="5866" y="3827"/>
                  </a:lnTo>
                  <a:lnTo>
                    <a:pt x="6164" y="3483"/>
                  </a:lnTo>
                  <a:lnTo>
                    <a:pt x="6485" y="3094"/>
                  </a:lnTo>
                  <a:lnTo>
                    <a:pt x="6783" y="2659"/>
                  </a:lnTo>
                  <a:lnTo>
                    <a:pt x="6920" y="2429"/>
                  </a:lnTo>
                  <a:lnTo>
                    <a:pt x="7035" y="2200"/>
                  </a:lnTo>
                  <a:lnTo>
                    <a:pt x="7126" y="1948"/>
                  </a:lnTo>
                  <a:lnTo>
                    <a:pt x="7195" y="1719"/>
                  </a:lnTo>
                  <a:lnTo>
                    <a:pt x="7241" y="1490"/>
                  </a:lnTo>
                  <a:lnTo>
                    <a:pt x="7241" y="1238"/>
                  </a:lnTo>
                  <a:lnTo>
                    <a:pt x="7195" y="1009"/>
                  </a:lnTo>
                  <a:lnTo>
                    <a:pt x="7104" y="803"/>
                  </a:lnTo>
                  <a:lnTo>
                    <a:pt x="6966" y="574"/>
                  </a:lnTo>
                  <a:lnTo>
                    <a:pt x="6783" y="367"/>
                  </a:lnTo>
                  <a:lnTo>
                    <a:pt x="6599" y="230"/>
                  </a:lnTo>
                  <a:lnTo>
                    <a:pt x="6393" y="138"/>
                  </a:lnTo>
                  <a:lnTo>
                    <a:pt x="6187" y="47"/>
                  </a:lnTo>
                  <a:lnTo>
                    <a:pt x="5958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55"/>
            <p:cNvSpPr/>
            <p:nvPr/>
          </p:nvSpPr>
          <p:spPr>
            <a:xfrm>
              <a:off x="8530502" y="7078869"/>
              <a:ext cx="293962" cy="143790"/>
            </a:xfrm>
            <a:custGeom>
              <a:avLst/>
              <a:gdLst/>
              <a:ahLst/>
              <a:cxnLst/>
              <a:rect l="l" t="t" r="r" b="b"/>
              <a:pathLst>
                <a:path w="13679" h="6691" extrusionOk="0">
                  <a:moveTo>
                    <a:pt x="6278" y="0"/>
                  </a:moveTo>
                  <a:lnTo>
                    <a:pt x="5751" y="23"/>
                  </a:lnTo>
                  <a:lnTo>
                    <a:pt x="5201" y="92"/>
                  </a:lnTo>
                  <a:lnTo>
                    <a:pt x="4674" y="161"/>
                  </a:lnTo>
                  <a:lnTo>
                    <a:pt x="4147" y="298"/>
                  </a:lnTo>
                  <a:lnTo>
                    <a:pt x="3620" y="436"/>
                  </a:lnTo>
                  <a:lnTo>
                    <a:pt x="3116" y="619"/>
                  </a:lnTo>
                  <a:lnTo>
                    <a:pt x="2704" y="779"/>
                  </a:lnTo>
                  <a:lnTo>
                    <a:pt x="2314" y="963"/>
                  </a:lnTo>
                  <a:lnTo>
                    <a:pt x="1535" y="1352"/>
                  </a:lnTo>
                  <a:lnTo>
                    <a:pt x="779" y="1787"/>
                  </a:lnTo>
                  <a:lnTo>
                    <a:pt x="46" y="2246"/>
                  </a:lnTo>
                  <a:lnTo>
                    <a:pt x="0" y="2635"/>
                  </a:lnTo>
                  <a:lnTo>
                    <a:pt x="825" y="2108"/>
                  </a:lnTo>
                  <a:lnTo>
                    <a:pt x="1673" y="1627"/>
                  </a:lnTo>
                  <a:lnTo>
                    <a:pt x="2108" y="1398"/>
                  </a:lnTo>
                  <a:lnTo>
                    <a:pt x="2520" y="1192"/>
                  </a:lnTo>
                  <a:lnTo>
                    <a:pt x="2979" y="1008"/>
                  </a:lnTo>
                  <a:lnTo>
                    <a:pt x="3414" y="825"/>
                  </a:lnTo>
                  <a:lnTo>
                    <a:pt x="3872" y="665"/>
                  </a:lnTo>
                  <a:lnTo>
                    <a:pt x="4330" y="550"/>
                  </a:lnTo>
                  <a:lnTo>
                    <a:pt x="4789" y="436"/>
                  </a:lnTo>
                  <a:lnTo>
                    <a:pt x="5247" y="344"/>
                  </a:lnTo>
                  <a:lnTo>
                    <a:pt x="5728" y="298"/>
                  </a:lnTo>
                  <a:lnTo>
                    <a:pt x="6209" y="275"/>
                  </a:lnTo>
                  <a:lnTo>
                    <a:pt x="6690" y="298"/>
                  </a:lnTo>
                  <a:lnTo>
                    <a:pt x="7194" y="321"/>
                  </a:lnTo>
                  <a:lnTo>
                    <a:pt x="7492" y="367"/>
                  </a:lnTo>
                  <a:lnTo>
                    <a:pt x="7790" y="436"/>
                  </a:lnTo>
                  <a:lnTo>
                    <a:pt x="8065" y="504"/>
                  </a:lnTo>
                  <a:lnTo>
                    <a:pt x="8363" y="596"/>
                  </a:lnTo>
                  <a:lnTo>
                    <a:pt x="8615" y="688"/>
                  </a:lnTo>
                  <a:lnTo>
                    <a:pt x="8890" y="802"/>
                  </a:lnTo>
                  <a:lnTo>
                    <a:pt x="9142" y="940"/>
                  </a:lnTo>
                  <a:lnTo>
                    <a:pt x="9394" y="1077"/>
                  </a:lnTo>
                  <a:lnTo>
                    <a:pt x="9646" y="1238"/>
                  </a:lnTo>
                  <a:lnTo>
                    <a:pt x="9875" y="1398"/>
                  </a:lnTo>
                  <a:lnTo>
                    <a:pt x="10104" y="1581"/>
                  </a:lnTo>
                  <a:lnTo>
                    <a:pt x="10310" y="1765"/>
                  </a:lnTo>
                  <a:lnTo>
                    <a:pt x="10517" y="1971"/>
                  </a:lnTo>
                  <a:lnTo>
                    <a:pt x="10723" y="2177"/>
                  </a:lnTo>
                  <a:lnTo>
                    <a:pt x="10906" y="2406"/>
                  </a:lnTo>
                  <a:lnTo>
                    <a:pt x="11089" y="2658"/>
                  </a:lnTo>
                  <a:lnTo>
                    <a:pt x="11410" y="3093"/>
                  </a:lnTo>
                  <a:lnTo>
                    <a:pt x="11685" y="3552"/>
                  </a:lnTo>
                  <a:lnTo>
                    <a:pt x="11937" y="4033"/>
                  </a:lnTo>
                  <a:lnTo>
                    <a:pt x="12189" y="4514"/>
                  </a:lnTo>
                  <a:lnTo>
                    <a:pt x="12670" y="5476"/>
                  </a:lnTo>
                  <a:lnTo>
                    <a:pt x="12922" y="5934"/>
                  </a:lnTo>
                  <a:lnTo>
                    <a:pt x="13174" y="6416"/>
                  </a:lnTo>
                  <a:lnTo>
                    <a:pt x="13335" y="6668"/>
                  </a:lnTo>
                  <a:lnTo>
                    <a:pt x="13678" y="6691"/>
                  </a:lnTo>
                  <a:lnTo>
                    <a:pt x="13335" y="6118"/>
                  </a:lnTo>
                  <a:lnTo>
                    <a:pt x="13014" y="5522"/>
                  </a:lnTo>
                  <a:lnTo>
                    <a:pt x="12395" y="4308"/>
                  </a:lnTo>
                  <a:lnTo>
                    <a:pt x="12075" y="3712"/>
                  </a:lnTo>
                  <a:lnTo>
                    <a:pt x="11754" y="3139"/>
                  </a:lnTo>
                  <a:lnTo>
                    <a:pt x="11387" y="2566"/>
                  </a:lnTo>
                  <a:lnTo>
                    <a:pt x="11204" y="2314"/>
                  </a:lnTo>
                  <a:lnTo>
                    <a:pt x="10998" y="2062"/>
                  </a:lnTo>
                  <a:lnTo>
                    <a:pt x="10814" y="1856"/>
                  </a:lnTo>
                  <a:lnTo>
                    <a:pt x="10631" y="1650"/>
                  </a:lnTo>
                  <a:lnTo>
                    <a:pt x="10425" y="1467"/>
                  </a:lnTo>
                  <a:lnTo>
                    <a:pt x="10219" y="1283"/>
                  </a:lnTo>
                  <a:lnTo>
                    <a:pt x="9783" y="986"/>
                  </a:lnTo>
                  <a:lnTo>
                    <a:pt x="9325" y="711"/>
                  </a:lnTo>
                  <a:lnTo>
                    <a:pt x="8844" y="481"/>
                  </a:lnTo>
                  <a:lnTo>
                    <a:pt x="8363" y="298"/>
                  </a:lnTo>
                  <a:lnTo>
                    <a:pt x="7859" y="161"/>
                  </a:lnTo>
                  <a:lnTo>
                    <a:pt x="7332" y="69"/>
                  </a:lnTo>
                  <a:lnTo>
                    <a:pt x="6805" y="23"/>
                  </a:lnTo>
                  <a:lnTo>
                    <a:pt x="6278" y="0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55"/>
            <p:cNvSpPr/>
            <p:nvPr/>
          </p:nvSpPr>
          <p:spPr>
            <a:xfrm>
              <a:off x="9261149" y="7092150"/>
              <a:ext cx="51726" cy="89141"/>
            </a:xfrm>
            <a:custGeom>
              <a:avLst/>
              <a:gdLst/>
              <a:ahLst/>
              <a:cxnLst/>
              <a:rect l="l" t="t" r="r" b="b"/>
              <a:pathLst>
                <a:path w="2407" h="4148" extrusionOk="0">
                  <a:moveTo>
                    <a:pt x="2315" y="1"/>
                  </a:moveTo>
                  <a:lnTo>
                    <a:pt x="1971" y="390"/>
                  </a:lnTo>
                  <a:lnTo>
                    <a:pt x="1651" y="803"/>
                  </a:lnTo>
                  <a:lnTo>
                    <a:pt x="1353" y="1238"/>
                  </a:lnTo>
                  <a:lnTo>
                    <a:pt x="1055" y="1674"/>
                  </a:lnTo>
                  <a:lnTo>
                    <a:pt x="803" y="2132"/>
                  </a:lnTo>
                  <a:lnTo>
                    <a:pt x="574" y="2613"/>
                  </a:lnTo>
                  <a:lnTo>
                    <a:pt x="368" y="3094"/>
                  </a:lnTo>
                  <a:lnTo>
                    <a:pt x="184" y="3575"/>
                  </a:lnTo>
                  <a:lnTo>
                    <a:pt x="1" y="4148"/>
                  </a:lnTo>
                  <a:lnTo>
                    <a:pt x="322" y="4056"/>
                  </a:lnTo>
                  <a:lnTo>
                    <a:pt x="528" y="3461"/>
                  </a:lnTo>
                  <a:lnTo>
                    <a:pt x="757" y="2865"/>
                  </a:lnTo>
                  <a:lnTo>
                    <a:pt x="917" y="2521"/>
                  </a:lnTo>
                  <a:lnTo>
                    <a:pt x="1101" y="2200"/>
                  </a:lnTo>
                  <a:lnTo>
                    <a:pt x="1284" y="1857"/>
                  </a:lnTo>
                  <a:lnTo>
                    <a:pt x="1490" y="1536"/>
                  </a:lnTo>
                  <a:lnTo>
                    <a:pt x="1696" y="1215"/>
                  </a:lnTo>
                  <a:lnTo>
                    <a:pt x="1926" y="917"/>
                  </a:lnTo>
                  <a:lnTo>
                    <a:pt x="2155" y="620"/>
                  </a:lnTo>
                  <a:lnTo>
                    <a:pt x="2407" y="345"/>
                  </a:lnTo>
                  <a:lnTo>
                    <a:pt x="2315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55"/>
            <p:cNvSpPr/>
            <p:nvPr/>
          </p:nvSpPr>
          <p:spPr>
            <a:xfrm>
              <a:off x="8861850" y="7126619"/>
              <a:ext cx="278704" cy="99971"/>
            </a:xfrm>
            <a:custGeom>
              <a:avLst/>
              <a:gdLst/>
              <a:ahLst/>
              <a:cxnLst/>
              <a:rect l="l" t="t" r="r" b="b"/>
              <a:pathLst>
                <a:path w="12969" h="4652" extrusionOk="0">
                  <a:moveTo>
                    <a:pt x="2131" y="1"/>
                  </a:moveTo>
                  <a:lnTo>
                    <a:pt x="1902" y="24"/>
                  </a:lnTo>
                  <a:lnTo>
                    <a:pt x="1673" y="47"/>
                  </a:lnTo>
                  <a:lnTo>
                    <a:pt x="1467" y="115"/>
                  </a:lnTo>
                  <a:lnTo>
                    <a:pt x="1261" y="207"/>
                  </a:lnTo>
                  <a:lnTo>
                    <a:pt x="1055" y="299"/>
                  </a:lnTo>
                  <a:lnTo>
                    <a:pt x="871" y="436"/>
                  </a:lnTo>
                  <a:lnTo>
                    <a:pt x="711" y="596"/>
                  </a:lnTo>
                  <a:lnTo>
                    <a:pt x="550" y="757"/>
                  </a:lnTo>
                  <a:lnTo>
                    <a:pt x="413" y="963"/>
                  </a:lnTo>
                  <a:lnTo>
                    <a:pt x="298" y="1192"/>
                  </a:lnTo>
                  <a:lnTo>
                    <a:pt x="207" y="1421"/>
                  </a:lnTo>
                  <a:lnTo>
                    <a:pt x="92" y="1834"/>
                  </a:lnTo>
                  <a:lnTo>
                    <a:pt x="24" y="2223"/>
                  </a:lnTo>
                  <a:lnTo>
                    <a:pt x="1" y="2636"/>
                  </a:lnTo>
                  <a:lnTo>
                    <a:pt x="46" y="3048"/>
                  </a:lnTo>
                  <a:lnTo>
                    <a:pt x="115" y="3460"/>
                  </a:lnTo>
                  <a:lnTo>
                    <a:pt x="207" y="3873"/>
                  </a:lnTo>
                  <a:lnTo>
                    <a:pt x="367" y="4262"/>
                  </a:lnTo>
                  <a:lnTo>
                    <a:pt x="528" y="4652"/>
                  </a:lnTo>
                  <a:lnTo>
                    <a:pt x="848" y="4652"/>
                  </a:lnTo>
                  <a:lnTo>
                    <a:pt x="688" y="4331"/>
                  </a:lnTo>
                  <a:lnTo>
                    <a:pt x="573" y="3987"/>
                  </a:lnTo>
                  <a:lnTo>
                    <a:pt x="459" y="3644"/>
                  </a:lnTo>
                  <a:lnTo>
                    <a:pt x="367" y="3300"/>
                  </a:lnTo>
                  <a:lnTo>
                    <a:pt x="321" y="2933"/>
                  </a:lnTo>
                  <a:lnTo>
                    <a:pt x="298" y="2590"/>
                  </a:lnTo>
                  <a:lnTo>
                    <a:pt x="321" y="2223"/>
                  </a:lnTo>
                  <a:lnTo>
                    <a:pt x="367" y="1880"/>
                  </a:lnTo>
                  <a:lnTo>
                    <a:pt x="436" y="1627"/>
                  </a:lnTo>
                  <a:lnTo>
                    <a:pt x="505" y="1398"/>
                  </a:lnTo>
                  <a:lnTo>
                    <a:pt x="619" y="1169"/>
                  </a:lnTo>
                  <a:lnTo>
                    <a:pt x="757" y="963"/>
                  </a:lnTo>
                  <a:lnTo>
                    <a:pt x="894" y="780"/>
                  </a:lnTo>
                  <a:lnTo>
                    <a:pt x="1077" y="619"/>
                  </a:lnTo>
                  <a:lnTo>
                    <a:pt x="1284" y="482"/>
                  </a:lnTo>
                  <a:lnTo>
                    <a:pt x="1513" y="367"/>
                  </a:lnTo>
                  <a:lnTo>
                    <a:pt x="1788" y="299"/>
                  </a:lnTo>
                  <a:lnTo>
                    <a:pt x="2086" y="253"/>
                  </a:lnTo>
                  <a:lnTo>
                    <a:pt x="2361" y="276"/>
                  </a:lnTo>
                  <a:lnTo>
                    <a:pt x="2658" y="322"/>
                  </a:lnTo>
                  <a:lnTo>
                    <a:pt x="2933" y="390"/>
                  </a:lnTo>
                  <a:lnTo>
                    <a:pt x="3208" y="505"/>
                  </a:lnTo>
                  <a:lnTo>
                    <a:pt x="3483" y="619"/>
                  </a:lnTo>
                  <a:lnTo>
                    <a:pt x="3735" y="780"/>
                  </a:lnTo>
                  <a:lnTo>
                    <a:pt x="4171" y="1032"/>
                  </a:lnTo>
                  <a:lnTo>
                    <a:pt x="4583" y="1307"/>
                  </a:lnTo>
                  <a:lnTo>
                    <a:pt x="4995" y="1559"/>
                  </a:lnTo>
                  <a:lnTo>
                    <a:pt x="5408" y="1811"/>
                  </a:lnTo>
                  <a:lnTo>
                    <a:pt x="5843" y="2040"/>
                  </a:lnTo>
                  <a:lnTo>
                    <a:pt x="6278" y="2223"/>
                  </a:lnTo>
                  <a:lnTo>
                    <a:pt x="6508" y="2292"/>
                  </a:lnTo>
                  <a:lnTo>
                    <a:pt x="6760" y="2361"/>
                  </a:lnTo>
                  <a:lnTo>
                    <a:pt x="7012" y="2406"/>
                  </a:lnTo>
                  <a:lnTo>
                    <a:pt x="7264" y="2429"/>
                  </a:lnTo>
                  <a:lnTo>
                    <a:pt x="7516" y="2452"/>
                  </a:lnTo>
                  <a:lnTo>
                    <a:pt x="8043" y="2452"/>
                  </a:lnTo>
                  <a:lnTo>
                    <a:pt x="8295" y="2429"/>
                  </a:lnTo>
                  <a:lnTo>
                    <a:pt x="8547" y="2384"/>
                  </a:lnTo>
                  <a:lnTo>
                    <a:pt x="8799" y="2315"/>
                  </a:lnTo>
                  <a:lnTo>
                    <a:pt x="9028" y="2246"/>
                  </a:lnTo>
                  <a:lnTo>
                    <a:pt x="9280" y="2177"/>
                  </a:lnTo>
                  <a:lnTo>
                    <a:pt x="9761" y="1971"/>
                  </a:lnTo>
                  <a:lnTo>
                    <a:pt x="10265" y="1742"/>
                  </a:lnTo>
                  <a:lnTo>
                    <a:pt x="10517" y="1650"/>
                  </a:lnTo>
                  <a:lnTo>
                    <a:pt x="10792" y="1582"/>
                  </a:lnTo>
                  <a:lnTo>
                    <a:pt x="11044" y="1559"/>
                  </a:lnTo>
                  <a:lnTo>
                    <a:pt x="11319" y="1582"/>
                  </a:lnTo>
                  <a:lnTo>
                    <a:pt x="11456" y="1627"/>
                  </a:lnTo>
                  <a:lnTo>
                    <a:pt x="11594" y="1673"/>
                  </a:lnTo>
                  <a:lnTo>
                    <a:pt x="11731" y="1742"/>
                  </a:lnTo>
                  <a:lnTo>
                    <a:pt x="11846" y="1811"/>
                  </a:lnTo>
                  <a:lnTo>
                    <a:pt x="12075" y="1994"/>
                  </a:lnTo>
                  <a:lnTo>
                    <a:pt x="12258" y="2223"/>
                  </a:lnTo>
                  <a:lnTo>
                    <a:pt x="12419" y="2475"/>
                  </a:lnTo>
                  <a:lnTo>
                    <a:pt x="12556" y="2727"/>
                  </a:lnTo>
                  <a:lnTo>
                    <a:pt x="12625" y="3025"/>
                  </a:lnTo>
                  <a:lnTo>
                    <a:pt x="12694" y="3300"/>
                  </a:lnTo>
                  <a:lnTo>
                    <a:pt x="12694" y="3598"/>
                  </a:lnTo>
                  <a:lnTo>
                    <a:pt x="12671" y="3919"/>
                  </a:lnTo>
                  <a:lnTo>
                    <a:pt x="12946" y="3873"/>
                  </a:lnTo>
                  <a:lnTo>
                    <a:pt x="12969" y="3621"/>
                  </a:lnTo>
                  <a:lnTo>
                    <a:pt x="12969" y="3346"/>
                  </a:lnTo>
                  <a:lnTo>
                    <a:pt x="12946" y="3094"/>
                  </a:lnTo>
                  <a:lnTo>
                    <a:pt x="12900" y="2842"/>
                  </a:lnTo>
                  <a:lnTo>
                    <a:pt x="12808" y="2590"/>
                  </a:lnTo>
                  <a:lnTo>
                    <a:pt x="12694" y="2361"/>
                  </a:lnTo>
                  <a:lnTo>
                    <a:pt x="12556" y="2132"/>
                  </a:lnTo>
                  <a:lnTo>
                    <a:pt x="12373" y="1902"/>
                  </a:lnTo>
                  <a:lnTo>
                    <a:pt x="12167" y="1673"/>
                  </a:lnTo>
                  <a:lnTo>
                    <a:pt x="11938" y="1513"/>
                  </a:lnTo>
                  <a:lnTo>
                    <a:pt x="11708" y="1398"/>
                  </a:lnTo>
                  <a:lnTo>
                    <a:pt x="11456" y="1330"/>
                  </a:lnTo>
                  <a:lnTo>
                    <a:pt x="11204" y="1307"/>
                  </a:lnTo>
                  <a:lnTo>
                    <a:pt x="10975" y="1307"/>
                  </a:lnTo>
                  <a:lnTo>
                    <a:pt x="10723" y="1353"/>
                  </a:lnTo>
                  <a:lnTo>
                    <a:pt x="10471" y="1421"/>
                  </a:lnTo>
                  <a:lnTo>
                    <a:pt x="9967" y="1582"/>
                  </a:lnTo>
                  <a:lnTo>
                    <a:pt x="9440" y="1788"/>
                  </a:lnTo>
                  <a:lnTo>
                    <a:pt x="8936" y="1971"/>
                  </a:lnTo>
                  <a:lnTo>
                    <a:pt x="8684" y="2063"/>
                  </a:lnTo>
                  <a:lnTo>
                    <a:pt x="8432" y="2109"/>
                  </a:lnTo>
                  <a:lnTo>
                    <a:pt x="8043" y="2154"/>
                  </a:lnTo>
                  <a:lnTo>
                    <a:pt x="7676" y="2177"/>
                  </a:lnTo>
                  <a:lnTo>
                    <a:pt x="7287" y="2154"/>
                  </a:lnTo>
                  <a:lnTo>
                    <a:pt x="6920" y="2109"/>
                  </a:lnTo>
                  <a:lnTo>
                    <a:pt x="6553" y="2017"/>
                  </a:lnTo>
                  <a:lnTo>
                    <a:pt x="6187" y="1902"/>
                  </a:lnTo>
                  <a:lnTo>
                    <a:pt x="5843" y="1765"/>
                  </a:lnTo>
                  <a:lnTo>
                    <a:pt x="5499" y="1582"/>
                  </a:lnTo>
                  <a:lnTo>
                    <a:pt x="5224" y="1421"/>
                  </a:lnTo>
                  <a:lnTo>
                    <a:pt x="4972" y="1238"/>
                  </a:lnTo>
                  <a:lnTo>
                    <a:pt x="4423" y="871"/>
                  </a:lnTo>
                  <a:lnTo>
                    <a:pt x="3896" y="528"/>
                  </a:lnTo>
                  <a:lnTo>
                    <a:pt x="3621" y="367"/>
                  </a:lnTo>
                  <a:lnTo>
                    <a:pt x="3323" y="230"/>
                  </a:lnTo>
                  <a:lnTo>
                    <a:pt x="3071" y="138"/>
                  </a:lnTo>
                  <a:lnTo>
                    <a:pt x="2842" y="70"/>
                  </a:lnTo>
                  <a:lnTo>
                    <a:pt x="2590" y="24"/>
                  </a:lnTo>
                  <a:lnTo>
                    <a:pt x="2361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55"/>
            <p:cNvSpPr/>
            <p:nvPr/>
          </p:nvSpPr>
          <p:spPr>
            <a:xfrm>
              <a:off x="9179918" y="7034063"/>
              <a:ext cx="117206" cy="167923"/>
            </a:xfrm>
            <a:custGeom>
              <a:avLst/>
              <a:gdLst/>
              <a:ahLst/>
              <a:cxnLst/>
              <a:rect l="l" t="t" r="r" b="b"/>
              <a:pathLst>
                <a:path w="5454" h="7814" extrusionOk="0">
                  <a:moveTo>
                    <a:pt x="5385" y="0"/>
                  </a:moveTo>
                  <a:lnTo>
                    <a:pt x="4881" y="367"/>
                  </a:lnTo>
                  <a:lnTo>
                    <a:pt x="4400" y="734"/>
                  </a:lnTo>
                  <a:lnTo>
                    <a:pt x="3941" y="1146"/>
                  </a:lnTo>
                  <a:lnTo>
                    <a:pt x="3506" y="1558"/>
                  </a:lnTo>
                  <a:lnTo>
                    <a:pt x="3094" y="1994"/>
                  </a:lnTo>
                  <a:lnTo>
                    <a:pt x="2704" y="2452"/>
                  </a:lnTo>
                  <a:lnTo>
                    <a:pt x="2315" y="2933"/>
                  </a:lnTo>
                  <a:lnTo>
                    <a:pt x="1971" y="3414"/>
                  </a:lnTo>
                  <a:lnTo>
                    <a:pt x="1627" y="3918"/>
                  </a:lnTo>
                  <a:lnTo>
                    <a:pt x="1329" y="4445"/>
                  </a:lnTo>
                  <a:lnTo>
                    <a:pt x="1032" y="4972"/>
                  </a:lnTo>
                  <a:lnTo>
                    <a:pt x="780" y="5522"/>
                  </a:lnTo>
                  <a:lnTo>
                    <a:pt x="550" y="6095"/>
                  </a:lnTo>
                  <a:lnTo>
                    <a:pt x="344" y="6645"/>
                  </a:lnTo>
                  <a:lnTo>
                    <a:pt x="161" y="7240"/>
                  </a:lnTo>
                  <a:lnTo>
                    <a:pt x="1" y="7813"/>
                  </a:lnTo>
                  <a:lnTo>
                    <a:pt x="298" y="7745"/>
                  </a:lnTo>
                  <a:lnTo>
                    <a:pt x="459" y="7195"/>
                  </a:lnTo>
                  <a:lnTo>
                    <a:pt x="642" y="6645"/>
                  </a:lnTo>
                  <a:lnTo>
                    <a:pt x="848" y="6095"/>
                  </a:lnTo>
                  <a:lnTo>
                    <a:pt x="1077" y="5568"/>
                  </a:lnTo>
                  <a:lnTo>
                    <a:pt x="1329" y="5041"/>
                  </a:lnTo>
                  <a:lnTo>
                    <a:pt x="1604" y="4537"/>
                  </a:lnTo>
                  <a:lnTo>
                    <a:pt x="1902" y="4056"/>
                  </a:lnTo>
                  <a:lnTo>
                    <a:pt x="2223" y="3575"/>
                  </a:lnTo>
                  <a:lnTo>
                    <a:pt x="2544" y="3093"/>
                  </a:lnTo>
                  <a:lnTo>
                    <a:pt x="2910" y="2635"/>
                  </a:lnTo>
                  <a:lnTo>
                    <a:pt x="3300" y="2200"/>
                  </a:lnTo>
                  <a:lnTo>
                    <a:pt x="3689" y="1787"/>
                  </a:lnTo>
                  <a:lnTo>
                    <a:pt x="4102" y="1398"/>
                  </a:lnTo>
                  <a:lnTo>
                    <a:pt x="4537" y="1008"/>
                  </a:lnTo>
                  <a:lnTo>
                    <a:pt x="4995" y="642"/>
                  </a:lnTo>
                  <a:lnTo>
                    <a:pt x="5453" y="298"/>
                  </a:lnTo>
                  <a:lnTo>
                    <a:pt x="5385" y="0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55"/>
            <p:cNvSpPr/>
            <p:nvPr/>
          </p:nvSpPr>
          <p:spPr>
            <a:xfrm>
              <a:off x="8553152" y="6859761"/>
              <a:ext cx="711985" cy="125588"/>
            </a:xfrm>
            <a:custGeom>
              <a:avLst/>
              <a:gdLst/>
              <a:ahLst/>
              <a:cxnLst/>
              <a:rect l="l" t="t" r="r" b="b"/>
              <a:pathLst>
                <a:path w="33131" h="5844" extrusionOk="0">
                  <a:moveTo>
                    <a:pt x="10127" y="1"/>
                  </a:moveTo>
                  <a:lnTo>
                    <a:pt x="9577" y="24"/>
                  </a:lnTo>
                  <a:lnTo>
                    <a:pt x="9027" y="92"/>
                  </a:lnTo>
                  <a:lnTo>
                    <a:pt x="8500" y="184"/>
                  </a:lnTo>
                  <a:lnTo>
                    <a:pt x="7950" y="299"/>
                  </a:lnTo>
                  <a:lnTo>
                    <a:pt x="7423" y="436"/>
                  </a:lnTo>
                  <a:lnTo>
                    <a:pt x="6896" y="596"/>
                  </a:lnTo>
                  <a:lnTo>
                    <a:pt x="6415" y="780"/>
                  </a:lnTo>
                  <a:lnTo>
                    <a:pt x="5934" y="963"/>
                  </a:lnTo>
                  <a:lnTo>
                    <a:pt x="5453" y="1192"/>
                  </a:lnTo>
                  <a:lnTo>
                    <a:pt x="4995" y="1421"/>
                  </a:lnTo>
                  <a:lnTo>
                    <a:pt x="4559" y="1650"/>
                  </a:lnTo>
                  <a:lnTo>
                    <a:pt x="4101" y="1925"/>
                  </a:lnTo>
                  <a:lnTo>
                    <a:pt x="3689" y="2200"/>
                  </a:lnTo>
                  <a:lnTo>
                    <a:pt x="3253" y="2475"/>
                  </a:lnTo>
                  <a:lnTo>
                    <a:pt x="2429" y="3071"/>
                  </a:lnTo>
                  <a:lnTo>
                    <a:pt x="1627" y="3712"/>
                  </a:lnTo>
                  <a:lnTo>
                    <a:pt x="848" y="4400"/>
                  </a:lnTo>
                  <a:lnTo>
                    <a:pt x="69" y="5087"/>
                  </a:lnTo>
                  <a:lnTo>
                    <a:pt x="0" y="5545"/>
                  </a:lnTo>
                  <a:lnTo>
                    <a:pt x="733" y="4858"/>
                  </a:lnTo>
                  <a:lnTo>
                    <a:pt x="1489" y="4193"/>
                  </a:lnTo>
                  <a:lnTo>
                    <a:pt x="2268" y="3552"/>
                  </a:lnTo>
                  <a:lnTo>
                    <a:pt x="3070" y="2956"/>
                  </a:lnTo>
                  <a:lnTo>
                    <a:pt x="3895" y="2383"/>
                  </a:lnTo>
                  <a:lnTo>
                    <a:pt x="4307" y="2131"/>
                  </a:lnTo>
                  <a:lnTo>
                    <a:pt x="4743" y="1879"/>
                  </a:lnTo>
                  <a:lnTo>
                    <a:pt x="5178" y="1627"/>
                  </a:lnTo>
                  <a:lnTo>
                    <a:pt x="5636" y="1421"/>
                  </a:lnTo>
                  <a:lnTo>
                    <a:pt x="6095" y="1215"/>
                  </a:lnTo>
                  <a:lnTo>
                    <a:pt x="6576" y="1032"/>
                  </a:lnTo>
                  <a:lnTo>
                    <a:pt x="7148" y="825"/>
                  </a:lnTo>
                  <a:lnTo>
                    <a:pt x="7721" y="642"/>
                  </a:lnTo>
                  <a:lnTo>
                    <a:pt x="8317" y="505"/>
                  </a:lnTo>
                  <a:lnTo>
                    <a:pt x="8913" y="390"/>
                  </a:lnTo>
                  <a:lnTo>
                    <a:pt x="9508" y="321"/>
                  </a:lnTo>
                  <a:lnTo>
                    <a:pt x="10104" y="299"/>
                  </a:lnTo>
                  <a:lnTo>
                    <a:pt x="10700" y="299"/>
                  </a:lnTo>
                  <a:lnTo>
                    <a:pt x="11318" y="344"/>
                  </a:lnTo>
                  <a:lnTo>
                    <a:pt x="11822" y="436"/>
                  </a:lnTo>
                  <a:lnTo>
                    <a:pt x="12349" y="528"/>
                  </a:lnTo>
                  <a:lnTo>
                    <a:pt x="12853" y="665"/>
                  </a:lnTo>
                  <a:lnTo>
                    <a:pt x="13335" y="825"/>
                  </a:lnTo>
                  <a:lnTo>
                    <a:pt x="13839" y="1009"/>
                  </a:lnTo>
                  <a:lnTo>
                    <a:pt x="14320" y="1192"/>
                  </a:lnTo>
                  <a:lnTo>
                    <a:pt x="14801" y="1398"/>
                  </a:lnTo>
                  <a:lnTo>
                    <a:pt x="15259" y="1627"/>
                  </a:lnTo>
                  <a:lnTo>
                    <a:pt x="16153" y="2109"/>
                  </a:lnTo>
                  <a:lnTo>
                    <a:pt x="17046" y="2590"/>
                  </a:lnTo>
                  <a:lnTo>
                    <a:pt x="18810" y="3598"/>
                  </a:lnTo>
                  <a:lnTo>
                    <a:pt x="19704" y="4079"/>
                  </a:lnTo>
                  <a:lnTo>
                    <a:pt x="20598" y="4537"/>
                  </a:lnTo>
                  <a:lnTo>
                    <a:pt x="21056" y="4766"/>
                  </a:lnTo>
                  <a:lnTo>
                    <a:pt x="21514" y="4950"/>
                  </a:lnTo>
                  <a:lnTo>
                    <a:pt x="21995" y="5156"/>
                  </a:lnTo>
                  <a:lnTo>
                    <a:pt x="22476" y="5316"/>
                  </a:lnTo>
                  <a:lnTo>
                    <a:pt x="22980" y="5477"/>
                  </a:lnTo>
                  <a:lnTo>
                    <a:pt x="23484" y="5591"/>
                  </a:lnTo>
                  <a:lnTo>
                    <a:pt x="24011" y="5706"/>
                  </a:lnTo>
                  <a:lnTo>
                    <a:pt x="24538" y="5774"/>
                  </a:lnTo>
                  <a:lnTo>
                    <a:pt x="25042" y="5820"/>
                  </a:lnTo>
                  <a:lnTo>
                    <a:pt x="25569" y="5843"/>
                  </a:lnTo>
                  <a:lnTo>
                    <a:pt x="26096" y="5843"/>
                  </a:lnTo>
                  <a:lnTo>
                    <a:pt x="26623" y="5820"/>
                  </a:lnTo>
                  <a:lnTo>
                    <a:pt x="27150" y="5751"/>
                  </a:lnTo>
                  <a:lnTo>
                    <a:pt x="27654" y="5683"/>
                  </a:lnTo>
                  <a:lnTo>
                    <a:pt x="28181" y="5568"/>
                  </a:lnTo>
                  <a:lnTo>
                    <a:pt x="28685" y="5454"/>
                  </a:lnTo>
                  <a:lnTo>
                    <a:pt x="29189" y="5293"/>
                  </a:lnTo>
                  <a:lnTo>
                    <a:pt x="29671" y="5110"/>
                  </a:lnTo>
                  <a:lnTo>
                    <a:pt x="30152" y="4904"/>
                  </a:lnTo>
                  <a:lnTo>
                    <a:pt x="30633" y="4652"/>
                  </a:lnTo>
                  <a:lnTo>
                    <a:pt x="30977" y="4468"/>
                  </a:lnTo>
                  <a:lnTo>
                    <a:pt x="31320" y="4262"/>
                  </a:lnTo>
                  <a:lnTo>
                    <a:pt x="31641" y="4056"/>
                  </a:lnTo>
                  <a:lnTo>
                    <a:pt x="31962" y="3827"/>
                  </a:lnTo>
                  <a:lnTo>
                    <a:pt x="32260" y="3598"/>
                  </a:lnTo>
                  <a:lnTo>
                    <a:pt x="32557" y="3346"/>
                  </a:lnTo>
                  <a:lnTo>
                    <a:pt x="32832" y="3071"/>
                  </a:lnTo>
                  <a:lnTo>
                    <a:pt x="33130" y="2796"/>
                  </a:lnTo>
                  <a:lnTo>
                    <a:pt x="33039" y="2475"/>
                  </a:lnTo>
                  <a:lnTo>
                    <a:pt x="32512" y="3002"/>
                  </a:lnTo>
                  <a:lnTo>
                    <a:pt x="32237" y="3254"/>
                  </a:lnTo>
                  <a:lnTo>
                    <a:pt x="31939" y="3483"/>
                  </a:lnTo>
                  <a:lnTo>
                    <a:pt x="31641" y="3689"/>
                  </a:lnTo>
                  <a:lnTo>
                    <a:pt x="31343" y="3919"/>
                  </a:lnTo>
                  <a:lnTo>
                    <a:pt x="31022" y="4102"/>
                  </a:lnTo>
                  <a:lnTo>
                    <a:pt x="30702" y="4308"/>
                  </a:lnTo>
                  <a:lnTo>
                    <a:pt x="30198" y="4560"/>
                  </a:lnTo>
                  <a:lnTo>
                    <a:pt x="29693" y="4789"/>
                  </a:lnTo>
                  <a:lnTo>
                    <a:pt x="29167" y="4995"/>
                  </a:lnTo>
                  <a:lnTo>
                    <a:pt x="28640" y="5156"/>
                  </a:lnTo>
                  <a:lnTo>
                    <a:pt x="28090" y="5293"/>
                  </a:lnTo>
                  <a:lnTo>
                    <a:pt x="27540" y="5408"/>
                  </a:lnTo>
                  <a:lnTo>
                    <a:pt x="27013" y="5477"/>
                  </a:lnTo>
                  <a:lnTo>
                    <a:pt x="26463" y="5522"/>
                  </a:lnTo>
                  <a:lnTo>
                    <a:pt x="25890" y="5545"/>
                  </a:lnTo>
                  <a:lnTo>
                    <a:pt x="25340" y="5545"/>
                  </a:lnTo>
                  <a:lnTo>
                    <a:pt x="24790" y="5499"/>
                  </a:lnTo>
                  <a:lnTo>
                    <a:pt x="24241" y="5431"/>
                  </a:lnTo>
                  <a:lnTo>
                    <a:pt x="23691" y="5339"/>
                  </a:lnTo>
                  <a:lnTo>
                    <a:pt x="23141" y="5202"/>
                  </a:lnTo>
                  <a:lnTo>
                    <a:pt x="22614" y="5041"/>
                  </a:lnTo>
                  <a:lnTo>
                    <a:pt x="22064" y="4858"/>
                  </a:lnTo>
                  <a:lnTo>
                    <a:pt x="21606" y="4675"/>
                  </a:lnTo>
                  <a:lnTo>
                    <a:pt x="21125" y="4468"/>
                  </a:lnTo>
                  <a:lnTo>
                    <a:pt x="20208" y="4033"/>
                  </a:lnTo>
                  <a:lnTo>
                    <a:pt x="19315" y="3552"/>
                  </a:lnTo>
                  <a:lnTo>
                    <a:pt x="18421" y="3048"/>
                  </a:lnTo>
                  <a:lnTo>
                    <a:pt x="16634" y="2040"/>
                  </a:lnTo>
                  <a:lnTo>
                    <a:pt x="15740" y="1559"/>
                  </a:lnTo>
                  <a:lnTo>
                    <a:pt x="14824" y="1100"/>
                  </a:lnTo>
                  <a:lnTo>
                    <a:pt x="14389" y="917"/>
                  </a:lnTo>
                  <a:lnTo>
                    <a:pt x="13953" y="734"/>
                  </a:lnTo>
                  <a:lnTo>
                    <a:pt x="13518" y="573"/>
                  </a:lnTo>
                  <a:lnTo>
                    <a:pt x="13060" y="436"/>
                  </a:lnTo>
                  <a:lnTo>
                    <a:pt x="12624" y="321"/>
                  </a:lnTo>
                  <a:lnTo>
                    <a:pt x="12166" y="207"/>
                  </a:lnTo>
                  <a:lnTo>
                    <a:pt x="11708" y="115"/>
                  </a:lnTo>
                  <a:lnTo>
                    <a:pt x="11250" y="46"/>
                  </a:lnTo>
                  <a:lnTo>
                    <a:pt x="10700" y="24"/>
                  </a:lnTo>
                  <a:lnTo>
                    <a:pt x="10127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55"/>
            <p:cNvSpPr/>
            <p:nvPr/>
          </p:nvSpPr>
          <p:spPr>
            <a:xfrm>
              <a:off x="9106553" y="6690874"/>
              <a:ext cx="141340" cy="194033"/>
            </a:xfrm>
            <a:custGeom>
              <a:avLst/>
              <a:gdLst/>
              <a:ahLst/>
              <a:cxnLst/>
              <a:rect l="l" t="t" r="r" b="b"/>
              <a:pathLst>
                <a:path w="6577" h="9029" extrusionOk="0">
                  <a:moveTo>
                    <a:pt x="4446" y="1"/>
                  </a:moveTo>
                  <a:lnTo>
                    <a:pt x="3758" y="413"/>
                  </a:lnTo>
                  <a:lnTo>
                    <a:pt x="3117" y="849"/>
                  </a:lnTo>
                  <a:lnTo>
                    <a:pt x="2796" y="1078"/>
                  </a:lnTo>
                  <a:lnTo>
                    <a:pt x="2498" y="1330"/>
                  </a:lnTo>
                  <a:lnTo>
                    <a:pt x="2200" y="1582"/>
                  </a:lnTo>
                  <a:lnTo>
                    <a:pt x="1925" y="1857"/>
                  </a:lnTo>
                  <a:lnTo>
                    <a:pt x="1650" y="2132"/>
                  </a:lnTo>
                  <a:lnTo>
                    <a:pt x="1398" y="2430"/>
                  </a:lnTo>
                  <a:lnTo>
                    <a:pt x="1169" y="2727"/>
                  </a:lnTo>
                  <a:lnTo>
                    <a:pt x="940" y="3048"/>
                  </a:lnTo>
                  <a:lnTo>
                    <a:pt x="734" y="3392"/>
                  </a:lnTo>
                  <a:lnTo>
                    <a:pt x="551" y="3736"/>
                  </a:lnTo>
                  <a:lnTo>
                    <a:pt x="390" y="4079"/>
                  </a:lnTo>
                  <a:lnTo>
                    <a:pt x="253" y="4469"/>
                  </a:lnTo>
                  <a:lnTo>
                    <a:pt x="138" y="4858"/>
                  </a:lnTo>
                  <a:lnTo>
                    <a:pt x="47" y="5294"/>
                  </a:lnTo>
                  <a:lnTo>
                    <a:pt x="1" y="5706"/>
                  </a:lnTo>
                  <a:lnTo>
                    <a:pt x="1" y="6141"/>
                  </a:lnTo>
                  <a:lnTo>
                    <a:pt x="47" y="6554"/>
                  </a:lnTo>
                  <a:lnTo>
                    <a:pt x="115" y="6966"/>
                  </a:lnTo>
                  <a:lnTo>
                    <a:pt x="253" y="7379"/>
                  </a:lnTo>
                  <a:lnTo>
                    <a:pt x="344" y="7562"/>
                  </a:lnTo>
                  <a:lnTo>
                    <a:pt x="436" y="7745"/>
                  </a:lnTo>
                  <a:lnTo>
                    <a:pt x="573" y="7951"/>
                  </a:lnTo>
                  <a:lnTo>
                    <a:pt x="711" y="8135"/>
                  </a:lnTo>
                  <a:lnTo>
                    <a:pt x="848" y="8295"/>
                  </a:lnTo>
                  <a:lnTo>
                    <a:pt x="1009" y="8432"/>
                  </a:lnTo>
                  <a:lnTo>
                    <a:pt x="1192" y="8547"/>
                  </a:lnTo>
                  <a:lnTo>
                    <a:pt x="1375" y="8662"/>
                  </a:lnTo>
                  <a:lnTo>
                    <a:pt x="1559" y="8753"/>
                  </a:lnTo>
                  <a:lnTo>
                    <a:pt x="1742" y="8845"/>
                  </a:lnTo>
                  <a:lnTo>
                    <a:pt x="1948" y="8914"/>
                  </a:lnTo>
                  <a:lnTo>
                    <a:pt x="2154" y="8959"/>
                  </a:lnTo>
                  <a:lnTo>
                    <a:pt x="2361" y="9005"/>
                  </a:lnTo>
                  <a:lnTo>
                    <a:pt x="2590" y="9005"/>
                  </a:lnTo>
                  <a:lnTo>
                    <a:pt x="3025" y="9028"/>
                  </a:lnTo>
                  <a:lnTo>
                    <a:pt x="3483" y="8982"/>
                  </a:lnTo>
                  <a:lnTo>
                    <a:pt x="3873" y="8891"/>
                  </a:lnTo>
                  <a:lnTo>
                    <a:pt x="4285" y="8776"/>
                  </a:lnTo>
                  <a:lnTo>
                    <a:pt x="4675" y="8662"/>
                  </a:lnTo>
                  <a:lnTo>
                    <a:pt x="5064" y="8501"/>
                  </a:lnTo>
                  <a:lnTo>
                    <a:pt x="5454" y="8341"/>
                  </a:lnTo>
                  <a:lnTo>
                    <a:pt x="5843" y="8158"/>
                  </a:lnTo>
                  <a:lnTo>
                    <a:pt x="6210" y="7951"/>
                  </a:lnTo>
                  <a:lnTo>
                    <a:pt x="6576" y="7722"/>
                  </a:lnTo>
                  <a:lnTo>
                    <a:pt x="6508" y="7447"/>
                  </a:lnTo>
                  <a:lnTo>
                    <a:pt x="6095" y="7699"/>
                  </a:lnTo>
                  <a:lnTo>
                    <a:pt x="5683" y="7928"/>
                  </a:lnTo>
                  <a:lnTo>
                    <a:pt x="5247" y="8135"/>
                  </a:lnTo>
                  <a:lnTo>
                    <a:pt x="4812" y="8318"/>
                  </a:lnTo>
                  <a:lnTo>
                    <a:pt x="4377" y="8478"/>
                  </a:lnTo>
                  <a:lnTo>
                    <a:pt x="3941" y="8593"/>
                  </a:lnTo>
                  <a:lnTo>
                    <a:pt x="3483" y="8684"/>
                  </a:lnTo>
                  <a:lnTo>
                    <a:pt x="3025" y="8730"/>
                  </a:lnTo>
                  <a:lnTo>
                    <a:pt x="2704" y="8730"/>
                  </a:lnTo>
                  <a:lnTo>
                    <a:pt x="2406" y="8707"/>
                  </a:lnTo>
                  <a:lnTo>
                    <a:pt x="2109" y="8662"/>
                  </a:lnTo>
                  <a:lnTo>
                    <a:pt x="1857" y="8570"/>
                  </a:lnTo>
                  <a:lnTo>
                    <a:pt x="1604" y="8455"/>
                  </a:lnTo>
                  <a:lnTo>
                    <a:pt x="1375" y="8318"/>
                  </a:lnTo>
                  <a:lnTo>
                    <a:pt x="1169" y="8135"/>
                  </a:lnTo>
                  <a:lnTo>
                    <a:pt x="986" y="7951"/>
                  </a:lnTo>
                  <a:lnTo>
                    <a:pt x="826" y="7745"/>
                  </a:lnTo>
                  <a:lnTo>
                    <a:pt x="665" y="7516"/>
                  </a:lnTo>
                  <a:lnTo>
                    <a:pt x="551" y="7264"/>
                  </a:lnTo>
                  <a:lnTo>
                    <a:pt x="459" y="7012"/>
                  </a:lnTo>
                  <a:lnTo>
                    <a:pt x="367" y="6714"/>
                  </a:lnTo>
                  <a:lnTo>
                    <a:pt x="321" y="6439"/>
                  </a:lnTo>
                  <a:lnTo>
                    <a:pt x="299" y="6141"/>
                  </a:lnTo>
                  <a:lnTo>
                    <a:pt x="299" y="5821"/>
                  </a:lnTo>
                  <a:lnTo>
                    <a:pt x="299" y="5546"/>
                  </a:lnTo>
                  <a:lnTo>
                    <a:pt x="344" y="5248"/>
                  </a:lnTo>
                  <a:lnTo>
                    <a:pt x="413" y="4973"/>
                  </a:lnTo>
                  <a:lnTo>
                    <a:pt x="482" y="4675"/>
                  </a:lnTo>
                  <a:lnTo>
                    <a:pt x="573" y="4400"/>
                  </a:lnTo>
                  <a:lnTo>
                    <a:pt x="688" y="4148"/>
                  </a:lnTo>
                  <a:lnTo>
                    <a:pt x="803" y="3873"/>
                  </a:lnTo>
                  <a:lnTo>
                    <a:pt x="940" y="3621"/>
                  </a:lnTo>
                  <a:lnTo>
                    <a:pt x="1238" y="3117"/>
                  </a:lnTo>
                  <a:lnTo>
                    <a:pt x="1604" y="2659"/>
                  </a:lnTo>
                  <a:lnTo>
                    <a:pt x="1971" y="2223"/>
                  </a:lnTo>
                  <a:lnTo>
                    <a:pt x="2383" y="1811"/>
                  </a:lnTo>
                  <a:lnTo>
                    <a:pt x="2888" y="1376"/>
                  </a:lnTo>
                  <a:lnTo>
                    <a:pt x="3415" y="986"/>
                  </a:lnTo>
                  <a:lnTo>
                    <a:pt x="3964" y="620"/>
                  </a:lnTo>
                  <a:lnTo>
                    <a:pt x="4514" y="276"/>
                  </a:lnTo>
                  <a:lnTo>
                    <a:pt x="4446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55"/>
            <p:cNvSpPr/>
            <p:nvPr/>
          </p:nvSpPr>
          <p:spPr>
            <a:xfrm>
              <a:off x="8628967" y="6496393"/>
              <a:ext cx="513568" cy="159069"/>
            </a:xfrm>
            <a:custGeom>
              <a:avLst/>
              <a:gdLst/>
              <a:ahLst/>
              <a:cxnLst/>
              <a:rect l="l" t="t" r="r" b="b"/>
              <a:pathLst>
                <a:path w="23898" h="7402" extrusionOk="0">
                  <a:moveTo>
                    <a:pt x="23760" y="1"/>
                  </a:moveTo>
                  <a:lnTo>
                    <a:pt x="23554" y="230"/>
                  </a:lnTo>
                  <a:lnTo>
                    <a:pt x="23302" y="436"/>
                  </a:lnTo>
                  <a:lnTo>
                    <a:pt x="23072" y="642"/>
                  </a:lnTo>
                  <a:lnTo>
                    <a:pt x="22797" y="826"/>
                  </a:lnTo>
                  <a:lnTo>
                    <a:pt x="22523" y="986"/>
                  </a:lnTo>
                  <a:lnTo>
                    <a:pt x="22248" y="1146"/>
                  </a:lnTo>
                  <a:lnTo>
                    <a:pt x="21973" y="1284"/>
                  </a:lnTo>
                  <a:lnTo>
                    <a:pt x="21675" y="1421"/>
                  </a:lnTo>
                  <a:lnTo>
                    <a:pt x="21285" y="1559"/>
                  </a:lnTo>
                  <a:lnTo>
                    <a:pt x="20873" y="1696"/>
                  </a:lnTo>
                  <a:lnTo>
                    <a:pt x="20483" y="1811"/>
                  </a:lnTo>
                  <a:lnTo>
                    <a:pt x="20071" y="1903"/>
                  </a:lnTo>
                  <a:lnTo>
                    <a:pt x="19636" y="1971"/>
                  </a:lnTo>
                  <a:lnTo>
                    <a:pt x="19223" y="2017"/>
                  </a:lnTo>
                  <a:lnTo>
                    <a:pt x="18398" y="2109"/>
                  </a:lnTo>
                  <a:lnTo>
                    <a:pt x="17551" y="2155"/>
                  </a:lnTo>
                  <a:lnTo>
                    <a:pt x="14251" y="2155"/>
                  </a:lnTo>
                  <a:lnTo>
                    <a:pt x="13495" y="2177"/>
                  </a:lnTo>
                  <a:lnTo>
                    <a:pt x="12739" y="2246"/>
                  </a:lnTo>
                  <a:lnTo>
                    <a:pt x="12006" y="2315"/>
                  </a:lnTo>
                  <a:lnTo>
                    <a:pt x="11250" y="2407"/>
                  </a:lnTo>
                  <a:lnTo>
                    <a:pt x="10517" y="2521"/>
                  </a:lnTo>
                  <a:lnTo>
                    <a:pt x="9784" y="2659"/>
                  </a:lnTo>
                  <a:lnTo>
                    <a:pt x="9051" y="2819"/>
                  </a:lnTo>
                  <a:lnTo>
                    <a:pt x="8340" y="3002"/>
                  </a:lnTo>
                  <a:lnTo>
                    <a:pt x="7607" y="3186"/>
                  </a:lnTo>
                  <a:lnTo>
                    <a:pt x="6897" y="3415"/>
                  </a:lnTo>
                  <a:lnTo>
                    <a:pt x="6187" y="3667"/>
                  </a:lnTo>
                  <a:lnTo>
                    <a:pt x="5499" y="3942"/>
                  </a:lnTo>
                  <a:lnTo>
                    <a:pt x="4812" y="4217"/>
                  </a:lnTo>
                  <a:lnTo>
                    <a:pt x="4125" y="4537"/>
                  </a:lnTo>
                  <a:lnTo>
                    <a:pt x="3437" y="4881"/>
                  </a:lnTo>
                  <a:lnTo>
                    <a:pt x="2589" y="5339"/>
                  </a:lnTo>
                  <a:lnTo>
                    <a:pt x="1742" y="5843"/>
                  </a:lnTo>
                  <a:lnTo>
                    <a:pt x="940" y="6370"/>
                  </a:lnTo>
                  <a:lnTo>
                    <a:pt x="138" y="6920"/>
                  </a:lnTo>
                  <a:lnTo>
                    <a:pt x="0" y="7401"/>
                  </a:lnTo>
                  <a:lnTo>
                    <a:pt x="527" y="7012"/>
                  </a:lnTo>
                  <a:lnTo>
                    <a:pt x="1054" y="6645"/>
                  </a:lnTo>
                  <a:lnTo>
                    <a:pt x="1581" y="6279"/>
                  </a:lnTo>
                  <a:lnTo>
                    <a:pt x="2131" y="5935"/>
                  </a:lnTo>
                  <a:lnTo>
                    <a:pt x="2704" y="5614"/>
                  </a:lnTo>
                  <a:lnTo>
                    <a:pt x="3254" y="5293"/>
                  </a:lnTo>
                  <a:lnTo>
                    <a:pt x="3827" y="4996"/>
                  </a:lnTo>
                  <a:lnTo>
                    <a:pt x="4422" y="4721"/>
                  </a:lnTo>
                  <a:lnTo>
                    <a:pt x="5018" y="4446"/>
                  </a:lnTo>
                  <a:lnTo>
                    <a:pt x="5614" y="4194"/>
                  </a:lnTo>
                  <a:lnTo>
                    <a:pt x="6209" y="3965"/>
                  </a:lnTo>
                  <a:lnTo>
                    <a:pt x="6805" y="3735"/>
                  </a:lnTo>
                  <a:lnTo>
                    <a:pt x="7424" y="3529"/>
                  </a:lnTo>
                  <a:lnTo>
                    <a:pt x="8042" y="3346"/>
                  </a:lnTo>
                  <a:lnTo>
                    <a:pt x="8684" y="3186"/>
                  </a:lnTo>
                  <a:lnTo>
                    <a:pt x="9303" y="3025"/>
                  </a:lnTo>
                  <a:lnTo>
                    <a:pt x="10127" y="2865"/>
                  </a:lnTo>
                  <a:lnTo>
                    <a:pt x="10929" y="2727"/>
                  </a:lnTo>
                  <a:lnTo>
                    <a:pt x="11731" y="2636"/>
                  </a:lnTo>
                  <a:lnTo>
                    <a:pt x="12556" y="2544"/>
                  </a:lnTo>
                  <a:lnTo>
                    <a:pt x="13358" y="2498"/>
                  </a:lnTo>
                  <a:lnTo>
                    <a:pt x="14183" y="2452"/>
                  </a:lnTo>
                  <a:lnTo>
                    <a:pt x="16634" y="2452"/>
                  </a:lnTo>
                  <a:lnTo>
                    <a:pt x="17459" y="2429"/>
                  </a:lnTo>
                  <a:lnTo>
                    <a:pt x="18261" y="2407"/>
                  </a:lnTo>
                  <a:lnTo>
                    <a:pt x="19063" y="2338"/>
                  </a:lnTo>
                  <a:lnTo>
                    <a:pt x="19865" y="2223"/>
                  </a:lnTo>
                  <a:lnTo>
                    <a:pt x="20254" y="2155"/>
                  </a:lnTo>
                  <a:lnTo>
                    <a:pt x="20644" y="2063"/>
                  </a:lnTo>
                  <a:lnTo>
                    <a:pt x="21033" y="1948"/>
                  </a:lnTo>
                  <a:lnTo>
                    <a:pt x="21423" y="1811"/>
                  </a:lnTo>
                  <a:lnTo>
                    <a:pt x="21812" y="1673"/>
                  </a:lnTo>
                  <a:lnTo>
                    <a:pt x="22179" y="1513"/>
                  </a:lnTo>
                  <a:lnTo>
                    <a:pt x="22637" y="1261"/>
                  </a:lnTo>
                  <a:lnTo>
                    <a:pt x="23095" y="986"/>
                  </a:lnTo>
                  <a:lnTo>
                    <a:pt x="23508" y="665"/>
                  </a:lnTo>
                  <a:lnTo>
                    <a:pt x="23897" y="299"/>
                  </a:lnTo>
                  <a:lnTo>
                    <a:pt x="23760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55"/>
            <p:cNvSpPr/>
            <p:nvPr/>
          </p:nvSpPr>
          <p:spPr>
            <a:xfrm>
              <a:off x="8850525" y="6412691"/>
              <a:ext cx="253603" cy="101949"/>
            </a:xfrm>
            <a:custGeom>
              <a:avLst/>
              <a:gdLst/>
              <a:ahLst/>
              <a:cxnLst/>
              <a:rect l="l" t="t" r="r" b="b"/>
              <a:pathLst>
                <a:path w="11801" h="4744" extrusionOk="0">
                  <a:moveTo>
                    <a:pt x="11640" y="1"/>
                  </a:moveTo>
                  <a:lnTo>
                    <a:pt x="11411" y="367"/>
                  </a:lnTo>
                  <a:lnTo>
                    <a:pt x="11159" y="734"/>
                  </a:lnTo>
                  <a:lnTo>
                    <a:pt x="10884" y="1078"/>
                  </a:lnTo>
                  <a:lnTo>
                    <a:pt x="10586" y="1398"/>
                  </a:lnTo>
                  <a:lnTo>
                    <a:pt x="10265" y="1719"/>
                  </a:lnTo>
                  <a:lnTo>
                    <a:pt x="9921" y="1994"/>
                  </a:lnTo>
                  <a:lnTo>
                    <a:pt x="9578" y="2269"/>
                  </a:lnTo>
                  <a:lnTo>
                    <a:pt x="9211" y="2521"/>
                  </a:lnTo>
                  <a:lnTo>
                    <a:pt x="8822" y="2750"/>
                  </a:lnTo>
                  <a:lnTo>
                    <a:pt x="8409" y="2979"/>
                  </a:lnTo>
                  <a:lnTo>
                    <a:pt x="8020" y="3186"/>
                  </a:lnTo>
                  <a:lnTo>
                    <a:pt x="7607" y="3346"/>
                  </a:lnTo>
                  <a:lnTo>
                    <a:pt x="7172" y="3529"/>
                  </a:lnTo>
                  <a:lnTo>
                    <a:pt x="6760" y="3667"/>
                  </a:lnTo>
                  <a:lnTo>
                    <a:pt x="6324" y="3804"/>
                  </a:lnTo>
                  <a:lnTo>
                    <a:pt x="5889" y="3919"/>
                  </a:lnTo>
                  <a:lnTo>
                    <a:pt x="5293" y="4056"/>
                  </a:lnTo>
                  <a:lnTo>
                    <a:pt x="4698" y="4171"/>
                  </a:lnTo>
                  <a:lnTo>
                    <a:pt x="4102" y="4262"/>
                  </a:lnTo>
                  <a:lnTo>
                    <a:pt x="3506" y="4331"/>
                  </a:lnTo>
                  <a:lnTo>
                    <a:pt x="3002" y="4400"/>
                  </a:lnTo>
                  <a:lnTo>
                    <a:pt x="2475" y="4446"/>
                  </a:lnTo>
                  <a:lnTo>
                    <a:pt x="2223" y="4469"/>
                  </a:lnTo>
                  <a:lnTo>
                    <a:pt x="1948" y="4446"/>
                  </a:lnTo>
                  <a:lnTo>
                    <a:pt x="1696" y="4423"/>
                  </a:lnTo>
                  <a:lnTo>
                    <a:pt x="1444" y="4377"/>
                  </a:lnTo>
                  <a:lnTo>
                    <a:pt x="1284" y="4331"/>
                  </a:lnTo>
                  <a:lnTo>
                    <a:pt x="1146" y="4285"/>
                  </a:lnTo>
                  <a:lnTo>
                    <a:pt x="1009" y="4217"/>
                  </a:lnTo>
                  <a:lnTo>
                    <a:pt x="894" y="4125"/>
                  </a:lnTo>
                  <a:lnTo>
                    <a:pt x="780" y="4033"/>
                  </a:lnTo>
                  <a:lnTo>
                    <a:pt x="665" y="3942"/>
                  </a:lnTo>
                  <a:lnTo>
                    <a:pt x="573" y="3827"/>
                  </a:lnTo>
                  <a:lnTo>
                    <a:pt x="505" y="3713"/>
                  </a:lnTo>
                  <a:lnTo>
                    <a:pt x="436" y="3575"/>
                  </a:lnTo>
                  <a:lnTo>
                    <a:pt x="390" y="3461"/>
                  </a:lnTo>
                  <a:lnTo>
                    <a:pt x="321" y="3163"/>
                  </a:lnTo>
                  <a:lnTo>
                    <a:pt x="298" y="2865"/>
                  </a:lnTo>
                  <a:lnTo>
                    <a:pt x="344" y="2544"/>
                  </a:lnTo>
                  <a:lnTo>
                    <a:pt x="413" y="2246"/>
                  </a:lnTo>
                  <a:lnTo>
                    <a:pt x="528" y="1971"/>
                  </a:lnTo>
                  <a:lnTo>
                    <a:pt x="665" y="1696"/>
                  </a:lnTo>
                  <a:lnTo>
                    <a:pt x="848" y="1444"/>
                  </a:lnTo>
                  <a:lnTo>
                    <a:pt x="1032" y="1215"/>
                  </a:lnTo>
                  <a:lnTo>
                    <a:pt x="1238" y="986"/>
                  </a:lnTo>
                  <a:lnTo>
                    <a:pt x="1650" y="528"/>
                  </a:lnTo>
                  <a:lnTo>
                    <a:pt x="1673" y="482"/>
                  </a:lnTo>
                  <a:lnTo>
                    <a:pt x="1696" y="413"/>
                  </a:lnTo>
                  <a:lnTo>
                    <a:pt x="1673" y="367"/>
                  </a:lnTo>
                  <a:lnTo>
                    <a:pt x="1650" y="322"/>
                  </a:lnTo>
                  <a:lnTo>
                    <a:pt x="1604" y="299"/>
                  </a:lnTo>
                  <a:lnTo>
                    <a:pt x="1559" y="276"/>
                  </a:lnTo>
                  <a:lnTo>
                    <a:pt x="1490" y="299"/>
                  </a:lnTo>
                  <a:lnTo>
                    <a:pt x="1444" y="322"/>
                  </a:lnTo>
                  <a:lnTo>
                    <a:pt x="1146" y="642"/>
                  </a:lnTo>
                  <a:lnTo>
                    <a:pt x="848" y="986"/>
                  </a:lnTo>
                  <a:lnTo>
                    <a:pt x="573" y="1353"/>
                  </a:lnTo>
                  <a:lnTo>
                    <a:pt x="344" y="1742"/>
                  </a:lnTo>
                  <a:lnTo>
                    <a:pt x="230" y="1925"/>
                  </a:lnTo>
                  <a:lnTo>
                    <a:pt x="161" y="2132"/>
                  </a:lnTo>
                  <a:lnTo>
                    <a:pt x="92" y="2338"/>
                  </a:lnTo>
                  <a:lnTo>
                    <a:pt x="46" y="2567"/>
                  </a:lnTo>
                  <a:lnTo>
                    <a:pt x="24" y="2773"/>
                  </a:lnTo>
                  <a:lnTo>
                    <a:pt x="1" y="3002"/>
                  </a:lnTo>
                  <a:lnTo>
                    <a:pt x="24" y="3231"/>
                  </a:lnTo>
                  <a:lnTo>
                    <a:pt x="69" y="3461"/>
                  </a:lnTo>
                  <a:lnTo>
                    <a:pt x="138" y="3667"/>
                  </a:lnTo>
                  <a:lnTo>
                    <a:pt x="230" y="3850"/>
                  </a:lnTo>
                  <a:lnTo>
                    <a:pt x="344" y="4010"/>
                  </a:lnTo>
                  <a:lnTo>
                    <a:pt x="459" y="4148"/>
                  </a:lnTo>
                  <a:lnTo>
                    <a:pt x="596" y="4285"/>
                  </a:lnTo>
                  <a:lnTo>
                    <a:pt x="734" y="4377"/>
                  </a:lnTo>
                  <a:lnTo>
                    <a:pt x="917" y="4469"/>
                  </a:lnTo>
                  <a:lnTo>
                    <a:pt x="1077" y="4560"/>
                  </a:lnTo>
                  <a:lnTo>
                    <a:pt x="1261" y="4606"/>
                  </a:lnTo>
                  <a:lnTo>
                    <a:pt x="1444" y="4652"/>
                  </a:lnTo>
                  <a:lnTo>
                    <a:pt x="1834" y="4721"/>
                  </a:lnTo>
                  <a:lnTo>
                    <a:pt x="2223" y="4744"/>
                  </a:lnTo>
                  <a:lnTo>
                    <a:pt x="2613" y="4721"/>
                  </a:lnTo>
                  <a:lnTo>
                    <a:pt x="3621" y="4629"/>
                  </a:lnTo>
                  <a:lnTo>
                    <a:pt x="4629" y="4469"/>
                  </a:lnTo>
                  <a:lnTo>
                    <a:pt x="5133" y="4377"/>
                  </a:lnTo>
                  <a:lnTo>
                    <a:pt x="5637" y="4285"/>
                  </a:lnTo>
                  <a:lnTo>
                    <a:pt x="6141" y="4148"/>
                  </a:lnTo>
                  <a:lnTo>
                    <a:pt x="6622" y="4010"/>
                  </a:lnTo>
                  <a:lnTo>
                    <a:pt x="7103" y="3873"/>
                  </a:lnTo>
                  <a:lnTo>
                    <a:pt x="7584" y="3690"/>
                  </a:lnTo>
                  <a:lnTo>
                    <a:pt x="8043" y="3483"/>
                  </a:lnTo>
                  <a:lnTo>
                    <a:pt x="8501" y="3277"/>
                  </a:lnTo>
                  <a:lnTo>
                    <a:pt x="8959" y="3025"/>
                  </a:lnTo>
                  <a:lnTo>
                    <a:pt x="9394" y="2773"/>
                  </a:lnTo>
                  <a:lnTo>
                    <a:pt x="9807" y="2475"/>
                  </a:lnTo>
                  <a:lnTo>
                    <a:pt x="10196" y="2155"/>
                  </a:lnTo>
                  <a:lnTo>
                    <a:pt x="10655" y="1742"/>
                  </a:lnTo>
                  <a:lnTo>
                    <a:pt x="11090" y="1307"/>
                  </a:lnTo>
                  <a:lnTo>
                    <a:pt x="11456" y="803"/>
                  </a:lnTo>
                  <a:lnTo>
                    <a:pt x="11640" y="551"/>
                  </a:lnTo>
                  <a:lnTo>
                    <a:pt x="11800" y="299"/>
                  </a:lnTo>
                  <a:lnTo>
                    <a:pt x="11640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55"/>
            <p:cNvSpPr/>
            <p:nvPr/>
          </p:nvSpPr>
          <p:spPr>
            <a:xfrm>
              <a:off x="8755993" y="6607666"/>
              <a:ext cx="184169" cy="182708"/>
            </a:xfrm>
            <a:custGeom>
              <a:avLst/>
              <a:gdLst/>
              <a:ahLst/>
              <a:cxnLst/>
              <a:rect l="l" t="t" r="r" b="b"/>
              <a:pathLst>
                <a:path w="8570" h="8502" extrusionOk="0">
                  <a:moveTo>
                    <a:pt x="6072" y="276"/>
                  </a:moveTo>
                  <a:lnTo>
                    <a:pt x="6301" y="299"/>
                  </a:lnTo>
                  <a:lnTo>
                    <a:pt x="6508" y="345"/>
                  </a:lnTo>
                  <a:lnTo>
                    <a:pt x="6737" y="413"/>
                  </a:lnTo>
                  <a:lnTo>
                    <a:pt x="6943" y="505"/>
                  </a:lnTo>
                  <a:lnTo>
                    <a:pt x="7149" y="620"/>
                  </a:lnTo>
                  <a:lnTo>
                    <a:pt x="7401" y="803"/>
                  </a:lnTo>
                  <a:lnTo>
                    <a:pt x="7630" y="1009"/>
                  </a:lnTo>
                  <a:lnTo>
                    <a:pt x="7813" y="1238"/>
                  </a:lnTo>
                  <a:lnTo>
                    <a:pt x="7974" y="1513"/>
                  </a:lnTo>
                  <a:lnTo>
                    <a:pt x="8088" y="1788"/>
                  </a:lnTo>
                  <a:lnTo>
                    <a:pt x="8180" y="2086"/>
                  </a:lnTo>
                  <a:lnTo>
                    <a:pt x="8249" y="2384"/>
                  </a:lnTo>
                  <a:lnTo>
                    <a:pt x="8272" y="2682"/>
                  </a:lnTo>
                  <a:lnTo>
                    <a:pt x="8272" y="3002"/>
                  </a:lnTo>
                  <a:lnTo>
                    <a:pt x="8249" y="3300"/>
                  </a:lnTo>
                  <a:lnTo>
                    <a:pt x="8203" y="3621"/>
                  </a:lnTo>
                  <a:lnTo>
                    <a:pt x="8134" y="3919"/>
                  </a:lnTo>
                  <a:lnTo>
                    <a:pt x="8020" y="4194"/>
                  </a:lnTo>
                  <a:lnTo>
                    <a:pt x="7905" y="4469"/>
                  </a:lnTo>
                  <a:lnTo>
                    <a:pt x="7768" y="4744"/>
                  </a:lnTo>
                  <a:lnTo>
                    <a:pt x="7607" y="5019"/>
                  </a:lnTo>
                  <a:lnTo>
                    <a:pt x="7424" y="5271"/>
                  </a:lnTo>
                  <a:lnTo>
                    <a:pt x="7241" y="5523"/>
                  </a:lnTo>
                  <a:lnTo>
                    <a:pt x="6828" y="5981"/>
                  </a:lnTo>
                  <a:lnTo>
                    <a:pt x="6393" y="6416"/>
                  </a:lnTo>
                  <a:lnTo>
                    <a:pt x="5935" y="6829"/>
                  </a:lnTo>
                  <a:lnTo>
                    <a:pt x="5454" y="7195"/>
                  </a:lnTo>
                  <a:lnTo>
                    <a:pt x="5202" y="7378"/>
                  </a:lnTo>
                  <a:lnTo>
                    <a:pt x="4927" y="7539"/>
                  </a:lnTo>
                  <a:lnTo>
                    <a:pt x="4652" y="7699"/>
                  </a:lnTo>
                  <a:lnTo>
                    <a:pt x="4377" y="7837"/>
                  </a:lnTo>
                  <a:lnTo>
                    <a:pt x="4079" y="7951"/>
                  </a:lnTo>
                  <a:lnTo>
                    <a:pt x="3804" y="8043"/>
                  </a:lnTo>
                  <a:lnTo>
                    <a:pt x="3506" y="8135"/>
                  </a:lnTo>
                  <a:lnTo>
                    <a:pt x="3208" y="8180"/>
                  </a:lnTo>
                  <a:lnTo>
                    <a:pt x="2910" y="8226"/>
                  </a:lnTo>
                  <a:lnTo>
                    <a:pt x="2590" y="8203"/>
                  </a:lnTo>
                  <a:lnTo>
                    <a:pt x="2292" y="8180"/>
                  </a:lnTo>
                  <a:lnTo>
                    <a:pt x="1994" y="8112"/>
                  </a:lnTo>
                  <a:lnTo>
                    <a:pt x="1696" y="8020"/>
                  </a:lnTo>
                  <a:lnTo>
                    <a:pt x="1398" y="7882"/>
                  </a:lnTo>
                  <a:lnTo>
                    <a:pt x="1100" y="7699"/>
                  </a:lnTo>
                  <a:lnTo>
                    <a:pt x="871" y="7470"/>
                  </a:lnTo>
                  <a:lnTo>
                    <a:pt x="665" y="7241"/>
                  </a:lnTo>
                  <a:lnTo>
                    <a:pt x="528" y="6989"/>
                  </a:lnTo>
                  <a:lnTo>
                    <a:pt x="413" y="6737"/>
                  </a:lnTo>
                  <a:lnTo>
                    <a:pt x="344" y="6462"/>
                  </a:lnTo>
                  <a:lnTo>
                    <a:pt x="298" y="6164"/>
                  </a:lnTo>
                  <a:lnTo>
                    <a:pt x="298" y="5866"/>
                  </a:lnTo>
                  <a:lnTo>
                    <a:pt x="321" y="5568"/>
                  </a:lnTo>
                  <a:lnTo>
                    <a:pt x="390" y="5271"/>
                  </a:lnTo>
                  <a:lnTo>
                    <a:pt x="459" y="4950"/>
                  </a:lnTo>
                  <a:lnTo>
                    <a:pt x="550" y="4652"/>
                  </a:lnTo>
                  <a:lnTo>
                    <a:pt x="688" y="4377"/>
                  </a:lnTo>
                  <a:lnTo>
                    <a:pt x="825" y="4102"/>
                  </a:lnTo>
                  <a:lnTo>
                    <a:pt x="963" y="3827"/>
                  </a:lnTo>
                  <a:lnTo>
                    <a:pt x="1123" y="3575"/>
                  </a:lnTo>
                  <a:lnTo>
                    <a:pt x="1490" y="3071"/>
                  </a:lnTo>
                  <a:lnTo>
                    <a:pt x="1902" y="2613"/>
                  </a:lnTo>
                  <a:lnTo>
                    <a:pt x="2338" y="2177"/>
                  </a:lnTo>
                  <a:lnTo>
                    <a:pt x="2819" y="1788"/>
                  </a:lnTo>
                  <a:lnTo>
                    <a:pt x="3300" y="1421"/>
                  </a:lnTo>
                  <a:lnTo>
                    <a:pt x="3827" y="1101"/>
                  </a:lnTo>
                  <a:lnTo>
                    <a:pt x="4377" y="803"/>
                  </a:lnTo>
                  <a:lnTo>
                    <a:pt x="4927" y="551"/>
                  </a:lnTo>
                  <a:lnTo>
                    <a:pt x="4972" y="574"/>
                  </a:lnTo>
                  <a:lnTo>
                    <a:pt x="5018" y="551"/>
                  </a:lnTo>
                  <a:lnTo>
                    <a:pt x="5156" y="482"/>
                  </a:lnTo>
                  <a:lnTo>
                    <a:pt x="5339" y="413"/>
                  </a:lnTo>
                  <a:lnTo>
                    <a:pt x="5408" y="367"/>
                  </a:lnTo>
                  <a:lnTo>
                    <a:pt x="5614" y="322"/>
                  </a:lnTo>
                  <a:lnTo>
                    <a:pt x="5843" y="276"/>
                  </a:lnTo>
                  <a:close/>
                  <a:moveTo>
                    <a:pt x="5866" y="1"/>
                  </a:moveTo>
                  <a:lnTo>
                    <a:pt x="5568" y="24"/>
                  </a:lnTo>
                  <a:lnTo>
                    <a:pt x="5293" y="93"/>
                  </a:lnTo>
                  <a:lnTo>
                    <a:pt x="5041" y="207"/>
                  </a:lnTo>
                  <a:lnTo>
                    <a:pt x="4423" y="459"/>
                  </a:lnTo>
                  <a:lnTo>
                    <a:pt x="3827" y="780"/>
                  </a:lnTo>
                  <a:lnTo>
                    <a:pt x="3254" y="1124"/>
                  </a:lnTo>
                  <a:lnTo>
                    <a:pt x="2704" y="1490"/>
                  </a:lnTo>
                  <a:lnTo>
                    <a:pt x="2200" y="1925"/>
                  </a:lnTo>
                  <a:lnTo>
                    <a:pt x="1719" y="2384"/>
                  </a:lnTo>
                  <a:lnTo>
                    <a:pt x="1284" y="2888"/>
                  </a:lnTo>
                  <a:lnTo>
                    <a:pt x="894" y="3415"/>
                  </a:lnTo>
                  <a:lnTo>
                    <a:pt x="711" y="3690"/>
                  </a:lnTo>
                  <a:lnTo>
                    <a:pt x="550" y="3965"/>
                  </a:lnTo>
                  <a:lnTo>
                    <a:pt x="413" y="4262"/>
                  </a:lnTo>
                  <a:lnTo>
                    <a:pt x="298" y="4560"/>
                  </a:lnTo>
                  <a:lnTo>
                    <a:pt x="184" y="4858"/>
                  </a:lnTo>
                  <a:lnTo>
                    <a:pt x="92" y="5179"/>
                  </a:lnTo>
                  <a:lnTo>
                    <a:pt x="46" y="5500"/>
                  </a:lnTo>
                  <a:lnTo>
                    <a:pt x="1" y="5798"/>
                  </a:lnTo>
                  <a:lnTo>
                    <a:pt x="1" y="6118"/>
                  </a:lnTo>
                  <a:lnTo>
                    <a:pt x="46" y="6416"/>
                  </a:lnTo>
                  <a:lnTo>
                    <a:pt x="92" y="6714"/>
                  </a:lnTo>
                  <a:lnTo>
                    <a:pt x="207" y="7012"/>
                  </a:lnTo>
                  <a:lnTo>
                    <a:pt x="344" y="7287"/>
                  </a:lnTo>
                  <a:lnTo>
                    <a:pt x="528" y="7539"/>
                  </a:lnTo>
                  <a:lnTo>
                    <a:pt x="757" y="7768"/>
                  </a:lnTo>
                  <a:lnTo>
                    <a:pt x="1032" y="7997"/>
                  </a:lnTo>
                  <a:lnTo>
                    <a:pt x="1329" y="8157"/>
                  </a:lnTo>
                  <a:lnTo>
                    <a:pt x="1627" y="8295"/>
                  </a:lnTo>
                  <a:lnTo>
                    <a:pt x="1948" y="8409"/>
                  </a:lnTo>
                  <a:lnTo>
                    <a:pt x="2269" y="8478"/>
                  </a:lnTo>
                  <a:lnTo>
                    <a:pt x="2590" y="8501"/>
                  </a:lnTo>
                  <a:lnTo>
                    <a:pt x="2887" y="8501"/>
                  </a:lnTo>
                  <a:lnTo>
                    <a:pt x="3208" y="8478"/>
                  </a:lnTo>
                  <a:lnTo>
                    <a:pt x="3529" y="8409"/>
                  </a:lnTo>
                  <a:lnTo>
                    <a:pt x="3850" y="8341"/>
                  </a:lnTo>
                  <a:lnTo>
                    <a:pt x="4171" y="8226"/>
                  </a:lnTo>
                  <a:lnTo>
                    <a:pt x="4468" y="8112"/>
                  </a:lnTo>
                  <a:lnTo>
                    <a:pt x="4766" y="7951"/>
                  </a:lnTo>
                  <a:lnTo>
                    <a:pt x="5064" y="7791"/>
                  </a:lnTo>
                  <a:lnTo>
                    <a:pt x="5339" y="7630"/>
                  </a:lnTo>
                  <a:lnTo>
                    <a:pt x="5614" y="7447"/>
                  </a:lnTo>
                  <a:lnTo>
                    <a:pt x="5866" y="7241"/>
                  </a:lnTo>
                  <a:lnTo>
                    <a:pt x="6416" y="6806"/>
                  </a:lnTo>
                  <a:lnTo>
                    <a:pt x="6920" y="6325"/>
                  </a:lnTo>
                  <a:lnTo>
                    <a:pt x="7172" y="6050"/>
                  </a:lnTo>
                  <a:lnTo>
                    <a:pt x="7401" y="5775"/>
                  </a:lnTo>
                  <a:lnTo>
                    <a:pt x="7630" y="5500"/>
                  </a:lnTo>
                  <a:lnTo>
                    <a:pt x="7813" y="5202"/>
                  </a:lnTo>
                  <a:lnTo>
                    <a:pt x="7997" y="4904"/>
                  </a:lnTo>
                  <a:lnTo>
                    <a:pt x="8157" y="4583"/>
                  </a:lnTo>
                  <a:lnTo>
                    <a:pt x="8295" y="4262"/>
                  </a:lnTo>
                  <a:lnTo>
                    <a:pt x="8409" y="3942"/>
                  </a:lnTo>
                  <a:lnTo>
                    <a:pt x="8501" y="3598"/>
                  </a:lnTo>
                  <a:lnTo>
                    <a:pt x="8547" y="3254"/>
                  </a:lnTo>
                  <a:lnTo>
                    <a:pt x="8570" y="2888"/>
                  </a:lnTo>
                  <a:lnTo>
                    <a:pt x="8547" y="2544"/>
                  </a:lnTo>
                  <a:lnTo>
                    <a:pt x="8501" y="2200"/>
                  </a:lnTo>
                  <a:lnTo>
                    <a:pt x="8432" y="1880"/>
                  </a:lnTo>
                  <a:lnTo>
                    <a:pt x="8318" y="1559"/>
                  </a:lnTo>
                  <a:lnTo>
                    <a:pt x="8157" y="1261"/>
                  </a:lnTo>
                  <a:lnTo>
                    <a:pt x="7974" y="986"/>
                  </a:lnTo>
                  <a:lnTo>
                    <a:pt x="7768" y="734"/>
                  </a:lnTo>
                  <a:lnTo>
                    <a:pt x="7516" y="528"/>
                  </a:lnTo>
                  <a:lnTo>
                    <a:pt x="7241" y="322"/>
                  </a:lnTo>
                  <a:lnTo>
                    <a:pt x="6989" y="207"/>
                  </a:lnTo>
                  <a:lnTo>
                    <a:pt x="6714" y="93"/>
                  </a:lnTo>
                  <a:lnTo>
                    <a:pt x="6439" y="24"/>
                  </a:lnTo>
                  <a:lnTo>
                    <a:pt x="6141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55"/>
            <p:cNvSpPr/>
            <p:nvPr/>
          </p:nvSpPr>
          <p:spPr>
            <a:xfrm>
              <a:off x="8911083" y="6794776"/>
              <a:ext cx="158575" cy="123116"/>
            </a:xfrm>
            <a:custGeom>
              <a:avLst/>
              <a:gdLst/>
              <a:ahLst/>
              <a:cxnLst/>
              <a:rect l="l" t="t" r="r" b="b"/>
              <a:pathLst>
                <a:path w="7379" h="5729" extrusionOk="0">
                  <a:moveTo>
                    <a:pt x="1513" y="298"/>
                  </a:moveTo>
                  <a:lnTo>
                    <a:pt x="2040" y="413"/>
                  </a:lnTo>
                  <a:lnTo>
                    <a:pt x="2567" y="573"/>
                  </a:lnTo>
                  <a:lnTo>
                    <a:pt x="3071" y="756"/>
                  </a:lnTo>
                  <a:lnTo>
                    <a:pt x="3575" y="986"/>
                  </a:lnTo>
                  <a:lnTo>
                    <a:pt x="4056" y="1238"/>
                  </a:lnTo>
                  <a:lnTo>
                    <a:pt x="4514" y="1512"/>
                  </a:lnTo>
                  <a:lnTo>
                    <a:pt x="4950" y="1810"/>
                  </a:lnTo>
                  <a:lnTo>
                    <a:pt x="5362" y="2131"/>
                  </a:lnTo>
                  <a:lnTo>
                    <a:pt x="5752" y="2475"/>
                  </a:lnTo>
                  <a:lnTo>
                    <a:pt x="6118" y="2864"/>
                  </a:lnTo>
                  <a:lnTo>
                    <a:pt x="6462" y="3277"/>
                  </a:lnTo>
                  <a:lnTo>
                    <a:pt x="6760" y="3735"/>
                  </a:lnTo>
                  <a:lnTo>
                    <a:pt x="6897" y="3964"/>
                  </a:lnTo>
                  <a:lnTo>
                    <a:pt x="7012" y="4170"/>
                  </a:lnTo>
                  <a:lnTo>
                    <a:pt x="7080" y="4376"/>
                  </a:lnTo>
                  <a:lnTo>
                    <a:pt x="7103" y="4583"/>
                  </a:lnTo>
                  <a:lnTo>
                    <a:pt x="7103" y="4697"/>
                  </a:lnTo>
                  <a:lnTo>
                    <a:pt x="7080" y="4812"/>
                  </a:lnTo>
                  <a:lnTo>
                    <a:pt x="7012" y="4972"/>
                  </a:lnTo>
                  <a:lnTo>
                    <a:pt x="6943" y="5110"/>
                  </a:lnTo>
                  <a:lnTo>
                    <a:pt x="6828" y="5224"/>
                  </a:lnTo>
                  <a:lnTo>
                    <a:pt x="6691" y="5316"/>
                  </a:lnTo>
                  <a:lnTo>
                    <a:pt x="6531" y="5362"/>
                  </a:lnTo>
                  <a:lnTo>
                    <a:pt x="6370" y="5407"/>
                  </a:lnTo>
                  <a:lnTo>
                    <a:pt x="6210" y="5430"/>
                  </a:lnTo>
                  <a:lnTo>
                    <a:pt x="6049" y="5453"/>
                  </a:lnTo>
                  <a:lnTo>
                    <a:pt x="5797" y="5430"/>
                  </a:lnTo>
                  <a:lnTo>
                    <a:pt x="5522" y="5407"/>
                  </a:lnTo>
                  <a:lnTo>
                    <a:pt x="5248" y="5339"/>
                  </a:lnTo>
                  <a:lnTo>
                    <a:pt x="4973" y="5270"/>
                  </a:lnTo>
                  <a:lnTo>
                    <a:pt x="4446" y="5087"/>
                  </a:lnTo>
                  <a:lnTo>
                    <a:pt x="3964" y="4880"/>
                  </a:lnTo>
                  <a:lnTo>
                    <a:pt x="3483" y="4651"/>
                  </a:lnTo>
                  <a:lnTo>
                    <a:pt x="3025" y="4376"/>
                  </a:lnTo>
                  <a:lnTo>
                    <a:pt x="2590" y="4079"/>
                  </a:lnTo>
                  <a:lnTo>
                    <a:pt x="2177" y="3781"/>
                  </a:lnTo>
                  <a:lnTo>
                    <a:pt x="1788" y="3414"/>
                  </a:lnTo>
                  <a:lnTo>
                    <a:pt x="1421" y="3048"/>
                  </a:lnTo>
                  <a:lnTo>
                    <a:pt x="1078" y="2658"/>
                  </a:lnTo>
                  <a:lnTo>
                    <a:pt x="757" y="2223"/>
                  </a:lnTo>
                  <a:lnTo>
                    <a:pt x="574" y="1925"/>
                  </a:lnTo>
                  <a:lnTo>
                    <a:pt x="482" y="1787"/>
                  </a:lnTo>
                  <a:lnTo>
                    <a:pt x="413" y="1604"/>
                  </a:lnTo>
                  <a:lnTo>
                    <a:pt x="344" y="1444"/>
                  </a:lnTo>
                  <a:lnTo>
                    <a:pt x="322" y="1283"/>
                  </a:lnTo>
                  <a:lnTo>
                    <a:pt x="299" y="1100"/>
                  </a:lnTo>
                  <a:lnTo>
                    <a:pt x="322" y="917"/>
                  </a:lnTo>
                  <a:lnTo>
                    <a:pt x="390" y="733"/>
                  </a:lnTo>
                  <a:lnTo>
                    <a:pt x="482" y="573"/>
                  </a:lnTo>
                  <a:lnTo>
                    <a:pt x="619" y="459"/>
                  </a:lnTo>
                  <a:lnTo>
                    <a:pt x="780" y="367"/>
                  </a:lnTo>
                  <a:lnTo>
                    <a:pt x="940" y="321"/>
                  </a:lnTo>
                  <a:lnTo>
                    <a:pt x="1123" y="298"/>
                  </a:lnTo>
                  <a:close/>
                  <a:moveTo>
                    <a:pt x="986" y="0"/>
                  </a:moveTo>
                  <a:lnTo>
                    <a:pt x="757" y="46"/>
                  </a:lnTo>
                  <a:lnTo>
                    <a:pt x="574" y="115"/>
                  </a:lnTo>
                  <a:lnTo>
                    <a:pt x="390" y="252"/>
                  </a:lnTo>
                  <a:lnTo>
                    <a:pt x="299" y="321"/>
                  </a:lnTo>
                  <a:lnTo>
                    <a:pt x="230" y="413"/>
                  </a:lnTo>
                  <a:lnTo>
                    <a:pt x="115" y="642"/>
                  </a:lnTo>
                  <a:lnTo>
                    <a:pt x="24" y="871"/>
                  </a:lnTo>
                  <a:lnTo>
                    <a:pt x="1" y="1100"/>
                  </a:lnTo>
                  <a:lnTo>
                    <a:pt x="24" y="1329"/>
                  </a:lnTo>
                  <a:lnTo>
                    <a:pt x="70" y="1558"/>
                  </a:lnTo>
                  <a:lnTo>
                    <a:pt x="161" y="1810"/>
                  </a:lnTo>
                  <a:lnTo>
                    <a:pt x="276" y="2039"/>
                  </a:lnTo>
                  <a:lnTo>
                    <a:pt x="413" y="2269"/>
                  </a:lnTo>
                  <a:lnTo>
                    <a:pt x="551" y="2498"/>
                  </a:lnTo>
                  <a:lnTo>
                    <a:pt x="711" y="2704"/>
                  </a:lnTo>
                  <a:lnTo>
                    <a:pt x="1078" y="3116"/>
                  </a:lnTo>
                  <a:lnTo>
                    <a:pt x="1421" y="3483"/>
                  </a:lnTo>
                  <a:lnTo>
                    <a:pt x="1742" y="3781"/>
                  </a:lnTo>
                  <a:lnTo>
                    <a:pt x="2154" y="4124"/>
                  </a:lnTo>
                  <a:lnTo>
                    <a:pt x="2590" y="4422"/>
                  </a:lnTo>
                  <a:lnTo>
                    <a:pt x="3025" y="4720"/>
                  </a:lnTo>
                  <a:lnTo>
                    <a:pt x="3506" y="4995"/>
                  </a:lnTo>
                  <a:lnTo>
                    <a:pt x="3987" y="5224"/>
                  </a:lnTo>
                  <a:lnTo>
                    <a:pt x="4491" y="5407"/>
                  </a:lnTo>
                  <a:lnTo>
                    <a:pt x="4996" y="5568"/>
                  </a:lnTo>
                  <a:lnTo>
                    <a:pt x="5500" y="5682"/>
                  </a:lnTo>
                  <a:lnTo>
                    <a:pt x="5706" y="5705"/>
                  </a:lnTo>
                  <a:lnTo>
                    <a:pt x="5935" y="5728"/>
                  </a:lnTo>
                  <a:lnTo>
                    <a:pt x="6164" y="5728"/>
                  </a:lnTo>
                  <a:lnTo>
                    <a:pt x="6370" y="5705"/>
                  </a:lnTo>
                  <a:lnTo>
                    <a:pt x="6599" y="5659"/>
                  </a:lnTo>
                  <a:lnTo>
                    <a:pt x="6783" y="5591"/>
                  </a:lnTo>
                  <a:lnTo>
                    <a:pt x="6966" y="5476"/>
                  </a:lnTo>
                  <a:lnTo>
                    <a:pt x="7149" y="5316"/>
                  </a:lnTo>
                  <a:lnTo>
                    <a:pt x="7218" y="5201"/>
                  </a:lnTo>
                  <a:lnTo>
                    <a:pt x="7287" y="5087"/>
                  </a:lnTo>
                  <a:lnTo>
                    <a:pt x="7332" y="4972"/>
                  </a:lnTo>
                  <a:lnTo>
                    <a:pt x="7378" y="4835"/>
                  </a:lnTo>
                  <a:lnTo>
                    <a:pt x="7378" y="4720"/>
                  </a:lnTo>
                  <a:lnTo>
                    <a:pt x="7378" y="4583"/>
                  </a:lnTo>
                  <a:lnTo>
                    <a:pt x="7355" y="4331"/>
                  </a:lnTo>
                  <a:lnTo>
                    <a:pt x="7264" y="4079"/>
                  </a:lnTo>
                  <a:lnTo>
                    <a:pt x="7172" y="3827"/>
                  </a:lnTo>
                  <a:lnTo>
                    <a:pt x="7035" y="3597"/>
                  </a:lnTo>
                  <a:lnTo>
                    <a:pt x="6897" y="3368"/>
                  </a:lnTo>
                  <a:lnTo>
                    <a:pt x="6760" y="3162"/>
                  </a:lnTo>
                  <a:lnTo>
                    <a:pt x="6462" y="2796"/>
                  </a:lnTo>
                  <a:lnTo>
                    <a:pt x="6141" y="2452"/>
                  </a:lnTo>
                  <a:lnTo>
                    <a:pt x="5797" y="2108"/>
                  </a:lnTo>
                  <a:lnTo>
                    <a:pt x="5454" y="1810"/>
                  </a:lnTo>
                  <a:lnTo>
                    <a:pt x="5064" y="1535"/>
                  </a:lnTo>
                  <a:lnTo>
                    <a:pt x="4675" y="1260"/>
                  </a:lnTo>
                  <a:lnTo>
                    <a:pt x="4262" y="1031"/>
                  </a:lnTo>
                  <a:lnTo>
                    <a:pt x="3850" y="802"/>
                  </a:lnTo>
                  <a:lnTo>
                    <a:pt x="3369" y="573"/>
                  </a:lnTo>
                  <a:lnTo>
                    <a:pt x="2865" y="367"/>
                  </a:lnTo>
                  <a:lnTo>
                    <a:pt x="2384" y="207"/>
                  </a:lnTo>
                  <a:lnTo>
                    <a:pt x="1857" y="92"/>
                  </a:lnTo>
                  <a:lnTo>
                    <a:pt x="1650" y="46"/>
                  </a:lnTo>
                  <a:lnTo>
                    <a:pt x="1421" y="0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55"/>
            <p:cNvSpPr/>
            <p:nvPr/>
          </p:nvSpPr>
          <p:spPr>
            <a:xfrm>
              <a:off x="8995774" y="6540210"/>
              <a:ext cx="192529" cy="184664"/>
            </a:xfrm>
            <a:custGeom>
              <a:avLst/>
              <a:gdLst/>
              <a:ahLst/>
              <a:cxnLst/>
              <a:rect l="l" t="t" r="r" b="b"/>
              <a:pathLst>
                <a:path w="8959" h="8593" extrusionOk="0">
                  <a:moveTo>
                    <a:pt x="7516" y="1"/>
                  </a:moveTo>
                  <a:lnTo>
                    <a:pt x="7218" y="390"/>
                  </a:lnTo>
                  <a:lnTo>
                    <a:pt x="6874" y="734"/>
                  </a:lnTo>
                  <a:lnTo>
                    <a:pt x="6530" y="1055"/>
                  </a:lnTo>
                  <a:lnTo>
                    <a:pt x="6164" y="1376"/>
                  </a:lnTo>
                  <a:lnTo>
                    <a:pt x="5774" y="1674"/>
                  </a:lnTo>
                  <a:lnTo>
                    <a:pt x="5385" y="1948"/>
                  </a:lnTo>
                  <a:lnTo>
                    <a:pt x="4972" y="2201"/>
                  </a:lnTo>
                  <a:lnTo>
                    <a:pt x="4560" y="2453"/>
                  </a:lnTo>
                  <a:lnTo>
                    <a:pt x="3941" y="2796"/>
                  </a:lnTo>
                  <a:lnTo>
                    <a:pt x="3300" y="3140"/>
                  </a:lnTo>
                  <a:lnTo>
                    <a:pt x="2040" y="3804"/>
                  </a:lnTo>
                  <a:lnTo>
                    <a:pt x="1559" y="4056"/>
                  </a:lnTo>
                  <a:lnTo>
                    <a:pt x="1100" y="4354"/>
                  </a:lnTo>
                  <a:lnTo>
                    <a:pt x="871" y="4537"/>
                  </a:lnTo>
                  <a:lnTo>
                    <a:pt x="665" y="4721"/>
                  </a:lnTo>
                  <a:lnTo>
                    <a:pt x="482" y="4904"/>
                  </a:lnTo>
                  <a:lnTo>
                    <a:pt x="321" y="5133"/>
                  </a:lnTo>
                  <a:lnTo>
                    <a:pt x="184" y="5339"/>
                  </a:lnTo>
                  <a:lnTo>
                    <a:pt x="92" y="5546"/>
                  </a:lnTo>
                  <a:lnTo>
                    <a:pt x="46" y="5775"/>
                  </a:lnTo>
                  <a:lnTo>
                    <a:pt x="1" y="6004"/>
                  </a:lnTo>
                  <a:lnTo>
                    <a:pt x="1" y="6233"/>
                  </a:lnTo>
                  <a:lnTo>
                    <a:pt x="23" y="6462"/>
                  </a:lnTo>
                  <a:lnTo>
                    <a:pt x="46" y="6691"/>
                  </a:lnTo>
                  <a:lnTo>
                    <a:pt x="115" y="6897"/>
                  </a:lnTo>
                  <a:lnTo>
                    <a:pt x="207" y="7104"/>
                  </a:lnTo>
                  <a:lnTo>
                    <a:pt x="321" y="7310"/>
                  </a:lnTo>
                  <a:lnTo>
                    <a:pt x="459" y="7516"/>
                  </a:lnTo>
                  <a:lnTo>
                    <a:pt x="596" y="7699"/>
                  </a:lnTo>
                  <a:lnTo>
                    <a:pt x="757" y="7860"/>
                  </a:lnTo>
                  <a:lnTo>
                    <a:pt x="940" y="8020"/>
                  </a:lnTo>
                  <a:lnTo>
                    <a:pt x="1123" y="8158"/>
                  </a:lnTo>
                  <a:lnTo>
                    <a:pt x="1329" y="8272"/>
                  </a:lnTo>
                  <a:lnTo>
                    <a:pt x="1604" y="8387"/>
                  </a:lnTo>
                  <a:lnTo>
                    <a:pt x="1856" y="8478"/>
                  </a:lnTo>
                  <a:lnTo>
                    <a:pt x="2131" y="8547"/>
                  </a:lnTo>
                  <a:lnTo>
                    <a:pt x="2429" y="8570"/>
                  </a:lnTo>
                  <a:lnTo>
                    <a:pt x="2704" y="8593"/>
                  </a:lnTo>
                  <a:lnTo>
                    <a:pt x="2979" y="8570"/>
                  </a:lnTo>
                  <a:lnTo>
                    <a:pt x="3254" y="8524"/>
                  </a:lnTo>
                  <a:lnTo>
                    <a:pt x="3552" y="8478"/>
                  </a:lnTo>
                  <a:lnTo>
                    <a:pt x="3827" y="8387"/>
                  </a:lnTo>
                  <a:lnTo>
                    <a:pt x="4102" y="8295"/>
                  </a:lnTo>
                  <a:lnTo>
                    <a:pt x="4354" y="8203"/>
                  </a:lnTo>
                  <a:lnTo>
                    <a:pt x="4629" y="8066"/>
                  </a:lnTo>
                  <a:lnTo>
                    <a:pt x="5133" y="7791"/>
                  </a:lnTo>
                  <a:lnTo>
                    <a:pt x="5591" y="7470"/>
                  </a:lnTo>
                  <a:lnTo>
                    <a:pt x="6003" y="7149"/>
                  </a:lnTo>
                  <a:lnTo>
                    <a:pt x="6416" y="6806"/>
                  </a:lnTo>
                  <a:lnTo>
                    <a:pt x="7241" y="6073"/>
                  </a:lnTo>
                  <a:lnTo>
                    <a:pt x="7653" y="5729"/>
                  </a:lnTo>
                  <a:lnTo>
                    <a:pt x="8065" y="5362"/>
                  </a:lnTo>
                  <a:lnTo>
                    <a:pt x="8501" y="5064"/>
                  </a:lnTo>
                  <a:lnTo>
                    <a:pt x="8959" y="4767"/>
                  </a:lnTo>
                  <a:lnTo>
                    <a:pt x="8890" y="4492"/>
                  </a:lnTo>
                  <a:lnTo>
                    <a:pt x="8615" y="4652"/>
                  </a:lnTo>
                  <a:lnTo>
                    <a:pt x="8363" y="4812"/>
                  </a:lnTo>
                  <a:lnTo>
                    <a:pt x="7859" y="5179"/>
                  </a:lnTo>
                  <a:lnTo>
                    <a:pt x="7378" y="5569"/>
                  </a:lnTo>
                  <a:lnTo>
                    <a:pt x="6920" y="5981"/>
                  </a:lnTo>
                  <a:lnTo>
                    <a:pt x="6439" y="6393"/>
                  </a:lnTo>
                  <a:lnTo>
                    <a:pt x="5958" y="6829"/>
                  </a:lnTo>
                  <a:lnTo>
                    <a:pt x="5454" y="7218"/>
                  </a:lnTo>
                  <a:lnTo>
                    <a:pt x="4927" y="7585"/>
                  </a:lnTo>
                  <a:lnTo>
                    <a:pt x="4652" y="7745"/>
                  </a:lnTo>
                  <a:lnTo>
                    <a:pt x="4377" y="7883"/>
                  </a:lnTo>
                  <a:lnTo>
                    <a:pt x="4079" y="8020"/>
                  </a:lnTo>
                  <a:lnTo>
                    <a:pt x="3781" y="8112"/>
                  </a:lnTo>
                  <a:lnTo>
                    <a:pt x="3483" y="8203"/>
                  </a:lnTo>
                  <a:lnTo>
                    <a:pt x="3185" y="8249"/>
                  </a:lnTo>
                  <a:lnTo>
                    <a:pt x="2865" y="8295"/>
                  </a:lnTo>
                  <a:lnTo>
                    <a:pt x="2544" y="8295"/>
                  </a:lnTo>
                  <a:lnTo>
                    <a:pt x="2200" y="8249"/>
                  </a:lnTo>
                  <a:lnTo>
                    <a:pt x="1902" y="8180"/>
                  </a:lnTo>
                  <a:lnTo>
                    <a:pt x="1604" y="8066"/>
                  </a:lnTo>
                  <a:lnTo>
                    <a:pt x="1329" y="7906"/>
                  </a:lnTo>
                  <a:lnTo>
                    <a:pt x="1077" y="7722"/>
                  </a:lnTo>
                  <a:lnTo>
                    <a:pt x="848" y="7516"/>
                  </a:lnTo>
                  <a:lnTo>
                    <a:pt x="665" y="7264"/>
                  </a:lnTo>
                  <a:lnTo>
                    <a:pt x="505" y="7012"/>
                  </a:lnTo>
                  <a:lnTo>
                    <a:pt x="390" y="6760"/>
                  </a:lnTo>
                  <a:lnTo>
                    <a:pt x="321" y="6485"/>
                  </a:lnTo>
                  <a:lnTo>
                    <a:pt x="298" y="6187"/>
                  </a:lnTo>
                  <a:lnTo>
                    <a:pt x="321" y="5912"/>
                  </a:lnTo>
                  <a:lnTo>
                    <a:pt x="390" y="5614"/>
                  </a:lnTo>
                  <a:lnTo>
                    <a:pt x="459" y="5477"/>
                  </a:lnTo>
                  <a:lnTo>
                    <a:pt x="528" y="5339"/>
                  </a:lnTo>
                  <a:lnTo>
                    <a:pt x="619" y="5202"/>
                  </a:lnTo>
                  <a:lnTo>
                    <a:pt x="734" y="5064"/>
                  </a:lnTo>
                  <a:lnTo>
                    <a:pt x="848" y="4950"/>
                  </a:lnTo>
                  <a:lnTo>
                    <a:pt x="986" y="4812"/>
                  </a:lnTo>
                  <a:lnTo>
                    <a:pt x="1238" y="4629"/>
                  </a:lnTo>
                  <a:lnTo>
                    <a:pt x="1490" y="4446"/>
                  </a:lnTo>
                  <a:lnTo>
                    <a:pt x="2017" y="4125"/>
                  </a:lnTo>
                  <a:lnTo>
                    <a:pt x="2567" y="3850"/>
                  </a:lnTo>
                  <a:lnTo>
                    <a:pt x="3117" y="3552"/>
                  </a:lnTo>
                  <a:lnTo>
                    <a:pt x="4262" y="2957"/>
                  </a:lnTo>
                  <a:lnTo>
                    <a:pt x="4812" y="2636"/>
                  </a:lnTo>
                  <a:lnTo>
                    <a:pt x="5362" y="2292"/>
                  </a:lnTo>
                  <a:lnTo>
                    <a:pt x="6003" y="1880"/>
                  </a:lnTo>
                  <a:lnTo>
                    <a:pt x="6301" y="1651"/>
                  </a:lnTo>
                  <a:lnTo>
                    <a:pt x="6576" y="1399"/>
                  </a:lnTo>
                  <a:lnTo>
                    <a:pt x="6851" y="1147"/>
                  </a:lnTo>
                  <a:lnTo>
                    <a:pt x="7126" y="895"/>
                  </a:lnTo>
                  <a:lnTo>
                    <a:pt x="7378" y="620"/>
                  </a:lnTo>
                  <a:lnTo>
                    <a:pt x="7630" y="322"/>
                  </a:lnTo>
                  <a:lnTo>
                    <a:pt x="7538" y="116"/>
                  </a:lnTo>
                  <a:lnTo>
                    <a:pt x="7516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55"/>
            <p:cNvSpPr/>
            <p:nvPr/>
          </p:nvSpPr>
          <p:spPr>
            <a:xfrm>
              <a:off x="8542794" y="6955777"/>
              <a:ext cx="745488" cy="115229"/>
            </a:xfrm>
            <a:custGeom>
              <a:avLst/>
              <a:gdLst/>
              <a:ahLst/>
              <a:cxnLst/>
              <a:rect l="l" t="t" r="r" b="b"/>
              <a:pathLst>
                <a:path w="34690" h="5362" extrusionOk="0">
                  <a:moveTo>
                    <a:pt x="8776" y="0"/>
                  </a:moveTo>
                  <a:lnTo>
                    <a:pt x="8157" y="23"/>
                  </a:lnTo>
                  <a:lnTo>
                    <a:pt x="7562" y="69"/>
                  </a:lnTo>
                  <a:lnTo>
                    <a:pt x="6966" y="161"/>
                  </a:lnTo>
                  <a:lnTo>
                    <a:pt x="6370" y="275"/>
                  </a:lnTo>
                  <a:lnTo>
                    <a:pt x="5798" y="436"/>
                  </a:lnTo>
                  <a:lnTo>
                    <a:pt x="5202" y="619"/>
                  </a:lnTo>
                  <a:lnTo>
                    <a:pt x="4492" y="894"/>
                  </a:lnTo>
                  <a:lnTo>
                    <a:pt x="3804" y="1192"/>
                  </a:lnTo>
                  <a:lnTo>
                    <a:pt x="3140" y="1536"/>
                  </a:lnTo>
                  <a:lnTo>
                    <a:pt x="2498" y="1902"/>
                  </a:lnTo>
                  <a:lnTo>
                    <a:pt x="1857" y="2315"/>
                  </a:lnTo>
                  <a:lnTo>
                    <a:pt x="1238" y="2727"/>
                  </a:lnTo>
                  <a:lnTo>
                    <a:pt x="642" y="3185"/>
                  </a:lnTo>
                  <a:lnTo>
                    <a:pt x="70" y="3666"/>
                  </a:lnTo>
                  <a:lnTo>
                    <a:pt x="1" y="4079"/>
                  </a:lnTo>
                  <a:lnTo>
                    <a:pt x="551" y="3620"/>
                  </a:lnTo>
                  <a:lnTo>
                    <a:pt x="1101" y="3185"/>
                  </a:lnTo>
                  <a:lnTo>
                    <a:pt x="1673" y="2773"/>
                  </a:lnTo>
                  <a:lnTo>
                    <a:pt x="2269" y="2360"/>
                  </a:lnTo>
                  <a:lnTo>
                    <a:pt x="2888" y="1994"/>
                  </a:lnTo>
                  <a:lnTo>
                    <a:pt x="3506" y="1650"/>
                  </a:lnTo>
                  <a:lnTo>
                    <a:pt x="4148" y="1352"/>
                  </a:lnTo>
                  <a:lnTo>
                    <a:pt x="4812" y="1077"/>
                  </a:lnTo>
                  <a:lnTo>
                    <a:pt x="5454" y="848"/>
                  </a:lnTo>
                  <a:lnTo>
                    <a:pt x="6095" y="642"/>
                  </a:lnTo>
                  <a:lnTo>
                    <a:pt x="6737" y="504"/>
                  </a:lnTo>
                  <a:lnTo>
                    <a:pt x="7401" y="390"/>
                  </a:lnTo>
                  <a:lnTo>
                    <a:pt x="8066" y="321"/>
                  </a:lnTo>
                  <a:lnTo>
                    <a:pt x="8730" y="298"/>
                  </a:lnTo>
                  <a:lnTo>
                    <a:pt x="9395" y="321"/>
                  </a:lnTo>
                  <a:lnTo>
                    <a:pt x="9738" y="367"/>
                  </a:lnTo>
                  <a:lnTo>
                    <a:pt x="10059" y="413"/>
                  </a:lnTo>
                  <a:lnTo>
                    <a:pt x="10724" y="550"/>
                  </a:lnTo>
                  <a:lnTo>
                    <a:pt x="11388" y="734"/>
                  </a:lnTo>
                  <a:lnTo>
                    <a:pt x="12007" y="940"/>
                  </a:lnTo>
                  <a:lnTo>
                    <a:pt x="12648" y="1169"/>
                  </a:lnTo>
                  <a:lnTo>
                    <a:pt x="13267" y="1444"/>
                  </a:lnTo>
                  <a:lnTo>
                    <a:pt x="13885" y="1719"/>
                  </a:lnTo>
                  <a:lnTo>
                    <a:pt x="15100" y="2292"/>
                  </a:lnTo>
                  <a:lnTo>
                    <a:pt x="16222" y="2796"/>
                  </a:lnTo>
                  <a:lnTo>
                    <a:pt x="17391" y="3277"/>
                  </a:lnTo>
                  <a:lnTo>
                    <a:pt x="18559" y="3735"/>
                  </a:lnTo>
                  <a:lnTo>
                    <a:pt x="19728" y="4147"/>
                  </a:lnTo>
                  <a:lnTo>
                    <a:pt x="20323" y="4331"/>
                  </a:lnTo>
                  <a:lnTo>
                    <a:pt x="20919" y="4514"/>
                  </a:lnTo>
                  <a:lnTo>
                    <a:pt x="21538" y="4674"/>
                  </a:lnTo>
                  <a:lnTo>
                    <a:pt x="22134" y="4812"/>
                  </a:lnTo>
                  <a:lnTo>
                    <a:pt x="22752" y="4949"/>
                  </a:lnTo>
                  <a:lnTo>
                    <a:pt x="23348" y="5064"/>
                  </a:lnTo>
                  <a:lnTo>
                    <a:pt x="23966" y="5156"/>
                  </a:lnTo>
                  <a:lnTo>
                    <a:pt x="24585" y="5224"/>
                  </a:lnTo>
                  <a:lnTo>
                    <a:pt x="25158" y="5270"/>
                  </a:lnTo>
                  <a:lnTo>
                    <a:pt x="25731" y="5316"/>
                  </a:lnTo>
                  <a:lnTo>
                    <a:pt x="26303" y="5339"/>
                  </a:lnTo>
                  <a:lnTo>
                    <a:pt x="26899" y="5362"/>
                  </a:lnTo>
                  <a:lnTo>
                    <a:pt x="27472" y="5339"/>
                  </a:lnTo>
                  <a:lnTo>
                    <a:pt x="28045" y="5293"/>
                  </a:lnTo>
                  <a:lnTo>
                    <a:pt x="28617" y="5224"/>
                  </a:lnTo>
                  <a:lnTo>
                    <a:pt x="29167" y="5133"/>
                  </a:lnTo>
                  <a:lnTo>
                    <a:pt x="29649" y="4995"/>
                  </a:lnTo>
                  <a:lnTo>
                    <a:pt x="30153" y="4858"/>
                  </a:lnTo>
                  <a:lnTo>
                    <a:pt x="30611" y="4674"/>
                  </a:lnTo>
                  <a:lnTo>
                    <a:pt x="31092" y="4491"/>
                  </a:lnTo>
                  <a:lnTo>
                    <a:pt x="31550" y="4285"/>
                  </a:lnTo>
                  <a:lnTo>
                    <a:pt x="31985" y="4056"/>
                  </a:lnTo>
                  <a:lnTo>
                    <a:pt x="32444" y="3827"/>
                  </a:lnTo>
                  <a:lnTo>
                    <a:pt x="32879" y="3552"/>
                  </a:lnTo>
                  <a:lnTo>
                    <a:pt x="33337" y="3277"/>
                  </a:lnTo>
                  <a:lnTo>
                    <a:pt x="33796" y="2979"/>
                  </a:lnTo>
                  <a:lnTo>
                    <a:pt x="34231" y="2681"/>
                  </a:lnTo>
                  <a:lnTo>
                    <a:pt x="34689" y="2337"/>
                  </a:lnTo>
                  <a:lnTo>
                    <a:pt x="34597" y="2040"/>
                  </a:lnTo>
                  <a:lnTo>
                    <a:pt x="33910" y="2544"/>
                  </a:lnTo>
                  <a:lnTo>
                    <a:pt x="33223" y="3002"/>
                  </a:lnTo>
                  <a:lnTo>
                    <a:pt x="32764" y="3300"/>
                  </a:lnTo>
                  <a:lnTo>
                    <a:pt x="32306" y="3552"/>
                  </a:lnTo>
                  <a:lnTo>
                    <a:pt x="31825" y="3827"/>
                  </a:lnTo>
                  <a:lnTo>
                    <a:pt x="31344" y="4056"/>
                  </a:lnTo>
                  <a:lnTo>
                    <a:pt x="30863" y="4262"/>
                  </a:lnTo>
                  <a:lnTo>
                    <a:pt x="30359" y="4468"/>
                  </a:lnTo>
                  <a:lnTo>
                    <a:pt x="29855" y="4651"/>
                  </a:lnTo>
                  <a:lnTo>
                    <a:pt x="29328" y="4789"/>
                  </a:lnTo>
                  <a:lnTo>
                    <a:pt x="28755" y="4904"/>
                  </a:lnTo>
                  <a:lnTo>
                    <a:pt x="28182" y="4995"/>
                  </a:lnTo>
                  <a:lnTo>
                    <a:pt x="27586" y="5041"/>
                  </a:lnTo>
                  <a:lnTo>
                    <a:pt x="26968" y="5064"/>
                  </a:lnTo>
                  <a:lnTo>
                    <a:pt x="26372" y="5064"/>
                  </a:lnTo>
                  <a:lnTo>
                    <a:pt x="25776" y="5041"/>
                  </a:lnTo>
                  <a:lnTo>
                    <a:pt x="25181" y="4995"/>
                  </a:lnTo>
                  <a:lnTo>
                    <a:pt x="24585" y="4926"/>
                  </a:lnTo>
                  <a:lnTo>
                    <a:pt x="23944" y="4858"/>
                  </a:lnTo>
                  <a:lnTo>
                    <a:pt x="23302" y="4766"/>
                  </a:lnTo>
                  <a:lnTo>
                    <a:pt x="22683" y="4629"/>
                  </a:lnTo>
                  <a:lnTo>
                    <a:pt x="22042" y="4491"/>
                  </a:lnTo>
                  <a:lnTo>
                    <a:pt x="21423" y="4354"/>
                  </a:lnTo>
                  <a:lnTo>
                    <a:pt x="20805" y="4170"/>
                  </a:lnTo>
                  <a:lnTo>
                    <a:pt x="20186" y="3987"/>
                  </a:lnTo>
                  <a:lnTo>
                    <a:pt x="19567" y="3781"/>
                  </a:lnTo>
                  <a:lnTo>
                    <a:pt x="18330" y="3346"/>
                  </a:lnTo>
                  <a:lnTo>
                    <a:pt x="17139" y="2864"/>
                  </a:lnTo>
                  <a:lnTo>
                    <a:pt x="15947" y="2360"/>
                  </a:lnTo>
                  <a:lnTo>
                    <a:pt x="14779" y="1810"/>
                  </a:lnTo>
                  <a:lnTo>
                    <a:pt x="13610" y="1283"/>
                  </a:lnTo>
                  <a:lnTo>
                    <a:pt x="13015" y="1031"/>
                  </a:lnTo>
                  <a:lnTo>
                    <a:pt x="12442" y="779"/>
                  </a:lnTo>
                  <a:lnTo>
                    <a:pt x="11823" y="573"/>
                  </a:lnTo>
                  <a:lnTo>
                    <a:pt x="11228" y="390"/>
                  </a:lnTo>
                  <a:lnTo>
                    <a:pt x="10609" y="230"/>
                  </a:lnTo>
                  <a:lnTo>
                    <a:pt x="9967" y="115"/>
                  </a:lnTo>
                  <a:lnTo>
                    <a:pt x="9372" y="46"/>
                  </a:lnTo>
                  <a:lnTo>
                    <a:pt x="8776" y="0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55"/>
            <p:cNvSpPr/>
            <p:nvPr/>
          </p:nvSpPr>
          <p:spPr>
            <a:xfrm>
              <a:off x="8712175" y="6350672"/>
              <a:ext cx="387508" cy="90602"/>
            </a:xfrm>
            <a:custGeom>
              <a:avLst/>
              <a:gdLst/>
              <a:ahLst/>
              <a:cxnLst/>
              <a:rect l="l" t="t" r="r" b="b"/>
              <a:pathLst>
                <a:path w="18032" h="4216" extrusionOk="0">
                  <a:moveTo>
                    <a:pt x="16795" y="0"/>
                  </a:moveTo>
                  <a:lnTo>
                    <a:pt x="16474" y="92"/>
                  </a:lnTo>
                  <a:lnTo>
                    <a:pt x="15603" y="298"/>
                  </a:lnTo>
                  <a:lnTo>
                    <a:pt x="14939" y="435"/>
                  </a:lnTo>
                  <a:lnTo>
                    <a:pt x="14183" y="573"/>
                  </a:lnTo>
                  <a:lnTo>
                    <a:pt x="13289" y="710"/>
                  </a:lnTo>
                  <a:lnTo>
                    <a:pt x="12281" y="848"/>
                  </a:lnTo>
                  <a:lnTo>
                    <a:pt x="11158" y="962"/>
                  </a:lnTo>
                  <a:lnTo>
                    <a:pt x="9944" y="1031"/>
                  </a:lnTo>
                  <a:lnTo>
                    <a:pt x="8638" y="1054"/>
                  </a:lnTo>
                  <a:lnTo>
                    <a:pt x="7241" y="1054"/>
                  </a:lnTo>
                  <a:lnTo>
                    <a:pt x="6530" y="1031"/>
                  </a:lnTo>
                  <a:lnTo>
                    <a:pt x="5774" y="985"/>
                  </a:lnTo>
                  <a:lnTo>
                    <a:pt x="5018" y="916"/>
                  </a:lnTo>
                  <a:lnTo>
                    <a:pt x="4216" y="848"/>
                  </a:lnTo>
                  <a:lnTo>
                    <a:pt x="3414" y="756"/>
                  </a:lnTo>
                  <a:lnTo>
                    <a:pt x="2612" y="642"/>
                  </a:lnTo>
                  <a:lnTo>
                    <a:pt x="1765" y="504"/>
                  </a:lnTo>
                  <a:lnTo>
                    <a:pt x="917" y="344"/>
                  </a:lnTo>
                  <a:lnTo>
                    <a:pt x="871" y="389"/>
                  </a:lnTo>
                  <a:lnTo>
                    <a:pt x="734" y="527"/>
                  </a:lnTo>
                  <a:lnTo>
                    <a:pt x="550" y="756"/>
                  </a:lnTo>
                  <a:lnTo>
                    <a:pt x="344" y="1054"/>
                  </a:lnTo>
                  <a:lnTo>
                    <a:pt x="253" y="1260"/>
                  </a:lnTo>
                  <a:lnTo>
                    <a:pt x="184" y="1466"/>
                  </a:lnTo>
                  <a:lnTo>
                    <a:pt x="92" y="1695"/>
                  </a:lnTo>
                  <a:lnTo>
                    <a:pt x="46" y="1970"/>
                  </a:lnTo>
                  <a:lnTo>
                    <a:pt x="0" y="2245"/>
                  </a:lnTo>
                  <a:lnTo>
                    <a:pt x="0" y="2543"/>
                  </a:lnTo>
                  <a:lnTo>
                    <a:pt x="23" y="2864"/>
                  </a:lnTo>
                  <a:lnTo>
                    <a:pt x="69" y="3208"/>
                  </a:lnTo>
                  <a:lnTo>
                    <a:pt x="459" y="3299"/>
                  </a:lnTo>
                  <a:lnTo>
                    <a:pt x="940" y="3414"/>
                  </a:lnTo>
                  <a:lnTo>
                    <a:pt x="1558" y="3551"/>
                  </a:lnTo>
                  <a:lnTo>
                    <a:pt x="2360" y="3689"/>
                  </a:lnTo>
                  <a:lnTo>
                    <a:pt x="3300" y="3849"/>
                  </a:lnTo>
                  <a:lnTo>
                    <a:pt x="4354" y="3987"/>
                  </a:lnTo>
                  <a:lnTo>
                    <a:pt x="5545" y="4101"/>
                  </a:lnTo>
                  <a:lnTo>
                    <a:pt x="6851" y="4170"/>
                  </a:lnTo>
                  <a:lnTo>
                    <a:pt x="7538" y="4193"/>
                  </a:lnTo>
                  <a:lnTo>
                    <a:pt x="8249" y="4216"/>
                  </a:lnTo>
                  <a:lnTo>
                    <a:pt x="8982" y="4193"/>
                  </a:lnTo>
                  <a:lnTo>
                    <a:pt x="9738" y="4170"/>
                  </a:lnTo>
                  <a:lnTo>
                    <a:pt x="10494" y="4147"/>
                  </a:lnTo>
                  <a:lnTo>
                    <a:pt x="11296" y="4078"/>
                  </a:lnTo>
                  <a:lnTo>
                    <a:pt x="12098" y="4010"/>
                  </a:lnTo>
                  <a:lnTo>
                    <a:pt x="12900" y="3895"/>
                  </a:lnTo>
                  <a:lnTo>
                    <a:pt x="13747" y="3780"/>
                  </a:lnTo>
                  <a:lnTo>
                    <a:pt x="14572" y="3643"/>
                  </a:lnTo>
                  <a:lnTo>
                    <a:pt x="15420" y="3460"/>
                  </a:lnTo>
                  <a:lnTo>
                    <a:pt x="16291" y="3253"/>
                  </a:lnTo>
                  <a:lnTo>
                    <a:pt x="17161" y="3024"/>
                  </a:lnTo>
                  <a:lnTo>
                    <a:pt x="18032" y="2749"/>
                  </a:lnTo>
                  <a:lnTo>
                    <a:pt x="18032" y="2566"/>
                  </a:lnTo>
                  <a:lnTo>
                    <a:pt x="18032" y="2268"/>
                  </a:lnTo>
                  <a:lnTo>
                    <a:pt x="17986" y="1879"/>
                  </a:lnTo>
                  <a:lnTo>
                    <a:pt x="17894" y="1443"/>
                  </a:lnTo>
                  <a:lnTo>
                    <a:pt x="17826" y="1237"/>
                  </a:lnTo>
                  <a:lnTo>
                    <a:pt x="17734" y="1008"/>
                  </a:lnTo>
                  <a:lnTo>
                    <a:pt x="17620" y="802"/>
                  </a:lnTo>
                  <a:lnTo>
                    <a:pt x="17505" y="596"/>
                  </a:lnTo>
                  <a:lnTo>
                    <a:pt x="17367" y="412"/>
                  </a:lnTo>
                  <a:lnTo>
                    <a:pt x="17207" y="252"/>
                  </a:lnTo>
                  <a:lnTo>
                    <a:pt x="17001" y="115"/>
                  </a:lnTo>
                  <a:lnTo>
                    <a:pt x="16795" y="0"/>
                  </a:lnTo>
                  <a:close/>
                </a:path>
              </a:pathLst>
            </a:custGeom>
            <a:gradFill>
              <a:gsLst>
                <a:gs pos="0">
                  <a:srgbClr val="36D5E6"/>
                </a:gs>
                <a:gs pos="100000">
                  <a:srgbClr val="17788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55"/>
            <p:cNvSpPr/>
            <p:nvPr/>
          </p:nvSpPr>
          <p:spPr>
            <a:xfrm>
              <a:off x="8894837" y="5844506"/>
              <a:ext cx="382586" cy="495345"/>
            </a:xfrm>
            <a:custGeom>
              <a:avLst/>
              <a:gdLst/>
              <a:ahLst/>
              <a:cxnLst/>
              <a:rect l="l" t="t" r="r" b="b"/>
              <a:pathLst>
                <a:path w="17803" h="23050" extrusionOk="0">
                  <a:moveTo>
                    <a:pt x="13289" y="1"/>
                  </a:moveTo>
                  <a:lnTo>
                    <a:pt x="12969" y="24"/>
                  </a:lnTo>
                  <a:lnTo>
                    <a:pt x="12648" y="70"/>
                  </a:lnTo>
                  <a:lnTo>
                    <a:pt x="12327" y="138"/>
                  </a:lnTo>
                  <a:lnTo>
                    <a:pt x="12029" y="253"/>
                  </a:lnTo>
                  <a:lnTo>
                    <a:pt x="11731" y="390"/>
                  </a:lnTo>
                  <a:lnTo>
                    <a:pt x="11456" y="551"/>
                  </a:lnTo>
                  <a:lnTo>
                    <a:pt x="11227" y="734"/>
                  </a:lnTo>
                  <a:lnTo>
                    <a:pt x="10998" y="963"/>
                  </a:lnTo>
                  <a:lnTo>
                    <a:pt x="10792" y="1192"/>
                  </a:lnTo>
                  <a:lnTo>
                    <a:pt x="10586" y="1421"/>
                  </a:lnTo>
                  <a:lnTo>
                    <a:pt x="10448" y="1696"/>
                  </a:lnTo>
                  <a:lnTo>
                    <a:pt x="10311" y="1971"/>
                  </a:lnTo>
                  <a:lnTo>
                    <a:pt x="10196" y="2269"/>
                  </a:lnTo>
                  <a:lnTo>
                    <a:pt x="10128" y="2567"/>
                  </a:lnTo>
                  <a:lnTo>
                    <a:pt x="10059" y="2888"/>
                  </a:lnTo>
                  <a:lnTo>
                    <a:pt x="10059" y="3208"/>
                  </a:lnTo>
                  <a:lnTo>
                    <a:pt x="10059" y="3529"/>
                  </a:lnTo>
                  <a:lnTo>
                    <a:pt x="10105" y="3850"/>
                  </a:lnTo>
                  <a:lnTo>
                    <a:pt x="10128" y="3896"/>
                  </a:lnTo>
                  <a:lnTo>
                    <a:pt x="10311" y="4812"/>
                  </a:lnTo>
                  <a:lnTo>
                    <a:pt x="10471" y="5729"/>
                  </a:lnTo>
                  <a:lnTo>
                    <a:pt x="10815" y="7585"/>
                  </a:lnTo>
                  <a:lnTo>
                    <a:pt x="11136" y="9418"/>
                  </a:lnTo>
                  <a:lnTo>
                    <a:pt x="11434" y="11273"/>
                  </a:lnTo>
                  <a:lnTo>
                    <a:pt x="11663" y="13106"/>
                  </a:lnTo>
                  <a:lnTo>
                    <a:pt x="11777" y="14000"/>
                  </a:lnTo>
                  <a:lnTo>
                    <a:pt x="11869" y="14916"/>
                  </a:lnTo>
                  <a:lnTo>
                    <a:pt x="11938" y="15787"/>
                  </a:lnTo>
                  <a:lnTo>
                    <a:pt x="11983" y="16635"/>
                  </a:lnTo>
                  <a:lnTo>
                    <a:pt x="11983" y="17374"/>
                  </a:lnTo>
                  <a:lnTo>
                    <a:pt x="11869" y="17345"/>
                  </a:lnTo>
                  <a:lnTo>
                    <a:pt x="11067" y="17116"/>
                  </a:lnTo>
                  <a:lnTo>
                    <a:pt x="10242" y="16818"/>
                  </a:lnTo>
                  <a:lnTo>
                    <a:pt x="9417" y="16497"/>
                  </a:lnTo>
                  <a:lnTo>
                    <a:pt x="8570" y="16131"/>
                  </a:lnTo>
                  <a:lnTo>
                    <a:pt x="7722" y="15764"/>
                  </a:lnTo>
                  <a:lnTo>
                    <a:pt x="6026" y="15008"/>
                  </a:lnTo>
                  <a:lnTo>
                    <a:pt x="4308" y="14252"/>
                  </a:lnTo>
                  <a:lnTo>
                    <a:pt x="3415" y="13908"/>
                  </a:lnTo>
                  <a:lnTo>
                    <a:pt x="2979" y="13725"/>
                  </a:lnTo>
                  <a:lnTo>
                    <a:pt x="2544" y="13587"/>
                  </a:lnTo>
                  <a:lnTo>
                    <a:pt x="2429" y="13542"/>
                  </a:lnTo>
                  <a:lnTo>
                    <a:pt x="2177" y="13473"/>
                  </a:lnTo>
                  <a:lnTo>
                    <a:pt x="1925" y="13450"/>
                  </a:lnTo>
                  <a:lnTo>
                    <a:pt x="1650" y="13473"/>
                  </a:lnTo>
                  <a:lnTo>
                    <a:pt x="1398" y="13519"/>
                  </a:lnTo>
                  <a:lnTo>
                    <a:pt x="1146" y="13610"/>
                  </a:lnTo>
                  <a:lnTo>
                    <a:pt x="894" y="13725"/>
                  </a:lnTo>
                  <a:lnTo>
                    <a:pt x="688" y="13885"/>
                  </a:lnTo>
                  <a:lnTo>
                    <a:pt x="482" y="14069"/>
                  </a:lnTo>
                  <a:lnTo>
                    <a:pt x="367" y="14206"/>
                  </a:lnTo>
                  <a:lnTo>
                    <a:pt x="253" y="14366"/>
                  </a:lnTo>
                  <a:lnTo>
                    <a:pt x="161" y="14527"/>
                  </a:lnTo>
                  <a:lnTo>
                    <a:pt x="92" y="14710"/>
                  </a:lnTo>
                  <a:lnTo>
                    <a:pt x="47" y="14870"/>
                  </a:lnTo>
                  <a:lnTo>
                    <a:pt x="1" y="15054"/>
                  </a:lnTo>
                  <a:lnTo>
                    <a:pt x="1" y="15237"/>
                  </a:lnTo>
                  <a:lnTo>
                    <a:pt x="1" y="15420"/>
                  </a:lnTo>
                  <a:lnTo>
                    <a:pt x="1" y="15604"/>
                  </a:lnTo>
                  <a:lnTo>
                    <a:pt x="47" y="15764"/>
                  </a:lnTo>
                  <a:lnTo>
                    <a:pt x="92" y="15947"/>
                  </a:lnTo>
                  <a:lnTo>
                    <a:pt x="161" y="16108"/>
                  </a:lnTo>
                  <a:lnTo>
                    <a:pt x="253" y="16268"/>
                  </a:lnTo>
                  <a:lnTo>
                    <a:pt x="344" y="16428"/>
                  </a:lnTo>
                  <a:lnTo>
                    <a:pt x="459" y="16589"/>
                  </a:lnTo>
                  <a:lnTo>
                    <a:pt x="596" y="16726"/>
                  </a:lnTo>
                  <a:lnTo>
                    <a:pt x="780" y="16887"/>
                  </a:lnTo>
                  <a:lnTo>
                    <a:pt x="986" y="17070"/>
                  </a:lnTo>
                  <a:lnTo>
                    <a:pt x="1375" y="17391"/>
                  </a:lnTo>
                  <a:lnTo>
                    <a:pt x="2154" y="18009"/>
                  </a:lnTo>
                  <a:lnTo>
                    <a:pt x="2956" y="18582"/>
                  </a:lnTo>
                  <a:lnTo>
                    <a:pt x="3781" y="19132"/>
                  </a:lnTo>
                  <a:lnTo>
                    <a:pt x="4629" y="19659"/>
                  </a:lnTo>
                  <a:lnTo>
                    <a:pt x="5499" y="20163"/>
                  </a:lnTo>
                  <a:lnTo>
                    <a:pt x="6393" y="20644"/>
                  </a:lnTo>
                  <a:lnTo>
                    <a:pt x="7287" y="21125"/>
                  </a:lnTo>
                  <a:lnTo>
                    <a:pt x="8226" y="21561"/>
                  </a:lnTo>
                  <a:lnTo>
                    <a:pt x="9188" y="21996"/>
                  </a:lnTo>
                  <a:lnTo>
                    <a:pt x="9692" y="22202"/>
                  </a:lnTo>
                  <a:lnTo>
                    <a:pt x="10219" y="22408"/>
                  </a:lnTo>
                  <a:lnTo>
                    <a:pt x="10746" y="22592"/>
                  </a:lnTo>
                  <a:lnTo>
                    <a:pt x="11342" y="22775"/>
                  </a:lnTo>
                  <a:lnTo>
                    <a:pt x="11961" y="22912"/>
                  </a:lnTo>
                  <a:lnTo>
                    <a:pt x="12327" y="22981"/>
                  </a:lnTo>
                  <a:lnTo>
                    <a:pt x="12694" y="23027"/>
                  </a:lnTo>
                  <a:lnTo>
                    <a:pt x="13106" y="23050"/>
                  </a:lnTo>
                  <a:lnTo>
                    <a:pt x="13587" y="23050"/>
                  </a:lnTo>
                  <a:lnTo>
                    <a:pt x="13862" y="23027"/>
                  </a:lnTo>
                  <a:lnTo>
                    <a:pt x="14160" y="23004"/>
                  </a:lnTo>
                  <a:lnTo>
                    <a:pt x="14481" y="22935"/>
                  </a:lnTo>
                  <a:lnTo>
                    <a:pt x="14825" y="22821"/>
                  </a:lnTo>
                  <a:lnTo>
                    <a:pt x="15008" y="22752"/>
                  </a:lnTo>
                  <a:lnTo>
                    <a:pt x="15099" y="22706"/>
                  </a:lnTo>
                  <a:lnTo>
                    <a:pt x="15145" y="22683"/>
                  </a:lnTo>
                  <a:lnTo>
                    <a:pt x="15214" y="22660"/>
                  </a:lnTo>
                  <a:lnTo>
                    <a:pt x="15489" y="22500"/>
                  </a:lnTo>
                  <a:lnTo>
                    <a:pt x="15718" y="22363"/>
                  </a:lnTo>
                  <a:lnTo>
                    <a:pt x="15924" y="22179"/>
                  </a:lnTo>
                  <a:lnTo>
                    <a:pt x="16108" y="22019"/>
                  </a:lnTo>
                  <a:lnTo>
                    <a:pt x="16268" y="21859"/>
                  </a:lnTo>
                  <a:lnTo>
                    <a:pt x="16428" y="21698"/>
                  </a:lnTo>
                  <a:lnTo>
                    <a:pt x="16657" y="21400"/>
                  </a:lnTo>
                  <a:lnTo>
                    <a:pt x="16841" y="21102"/>
                  </a:lnTo>
                  <a:lnTo>
                    <a:pt x="16978" y="20850"/>
                  </a:lnTo>
                  <a:lnTo>
                    <a:pt x="17093" y="20598"/>
                  </a:lnTo>
                  <a:lnTo>
                    <a:pt x="17253" y="20163"/>
                  </a:lnTo>
                  <a:lnTo>
                    <a:pt x="17368" y="19774"/>
                  </a:lnTo>
                  <a:lnTo>
                    <a:pt x="17459" y="19407"/>
                  </a:lnTo>
                  <a:lnTo>
                    <a:pt x="17551" y="19063"/>
                  </a:lnTo>
                  <a:lnTo>
                    <a:pt x="17643" y="18422"/>
                  </a:lnTo>
                  <a:lnTo>
                    <a:pt x="17711" y="17826"/>
                  </a:lnTo>
                  <a:lnTo>
                    <a:pt x="17757" y="17253"/>
                  </a:lnTo>
                  <a:lnTo>
                    <a:pt x="17780" y="16703"/>
                  </a:lnTo>
                  <a:lnTo>
                    <a:pt x="17803" y="15627"/>
                  </a:lnTo>
                  <a:lnTo>
                    <a:pt x="17803" y="14573"/>
                  </a:lnTo>
                  <a:lnTo>
                    <a:pt x="17757" y="13565"/>
                  </a:lnTo>
                  <a:lnTo>
                    <a:pt x="17711" y="12533"/>
                  </a:lnTo>
                  <a:lnTo>
                    <a:pt x="17620" y="11525"/>
                  </a:lnTo>
                  <a:lnTo>
                    <a:pt x="17528" y="10540"/>
                  </a:lnTo>
                  <a:lnTo>
                    <a:pt x="17436" y="9532"/>
                  </a:lnTo>
                  <a:lnTo>
                    <a:pt x="17322" y="8547"/>
                  </a:lnTo>
                  <a:lnTo>
                    <a:pt x="17070" y="6599"/>
                  </a:lnTo>
                  <a:lnTo>
                    <a:pt x="16772" y="4629"/>
                  </a:lnTo>
                  <a:lnTo>
                    <a:pt x="16612" y="3667"/>
                  </a:lnTo>
                  <a:lnTo>
                    <a:pt x="16451" y="2659"/>
                  </a:lnTo>
                  <a:lnTo>
                    <a:pt x="16428" y="2590"/>
                  </a:lnTo>
                  <a:lnTo>
                    <a:pt x="16360" y="2269"/>
                  </a:lnTo>
                  <a:lnTo>
                    <a:pt x="16245" y="1971"/>
                  </a:lnTo>
                  <a:lnTo>
                    <a:pt x="16108" y="1696"/>
                  </a:lnTo>
                  <a:lnTo>
                    <a:pt x="15947" y="1421"/>
                  </a:lnTo>
                  <a:lnTo>
                    <a:pt x="15764" y="1169"/>
                  </a:lnTo>
                  <a:lnTo>
                    <a:pt x="15535" y="940"/>
                  </a:lnTo>
                  <a:lnTo>
                    <a:pt x="15306" y="734"/>
                  </a:lnTo>
                  <a:lnTo>
                    <a:pt x="15077" y="551"/>
                  </a:lnTo>
                  <a:lnTo>
                    <a:pt x="14802" y="390"/>
                  </a:lnTo>
                  <a:lnTo>
                    <a:pt x="14527" y="253"/>
                  </a:lnTo>
                  <a:lnTo>
                    <a:pt x="14229" y="138"/>
                  </a:lnTo>
                  <a:lnTo>
                    <a:pt x="13931" y="70"/>
                  </a:lnTo>
                  <a:lnTo>
                    <a:pt x="13610" y="24"/>
                  </a:lnTo>
                  <a:lnTo>
                    <a:pt x="13289" y="1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55"/>
            <p:cNvSpPr/>
            <p:nvPr/>
          </p:nvSpPr>
          <p:spPr>
            <a:xfrm>
              <a:off x="9164661" y="6220187"/>
              <a:ext cx="26605" cy="6426"/>
            </a:xfrm>
            <a:custGeom>
              <a:avLst/>
              <a:gdLst/>
              <a:ahLst/>
              <a:cxnLst/>
              <a:rect l="l" t="t" r="r" b="b"/>
              <a:pathLst>
                <a:path w="1238" h="299" extrusionOk="0">
                  <a:moveTo>
                    <a:pt x="1100" y="0"/>
                  </a:moveTo>
                  <a:lnTo>
                    <a:pt x="115" y="46"/>
                  </a:lnTo>
                  <a:lnTo>
                    <a:pt x="69" y="46"/>
                  </a:lnTo>
                  <a:lnTo>
                    <a:pt x="23" y="92"/>
                  </a:lnTo>
                  <a:lnTo>
                    <a:pt x="0" y="115"/>
                  </a:lnTo>
                  <a:lnTo>
                    <a:pt x="0" y="184"/>
                  </a:lnTo>
                  <a:lnTo>
                    <a:pt x="0" y="230"/>
                  </a:lnTo>
                  <a:lnTo>
                    <a:pt x="23" y="275"/>
                  </a:lnTo>
                  <a:lnTo>
                    <a:pt x="69" y="298"/>
                  </a:lnTo>
                  <a:lnTo>
                    <a:pt x="115" y="298"/>
                  </a:lnTo>
                  <a:lnTo>
                    <a:pt x="1100" y="275"/>
                  </a:lnTo>
                  <a:lnTo>
                    <a:pt x="1169" y="252"/>
                  </a:lnTo>
                  <a:lnTo>
                    <a:pt x="1215" y="230"/>
                  </a:lnTo>
                  <a:lnTo>
                    <a:pt x="1237" y="184"/>
                  </a:lnTo>
                  <a:lnTo>
                    <a:pt x="1237" y="138"/>
                  </a:lnTo>
                  <a:lnTo>
                    <a:pt x="1237" y="92"/>
                  </a:lnTo>
                  <a:lnTo>
                    <a:pt x="1215" y="46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55"/>
            <p:cNvSpPr/>
            <p:nvPr/>
          </p:nvSpPr>
          <p:spPr>
            <a:xfrm>
              <a:off x="9152347" y="6216255"/>
              <a:ext cx="34491" cy="30043"/>
            </a:xfrm>
            <a:custGeom>
              <a:avLst/>
              <a:gdLst/>
              <a:ahLst/>
              <a:cxnLst/>
              <a:rect l="l" t="t" r="r" b="b"/>
              <a:pathLst>
                <a:path w="1605" h="1398" extrusionOk="0">
                  <a:moveTo>
                    <a:pt x="69" y="0"/>
                  </a:moveTo>
                  <a:lnTo>
                    <a:pt x="46" y="46"/>
                  </a:lnTo>
                  <a:lnTo>
                    <a:pt x="23" y="92"/>
                  </a:lnTo>
                  <a:lnTo>
                    <a:pt x="0" y="138"/>
                  </a:lnTo>
                  <a:lnTo>
                    <a:pt x="23" y="206"/>
                  </a:lnTo>
                  <a:lnTo>
                    <a:pt x="46" y="252"/>
                  </a:lnTo>
                  <a:lnTo>
                    <a:pt x="115" y="275"/>
                  </a:lnTo>
                  <a:lnTo>
                    <a:pt x="298" y="367"/>
                  </a:lnTo>
                  <a:lnTo>
                    <a:pt x="482" y="458"/>
                  </a:lnTo>
                  <a:lnTo>
                    <a:pt x="665" y="573"/>
                  </a:lnTo>
                  <a:lnTo>
                    <a:pt x="825" y="687"/>
                  </a:lnTo>
                  <a:lnTo>
                    <a:pt x="963" y="825"/>
                  </a:lnTo>
                  <a:lnTo>
                    <a:pt x="1100" y="985"/>
                  </a:lnTo>
                  <a:lnTo>
                    <a:pt x="1238" y="1146"/>
                  </a:lnTo>
                  <a:lnTo>
                    <a:pt x="1352" y="1329"/>
                  </a:lnTo>
                  <a:lnTo>
                    <a:pt x="1375" y="1375"/>
                  </a:lnTo>
                  <a:lnTo>
                    <a:pt x="1444" y="1398"/>
                  </a:lnTo>
                  <a:lnTo>
                    <a:pt x="1490" y="1398"/>
                  </a:lnTo>
                  <a:lnTo>
                    <a:pt x="1536" y="1375"/>
                  </a:lnTo>
                  <a:lnTo>
                    <a:pt x="1581" y="1352"/>
                  </a:lnTo>
                  <a:lnTo>
                    <a:pt x="1604" y="1306"/>
                  </a:lnTo>
                  <a:lnTo>
                    <a:pt x="1604" y="1237"/>
                  </a:lnTo>
                  <a:lnTo>
                    <a:pt x="1581" y="1192"/>
                  </a:lnTo>
                  <a:lnTo>
                    <a:pt x="1467" y="985"/>
                  </a:lnTo>
                  <a:lnTo>
                    <a:pt x="1329" y="802"/>
                  </a:lnTo>
                  <a:lnTo>
                    <a:pt x="1169" y="619"/>
                  </a:lnTo>
                  <a:lnTo>
                    <a:pt x="986" y="458"/>
                  </a:lnTo>
                  <a:lnTo>
                    <a:pt x="802" y="321"/>
                  </a:lnTo>
                  <a:lnTo>
                    <a:pt x="619" y="206"/>
                  </a:lnTo>
                  <a:lnTo>
                    <a:pt x="413" y="9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55"/>
            <p:cNvSpPr/>
            <p:nvPr/>
          </p:nvSpPr>
          <p:spPr>
            <a:xfrm>
              <a:off x="8586633" y="5948408"/>
              <a:ext cx="315624" cy="377171"/>
            </a:xfrm>
            <a:custGeom>
              <a:avLst/>
              <a:gdLst/>
              <a:ahLst/>
              <a:cxnLst/>
              <a:rect l="l" t="t" r="r" b="b"/>
              <a:pathLst>
                <a:path w="14687" h="17551" extrusionOk="0">
                  <a:moveTo>
                    <a:pt x="11777" y="0"/>
                  </a:moveTo>
                  <a:lnTo>
                    <a:pt x="0" y="2246"/>
                  </a:lnTo>
                  <a:lnTo>
                    <a:pt x="2910" y="17551"/>
                  </a:lnTo>
                  <a:lnTo>
                    <a:pt x="14686" y="15305"/>
                  </a:lnTo>
                  <a:lnTo>
                    <a:pt x="11777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55"/>
            <p:cNvSpPr/>
            <p:nvPr/>
          </p:nvSpPr>
          <p:spPr>
            <a:xfrm>
              <a:off x="8597936" y="5946431"/>
              <a:ext cx="316139" cy="377171"/>
            </a:xfrm>
            <a:custGeom>
              <a:avLst/>
              <a:gdLst/>
              <a:ahLst/>
              <a:cxnLst/>
              <a:rect l="l" t="t" r="r" b="b"/>
              <a:pathLst>
                <a:path w="14711" h="17551" extrusionOk="0">
                  <a:moveTo>
                    <a:pt x="11800" y="1"/>
                  </a:moveTo>
                  <a:lnTo>
                    <a:pt x="1" y="2223"/>
                  </a:lnTo>
                  <a:lnTo>
                    <a:pt x="2911" y="17551"/>
                  </a:lnTo>
                  <a:lnTo>
                    <a:pt x="14710" y="15306"/>
                  </a:lnTo>
                  <a:lnTo>
                    <a:pt x="11800" y="1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55"/>
            <p:cNvSpPr/>
            <p:nvPr/>
          </p:nvSpPr>
          <p:spPr>
            <a:xfrm>
              <a:off x="8657033" y="5926252"/>
              <a:ext cx="130487" cy="57120"/>
            </a:xfrm>
            <a:custGeom>
              <a:avLst/>
              <a:gdLst/>
              <a:ahLst/>
              <a:cxnLst/>
              <a:rect l="l" t="t" r="r" b="b"/>
              <a:pathLst>
                <a:path w="6072" h="2658" extrusionOk="0">
                  <a:moveTo>
                    <a:pt x="3277" y="0"/>
                  </a:moveTo>
                  <a:lnTo>
                    <a:pt x="2979" y="23"/>
                  </a:lnTo>
                  <a:lnTo>
                    <a:pt x="2681" y="69"/>
                  </a:lnTo>
                  <a:lnTo>
                    <a:pt x="2406" y="138"/>
                  </a:lnTo>
                  <a:lnTo>
                    <a:pt x="2131" y="206"/>
                  </a:lnTo>
                  <a:lnTo>
                    <a:pt x="1879" y="275"/>
                  </a:lnTo>
                  <a:lnTo>
                    <a:pt x="1650" y="367"/>
                  </a:lnTo>
                  <a:lnTo>
                    <a:pt x="1444" y="458"/>
                  </a:lnTo>
                  <a:lnTo>
                    <a:pt x="1375" y="504"/>
                  </a:lnTo>
                  <a:lnTo>
                    <a:pt x="1283" y="573"/>
                  </a:lnTo>
                  <a:lnTo>
                    <a:pt x="1169" y="733"/>
                  </a:lnTo>
                  <a:lnTo>
                    <a:pt x="1077" y="894"/>
                  </a:lnTo>
                  <a:lnTo>
                    <a:pt x="1008" y="1077"/>
                  </a:lnTo>
                  <a:lnTo>
                    <a:pt x="986" y="1237"/>
                  </a:lnTo>
                  <a:lnTo>
                    <a:pt x="963" y="1375"/>
                  </a:lnTo>
                  <a:lnTo>
                    <a:pt x="963" y="1512"/>
                  </a:lnTo>
                  <a:lnTo>
                    <a:pt x="871" y="1535"/>
                  </a:lnTo>
                  <a:lnTo>
                    <a:pt x="642" y="1627"/>
                  </a:lnTo>
                  <a:lnTo>
                    <a:pt x="527" y="1696"/>
                  </a:lnTo>
                  <a:lnTo>
                    <a:pt x="390" y="1764"/>
                  </a:lnTo>
                  <a:lnTo>
                    <a:pt x="275" y="1856"/>
                  </a:lnTo>
                  <a:lnTo>
                    <a:pt x="161" y="1971"/>
                  </a:lnTo>
                  <a:lnTo>
                    <a:pt x="92" y="2085"/>
                  </a:lnTo>
                  <a:lnTo>
                    <a:pt x="46" y="2223"/>
                  </a:lnTo>
                  <a:lnTo>
                    <a:pt x="0" y="2429"/>
                  </a:lnTo>
                  <a:lnTo>
                    <a:pt x="0" y="2589"/>
                  </a:lnTo>
                  <a:lnTo>
                    <a:pt x="0" y="2658"/>
                  </a:lnTo>
                  <a:lnTo>
                    <a:pt x="6072" y="1512"/>
                  </a:lnTo>
                  <a:lnTo>
                    <a:pt x="5980" y="1375"/>
                  </a:lnTo>
                  <a:lnTo>
                    <a:pt x="5866" y="1237"/>
                  </a:lnTo>
                  <a:lnTo>
                    <a:pt x="5728" y="1100"/>
                  </a:lnTo>
                  <a:lnTo>
                    <a:pt x="5522" y="962"/>
                  </a:lnTo>
                  <a:lnTo>
                    <a:pt x="5430" y="917"/>
                  </a:lnTo>
                  <a:lnTo>
                    <a:pt x="5293" y="871"/>
                  </a:lnTo>
                  <a:lnTo>
                    <a:pt x="5178" y="825"/>
                  </a:lnTo>
                  <a:lnTo>
                    <a:pt x="5041" y="802"/>
                  </a:lnTo>
                  <a:lnTo>
                    <a:pt x="4881" y="802"/>
                  </a:lnTo>
                  <a:lnTo>
                    <a:pt x="4720" y="825"/>
                  </a:lnTo>
                  <a:lnTo>
                    <a:pt x="4674" y="710"/>
                  </a:lnTo>
                  <a:lnTo>
                    <a:pt x="4583" y="573"/>
                  </a:lnTo>
                  <a:lnTo>
                    <a:pt x="4468" y="413"/>
                  </a:lnTo>
                  <a:lnTo>
                    <a:pt x="4308" y="252"/>
                  </a:lnTo>
                  <a:lnTo>
                    <a:pt x="4102" y="138"/>
                  </a:lnTo>
                  <a:lnTo>
                    <a:pt x="3987" y="69"/>
                  </a:lnTo>
                  <a:lnTo>
                    <a:pt x="3850" y="23"/>
                  </a:lnTo>
                  <a:lnTo>
                    <a:pt x="3735" y="0"/>
                  </a:lnTo>
                  <a:close/>
                </a:path>
              </a:pathLst>
            </a:custGeom>
            <a:solidFill>
              <a:srgbClr val="5F5F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55"/>
            <p:cNvSpPr/>
            <p:nvPr/>
          </p:nvSpPr>
          <p:spPr>
            <a:xfrm>
              <a:off x="8740735" y="6042447"/>
              <a:ext cx="226999" cy="169878"/>
            </a:xfrm>
            <a:custGeom>
              <a:avLst/>
              <a:gdLst/>
              <a:ahLst/>
              <a:cxnLst/>
              <a:rect l="l" t="t" r="r" b="b"/>
              <a:pathLst>
                <a:path w="10563" h="7905" extrusionOk="0">
                  <a:moveTo>
                    <a:pt x="2039" y="0"/>
                  </a:moveTo>
                  <a:lnTo>
                    <a:pt x="1650" y="46"/>
                  </a:lnTo>
                  <a:lnTo>
                    <a:pt x="1283" y="115"/>
                  </a:lnTo>
                  <a:lnTo>
                    <a:pt x="1123" y="184"/>
                  </a:lnTo>
                  <a:lnTo>
                    <a:pt x="986" y="229"/>
                  </a:lnTo>
                  <a:lnTo>
                    <a:pt x="871" y="298"/>
                  </a:lnTo>
                  <a:lnTo>
                    <a:pt x="779" y="367"/>
                  </a:lnTo>
                  <a:lnTo>
                    <a:pt x="711" y="459"/>
                  </a:lnTo>
                  <a:lnTo>
                    <a:pt x="688" y="550"/>
                  </a:lnTo>
                  <a:lnTo>
                    <a:pt x="688" y="642"/>
                  </a:lnTo>
                  <a:lnTo>
                    <a:pt x="734" y="733"/>
                  </a:lnTo>
                  <a:lnTo>
                    <a:pt x="825" y="825"/>
                  </a:lnTo>
                  <a:lnTo>
                    <a:pt x="917" y="894"/>
                  </a:lnTo>
                  <a:lnTo>
                    <a:pt x="1054" y="940"/>
                  </a:lnTo>
                  <a:lnTo>
                    <a:pt x="1169" y="986"/>
                  </a:lnTo>
                  <a:lnTo>
                    <a:pt x="1490" y="1031"/>
                  </a:lnTo>
                  <a:lnTo>
                    <a:pt x="1833" y="1054"/>
                  </a:lnTo>
                  <a:lnTo>
                    <a:pt x="2223" y="1100"/>
                  </a:lnTo>
                  <a:lnTo>
                    <a:pt x="2612" y="1146"/>
                  </a:lnTo>
                  <a:lnTo>
                    <a:pt x="2796" y="1169"/>
                  </a:lnTo>
                  <a:lnTo>
                    <a:pt x="3002" y="1238"/>
                  </a:lnTo>
                  <a:lnTo>
                    <a:pt x="3185" y="1283"/>
                  </a:lnTo>
                  <a:lnTo>
                    <a:pt x="3368" y="1375"/>
                  </a:lnTo>
                  <a:lnTo>
                    <a:pt x="3987" y="1719"/>
                  </a:lnTo>
                  <a:lnTo>
                    <a:pt x="4445" y="2017"/>
                  </a:lnTo>
                  <a:lnTo>
                    <a:pt x="4697" y="2223"/>
                  </a:lnTo>
                  <a:lnTo>
                    <a:pt x="4789" y="2291"/>
                  </a:lnTo>
                  <a:lnTo>
                    <a:pt x="4239" y="2108"/>
                  </a:lnTo>
                  <a:lnTo>
                    <a:pt x="3918" y="2017"/>
                  </a:lnTo>
                  <a:lnTo>
                    <a:pt x="3597" y="1948"/>
                  </a:lnTo>
                  <a:lnTo>
                    <a:pt x="3208" y="1902"/>
                  </a:lnTo>
                  <a:lnTo>
                    <a:pt x="2796" y="1902"/>
                  </a:lnTo>
                  <a:lnTo>
                    <a:pt x="2314" y="1925"/>
                  </a:lnTo>
                  <a:lnTo>
                    <a:pt x="1742" y="1994"/>
                  </a:lnTo>
                  <a:lnTo>
                    <a:pt x="1467" y="2062"/>
                  </a:lnTo>
                  <a:lnTo>
                    <a:pt x="1192" y="2131"/>
                  </a:lnTo>
                  <a:lnTo>
                    <a:pt x="963" y="2200"/>
                  </a:lnTo>
                  <a:lnTo>
                    <a:pt x="756" y="2291"/>
                  </a:lnTo>
                  <a:lnTo>
                    <a:pt x="573" y="2383"/>
                  </a:lnTo>
                  <a:lnTo>
                    <a:pt x="413" y="2498"/>
                  </a:lnTo>
                  <a:lnTo>
                    <a:pt x="298" y="2589"/>
                  </a:lnTo>
                  <a:lnTo>
                    <a:pt x="184" y="2681"/>
                  </a:lnTo>
                  <a:lnTo>
                    <a:pt x="115" y="2796"/>
                  </a:lnTo>
                  <a:lnTo>
                    <a:pt x="46" y="2887"/>
                  </a:lnTo>
                  <a:lnTo>
                    <a:pt x="23" y="2979"/>
                  </a:lnTo>
                  <a:lnTo>
                    <a:pt x="0" y="3070"/>
                  </a:lnTo>
                  <a:lnTo>
                    <a:pt x="23" y="3139"/>
                  </a:lnTo>
                  <a:lnTo>
                    <a:pt x="46" y="3208"/>
                  </a:lnTo>
                  <a:lnTo>
                    <a:pt x="115" y="3254"/>
                  </a:lnTo>
                  <a:lnTo>
                    <a:pt x="184" y="3300"/>
                  </a:lnTo>
                  <a:lnTo>
                    <a:pt x="527" y="3391"/>
                  </a:lnTo>
                  <a:lnTo>
                    <a:pt x="711" y="3414"/>
                  </a:lnTo>
                  <a:lnTo>
                    <a:pt x="940" y="3437"/>
                  </a:lnTo>
                  <a:lnTo>
                    <a:pt x="1192" y="3437"/>
                  </a:lnTo>
                  <a:lnTo>
                    <a:pt x="1490" y="3414"/>
                  </a:lnTo>
                  <a:lnTo>
                    <a:pt x="1810" y="3368"/>
                  </a:lnTo>
                  <a:lnTo>
                    <a:pt x="2223" y="3300"/>
                  </a:lnTo>
                  <a:lnTo>
                    <a:pt x="2429" y="3277"/>
                  </a:lnTo>
                  <a:lnTo>
                    <a:pt x="2658" y="3254"/>
                  </a:lnTo>
                  <a:lnTo>
                    <a:pt x="3093" y="3254"/>
                  </a:lnTo>
                  <a:lnTo>
                    <a:pt x="3483" y="3322"/>
                  </a:lnTo>
                  <a:lnTo>
                    <a:pt x="3850" y="3391"/>
                  </a:lnTo>
                  <a:lnTo>
                    <a:pt x="4170" y="3483"/>
                  </a:lnTo>
                  <a:lnTo>
                    <a:pt x="4422" y="3575"/>
                  </a:lnTo>
                  <a:lnTo>
                    <a:pt x="4628" y="3666"/>
                  </a:lnTo>
                  <a:lnTo>
                    <a:pt x="4628" y="3666"/>
                  </a:lnTo>
                  <a:lnTo>
                    <a:pt x="4308" y="3620"/>
                  </a:lnTo>
                  <a:lnTo>
                    <a:pt x="3850" y="3575"/>
                  </a:lnTo>
                  <a:lnTo>
                    <a:pt x="3300" y="3597"/>
                  </a:lnTo>
                  <a:lnTo>
                    <a:pt x="2727" y="3620"/>
                  </a:lnTo>
                  <a:lnTo>
                    <a:pt x="2131" y="3689"/>
                  </a:lnTo>
                  <a:lnTo>
                    <a:pt x="1856" y="3758"/>
                  </a:lnTo>
                  <a:lnTo>
                    <a:pt x="1581" y="3804"/>
                  </a:lnTo>
                  <a:lnTo>
                    <a:pt x="1352" y="3895"/>
                  </a:lnTo>
                  <a:lnTo>
                    <a:pt x="1123" y="3964"/>
                  </a:lnTo>
                  <a:lnTo>
                    <a:pt x="940" y="4079"/>
                  </a:lnTo>
                  <a:lnTo>
                    <a:pt x="802" y="4193"/>
                  </a:lnTo>
                  <a:lnTo>
                    <a:pt x="688" y="4308"/>
                  </a:lnTo>
                  <a:lnTo>
                    <a:pt x="596" y="4399"/>
                  </a:lnTo>
                  <a:lnTo>
                    <a:pt x="550" y="4514"/>
                  </a:lnTo>
                  <a:lnTo>
                    <a:pt x="504" y="4628"/>
                  </a:lnTo>
                  <a:lnTo>
                    <a:pt x="504" y="4720"/>
                  </a:lnTo>
                  <a:lnTo>
                    <a:pt x="527" y="4789"/>
                  </a:lnTo>
                  <a:lnTo>
                    <a:pt x="550" y="4880"/>
                  </a:lnTo>
                  <a:lnTo>
                    <a:pt x="619" y="4949"/>
                  </a:lnTo>
                  <a:lnTo>
                    <a:pt x="688" y="5018"/>
                  </a:lnTo>
                  <a:lnTo>
                    <a:pt x="779" y="5064"/>
                  </a:lnTo>
                  <a:lnTo>
                    <a:pt x="871" y="5110"/>
                  </a:lnTo>
                  <a:lnTo>
                    <a:pt x="986" y="5133"/>
                  </a:lnTo>
                  <a:lnTo>
                    <a:pt x="1421" y="5133"/>
                  </a:lnTo>
                  <a:lnTo>
                    <a:pt x="1558" y="5110"/>
                  </a:lnTo>
                  <a:lnTo>
                    <a:pt x="1742" y="5064"/>
                  </a:lnTo>
                  <a:lnTo>
                    <a:pt x="1948" y="5064"/>
                  </a:lnTo>
                  <a:lnTo>
                    <a:pt x="2383" y="5041"/>
                  </a:lnTo>
                  <a:lnTo>
                    <a:pt x="2887" y="5087"/>
                  </a:lnTo>
                  <a:lnTo>
                    <a:pt x="3391" y="5133"/>
                  </a:lnTo>
                  <a:lnTo>
                    <a:pt x="4216" y="5247"/>
                  </a:lnTo>
                  <a:lnTo>
                    <a:pt x="4560" y="5293"/>
                  </a:lnTo>
                  <a:lnTo>
                    <a:pt x="3850" y="5362"/>
                  </a:lnTo>
                  <a:lnTo>
                    <a:pt x="3185" y="5453"/>
                  </a:lnTo>
                  <a:lnTo>
                    <a:pt x="2841" y="5522"/>
                  </a:lnTo>
                  <a:lnTo>
                    <a:pt x="2521" y="5591"/>
                  </a:lnTo>
                  <a:lnTo>
                    <a:pt x="2292" y="5659"/>
                  </a:lnTo>
                  <a:lnTo>
                    <a:pt x="2154" y="5751"/>
                  </a:lnTo>
                  <a:lnTo>
                    <a:pt x="2017" y="5866"/>
                  </a:lnTo>
                  <a:lnTo>
                    <a:pt x="1971" y="5934"/>
                  </a:lnTo>
                  <a:lnTo>
                    <a:pt x="1925" y="5980"/>
                  </a:lnTo>
                  <a:lnTo>
                    <a:pt x="1925" y="6049"/>
                  </a:lnTo>
                  <a:lnTo>
                    <a:pt x="1925" y="6141"/>
                  </a:lnTo>
                  <a:lnTo>
                    <a:pt x="1971" y="6209"/>
                  </a:lnTo>
                  <a:lnTo>
                    <a:pt x="2039" y="6278"/>
                  </a:lnTo>
                  <a:lnTo>
                    <a:pt x="2131" y="6370"/>
                  </a:lnTo>
                  <a:lnTo>
                    <a:pt x="2292" y="6438"/>
                  </a:lnTo>
                  <a:lnTo>
                    <a:pt x="2406" y="6484"/>
                  </a:lnTo>
                  <a:lnTo>
                    <a:pt x="2566" y="6530"/>
                  </a:lnTo>
                  <a:lnTo>
                    <a:pt x="2910" y="6599"/>
                  </a:lnTo>
                  <a:lnTo>
                    <a:pt x="3300" y="6645"/>
                  </a:lnTo>
                  <a:lnTo>
                    <a:pt x="3758" y="6691"/>
                  </a:lnTo>
                  <a:lnTo>
                    <a:pt x="4743" y="6759"/>
                  </a:lnTo>
                  <a:lnTo>
                    <a:pt x="5247" y="6805"/>
                  </a:lnTo>
                  <a:lnTo>
                    <a:pt x="5728" y="6874"/>
                  </a:lnTo>
                  <a:lnTo>
                    <a:pt x="5934" y="6920"/>
                  </a:lnTo>
                  <a:lnTo>
                    <a:pt x="6141" y="6965"/>
                  </a:lnTo>
                  <a:lnTo>
                    <a:pt x="6553" y="7149"/>
                  </a:lnTo>
                  <a:lnTo>
                    <a:pt x="6988" y="7332"/>
                  </a:lnTo>
                  <a:lnTo>
                    <a:pt x="7378" y="7561"/>
                  </a:lnTo>
                  <a:lnTo>
                    <a:pt x="7584" y="7676"/>
                  </a:lnTo>
                  <a:lnTo>
                    <a:pt x="7767" y="7744"/>
                  </a:lnTo>
                  <a:lnTo>
                    <a:pt x="7974" y="7813"/>
                  </a:lnTo>
                  <a:lnTo>
                    <a:pt x="8180" y="7859"/>
                  </a:lnTo>
                  <a:lnTo>
                    <a:pt x="8386" y="7882"/>
                  </a:lnTo>
                  <a:lnTo>
                    <a:pt x="8592" y="7905"/>
                  </a:lnTo>
                  <a:lnTo>
                    <a:pt x="8798" y="7882"/>
                  </a:lnTo>
                  <a:lnTo>
                    <a:pt x="8982" y="7859"/>
                  </a:lnTo>
                  <a:lnTo>
                    <a:pt x="9188" y="7813"/>
                  </a:lnTo>
                  <a:lnTo>
                    <a:pt x="9371" y="7744"/>
                  </a:lnTo>
                  <a:lnTo>
                    <a:pt x="9554" y="7653"/>
                  </a:lnTo>
                  <a:lnTo>
                    <a:pt x="9738" y="7561"/>
                  </a:lnTo>
                  <a:lnTo>
                    <a:pt x="9898" y="7424"/>
                  </a:lnTo>
                  <a:lnTo>
                    <a:pt x="10059" y="7286"/>
                  </a:lnTo>
                  <a:lnTo>
                    <a:pt x="10196" y="7149"/>
                  </a:lnTo>
                  <a:lnTo>
                    <a:pt x="10311" y="6965"/>
                  </a:lnTo>
                  <a:lnTo>
                    <a:pt x="10425" y="6759"/>
                  </a:lnTo>
                  <a:lnTo>
                    <a:pt x="10517" y="6553"/>
                  </a:lnTo>
                  <a:lnTo>
                    <a:pt x="10563" y="6347"/>
                  </a:lnTo>
                  <a:lnTo>
                    <a:pt x="10563" y="6141"/>
                  </a:lnTo>
                  <a:lnTo>
                    <a:pt x="10540" y="5934"/>
                  </a:lnTo>
                  <a:lnTo>
                    <a:pt x="10448" y="5705"/>
                  </a:lnTo>
                  <a:lnTo>
                    <a:pt x="10333" y="5476"/>
                  </a:lnTo>
                  <a:lnTo>
                    <a:pt x="10173" y="5247"/>
                  </a:lnTo>
                  <a:lnTo>
                    <a:pt x="10013" y="4995"/>
                  </a:lnTo>
                  <a:lnTo>
                    <a:pt x="9807" y="4766"/>
                  </a:lnTo>
                  <a:lnTo>
                    <a:pt x="9371" y="4285"/>
                  </a:lnTo>
                  <a:lnTo>
                    <a:pt x="8936" y="3827"/>
                  </a:lnTo>
                  <a:lnTo>
                    <a:pt x="8501" y="3414"/>
                  </a:lnTo>
                  <a:lnTo>
                    <a:pt x="8157" y="3070"/>
                  </a:lnTo>
                  <a:lnTo>
                    <a:pt x="7882" y="2818"/>
                  </a:lnTo>
                  <a:lnTo>
                    <a:pt x="7676" y="2612"/>
                  </a:lnTo>
                  <a:lnTo>
                    <a:pt x="7447" y="2406"/>
                  </a:lnTo>
                  <a:lnTo>
                    <a:pt x="6851" y="1925"/>
                  </a:lnTo>
                  <a:lnTo>
                    <a:pt x="6164" y="1444"/>
                  </a:lnTo>
                  <a:lnTo>
                    <a:pt x="5430" y="940"/>
                  </a:lnTo>
                  <a:lnTo>
                    <a:pt x="5064" y="711"/>
                  </a:lnTo>
                  <a:lnTo>
                    <a:pt x="4743" y="550"/>
                  </a:lnTo>
                  <a:lnTo>
                    <a:pt x="4399" y="413"/>
                  </a:lnTo>
                  <a:lnTo>
                    <a:pt x="4102" y="298"/>
                  </a:lnTo>
                  <a:lnTo>
                    <a:pt x="3781" y="229"/>
                  </a:lnTo>
                  <a:lnTo>
                    <a:pt x="3460" y="161"/>
                  </a:lnTo>
                  <a:lnTo>
                    <a:pt x="2818" y="46"/>
                  </a:lnTo>
                  <a:lnTo>
                    <a:pt x="2429" y="0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55"/>
            <p:cNvSpPr/>
            <p:nvPr/>
          </p:nvSpPr>
          <p:spPr>
            <a:xfrm>
              <a:off x="8871693" y="6054760"/>
              <a:ext cx="69456" cy="80265"/>
            </a:xfrm>
            <a:custGeom>
              <a:avLst/>
              <a:gdLst/>
              <a:ahLst/>
              <a:cxnLst/>
              <a:rect l="l" t="t" r="r" b="b"/>
              <a:pathLst>
                <a:path w="3232" h="3735" extrusionOk="0">
                  <a:moveTo>
                    <a:pt x="230" y="0"/>
                  </a:moveTo>
                  <a:lnTo>
                    <a:pt x="161" y="23"/>
                  </a:lnTo>
                  <a:lnTo>
                    <a:pt x="92" y="92"/>
                  </a:lnTo>
                  <a:lnTo>
                    <a:pt x="24" y="160"/>
                  </a:lnTo>
                  <a:lnTo>
                    <a:pt x="1" y="275"/>
                  </a:lnTo>
                  <a:lnTo>
                    <a:pt x="1" y="390"/>
                  </a:lnTo>
                  <a:lnTo>
                    <a:pt x="24" y="504"/>
                  </a:lnTo>
                  <a:lnTo>
                    <a:pt x="92" y="779"/>
                  </a:lnTo>
                  <a:lnTo>
                    <a:pt x="230" y="1031"/>
                  </a:lnTo>
                  <a:lnTo>
                    <a:pt x="367" y="1306"/>
                  </a:lnTo>
                  <a:lnTo>
                    <a:pt x="482" y="1512"/>
                  </a:lnTo>
                  <a:lnTo>
                    <a:pt x="619" y="1696"/>
                  </a:lnTo>
                  <a:lnTo>
                    <a:pt x="3231" y="3735"/>
                  </a:lnTo>
                  <a:lnTo>
                    <a:pt x="3094" y="3391"/>
                  </a:lnTo>
                  <a:lnTo>
                    <a:pt x="2704" y="2635"/>
                  </a:lnTo>
                  <a:lnTo>
                    <a:pt x="2475" y="2177"/>
                  </a:lnTo>
                  <a:lnTo>
                    <a:pt x="2223" y="1764"/>
                  </a:lnTo>
                  <a:lnTo>
                    <a:pt x="1971" y="1421"/>
                  </a:lnTo>
                  <a:lnTo>
                    <a:pt x="1857" y="1283"/>
                  </a:lnTo>
                  <a:lnTo>
                    <a:pt x="1719" y="1169"/>
                  </a:lnTo>
                  <a:lnTo>
                    <a:pt x="1490" y="985"/>
                  </a:lnTo>
                  <a:lnTo>
                    <a:pt x="1261" y="756"/>
                  </a:lnTo>
                  <a:lnTo>
                    <a:pt x="803" y="321"/>
                  </a:lnTo>
                  <a:lnTo>
                    <a:pt x="597" y="138"/>
                  </a:lnTo>
                  <a:lnTo>
                    <a:pt x="505" y="69"/>
                  </a:lnTo>
                  <a:lnTo>
                    <a:pt x="390" y="23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18644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p40"/>
          <p:cNvSpPr txBox="1">
            <a:spLocks noGrp="1"/>
          </p:cNvSpPr>
          <p:nvPr>
            <p:ph type="title"/>
          </p:nvPr>
        </p:nvSpPr>
        <p:spPr>
          <a:xfrm>
            <a:off x="780324" y="1280658"/>
            <a:ext cx="5067600" cy="285007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</a:t>
            </a:r>
            <a:r>
              <a:rPr lang="ru-RU" sz="4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бизнес-инвестиция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25" name="Google Shape;2125;p40"/>
          <p:cNvGrpSpPr/>
          <p:nvPr/>
        </p:nvGrpSpPr>
        <p:grpSpPr>
          <a:xfrm>
            <a:off x="5875000" y="977589"/>
            <a:ext cx="2390400" cy="3263538"/>
            <a:chOff x="5875000" y="977589"/>
            <a:chExt cx="2390400" cy="3263538"/>
          </a:xfrm>
        </p:grpSpPr>
        <p:sp>
          <p:nvSpPr>
            <p:cNvPr id="2126" name="Google Shape;2126;p40"/>
            <p:cNvSpPr/>
            <p:nvPr/>
          </p:nvSpPr>
          <p:spPr>
            <a:xfrm>
              <a:off x="5875000" y="4006826"/>
              <a:ext cx="2390400" cy="2343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27" name="Google Shape;2127;p40"/>
            <p:cNvGrpSpPr/>
            <p:nvPr/>
          </p:nvGrpSpPr>
          <p:grpSpPr>
            <a:xfrm>
              <a:off x="5970625" y="977589"/>
              <a:ext cx="2079140" cy="3188322"/>
              <a:chOff x="6351625" y="1161251"/>
              <a:chExt cx="2079140" cy="3188322"/>
            </a:xfrm>
          </p:grpSpPr>
          <p:sp>
            <p:nvSpPr>
              <p:cNvPr id="2128" name="Google Shape;2128;p40"/>
              <p:cNvSpPr/>
              <p:nvPr/>
            </p:nvSpPr>
            <p:spPr>
              <a:xfrm>
                <a:off x="8119880" y="4012959"/>
                <a:ext cx="157802" cy="238416"/>
              </a:xfrm>
              <a:custGeom>
                <a:avLst/>
                <a:gdLst/>
                <a:ahLst/>
                <a:cxnLst/>
                <a:rect l="l" t="t" r="r" b="b"/>
                <a:pathLst>
                  <a:path w="4929" h="7447" extrusionOk="0">
                    <a:moveTo>
                      <a:pt x="0" y="0"/>
                    </a:moveTo>
                    <a:lnTo>
                      <a:pt x="1698" y="7447"/>
                    </a:lnTo>
                    <a:lnTo>
                      <a:pt x="4928" y="7118"/>
                    </a:lnTo>
                    <a:lnTo>
                      <a:pt x="4381" y="0"/>
                    </a:lnTo>
                    <a:close/>
                  </a:path>
                </a:pathLst>
              </a:custGeom>
              <a:solidFill>
                <a:srgbClr val="F29B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Google Shape;2129;p40"/>
              <p:cNvSpPr/>
              <p:nvPr/>
            </p:nvSpPr>
            <p:spPr>
              <a:xfrm>
                <a:off x="8143829" y="4191771"/>
                <a:ext cx="222088" cy="157802"/>
              </a:xfrm>
              <a:custGeom>
                <a:avLst/>
                <a:gdLst/>
                <a:ahLst/>
                <a:cxnLst/>
                <a:rect l="l" t="t" r="r" b="b"/>
                <a:pathLst>
                  <a:path w="6937" h="4929" extrusionOk="0">
                    <a:moveTo>
                      <a:pt x="3012" y="0"/>
                    </a:moveTo>
                    <a:lnTo>
                      <a:pt x="2812" y="19"/>
                    </a:lnTo>
                    <a:lnTo>
                      <a:pt x="2611" y="73"/>
                    </a:lnTo>
                    <a:lnTo>
                      <a:pt x="2447" y="165"/>
                    </a:lnTo>
                    <a:lnTo>
                      <a:pt x="2264" y="256"/>
                    </a:lnTo>
                    <a:lnTo>
                      <a:pt x="2118" y="347"/>
                    </a:lnTo>
                    <a:lnTo>
                      <a:pt x="1972" y="475"/>
                    </a:lnTo>
                    <a:lnTo>
                      <a:pt x="1844" y="603"/>
                    </a:lnTo>
                    <a:lnTo>
                      <a:pt x="1716" y="730"/>
                    </a:lnTo>
                    <a:lnTo>
                      <a:pt x="1534" y="968"/>
                    </a:lnTo>
                    <a:lnTo>
                      <a:pt x="1388" y="1187"/>
                    </a:lnTo>
                    <a:lnTo>
                      <a:pt x="1260" y="1387"/>
                    </a:lnTo>
                    <a:lnTo>
                      <a:pt x="1205" y="1132"/>
                    </a:lnTo>
                    <a:lnTo>
                      <a:pt x="1114" y="895"/>
                    </a:lnTo>
                    <a:lnTo>
                      <a:pt x="1023" y="657"/>
                    </a:lnTo>
                    <a:lnTo>
                      <a:pt x="968" y="548"/>
                    </a:lnTo>
                    <a:lnTo>
                      <a:pt x="913" y="438"/>
                    </a:lnTo>
                    <a:lnTo>
                      <a:pt x="859" y="365"/>
                    </a:lnTo>
                    <a:lnTo>
                      <a:pt x="786" y="329"/>
                    </a:lnTo>
                    <a:lnTo>
                      <a:pt x="731" y="311"/>
                    </a:lnTo>
                    <a:lnTo>
                      <a:pt x="676" y="347"/>
                    </a:lnTo>
                    <a:lnTo>
                      <a:pt x="603" y="420"/>
                    </a:lnTo>
                    <a:lnTo>
                      <a:pt x="548" y="548"/>
                    </a:lnTo>
                    <a:lnTo>
                      <a:pt x="494" y="730"/>
                    </a:lnTo>
                    <a:lnTo>
                      <a:pt x="439" y="986"/>
                    </a:lnTo>
                    <a:lnTo>
                      <a:pt x="329" y="1588"/>
                    </a:lnTo>
                    <a:lnTo>
                      <a:pt x="238" y="2300"/>
                    </a:lnTo>
                    <a:lnTo>
                      <a:pt x="147" y="3048"/>
                    </a:lnTo>
                    <a:lnTo>
                      <a:pt x="37" y="4362"/>
                    </a:lnTo>
                    <a:lnTo>
                      <a:pt x="1" y="4928"/>
                    </a:lnTo>
                    <a:lnTo>
                      <a:pt x="6809" y="4928"/>
                    </a:lnTo>
                    <a:lnTo>
                      <a:pt x="6882" y="4709"/>
                    </a:lnTo>
                    <a:lnTo>
                      <a:pt x="6918" y="4490"/>
                    </a:lnTo>
                    <a:lnTo>
                      <a:pt x="6936" y="4271"/>
                    </a:lnTo>
                    <a:lnTo>
                      <a:pt x="6936" y="4070"/>
                    </a:lnTo>
                    <a:lnTo>
                      <a:pt x="6918" y="3888"/>
                    </a:lnTo>
                    <a:lnTo>
                      <a:pt x="6882" y="3724"/>
                    </a:lnTo>
                    <a:lnTo>
                      <a:pt x="6827" y="3559"/>
                    </a:lnTo>
                    <a:lnTo>
                      <a:pt x="6754" y="3395"/>
                    </a:lnTo>
                    <a:lnTo>
                      <a:pt x="6663" y="3267"/>
                    </a:lnTo>
                    <a:lnTo>
                      <a:pt x="6571" y="3140"/>
                    </a:lnTo>
                    <a:lnTo>
                      <a:pt x="6462" y="3030"/>
                    </a:lnTo>
                    <a:lnTo>
                      <a:pt x="6334" y="2939"/>
                    </a:lnTo>
                    <a:lnTo>
                      <a:pt x="6206" y="2866"/>
                    </a:lnTo>
                    <a:lnTo>
                      <a:pt x="6079" y="2793"/>
                    </a:lnTo>
                    <a:lnTo>
                      <a:pt x="5933" y="2756"/>
                    </a:lnTo>
                    <a:lnTo>
                      <a:pt x="5787" y="2720"/>
                    </a:lnTo>
                    <a:lnTo>
                      <a:pt x="5659" y="2702"/>
                    </a:lnTo>
                    <a:lnTo>
                      <a:pt x="5531" y="2629"/>
                    </a:lnTo>
                    <a:lnTo>
                      <a:pt x="5385" y="2556"/>
                    </a:lnTo>
                    <a:lnTo>
                      <a:pt x="5257" y="2464"/>
                    </a:lnTo>
                    <a:lnTo>
                      <a:pt x="5002" y="2245"/>
                    </a:lnTo>
                    <a:lnTo>
                      <a:pt x="4764" y="2026"/>
                    </a:lnTo>
                    <a:lnTo>
                      <a:pt x="4728" y="1734"/>
                    </a:lnTo>
                    <a:lnTo>
                      <a:pt x="4673" y="1132"/>
                    </a:lnTo>
                    <a:lnTo>
                      <a:pt x="4618" y="803"/>
                    </a:lnTo>
                    <a:lnTo>
                      <a:pt x="4564" y="530"/>
                    </a:lnTo>
                    <a:lnTo>
                      <a:pt x="4527" y="402"/>
                    </a:lnTo>
                    <a:lnTo>
                      <a:pt x="4491" y="311"/>
                    </a:lnTo>
                    <a:lnTo>
                      <a:pt x="4454" y="238"/>
                    </a:lnTo>
                    <a:lnTo>
                      <a:pt x="4399" y="201"/>
                    </a:lnTo>
                    <a:lnTo>
                      <a:pt x="4308" y="201"/>
                    </a:lnTo>
                    <a:lnTo>
                      <a:pt x="4253" y="238"/>
                    </a:lnTo>
                    <a:lnTo>
                      <a:pt x="4217" y="274"/>
                    </a:lnTo>
                    <a:lnTo>
                      <a:pt x="4126" y="384"/>
                    </a:lnTo>
                    <a:lnTo>
                      <a:pt x="4071" y="493"/>
                    </a:lnTo>
                    <a:lnTo>
                      <a:pt x="3980" y="347"/>
                    </a:lnTo>
                    <a:lnTo>
                      <a:pt x="3870" y="238"/>
                    </a:lnTo>
                    <a:lnTo>
                      <a:pt x="3761" y="146"/>
                    </a:lnTo>
                    <a:lnTo>
                      <a:pt x="3633" y="73"/>
                    </a:lnTo>
                    <a:lnTo>
                      <a:pt x="3487" y="37"/>
                    </a:lnTo>
                    <a:lnTo>
                      <a:pt x="3323" y="0"/>
                    </a:lnTo>
                    <a:close/>
                  </a:path>
                </a:pathLst>
              </a:custGeom>
              <a:gradFill>
                <a:gsLst>
                  <a:gs pos="0">
                    <a:srgbClr val="36D5E6"/>
                  </a:gs>
                  <a:gs pos="100000">
                    <a:srgbClr val="17788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Google Shape;2130;p40"/>
              <p:cNvSpPr/>
              <p:nvPr/>
            </p:nvSpPr>
            <p:spPr>
              <a:xfrm>
                <a:off x="8217466" y="4222731"/>
                <a:ext cx="64318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713" extrusionOk="0">
                    <a:moveTo>
                      <a:pt x="1205" y="1"/>
                    </a:moveTo>
                    <a:lnTo>
                      <a:pt x="1059" y="19"/>
                    </a:lnTo>
                    <a:lnTo>
                      <a:pt x="931" y="19"/>
                    </a:lnTo>
                    <a:lnTo>
                      <a:pt x="804" y="55"/>
                    </a:lnTo>
                    <a:lnTo>
                      <a:pt x="676" y="92"/>
                    </a:lnTo>
                    <a:lnTo>
                      <a:pt x="566" y="147"/>
                    </a:lnTo>
                    <a:lnTo>
                      <a:pt x="439" y="201"/>
                    </a:lnTo>
                    <a:lnTo>
                      <a:pt x="329" y="274"/>
                    </a:lnTo>
                    <a:lnTo>
                      <a:pt x="220" y="366"/>
                    </a:lnTo>
                    <a:lnTo>
                      <a:pt x="110" y="457"/>
                    </a:lnTo>
                    <a:lnTo>
                      <a:pt x="19" y="566"/>
                    </a:lnTo>
                    <a:lnTo>
                      <a:pt x="0" y="603"/>
                    </a:lnTo>
                    <a:lnTo>
                      <a:pt x="0" y="639"/>
                    </a:lnTo>
                    <a:lnTo>
                      <a:pt x="37" y="694"/>
                    </a:lnTo>
                    <a:lnTo>
                      <a:pt x="55" y="712"/>
                    </a:lnTo>
                    <a:lnTo>
                      <a:pt x="110" y="712"/>
                    </a:lnTo>
                    <a:lnTo>
                      <a:pt x="147" y="694"/>
                    </a:lnTo>
                    <a:lnTo>
                      <a:pt x="220" y="585"/>
                    </a:lnTo>
                    <a:lnTo>
                      <a:pt x="311" y="512"/>
                    </a:lnTo>
                    <a:lnTo>
                      <a:pt x="420" y="420"/>
                    </a:lnTo>
                    <a:lnTo>
                      <a:pt x="512" y="366"/>
                    </a:lnTo>
                    <a:lnTo>
                      <a:pt x="621" y="293"/>
                    </a:lnTo>
                    <a:lnTo>
                      <a:pt x="731" y="256"/>
                    </a:lnTo>
                    <a:lnTo>
                      <a:pt x="840" y="220"/>
                    </a:lnTo>
                    <a:lnTo>
                      <a:pt x="950" y="183"/>
                    </a:lnTo>
                    <a:lnTo>
                      <a:pt x="1077" y="183"/>
                    </a:lnTo>
                    <a:lnTo>
                      <a:pt x="1187" y="165"/>
                    </a:lnTo>
                    <a:lnTo>
                      <a:pt x="1315" y="183"/>
                    </a:lnTo>
                    <a:lnTo>
                      <a:pt x="1424" y="201"/>
                    </a:lnTo>
                    <a:lnTo>
                      <a:pt x="1552" y="238"/>
                    </a:lnTo>
                    <a:lnTo>
                      <a:pt x="1661" y="274"/>
                    </a:lnTo>
                    <a:lnTo>
                      <a:pt x="1771" y="329"/>
                    </a:lnTo>
                    <a:lnTo>
                      <a:pt x="1880" y="402"/>
                    </a:lnTo>
                    <a:lnTo>
                      <a:pt x="1972" y="402"/>
                    </a:lnTo>
                    <a:lnTo>
                      <a:pt x="1990" y="366"/>
                    </a:lnTo>
                    <a:lnTo>
                      <a:pt x="2008" y="311"/>
                    </a:lnTo>
                    <a:lnTo>
                      <a:pt x="1990" y="274"/>
                    </a:lnTo>
                    <a:lnTo>
                      <a:pt x="1972" y="256"/>
                    </a:lnTo>
                    <a:lnTo>
                      <a:pt x="1844" y="183"/>
                    </a:lnTo>
                    <a:lnTo>
                      <a:pt x="1716" y="128"/>
                    </a:lnTo>
                    <a:lnTo>
                      <a:pt x="1588" y="74"/>
                    </a:lnTo>
                    <a:lnTo>
                      <a:pt x="1461" y="37"/>
                    </a:lnTo>
                    <a:lnTo>
                      <a:pt x="1333" y="19"/>
                    </a:lnTo>
                    <a:lnTo>
                      <a:pt x="120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Google Shape;2131;p40"/>
              <p:cNvSpPr/>
              <p:nvPr/>
            </p:nvSpPr>
            <p:spPr>
              <a:xfrm>
                <a:off x="8222140" y="4240276"/>
                <a:ext cx="63710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1990" h="713" extrusionOk="0">
                    <a:moveTo>
                      <a:pt x="1059" y="0"/>
                    </a:moveTo>
                    <a:lnTo>
                      <a:pt x="931" y="18"/>
                    </a:lnTo>
                    <a:lnTo>
                      <a:pt x="804" y="55"/>
                    </a:lnTo>
                    <a:lnTo>
                      <a:pt x="676" y="91"/>
                    </a:lnTo>
                    <a:lnTo>
                      <a:pt x="548" y="146"/>
                    </a:lnTo>
                    <a:lnTo>
                      <a:pt x="420" y="201"/>
                    </a:lnTo>
                    <a:lnTo>
                      <a:pt x="311" y="274"/>
                    </a:lnTo>
                    <a:lnTo>
                      <a:pt x="201" y="365"/>
                    </a:lnTo>
                    <a:lnTo>
                      <a:pt x="110" y="457"/>
                    </a:lnTo>
                    <a:lnTo>
                      <a:pt x="19" y="566"/>
                    </a:lnTo>
                    <a:lnTo>
                      <a:pt x="1" y="603"/>
                    </a:lnTo>
                    <a:lnTo>
                      <a:pt x="1" y="639"/>
                    </a:lnTo>
                    <a:lnTo>
                      <a:pt x="19" y="694"/>
                    </a:lnTo>
                    <a:lnTo>
                      <a:pt x="37" y="712"/>
                    </a:lnTo>
                    <a:lnTo>
                      <a:pt x="110" y="712"/>
                    </a:lnTo>
                    <a:lnTo>
                      <a:pt x="128" y="676"/>
                    </a:lnTo>
                    <a:lnTo>
                      <a:pt x="220" y="584"/>
                    </a:lnTo>
                    <a:lnTo>
                      <a:pt x="311" y="493"/>
                    </a:lnTo>
                    <a:lnTo>
                      <a:pt x="402" y="420"/>
                    </a:lnTo>
                    <a:lnTo>
                      <a:pt x="512" y="347"/>
                    </a:lnTo>
                    <a:lnTo>
                      <a:pt x="603" y="292"/>
                    </a:lnTo>
                    <a:lnTo>
                      <a:pt x="712" y="237"/>
                    </a:lnTo>
                    <a:lnTo>
                      <a:pt x="822" y="201"/>
                    </a:lnTo>
                    <a:lnTo>
                      <a:pt x="950" y="183"/>
                    </a:lnTo>
                    <a:lnTo>
                      <a:pt x="1059" y="164"/>
                    </a:lnTo>
                    <a:lnTo>
                      <a:pt x="1296" y="164"/>
                    </a:lnTo>
                    <a:lnTo>
                      <a:pt x="1406" y="201"/>
                    </a:lnTo>
                    <a:lnTo>
                      <a:pt x="1534" y="219"/>
                    </a:lnTo>
                    <a:lnTo>
                      <a:pt x="1643" y="274"/>
                    </a:lnTo>
                    <a:lnTo>
                      <a:pt x="1771" y="329"/>
                    </a:lnTo>
                    <a:lnTo>
                      <a:pt x="1880" y="383"/>
                    </a:lnTo>
                    <a:lnTo>
                      <a:pt x="1917" y="402"/>
                    </a:lnTo>
                    <a:lnTo>
                      <a:pt x="1935" y="402"/>
                    </a:lnTo>
                    <a:lnTo>
                      <a:pt x="1972" y="383"/>
                    </a:lnTo>
                    <a:lnTo>
                      <a:pt x="1990" y="365"/>
                    </a:lnTo>
                    <a:lnTo>
                      <a:pt x="1990" y="310"/>
                    </a:lnTo>
                    <a:lnTo>
                      <a:pt x="1990" y="274"/>
                    </a:lnTo>
                    <a:lnTo>
                      <a:pt x="1953" y="256"/>
                    </a:lnTo>
                    <a:lnTo>
                      <a:pt x="1844" y="183"/>
                    </a:lnTo>
                    <a:lnTo>
                      <a:pt x="1716" y="110"/>
                    </a:lnTo>
                    <a:lnTo>
                      <a:pt x="1570" y="73"/>
                    </a:lnTo>
                    <a:lnTo>
                      <a:pt x="1442" y="37"/>
                    </a:lnTo>
                    <a:lnTo>
                      <a:pt x="131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Google Shape;2132;p40"/>
              <p:cNvSpPr/>
              <p:nvPr/>
            </p:nvSpPr>
            <p:spPr>
              <a:xfrm>
                <a:off x="8231489" y="4260126"/>
                <a:ext cx="57307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1790" h="713" extrusionOk="0">
                    <a:moveTo>
                      <a:pt x="1041" y="1"/>
                    </a:moveTo>
                    <a:lnTo>
                      <a:pt x="931" y="19"/>
                    </a:lnTo>
                    <a:lnTo>
                      <a:pt x="804" y="37"/>
                    </a:lnTo>
                    <a:lnTo>
                      <a:pt x="694" y="56"/>
                    </a:lnTo>
                    <a:lnTo>
                      <a:pt x="585" y="110"/>
                    </a:lnTo>
                    <a:lnTo>
                      <a:pt x="475" y="165"/>
                    </a:lnTo>
                    <a:lnTo>
                      <a:pt x="366" y="220"/>
                    </a:lnTo>
                    <a:lnTo>
                      <a:pt x="274" y="293"/>
                    </a:lnTo>
                    <a:lnTo>
                      <a:pt x="183" y="384"/>
                    </a:lnTo>
                    <a:lnTo>
                      <a:pt x="92" y="475"/>
                    </a:lnTo>
                    <a:lnTo>
                      <a:pt x="1" y="585"/>
                    </a:lnTo>
                    <a:lnTo>
                      <a:pt x="1" y="621"/>
                    </a:lnTo>
                    <a:lnTo>
                      <a:pt x="1" y="640"/>
                    </a:lnTo>
                    <a:lnTo>
                      <a:pt x="1" y="676"/>
                    </a:lnTo>
                    <a:lnTo>
                      <a:pt x="37" y="694"/>
                    </a:lnTo>
                    <a:lnTo>
                      <a:pt x="92" y="713"/>
                    </a:lnTo>
                    <a:lnTo>
                      <a:pt x="128" y="694"/>
                    </a:lnTo>
                    <a:lnTo>
                      <a:pt x="147" y="676"/>
                    </a:lnTo>
                    <a:lnTo>
                      <a:pt x="293" y="494"/>
                    </a:lnTo>
                    <a:lnTo>
                      <a:pt x="475" y="348"/>
                    </a:lnTo>
                    <a:lnTo>
                      <a:pt x="658" y="256"/>
                    </a:lnTo>
                    <a:lnTo>
                      <a:pt x="858" y="183"/>
                    </a:lnTo>
                    <a:lnTo>
                      <a:pt x="950" y="183"/>
                    </a:lnTo>
                    <a:lnTo>
                      <a:pt x="1059" y="165"/>
                    </a:lnTo>
                    <a:lnTo>
                      <a:pt x="1150" y="183"/>
                    </a:lnTo>
                    <a:lnTo>
                      <a:pt x="1260" y="202"/>
                    </a:lnTo>
                    <a:lnTo>
                      <a:pt x="1369" y="238"/>
                    </a:lnTo>
                    <a:lnTo>
                      <a:pt x="1461" y="275"/>
                    </a:lnTo>
                    <a:lnTo>
                      <a:pt x="1570" y="329"/>
                    </a:lnTo>
                    <a:lnTo>
                      <a:pt x="1661" y="402"/>
                    </a:lnTo>
                    <a:lnTo>
                      <a:pt x="1753" y="402"/>
                    </a:lnTo>
                    <a:lnTo>
                      <a:pt x="1771" y="366"/>
                    </a:lnTo>
                    <a:lnTo>
                      <a:pt x="1789" y="311"/>
                    </a:lnTo>
                    <a:lnTo>
                      <a:pt x="1771" y="275"/>
                    </a:lnTo>
                    <a:lnTo>
                      <a:pt x="1753" y="256"/>
                    </a:lnTo>
                    <a:lnTo>
                      <a:pt x="1643" y="183"/>
                    </a:lnTo>
                    <a:lnTo>
                      <a:pt x="1515" y="110"/>
                    </a:lnTo>
                    <a:lnTo>
                      <a:pt x="1406" y="74"/>
                    </a:lnTo>
                    <a:lnTo>
                      <a:pt x="1278" y="37"/>
                    </a:lnTo>
                    <a:lnTo>
                      <a:pt x="1169" y="19"/>
                    </a:lnTo>
                    <a:lnTo>
                      <a:pt x="104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40"/>
              <p:cNvSpPr/>
              <p:nvPr/>
            </p:nvSpPr>
            <p:spPr>
              <a:xfrm>
                <a:off x="8150840" y="4242613"/>
                <a:ext cx="20490" cy="81254"/>
              </a:xfrm>
              <a:custGeom>
                <a:avLst/>
                <a:gdLst/>
                <a:ahLst/>
                <a:cxnLst/>
                <a:rect l="l" t="t" r="r" b="b"/>
                <a:pathLst>
                  <a:path w="640" h="2538" extrusionOk="0">
                    <a:moveTo>
                      <a:pt x="92" y="0"/>
                    </a:moveTo>
                    <a:lnTo>
                      <a:pt x="56" y="18"/>
                    </a:lnTo>
                    <a:lnTo>
                      <a:pt x="37" y="37"/>
                    </a:lnTo>
                    <a:lnTo>
                      <a:pt x="1" y="91"/>
                    </a:lnTo>
                    <a:lnTo>
                      <a:pt x="19" y="110"/>
                    </a:lnTo>
                    <a:lnTo>
                      <a:pt x="37" y="146"/>
                    </a:lnTo>
                    <a:lnTo>
                      <a:pt x="129" y="274"/>
                    </a:lnTo>
                    <a:lnTo>
                      <a:pt x="202" y="402"/>
                    </a:lnTo>
                    <a:lnTo>
                      <a:pt x="275" y="530"/>
                    </a:lnTo>
                    <a:lnTo>
                      <a:pt x="329" y="676"/>
                    </a:lnTo>
                    <a:lnTo>
                      <a:pt x="421" y="949"/>
                    </a:lnTo>
                    <a:lnTo>
                      <a:pt x="457" y="1241"/>
                    </a:lnTo>
                    <a:lnTo>
                      <a:pt x="475" y="1552"/>
                    </a:lnTo>
                    <a:lnTo>
                      <a:pt x="475" y="1844"/>
                    </a:lnTo>
                    <a:lnTo>
                      <a:pt x="457" y="2154"/>
                    </a:lnTo>
                    <a:lnTo>
                      <a:pt x="421" y="2446"/>
                    </a:lnTo>
                    <a:lnTo>
                      <a:pt x="439" y="2482"/>
                    </a:lnTo>
                    <a:lnTo>
                      <a:pt x="439" y="2501"/>
                    </a:lnTo>
                    <a:lnTo>
                      <a:pt x="475" y="2519"/>
                    </a:lnTo>
                    <a:lnTo>
                      <a:pt x="494" y="2537"/>
                    </a:lnTo>
                    <a:lnTo>
                      <a:pt x="567" y="2501"/>
                    </a:lnTo>
                    <a:lnTo>
                      <a:pt x="585" y="2482"/>
                    </a:lnTo>
                    <a:lnTo>
                      <a:pt x="585" y="2446"/>
                    </a:lnTo>
                    <a:lnTo>
                      <a:pt x="621" y="2136"/>
                    </a:lnTo>
                    <a:lnTo>
                      <a:pt x="640" y="1807"/>
                    </a:lnTo>
                    <a:lnTo>
                      <a:pt x="640" y="1497"/>
                    </a:lnTo>
                    <a:lnTo>
                      <a:pt x="621" y="1187"/>
                    </a:lnTo>
                    <a:lnTo>
                      <a:pt x="567" y="876"/>
                    </a:lnTo>
                    <a:lnTo>
                      <a:pt x="475" y="584"/>
                    </a:lnTo>
                    <a:lnTo>
                      <a:pt x="402" y="438"/>
                    </a:lnTo>
                    <a:lnTo>
                      <a:pt x="329" y="292"/>
                    </a:lnTo>
                    <a:lnTo>
                      <a:pt x="238" y="164"/>
                    </a:lnTo>
                    <a:lnTo>
                      <a:pt x="147" y="37"/>
                    </a:lnTo>
                    <a:lnTo>
                      <a:pt x="110" y="18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Google Shape;2134;p40"/>
              <p:cNvSpPr/>
              <p:nvPr/>
            </p:nvSpPr>
            <p:spPr>
              <a:xfrm>
                <a:off x="8146166" y="4320317"/>
                <a:ext cx="212740" cy="7043"/>
              </a:xfrm>
              <a:custGeom>
                <a:avLst/>
                <a:gdLst/>
                <a:ahLst/>
                <a:cxnLst/>
                <a:rect l="l" t="t" r="r" b="b"/>
                <a:pathLst>
                  <a:path w="6645" h="220" extrusionOk="0">
                    <a:moveTo>
                      <a:pt x="56" y="1"/>
                    </a:moveTo>
                    <a:lnTo>
                      <a:pt x="19" y="19"/>
                    </a:lnTo>
                    <a:lnTo>
                      <a:pt x="1" y="37"/>
                    </a:lnTo>
                    <a:lnTo>
                      <a:pt x="1" y="74"/>
                    </a:lnTo>
                    <a:lnTo>
                      <a:pt x="1" y="110"/>
                    </a:lnTo>
                    <a:lnTo>
                      <a:pt x="19" y="128"/>
                    </a:lnTo>
                    <a:lnTo>
                      <a:pt x="56" y="147"/>
                    </a:lnTo>
                    <a:lnTo>
                      <a:pt x="74" y="165"/>
                    </a:lnTo>
                    <a:lnTo>
                      <a:pt x="6571" y="220"/>
                    </a:lnTo>
                    <a:lnTo>
                      <a:pt x="6608" y="220"/>
                    </a:lnTo>
                    <a:lnTo>
                      <a:pt x="6626" y="201"/>
                    </a:lnTo>
                    <a:lnTo>
                      <a:pt x="6644" y="183"/>
                    </a:lnTo>
                    <a:lnTo>
                      <a:pt x="6644" y="147"/>
                    </a:lnTo>
                    <a:lnTo>
                      <a:pt x="6644" y="110"/>
                    </a:lnTo>
                    <a:lnTo>
                      <a:pt x="6626" y="92"/>
                    </a:lnTo>
                    <a:lnTo>
                      <a:pt x="6608" y="74"/>
                    </a:lnTo>
                    <a:lnTo>
                      <a:pt x="6571" y="55"/>
                    </a:lnTo>
                    <a:lnTo>
                      <a:pt x="7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Google Shape;2135;p40"/>
              <p:cNvSpPr/>
              <p:nvPr/>
            </p:nvSpPr>
            <p:spPr>
              <a:xfrm>
                <a:off x="7787968" y="2604042"/>
                <a:ext cx="535867" cy="1490106"/>
              </a:xfrm>
              <a:custGeom>
                <a:avLst/>
                <a:gdLst/>
                <a:ahLst/>
                <a:cxnLst/>
                <a:rect l="l" t="t" r="r" b="b"/>
                <a:pathLst>
                  <a:path w="16738" h="46544" extrusionOk="0">
                    <a:moveTo>
                      <a:pt x="12923" y="1"/>
                    </a:moveTo>
                    <a:lnTo>
                      <a:pt x="0" y="110"/>
                    </a:lnTo>
                    <a:lnTo>
                      <a:pt x="584" y="3104"/>
                    </a:lnTo>
                    <a:lnTo>
                      <a:pt x="1205" y="6261"/>
                    </a:lnTo>
                    <a:lnTo>
                      <a:pt x="1972" y="9966"/>
                    </a:lnTo>
                    <a:lnTo>
                      <a:pt x="2793" y="13836"/>
                    </a:lnTo>
                    <a:lnTo>
                      <a:pt x="3194" y="15698"/>
                    </a:lnTo>
                    <a:lnTo>
                      <a:pt x="3596" y="17450"/>
                    </a:lnTo>
                    <a:lnTo>
                      <a:pt x="3979" y="19038"/>
                    </a:lnTo>
                    <a:lnTo>
                      <a:pt x="4326" y="20407"/>
                    </a:lnTo>
                    <a:lnTo>
                      <a:pt x="4655" y="21520"/>
                    </a:lnTo>
                    <a:lnTo>
                      <a:pt x="4782" y="21958"/>
                    </a:lnTo>
                    <a:lnTo>
                      <a:pt x="4910" y="22305"/>
                    </a:lnTo>
                    <a:lnTo>
                      <a:pt x="4965" y="22487"/>
                    </a:lnTo>
                    <a:lnTo>
                      <a:pt x="5038" y="22779"/>
                    </a:lnTo>
                    <a:lnTo>
                      <a:pt x="5220" y="23710"/>
                    </a:lnTo>
                    <a:lnTo>
                      <a:pt x="5458" y="25006"/>
                    </a:lnTo>
                    <a:lnTo>
                      <a:pt x="5731" y="26612"/>
                    </a:lnTo>
                    <a:lnTo>
                      <a:pt x="6370" y="30518"/>
                    </a:lnTo>
                    <a:lnTo>
                      <a:pt x="7046" y="34880"/>
                    </a:lnTo>
                    <a:lnTo>
                      <a:pt x="8287" y="42929"/>
                    </a:lnTo>
                    <a:lnTo>
                      <a:pt x="8834" y="46543"/>
                    </a:lnTo>
                    <a:lnTo>
                      <a:pt x="16737" y="46470"/>
                    </a:lnTo>
                    <a:lnTo>
                      <a:pt x="16500" y="42802"/>
                    </a:lnTo>
                    <a:lnTo>
                      <a:pt x="15953" y="34497"/>
                    </a:lnTo>
                    <a:lnTo>
                      <a:pt x="15624" y="29843"/>
                    </a:lnTo>
                    <a:lnTo>
                      <a:pt x="15314" y="25535"/>
                    </a:lnTo>
                    <a:lnTo>
                      <a:pt x="15168" y="23674"/>
                    </a:lnTo>
                    <a:lnTo>
                      <a:pt x="15022" y="22086"/>
                    </a:lnTo>
                    <a:lnTo>
                      <a:pt x="14894" y="20826"/>
                    </a:lnTo>
                    <a:lnTo>
                      <a:pt x="14803" y="19987"/>
                    </a:lnTo>
                    <a:lnTo>
                      <a:pt x="14657" y="18910"/>
                    </a:lnTo>
                    <a:lnTo>
                      <a:pt x="14492" y="17632"/>
                    </a:lnTo>
                    <a:lnTo>
                      <a:pt x="14328" y="16209"/>
                    </a:lnTo>
                    <a:lnTo>
                      <a:pt x="14182" y="14675"/>
                    </a:lnTo>
                    <a:lnTo>
                      <a:pt x="13872" y="11372"/>
                    </a:lnTo>
                    <a:lnTo>
                      <a:pt x="13562" y="8032"/>
                    </a:lnTo>
                    <a:lnTo>
                      <a:pt x="13306" y="4947"/>
                    </a:lnTo>
                    <a:lnTo>
                      <a:pt x="13105" y="2392"/>
                    </a:lnTo>
                    <a:lnTo>
                      <a:pt x="12923" y="1"/>
                    </a:lnTo>
                    <a:close/>
                  </a:path>
                </a:pathLst>
              </a:custGeom>
              <a:gradFill>
                <a:gsLst>
                  <a:gs pos="0">
                    <a:srgbClr val="A2D5FF"/>
                  </a:gs>
                  <a:gs pos="100000">
                    <a:srgbClr val="269AF9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Google Shape;2136;p40"/>
              <p:cNvSpPr/>
              <p:nvPr/>
            </p:nvSpPr>
            <p:spPr>
              <a:xfrm>
                <a:off x="8150840" y="3306451"/>
                <a:ext cx="113973" cy="23979"/>
              </a:xfrm>
              <a:custGeom>
                <a:avLst/>
                <a:gdLst/>
                <a:ahLst/>
                <a:cxnLst/>
                <a:rect l="l" t="t" r="r" b="b"/>
                <a:pathLst>
                  <a:path w="3560" h="749" extrusionOk="0">
                    <a:moveTo>
                      <a:pt x="3450" y="1"/>
                    </a:moveTo>
                    <a:lnTo>
                      <a:pt x="3414" y="19"/>
                    </a:lnTo>
                    <a:lnTo>
                      <a:pt x="3231" y="128"/>
                    </a:lnTo>
                    <a:lnTo>
                      <a:pt x="3031" y="220"/>
                    </a:lnTo>
                    <a:lnTo>
                      <a:pt x="2830" y="311"/>
                    </a:lnTo>
                    <a:lnTo>
                      <a:pt x="2629" y="384"/>
                    </a:lnTo>
                    <a:lnTo>
                      <a:pt x="2428" y="439"/>
                    </a:lnTo>
                    <a:lnTo>
                      <a:pt x="2228" y="475"/>
                    </a:lnTo>
                    <a:lnTo>
                      <a:pt x="2008" y="512"/>
                    </a:lnTo>
                    <a:lnTo>
                      <a:pt x="1808" y="548"/>
                    </a:lnTo>
                    <a:lnTo>
                      <a:pt x="1370" y="548"/>
                    </a:lnTo>
                    <a:lnTo>
                      <a:pt x="1169" y="530"/>
                    </a:lnTo>
                    <a:lnTo>
                      <a:pt x="950" y="512"/>
                    </a:lnTo>
                    <a:lnTo>
                      <a:pt x="749" y="475"/>
                    </a:lnTo>
                    <a:lnTo>
                      <a:pt x="530" y="420"/>
                    </a:lnTo>
                    <a:lnTo>
                      <a:pt x="329" y="347"/>
                    </a:lnTo>
                    <a:lnTo>
                      <a:pt x="129" y="274"/>
                    </a:lnTo>
                    <a:lnTo>
                      <a:pt x="56" y="274"/>
                    </a:lnTo>
                    <a:lnTo>
                      <a:pt x="19" y="311"/>
                    </a:lnTo>
                    <a:lnTo>
                      <a:pt x="1" y="329"/>
                    </a:lnTo>
                    <a:lnTo>
                      <a:pt x="1" y="366"/>
                    </a:lnTo>
                    <a:lnTo>
                      <a:pt x="19" y="420"/>
                    </a:lnTo>
                    <a:lnTo>
                      <a:pt x="37" y="439"/>
                    </a:lnTo>
                    <a:lnTo>
                      <a:pt x="74" y="475"/>
                    </a:lnTo>
                    <a:lnTo>
                      <a:pt x="293" y="548"/>
                    </a:lnTo>
                    <a:lnTo>
                      <a:pt x="494" y="621"/>
                    </a:lnTo>
                    <a:lnTo>
                      <a:pt x="713" y="676"/>
                    </a:lnTo>
                    <a:lnTo>
                      <a:pt x="932" y="713"/>
                    </a:lnTo>
                    <a:lnTo>
                      <a:pt x="1169" y="731"/>
                    </a:lnTo>
                    <a:lnTo>
                      <a:pt x="1388" y="749"/>
                    </a:lnTo>
                    <a:lnTo>
                      <a:pt x="1826" y="749"/>
                    </a:lnTo>
                    <a:lnTo>
                      <a:pt x="2045" y="713"/>
                    </a:lnTo>
                    <a:lnTo>
                      <a:pt x="2264" y="676"/>
                    </a:lnTo>
                    <a:lnTo>
                      <a:pt x="2483" y="639"/>
                    </a:lnTo>
                    <a:lnTo>
                      <a:pt x="2702" y="566"/>
                    </a:lnTo>
                    <a:lnTo>
                      <a:pt x="2921" y="493"/>
                    </a:lnTo>
                    <a:lnTo>
                      <a:pt x="3122" y="402"/>
                    </a:lnTo>
                    <a:lnTo>
                      <a:pt x="3323" y="311"/>
                    </a:lnTo>
                    <a:lnTo>
                      <a:pt x="3523" y="183"/>
                    </a:lnTo>
                    <a:lnTo>
                      <a:pt x="3542" y="165"/>
                    </a:lnTo>
                    <a:lnTo>
                      <a:pt x="3560" y="128"/>
                    </a:lnTo>
                    <a:lnTo>
                      <a:pt x="3560" y="92"/>
                    </a:lnTo>
                    <a:lnTo>
                      <a:pt x="3542" y="55"/>
                    </a:lnTo>
                    <a:lnTo>
                      <a:pt x="3523" y="19"/>
                    </a:lnTo>
                    <a:lnTo>
                      <a:pt x="3487" y="1"/>
                    </a:lnTo>
                    <a:close/>
                  </a:path>
                </a:pathLst>
              </a:custGeom>
              <a:solidFill>
                <a:srgbClr val="047C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Google Shape;2137;p40"/>
              <p:cNvSpPr/>
              <p:nvPr/>
            </p:nvSpPr>
            <p:spPr>
              <a:xfrm>
                <a:off x="7887315" y="2904420"/>
                <a:ext cx="219719" cy="1138325"/>
              </a:xfrm>
              <a:custGeom>
                <a:avLst/>
                <a:gdLst/>
                <a:ahLst/>
                <a:cxnLst/>
                <a:rect l="l" t="t" r="r" b="b"/>
                <a:pathLst>
                  <a:path w="6863" h="35556" extrusionOk="0">
                    <a:moveTo>
                      <a:pt x="110" y="0"/>
                    </a:moveTo>
                    <a:lnTo>
                      <a:pt x="55" y="19"/>
                    </a:lnTo>
                    <a:lnTo>
                      <a:pt x="18" y="73"/>
                    </a:lnTo>
                    <a:lnTo>
                      <a:pt x="0" y="110"/>
                    </a:lnTo>
                    <a:lnTo>
                      <a:pt x="18" y="165"/>
                    </a:lnTo>
                    <a:lnTo>
                      <a:pt x="1479" y="5768"/>
                    </a:lnTo>
                    <a:lnTo>
                      <a:pt x="3413" y="13233"/>
                    </a:lnTo>
                    <a:lnTo>
                      <a:pt x="3559" y="13908"/>
                    </a:lnTo>
                    <a:lnTo>
                      <a:pt x="3742" y="14930"/>
                    </a:lnTo>
                    <a:lnTo>
                      <a:pt x="3961" y="16226"/>
                    </a:lnTo>
                    <a:lnTo>
                      <a:pt x="4198" y="17778"/>
                    </a:lnTo>
                    <a:lnTo>
                      <a:pt x="4709" y="21355"/>
                    </a:lnTo>
                    <a:lnTo>
                      <a:pt x="5257" y="25243"/>
                    </a:lnTo>
                    <a:lnTo>
                      <a:pt x="5750" y="29003"/>
                    </a:lnTo>
                    <a:lnTo>
                      <a:pt x="6188" y="32251"/>
                    </a:lnTo>
                    <a:lnTo>
                      <a:pt x="6589" y="35427"/>
                    </a:lnTo>
                    <a:lnTo>
                      <a:pt x="6607" y="35482"/>
                    </a:lnTo>
                    <a:lnTo>
                      <a:pt x="6644" y="35519"/>
                    </a:lnTo>
                    <a:lnTo>
                      <a:pt x="6680" y="35555"/>
                    </a:lnTo>
                    <a:lnTo>
                      <a:pt x="6753" y="35555"/>
                    </a:lnTo>
                    <a:lnTo>
                      <a:pt x="6808" y="35537"/>
                    </a:lnTo>
                    <a:lnTo>
                      <a:pt x="6845" y="35500"/>
                    </a:lnTo>
                    <a:lnTo>
                      <a:pt x="6863" y="35464"/>
                    </a:lnTo>
                    <a:lnTo>
                      <a:pt x="6863" y="35391"/>
                    </a:lnTo>
                    <a:lnTo>
                      <a:pt x="6425" y="31959"/>
                    </a:lnTo>
                    <a:lnTo>
                      <a:pt x="6005" y="28711"/>
                    </a:lnTo>
                    <a:lnTo>
                      <a:pt x="5494" y="24969"/>
                    </a:lnTo>
                    <a:lnTo>
                      <a:pt x="4965" y="21136"/>
                    </a:lnTo>
                    <a:lnTo>
                      <a:pt x="4454" y="17632"/>
                    </a:lnTo>
                    <a:lnTo>
                      <a:pt x="4235" y="16117"/>
                    </a:lnTo>
                    <a:lnTo>
                      <a:pt x="4016" y="14839"/>
                    </a:lnTo>
                    <a:lnTo>
                      <a:pt x="3833" y="13835"/>
                    </a:lnTo>
                    <a:lnTo>
                      <a:pt x="3687" y="13160"/>
                    </a:lnTo>
                    <a:lnTo>
                      <a:pt x="1734" y="5695"/>
                    </a:lnTo>
                    <a:lnTo>
                      <a:pt x="274" y="92"/>
                    </a:lnTo>
                    <a:lnTo>
                      <a:pt x="256" y="55"/>
                    </a:lnTo>
                    <a:lnTo>
                      <a:pt x="219" y="19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Google Shape;2138;p40"/>
              <p:cNvSpPr/>
              <p:nvPr/>
            </p:nvSpPr>
            <p:spPr>
              <a:xfrm>
                <a:off x="8041569" y="4028135"/>
                <a:ext cx="302734" cy="80678"/>
              </a:xfrm>
              <a:custGeom>
                <a:avLst/>
                <a:gdLst/>
                <a:ahLst/>
                <a:cxnLst/>
                <a:rect l="l" t="t" r="r" b="b"/>
                <a:pathLst>
                  <a:path w="9456" h="2520" extrusionOk="0">
                    <a:moveTo>
                      <a:pt x="9200" y="1"/>
                    </a:moveTo>
                    <a:lnTo>
                      <a:pt x="1" y="165"/>
                    </a:lnTo>
                    <a:lnTo>
                      <a:pt x="311" y="2520"/>
                    </a:lnTo>
                    <a:lnTo>
                      <a:pt x="9455" y="2301"/>
                    </a:lnTo>
                    <a:lnTo>
                      <a:pt x="9200" y="1"/>
                    </a:lnTo>
                    <a:close/>
                  </a:path>
                </a:pathLst>
              </a:custGeom>
              <a:gradFill>
                <a:gsLst>
                  <a:gs pos="0">
                    <a:srgbClr val="34629B"/>
                  </a:gs>
                  <a:gs pos="100000">
                    <a:srgbClr val="16243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Google Shape;2139;p40"/>
              <p:cNvSpPr/>
              <p:nvPr/>
            </p:nvSpPr>
            <p:spPr>
              <a:xfrm>
                <a:off x="7618506" y="3998328"/>
                <a:ext cx="151943" cy="241969"/>
              </a:xfrm>
              <a:custGeom>
                <a:avLst/>
                <a:gdLst/>
                <a:ahLst/>
                <a:cxnLst/>
                <a:rect l="l" t="t" r="r" b="b"/>
                <a:pathLst>
                  <a:path w="4746" h="7558" extrusionOk="0">
                    <a:moveTo>
                      <a:pt x="4746" y="1"/>
                    </a:moveTo>
                    <a:lnTo>
                      <a:pt x="0" y="384"/>
                    </a:lnTo>
                    <a:lnTo>
                      <a:pt x="1205" y="7557"/>
                    </a:lnTo>
                    <a:lnTo>
                      <a:pt x="4308" y="7302"/>
                    </a:lnTo>
                    <a:lnTo>
                      <a:pt x="4746" y="1"/>
                    </a:lnTo>
                    <a:close/>
                  </a:path>
                </a:pathLst>
              </a:custGeom>
              <a:solidFill>
                <a:srgbClr val="F29B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Google Shape;2140;p40"/>
              <p:cNvSpPr/>
              <p:nvPr/>
            </p:nvSpPr>
            <p:spPr>
              <a:xfrm>
                <a:off x="7406367" y="4197598"/>
                <a:ext cx="355911" cy="151975"/>
              </a:xfrm>
              <a:custGeom>
                <a:avLst/>
                <a:gdLst/>
                <a:ahLst/>
                <a:cxnLst/>
                <a:rect l="l" t="t" r="r" b="b"/>
                <a:pathLst>
                  <a:path w="11117" h="4747" extrusionOk="0">
                    <a:moveTo>
                      <a:pt x="10916" y="1"/>
                    </a:moveTo>
                    <a:lnTo>
                      <a:pt x="10824" y="19"/>
                    </a:lnTo>
                    <a:lnTo>
                      <a:pt x="10642" y="92"/>
                    </a:lnTo>
                    <a:lnTo>
                      <a:pt x="10459" y="202"/>
                    </a:lnTo>
                    <a:lnTo>
                      <a:pt x="10295" y="311"/>
                    </a:lnTo>
                    <a:lnTo>
                      <a:pt x="10131" y="421"/>
                    </a:lnTo>
                    <a:lnTo>
                      <a:pt x="8543" y="621"/>
                    </a:lnTo>
                    <a:lnTo>
                      <a:pt x="8470" y="530"/>
                    </a:lnTo>
                    <a:lnTo>
                      <a:pt x="8360" y="439"/>
                    </a:lnTo>
                    <a:lnTo>
                      <a:pt x="8232" y="348"/>
                    </a:lnTo>
                    <a:lnTo>
                      <a:pt x="8068" y="256"/>
                    </a:lnTo>
                    <a:lnTo>
                      <a:pt x="7886" y="202"/>
                    </a:lnTo>
                    <a:lnTo>
                      <a:pt x="7794" y="183"/>
                    </a:lnTo>
                    <a:lnTo>
                      <a:pt x="7685" y="183"/>
                    </a:lnTo>
                    <a:lnTo>
                      <a:pt x="7575" y="202"/>
                    </a:lnTo>
                    <a:lnTo>
                      <a:pt x="7466" y="220"/>
                    </a:lnTo>
                    <a:lnTo>
                      <a:pt x="7356" y="275"/>
                    </a:lnTo>
                    <a:lnTo>
                      <a:pt x="7247" y="329"/>
                    </a:lnTo>
                    <a:lnTo>
                      <a:pt x="7010" y="494"/>
                    </a:lnTo>
                    <a:lnTo>
                      <a:pt x="6772" y="694"/>
                    </a:lnTo>
                    <a:lnTo>
                      <a:pt x="6553" y="895"/>
                    </a:lnTo>
                    <a:lnTo>
                      <a:pt x="6225" y="1260"/>
                    </a:lnTo>
                    <a:lnTo>
                      <a:pt x="6097" y="1406"/>
                    </a:lnTo>
                    <a:lnTo>
                      <a:pt x="5568" y="1570"/>
                    </a:lnTo>
                    <a:lnTo>
                      <a:pt x="4363" y="1936"/>
                    </a:lnTo>
                    <a:lnTo>
                      <a:pt x="3651" y="2136"/>
                    </a:lnTo>
                    <a:lnTo>
                      <a:pt x="2976" y="2319"/>
                    </a:lnTo>
                    <a:lnTo>
                      <a:pt x="2392" y="2447"/>
                    </a:lnTo>
                    <a:lnTo>
                      <a:pt x="2155" y="2483"/>
                    </a:lnTo>
                    <a:lnTo>
                      <a:pt x="1972" y="2501"/>
                    </a:lnTo>
                    <a:lnTo>
                      <a:pt x="1808" y="2520"/>
                    </a:lnTo>
                    <a:lnTo>
                      <a:pt x="1644" y="2556"/>
                    </a:lnTo>
                    <a:lnTo>
                      <a:pt x="1479" y="2593"/>
                    </a:lnTo>
                    <a:lnTo>
                      <a:pt x="1333" y="2647"/>
                    </a:lnTo>
                    <a:lnTo>
                      <a:pt x="1187" y="2702"/>
                    </a:lnTo>
                    <a:lnTo>
                      <a:pt x="1041" y="2793"/>
                    </a:lnTo>
                    <a:lnTo>
                      <a:pt x="913" y="2885"/>
                    </a:lnTo>
                    <a:lnTo>
                      <a:pt x="767" y="3012"/>
                    </a:lnTo>
                    <a:lnTo>
                      <a:pt x="640" y="3158"/>
                    </a:lnTo>
                    <a:lnTo>
                      <a:pt x="530" y="3304"/>
                    </a:lnTo>
                    <a:lnTo>
                      <a:pt x="421" y="3487"/>
                    </a:lnTo>
                    <a:lnTo>
                      <a:pt x="311" y="3688"/>
                    </a:lnTo>
                    <a:lnTo>
                      <a:pt x="220" y="3925"/>
                    </a:lnTo>
                    <a:lnTo>
                      <a:pt x="129" y="4162"/>
                    </a:lnTo>
                    <a:lnTo>
                      <a:pt x="56" y="4454"/>
                    </a:lnTo>
                    <a:lnTo>
                      <a:pt x="1" y="4746"/>
                    </a:lnTo>
                    <a:lnTo>
                      <a:pt x="10623" y="4746"/>
                    </a:lnTo>
                    <a:lnTo>
                      <a:pt x="11116" y="256"/>
                    </a:lnTo>
                    <a:lnTo>
                      <a:pt x="11116" y="147"/>
                    </a:lnTo>
                    <a:lnTo>
                      <a:pt x="11080" y="74"/>
                    </a:lnTo>
                    <a:lnTo>
                      <a:pt x="11043" y="19"/>
                    </a:lnTo>
                    <a:lnTo>
                      <a:pt x="10989" y="1"/>
                    </a:lnTo>
                    <a:close/>
                  </a:path>
                </a:pathLst>
              </a:custGeom>
              <a:gradFill>
                <a:gsLst>
                  <a:gs pos="0">
                    <a:srgbClr val="36D5E6"/>
                  </a:gs>
                  <a:gs pos="100000">
                    <a:srgbClr val="17788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Google Shape;2141;p40"/>
              <p:cNvSpPr/>
              <p:nvPr/>
            </p:nvSpPr>
            <p:spPr>
              <a:xfrm>
                <a:off x="7717853" y="4247288"/>
                <a:ext cx="38578" cy="81254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2538" extrusionOk="0">
                    <a:moveTo>
                      <a:pt x="1114" y="0"/>
                    </a:moveTo>
                    <a:lnTo>
                      <a:pt x="1077" y="18"/>
                    </a:lnTo>
                    <a:lnTo>
                      <a:pt x="931" y="128"/>
                    </a:lnTo>
                    <a:lnTo>
                      <a:pt x="767" y="238"/>
                    </a:lnTo>
                    <a:lnTo>
                      <a:pt x="639" y="347"/>
                    </a:lnTo>
                    <a:lnTo>
                      <a:pt x="511" y="475"/>
                    </a:lnTo>
                    <a:lnTo>
                      <a:pt x="383" y="621"/>
                    </a:lnTo>
                    <a:lnTo>
                      <a:pt x="292" y="767"/>
                    </a:lnTo>
                    <a:lnTo>
                      <a:pt x="201" y="913"/>
                    </a:lnTo>
                    <a:lnTo>
                      <a:pt x="128" y="1077"/>
                    </a:lnTo>
                    <a:lnTo>
                      <a:pt x="73" y="1241"/>
                    </a:lnTo>
                    <a:lnTo>
                      <a:pt x="18" y="1424"/>
                    </a:lnTo>
                    <a:lnTo>
                      <a:pt x="0" y="1588"/>
                    </a:lnTo>
                    <a:lnTo>
                      <a:pt x="0" y="1771"/>
                    </a:lnTo>
                    <a:lnTo>
                      <a:pt x="0" y="1953"/>
                    </a:lnTo>
                    <a:lnTo>
                      <a:pt x="37" y="2117"/>
                    </a:lnTo>
                    <a:lnTo>
                      <a:pt x="91" y="2300"/>
                    </a:lnTo>
                    <a:lnTo>
                      <a:pt x="164" y="2482"/>
                    </a:lnTo>
                    <a:lnTo>
                      <a:pt x="183" y="2519"/>
                    </a:lnTo>
                    <a:lnTo>
                      <a:pt x="201" y="2537"/>
                    </a:lnTo>
                    <a:lnTo>
                      <a:pt x="237" y="2537"/>
                    </a:lnTo>
                    <a:lnTo>
                      <a:pt x="256" y="2519"/>
                    </a:lnTo>
                    <a:lnTo>
                      <a:pt x="310" y="2482"/>
                    </a:lnTo>
                    <a:lnTo>
                      <a:pt x="310" y="2446"/>
                    </a:lnTo>
                    <a:lnTo>
                      <a:pt x="310" y="2409"/>
                    </a:lnTo>
                    <a:lnTo>
                      <a:pt x="237" y="2245"/>
                    </a:lnTo>
                    <a:lnTo>
                      <a:pt x="201" y="2081"/>
                    </a:lnTo>
                    <a:lnTo>
                      <a:pt x="164" y="1917"/>
                    </a:lnTo>
                    <a:lnTo>
                      <a:pt x="164" y="1752"/>
                    </a:lnTo>
                    <a:lnTo>
                      <a:pt x="164" y="1588"/>
                    </a:lnTo>
                    <a:lnTo>
                      <a:pt x="183" y="1424"/>
                    </a:lnTo>
                    <a:lnTo>
                      <a:pt x="237" y="1278"/>
                    </a:lnTo>
                    <a:lnTo>
                      <a:pt x="292" y="1114"/>
                    </a:lnTo>
                    <a:lnTo>
                      <a:pt x="347" y="986"/>
                    </a:lnTo>
                    <a:lnTo>
                      <a:pt x="438" y="840"/>
                    </a:lnTo>
                    <a:lnTo>
                      <a:pt x="529" y="712"/>
                    </a:lnTo>
                    <a:lnTo>
                      <a:pt x="639" y="584"/>
                    </a:lnTo>
                    <a:lnTo>
                      <a:pt x="748" y="457"/>
                    </a:lnTo>
                    <a:lnTo>
                      <a:pt x="876" y="347"/>
                    </a:lnTo>
                    <a:lnTo>
                      <a:pt x="1022" y="256"/>
                    </a:lnTo>
                    <a:lnTo>
                      <a:pt x="1168" y="164"/>
                    </a:lnTo>
                    <a:lnTo>
                      <a:pt x="1187" y="146"/>
                    </a:lnTo>
                    <a:lnTo>
                      <a:pt x="1205" y="110"/>
                    </a:lnTo>
                    <a:lnTo>
                      <a:pt x="1205" y="73"/>
                    </a:lnTo>
                    <a:lnTo>
                      <a:pt x="1205" y="55"/>
                    </a:lnTo>
                    <a:lnTo>
                      <a:pt x="1168" y="37"/>
                    </a:lnTo>
                    <a:lnTo>
                      <a:pt x="1150" y="18"/>
                    </a:lnTo>
                    <a:lnTo>
                      <a:pt x="11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Google Shape;2142;p40"/>
              <p:cNvSpPr/>
              <p:nvPr/>
            </p:nvSpPr>
            <p:spPr>
              <a:xfrm>
                <a:off x="7413378" y="4324992"/>
                <a:ext cx="334877" cy="8804"/>
              </a:xfrm>
              <a:custGeom>
                <a:avLst/>
                <a:gdLst/>
                <a:ahLst/>
                <a:cxnLst/>
                <a:rect l="l" t="t" r="r" b="b"/>
                <a:pathLst>
                  <a:path w="10460" h="275" extrusionOk="0">
                    <a:moveTo>
                      <a:pt x="10386" y="1"/>
                    </a:moveTo>
                    <a:lnTo>
                      <a:pt x="8470" y="19"/>
                    </a:lnTo>
                    <a:lnTo>
                      <a:pt x="92" y="110"/>
                    </a:lnTo>
                    <a:lnTo>
                      <a:pt x="56" y="110"/>
                    </a:lnTo>
                    <a:lnTo>
                      <a:pt x="37" y="128"/>
                    </a:lnTo>
                    <a:lnTo>
                      <a:pt x="19" y="165"/>
                    </a:lnTo>
                    <a:lnTo>
                      <a:pt x="1" y="183"/>
                    </a:lnTo>
                    <a:lnTo>
                      <a:pt x="19" y="220"/>
                    </a:lnTo>
                    <a:lnTo>
                      <a:pt x="37" y="238"/>
                    </a:lnTo>
                    <a:lnTo>
                      <a:pt x="56" y="256"/>
                    </a:lnTo>
                    <a:lnTo>
                      <a:pt x="92" y="275"/>
                    </a:lnTo>
                    <a:lnTo>
                      <a:pt x="2009" y="256"/>
                    </a:lnTo>
                    <a:lnTo>
                      <a:pt x="10386" y="165"/>
                    </a:lnTo>
                    <a:lnTo>
                      <a:pt x="10423" y="147"/>
                    </a:lnTo>
                    <a:lnTo>
                      <a:pt x="10441" y="128"/>
                    </a:lnTo>
                    <a:lnTo>
                      <a:pt x="10459" y="110"/>
                    </a:lnTo>
                    <a:lnTo>
                      <a:pt x="10459" y="74"/>
                    </a:lnTo>
                    <a:lnTo>
                      <a:pt x="10459" y="55"/>
                    </a:lnTo>
                    <a:lnTo>
                      <a:pt x="10441" y="19"/>
                    </a:lnTo>
                    <a:lnTo>
                      <a:pt x="1042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Google Shape;2143;p40"/>
              <p:cNvSpPr/>
              <p:nvPr/>
            </p:nvSpPr>
            <p:spPr>
              <a:xfrm>
                <a:off x="7561229" y="4242613"/>
                <a:ext cx="57307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1790" h="713" extrusionOk="0">
                    <a:moveTo>
                      <a:pt x="731" y="0"/>
                    </a:moveTo>
                    <a:lnTo>
                      <a:pt x="621" y="18"/>
                    </a:lnTo>
                    <a:lnTo>
                      <a:pt x="493" y="37"/>
                    </a:lnTo>
                    <a:lnTo>
                      <a:pt x="384" y="73"/>
                    </a:lnTo>
                    <a:lnTo>
                      <a:pt x="256" y="110"/>
                    </a:lnTo>
                    <a:lnTo>
                      <a:pt x="147" y="183"/>
                    </a:lnTo>
                    <a:lnTo>
                      <a:pt x="37" y="256"/>
                    </a:lnTo>
                    <a:lnTo>
                      <a:pt x="1" y="274"/>
                    </a:lnTo>
                    <a:lnTo>
                      <a:pt x="1" y="310"/>
                    </a:lnTo>
                    <a:lnTo>
                      <a:pt x="1" y="365"/>
                    </a:lnTo>
                    <a:lnTo>
                      <a:pt x="19" y="402"/>
                    </a:lnTo>
                    <a:lnTo>
                      <a:pt x="110" y="402"/>
                    </a:lnTo>
                    <a:lnTo>
                      <a:pt x="220" y="329"/>
                    </a:lnTo>
                    <a:lnTo>
                      <a:pt x="311" y="274"/>
                    </a:lnTo>
                    <a:lnTo>
                      <a:pt x="420" y="237"/>
                    </a:lnTo>
                    <a:lnTo>
                      <a:pt x="512" y="201"/>
                    </a:lnTo>
                    <a:lnTo>
                      <a:pt x="621" y="183"/>
                    </a:lnTo>
                    <a:lnTo>
                      <a:pt x="731" y="164"/>
                    </a:lnTo>
                    <a:lnTo>
                      <a:pt x="822" y="183"/>
                    </a:lnTo>
                    <a:lnTo>
                      <a:pt x="931" y="183"/>
                    </a:lnTo>
                    <a:lnTo>
                      <a:pt x="1132" y="256"/>
                    </a:lnTo>
                    <a:lnTo>
                      <a:pt x="1315" y="347"/>
                    </a:lnTo>
                    <a:lnTo>
                      <a:pt x="1479" y="493"/>
                    </a:lnTo>
                    <a:lnTo>
                      <a:pt x="1625" y="676"/>
                    </a:lnTo>
                    <a:lnTo>
                      <a:pt x="1662" y="694"/>
                    </a:lnTo>
                    <a:lnTo>
                      <a:pt x="1680" y="712"/>
                    </a:lnTo>
                    <a:lnTo>
                      <a:pt x="1753" y="694"/>
                    </a:lnTo>
                    <a:lnTo>
                      <a:pt x="1771" y="676"/>
                    </a:lnTo>
                    <a:lnTo>
                      <a:pt x="1789" y="657"/>
                    </a:lnTo>
                    <a:lnTo>
                      <a:pt x="1789" y="621"/>
                    </a:lnTo>
                    <a:lnTo>
                      <a:pt x="1771" y="584"/>
                    </a:lnTo>
                    <a:lnTo>
                      <a:pt x="1698" y="475"/>
                    </a:lnTo>
                    <a:lnTo>
                      <a:pt x="1607" y="384"/>
                    </a:lnTo>
                    <a:lnTo>
                      <a:pt x="1516" y="292"/>
                    </a:lnTo>
                    <a:lnTo>
                      <a:pt x="1406" y="219"/>
                    </a:lnTo>
                    <a:lnTo>
                      <a:pt x="1297" y="164"/>
                    </a:lnTo>
                    <a:lnTo>
                      <a:pt x="1187" y="110"/>
                    </a:lnTo>
                    <a:lnTo>
                      <a:pt x="1078" y="55"/>
                    </a:lnTo>
                    <a:lnTo>
                      <a:pt x="968" y="37"/>
                    </a:lnTo>
                    <a:lnTo>
                      <a:pt x="858" y="18"/>
                    </a:lnTo>
                    <a:lnTo>
                      <a:pt x="73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Google Shape;2144;p40"/>
              <p:cNvSpPr/>
              <p:nvPr/>
            </p:nvSpPr>
            <p:spPr>
              <a:xfrm>
                <a:off x="7531422" y="4251354"/>
                <a:ext cx="57883" cy="22827"/>
              </a:xfrm>
              <a:custGeom>
                <a:avLst/>
                <a:gdLst/>
                <a:ahLst/>
                <a:cxnLst/>
                <a:rect l="l" t="t" r="r" b="b"/>
                <a:pathLst>
                  <a:path w="1808" h="713" extrusionOk="0">
                    <a:moveTo>
                      <a:pt x="749" y="1"/>
                    </a:moveTo>
                    <a:lnTo>
                      <a:pt x="621" y="19"/>
                    </a:lnTo>
                    <a:lnTo>
                      <a:pt x="512" y="37"/>
                    </a:lnTo>
                    <a:lnTo>
                      <a:pt x="384" y="74"/>
                    </a:lnTo>
                    <a:lnTo>
                      <a:pt x="275" y="111"/>
                    </a:lnTo>
                    <a:lnTo>
                      <a:pt x="165" y="184"/>
                    </a:lnTo>
                    <a:lnTo>
                      <a:pt x="37" y="257"/>
                    </a:lnTo>
                    <a:lnTo>
                      <a:pt x="19" y="275"/>
                    </a:lnTo>
                    <a:lnTo>
                      <a:pt x="1" y="311"/>
                    </a:lnTo>
                    <a:lnTo>
                      <a:pt x="19" y="366"/>
                    </a:lnTo>
                    <a:lnTo>
                      <a:pt x="37" y="403"/>
                    </a:lnTo>
                    <a:lnTo>
                      <a:pt x="74" y="421"/>
                    </a:lnTo>
                    <a:lnTo>
                      <a:pt x="92" y="421"/>
                    </a:lnTo>
                    <a:lnTo>
                      <a:pt x="129" y="403"/>
                    </a:lnTo>
                    <a:lnTo>
                      <a:pt x="220" y="330"/>
                    </a:lnTo>
                    <a:lnTo>
                      <a:pt x="329" y="275"/>
                    </a:lnTo>
                    <a:lnTo>
                      <a:pt x="421" y="238"/>
                    </a:lnTo>
                    <a:lnTo>
                      <a:pt x="530" y="202"/>
                    </a:lnTo>
                    <a:lnTo>
                      <a:pt x="640" y="184"/>
                    </a:lnTo>
                    <a:lnTo>
                      <a:pt x="840" y="184"/>
                    </a:lnTo>
                    <a:lnTo>
                      <a:pt x="950" y="202"/>
                    </a:lnTo>
                    <a:lnTo>
                      <a:pt x="1132" y="257"/>
                    </a:lnTo>
                    <a:lnTo>
                      <a:pt x="1333" y="348"/>
                    </a:lnTo>
                    <a:lnTo>
                      <a:pt x="1497" y="494"/>
                    </a:lnTo>
                    <a:lnTo>
                      <a:pt x="1643" y="676"/>
                    </a:lnTo>
                    <a:lnTo>
                      <a:pt x="1680" y="695"/>
                    </a:lnTo>
                    <a:lnTo>
                      <a:pt x="1698" y="713"/>
                    </a:lnTo>
                    <a:lnTo>
                      <a:pt x="1771" y="695"/>
                    </a:lnTo>
                    <a:lnTo>
                      <a:pt x="1789" y="676"/>
                    </a:lnTo>
                    <a:lnTo>
                      <a:pt x="1808" y="658"/>
                    </a:lnTo>
                    <a:lnTo>
                      <a:pt x="1808" y="622"/>
                    </a:lnTo>
                    <a:lnTo>
                      <a:pt x="1789" y="585"/>
                    </a:lnTo>
                    <a:lnTo>
                      <a:pt x="1698" y="494"/>
                    </a:lnTo>
                    <a:lnTo>
                      <a:pt x="1625" y="384"/>
                    </a:lnTo>
                    <a:lnTo>
                      <a:pt x="1516" y="311"/>
                    </a:lnTo>
                    <a:lnTo>
                      <a:pt x="1424" y="220"/>
                    </a:lnTo>
                    <a:lnTo>
                      <a:pt x="1315" y="165"/>
                    </a:lnTo>
                    <a:lnTo>
                      <a:pt x="1205" y="111"/>
                    </a:lnTo>
                    <a:lnTo>
                      <a:pt x="1096" y="56"/>
                    </a:lnTo>
                    <a:lnTo>
                      <a:pt x="986" y="37"/>
                    </a:lnTo>
                    <a:lnTo>
                      <a:pt x="859" y="19"/>
                    </a:lnTo>
                    <a:lnTo>
                      <a:pt x="74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Google Shape;2145;p40"/>
              <p:cNvSpPr/>
              <p:nvPr/>
            </p:nvSpPr>
            <p:spPr>
              <a:xfrm>
                <a:off x="7501615" y="4260735"/>
                <a:ext cx="57307" cy="22218"/>
              </a:xfrm>
              <a:custGeom>
                <a:avLst/>
                <a:gdLst/>
                <a:ahLst/>
                <a:cxnLst/>
                <a:rect l="l" t="t" r="r" b="b"/>
                <a:pathLst>
                  <a:path w="1790" h="694" extrusionOk="0">
                    <a:moveTo>
                      <a:pt x="622" y="0"/>
                    </a:moveTo>
                    <a:lnTo>
                      <a:pt x="494" y="18"/>
                    </a:lnTo>
                    <a:lnTo>
                      <a:pt x="384" y="55"/>
                    </a:lnTo>
                    <a:lnTo>
                      <a:pt x="256" y="110"/>
                    </a:lnTo>
                    <a:lnTo>
                      <a:pt x="147" y="164"/>
                    </a:lnTo>
                    <a:lnTo>
                      <a:pt x="19" y="237"/>
                    </a:lnTo>
                    <a:lnTo>
                      <a:pt x="1" y="274"/>
                    </a:lnTo>
                    <a:lnTo>
                      <a:pt x="1" y="292"/>
                    </a:lnTo>
                    <a:lnTo>
                      <a:pt x="1" y="365"/>
                    </a:lnTo>
                    <a:lnTo>
                      <a:pt x="19" y="383"/>
                    </a:lnTo>
                    <a:lnTo>
                      <a:pt x="56" y="402"/>
                    </a:lnTo>
                    <a:lnTo>
                      <a:pt x="74" y="402"/>
                    </a:lnTo>
                    <a:lnTo>
                      <a:pt x="110" y="383"/>
                    </a:lnTo>
                    <a:lnTo>
                      <a:pt x="202" y="310"/>
                    </a:lnTo>
                    <a:lnTo>
                      <a:pt x="311" y="256"/>
                    </a:lnTo>
                    <a:lnTo>
                      <a:pt x="421" y="219"/>
                    </a:lnTo>
                    <a:lnTo>
                      <a:pt x="512" y="183"/>
                    </a:lnTo>
                    <a:lnTo>
                      <a:pt x="622" y="164"/>
                    </a:lnTo>
                    <a:lnTo>
                      <a:pt x="822" y="164"/>
                    </a:lnTo>
                    <a:lnTo>
                      <a:pt x="932" y="183"/>
                    </a:lnTo>
                    <a:lnTo>
                      <a:pt x="1133" y="237"/>
                    </a:lnTo>
                    <a:lnTo>
                      <a:pt x="1315" y="347"/>
                    </a:lnTo>
                    <a:lnTo>
                      <a:pt x="1479" y="475"/>
                    </a:lnTo>
                    <a:lnTo>
                      <a:pt x="1625" y="657"/>
                    </a:lnTo>
                    <a:lnTo>
                      <a:pt x="1662" y="675"/>
                    </a:lnTo>
                    <a:lnTo>
                      <a:pt x="1680" y="694"/>
                    </a:lnTo>
                    <a:lnTo>
                      <a:pt x="1753" y="675"/>
                    </a:lnTo>
                    <a:lnTo>
                      <a:pt x="1771" y="657"/>
                    </a:lnTo>
                    <a:lnTo>
                      <a:pt x="1790" y="639"/>
                    </a:lnTo>
                    <a:lnTo>
                      <a:pt x="1790" y="602"/>
                    </a:lnTo>
                    <a:lnTo>
                      <a:pt x="1771" y="566"/>
                    </a:lnTo>
                    <a:lnTo>
                      <a:pt x="1698" y="475"/>
                    </a:lnTo>
                    <a:lnTo>
                      <a:pt x="1607" y="365"/>
                    </a:lnTo>
                    <a:lnTo>
                      <a:pt x="1516" y="292"/>
                    </a:lnTo>
                    <a:lnTo>
                      <a:pt x="1406" y="219"/>
                    </a:lnTo>
                    <a:lnTo>
                      <a:pt x="1297" y="146"/>
                    </a:lnTo>
                    <a:lnTo>
                      <a:pt x="1187" y="91"/>
                    </a:lnTo>
                    <a:lnTo>
                      <a:pt x="1078" y="55"/>
                    </a:lnTo>
                    <a:lnTo>
                      <a:pt x="968" y="18"/>
                    </a:lnTo>
                    <a:lnTo>
                      <a:pt x="85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Google Shape;2146;p40"/>
              <p:cNvSpPr/>
              <p:nvPr/>
            </p:nvSpPr>
            <p:spPr>
              <a:xfrm>
                <a:off x="7485863" y="2525761"/>
                <a:ext cx="406142" cy="1567198"/>
              </a:xfrm>
              <a:custGeom>
                <a:avLst/>
                <a:gdLst/>
                <a:ahLst/>
                <a:cxnLst/>
                <a:rect l="l" t="t" r="r" b="b"/>
                <a:pathLst>
                  <a:path w="12686" h="48952" extrusionOk="0">
                    <a:moveTo>
                      <a:pt x="2939" y="0"/>
                    </a:moveTo>
                    <a:lnTo>
                      <a:pt x="0" y="23253"/>
                    </a:lnTo>
                    <a:lnTo>
                      <a:pt x="2409" y="48952"/>
                    </a:lnTo>
                    <a:lnTo>
                      <a:pt x="11152" y="48952"/>
                    </a:lnTo>
                    <a:lnTo>
                      <a:pt x="9838" y="24184"/>
                    </a:lnTo>
                    <a:lnTo>
                      <a:pt x="12685" y="2811"/>
                    </a:lnTo>
                    <a:lnTo>
                      <a:pt x="2939" y="0"/>
                    </a:lnTo>
                    <a:close/>
                  </a:path>
                </a:pathLst>
              </a:custGeom>
              <a:gradFill>
                <a:gsLst>
                  <a:gs pos="0">
                    <a:srgbClr val="A2D5FF"/>
                  </a:gs>
                  <a:gs pos="100000">
                    <a:srgbClr val="269AF9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Google Shape;2147;p40"/>
              <p:cNvSpPr/>
              <p:nvPr/>
            </p:nvSpPr>
            <p:spPr>
              <a:xfrm>
                <a:off x="7490538" y="3273731"/>
                <a:ext cx="140834" cy="35088"/>
              </a:xfrm>
              <a:custGeom>
                <a:avLst/>
                <a:gdLst/>
                <a:ahLst/>
                <a:cxnLst/>
                <a:rect l="l" t="t" r="r" b="b"/>
                <a:pathLst>
                  <a:path w="4399" h="1096" extrusionOk="0">
                    <a:moveTo>
                      <a:pt x="55" y="1"/>
                    </a:moveTo>
                    <a:lnTo>
                      <a:pt x="37" y="19"/>
                    </a:lnTo>
                    <a:lnTo>
                      <a:pt x="0" y="55"/>
                    </a:lnTo>
                    <a:lnTo>
                      <a:pt x="0" y="92"/>
                    </a:lnTo>
                    <a:lnTo>
                      <a:pt x="0" y="128"/>
                    </a:lnTo>
                    <a:lnTo>
                      <a:pt x="0" y="165"/>
                    </a:lnTo>
                    <a:lnTo>
                      <a:pt x="37" y="183"/>
                    </a:lnTo>
                    <a:lnTo>
                      <a:pt x="292" y="329"/>
                    </a:lnTo>
                    <a:lnTo>
                      <a:pt x="529" y="457"/>
                    </a:lnTo>
                    <a:lnTo>
                      <a:pt x="785" y="566"/>
                    </a:lnTo>
                    <a:lnTo>
                      <a:pt x="1041" y="676"/>
                    </a:lnTo>
                    <a:lnTo>
                      <a:pt x="1296" y="767"/>
                    </a:lnTo>
                    <a:lnTo>
                      <a:pt x="1570" y="858"/>
                    </a:lnTo>
                    <a:lnTo>
                      <a:pt x="1844" y="931"/>
                    </a:lnTo>
                    <a:lnTo>
                      <a:pt x="2099" y="986"/>
                    </a:lnTo>
                    <a:lnTo>
                      <a:pt x="2373" y="1023"/>
                    </a:lnTo>
                    <a:lnTo>
                      <a:pt x="2647" y="1059"/>
                    </a:lnTo>
                    <a:lnTo>
                      <a:pt x="2920" y="1096"/>
                    </a:lnTo>
                    <a:lnTo>
                      <a:pt x="3486" y="1096"/>
                    </a:lnTo>
                    <a:lnTo>
                      <a:pt x="3760" y="1077"/>
                    </a:lnTo>
                    <a:lnTo>
                      <a:pt x="4034" y="1059"/>
                    </a:lnTo>
                    <a:lnTo>
                      <a:pt x="4326" y="1023"/>
                    </a:lnTo>
                    <a:lnTo>
                      <a:pt x="4362" y="1004"/>
                    </a:lnTo>
                    <a:lnTo>
                      <a:pt x="4381" y="986"/>
                    </a:lnTo>
                    <a:lnTo>
                      <a:pt x="4399" y="950"/>
                    </a:lnTo>
                    <a:lnTo>
                      <a:pt x="4381" y="913"/>
                    </a:lnTo>
                    <a:lnTo>
                      <a:pt x="4362" y="877"/>
                    </a:lnTo>
                    <a:lnTo>
                      <a:pt x="4344" y="840"/>
                    </a:lnTo>
                    <a:lnTo>
                      <a:pt x="4308" y="822"/>
                    </a:lnTo>
                    <a:lnTo>
                      <a:pt x="4271" y="822"/>
                    </a:lnTo>
                    <a:lnTo>
                      <a:pt x="3997" y="858"/>
                    </a:lnTo>
                    <a:lnTo>
                      <a:pt x="3724" y="895"/>
                    </a:lnTo>
                    <a:lnTo>
                      <a:pt x="2920" y="895"/>
                    </a:lnTo>
                    <a:lnTo>
                      <a:pt x="2665" y="858"/>
                    </a:lnTo>
                    <a:lnTo>
                      <a:pt x="2391" y="822"/>
                    </a:lnTo>
                    <a:lnTo>
                      <a:pt x="2136" y="785"/>
                    </a:lnTo>
                    <a:lnTo>
                      <a:pt x="1862" y="731"/>
                    </a:lnTo>
                    <a:lnTo>
                      <a:pt x="1606" y="658"/>
                    </a:lnTo>
                    <a:lnTo>
                      <a:pt x="1351" y="585"/>
                    </a:lnTo>
                    <a:lnTo>
                      <a:pt x="1114" y="493"/>
                    </a:lnTo>
                    <a:lnTo>
                      <a:pt x="858" y="384"/>
                    </a:lnTo>
                    <a:lnTo>
                      <a:pt x="621" y="274"/>
                    </a:lnTo>
                    <a:lnTo>
                      <a:pt x="383" y="147"/>
                    </a:lnTo>
                    <a:lnTo>
                      <a:pt x="146" y="19"/>
                    </a:lnTo>
                    <a:lnTo>
                      <a:pt x="91" y="1"/>
                    </a:lnTo>
                    <a:close/>
                  </a:path>
                </a:pathLst>
              </a:custGeom>
              <a:solidFill>
                <a:srgbClr val="047C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Google Shape;2148;p40"/>
              <p:cNvSpPr/>
              <p:nvPr/>
            </p:nvSpPr>
            <p:spPr>
              <a:xfrm>
                <a:off x="7551304" y="2606987"/>
                <a:ext cx="98190" cy="177075"/>
              </a:xfrm>
              <a:custGeom>
                <a:avLst/>
                <a:gdLst/>
                <a:ahLst/>
                <a:cxnLst/>
                <a:rect l="l" t="t" r="r" b="b"/>
                <a:pathLst>
                  <a:path w="3067" h="5531" extrusionOk="0">
                    <a:moveTo>
                      <a:pt x="2884" y="0"/>
                    </a:moveTo>
                    <a:lnTo>
                      <a:pt x="2848" y="18"/>
                    </a:lnTo>
                    <a:lnTo>
                      <a:pt x="2829" y="37"/>
                    </a:lnTo>
                    <a:lnTo>
                      <a:pt x="2811" y="73"/>
                    </a:lnTo>
                    <a:lnTo>
                      <a:pt x="2811" y="128"/>
                    </a:lnTo>
                    <a:lnTo>
                      <a:pt x="2848" y="529"/>
                    </a:lnTo>
                    <a:lnTo>
                      <a:pt x="2866" y="931"/>
                    </a:lnTo>
                    <a:lnTo>
                      <a:pt x="2848" y="1333"/>
                    </a:lnTo>
                    <a:lnTo>
                      <a:pt x="2811" y="1716"/>
                    </a:lnTo>
                    <a:lnTo>
                      <a:pt x="2720" y="2099"/>
                    </a:lnTo>
                    <a:lnTo>
                      <a:pt x="2610" y="2482"/>
                    </a:lnTo>
                    <a:lnTo>
                      <a:pt x="2464" y="2847"/>
                    </a:lnTo>
                    <a:lnTo>
                      <a:pt x="2300" y="3194"/>
                    </a:lnTo>
                    <a:lnTo>
                      <a:pt x="2099" y="3541"/>
                    </a:lnTo>
                    <a:lnTo>
                      <a:pt x="1880" y="3851"/>
                    </a:lnTo>
                    <a:lnTo>
                      <a:pt x="1643" y="4162"/>
                    </a:lnTo>
                    <a:lnTo>
                      <a:pt x="1369" y="4435"/>
                    </a:lnTo>
                    <a:lnTo>
                      <a:pt x="1059" y="4691"/>
                    </a:lnTo>
                    <a:lnTo>
                      <a:pt x="749" y="4946"/>
                    </a:lnTo>
                    <a:lnTo>
                      <a:pt x="402" y="5147"/>
                    </a:lnTo>
                    <a:lnTo>
                      <a:pt x="37" y="5330"/>
                    </a:lnTo>
                    <a:lnTo>
                      <a:pt x="19" y="5366"/>
                    </a:lnTo>
                    <a:lnTo>
                      <a:pt x="0" y="5403"/>
                    </a:lnTo>
                    <a:lnTo>
                      <a:pt x="0" y="5439"/>
                    </a:lnTo>
                    <a:lnTo>
                      <a:pt x="0" y="5457"/>
                    </a:lnTo>
                    <a:lnTo>
                      <a:pt x="37" y="5494"/>
                    </a:lnTo>
                    <a:lnTo>
                      <a:pt x="73" y="5512"/>
                    </a:lnTo>
                    <a:lnTo>
                      <a:pt x="110" y="5530"/>
                    </a:lnTo>
                    <a:lnTo>
                      <a:pt x="146" y="5512"/>
                    </a:lnTo>
                    <a:lnTo>
                      <a:pt x="530" y="5311"/>
                    </a:lnTo>
                    <a:lnTo>
                      <a:pt x="876" y="5092"/>
                    </a:lnTo>
                    <a:lnTo>
                      <a:pt x="1205" y="4837"/>
                    </a:lnTo>
                    <a:lnTo>
                      <a:pt x="1515" y="4581"/>
                    </a:lnTo>
                    <a:lnTo>
                      <a:pt x="1807" y="4271"/>
                    </a:lnTo>
                    <a:lnTo>
                      <a:pt x="2063" y="3961"/>
                    </a:lnTo>
                    <a:lnTo>
                      <a:pt x="2282" y="3632"/>
                    </a:lnTo>
                    <a:lnTo>
                      <a:pt x="2483" y="3267"/>
                    </a:lnTo>
                    <a:lnTo>
                      <a:pt x="2665" y="2902"/>
                    </a:lnTo>
                    <a:lnTo>
                      <a:pt x="2811" y="2519"/>
                    </a:lnTo>
                    <a:lnTo>
                      <a:pt x="2921" y="2136"/>
                    </a:lnTo>
                    <a:lnTo>
                      <a:pt x="2994" y="1734"/>
                    </a:lnTo>
                    <a:lnTo>
                      <a:pt x="3048" y="1333"/>
                    </a:lnTo>
                    <a:lnTo>
                      <a:pt x="3067" y="913"/>
                    </a:lnTo>
                    <a:lnTo>
                      <a:pt x="3048" y="493"/>
                    </a:lnTo>
                    <a:lnTo>
                      <a:pt x="2994" y="73"/>
                    </a:lnTo>
                    <a:lnTo>
                      <a:pt x="2975" y="37"/>
                    </a:lnTo>
                    <a:lnTo>
                      <a:pt x="29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Google Shape;2149;p40"/>
              <p:cNvSpPr/>
              <p:nvPr/>
            </p:nvSpPr>
            <p:spPr>
              <a:xfrm>
                <a:off x="8090650" y="2645535"/>
                <a:ext cx="123930" cy="194043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061" extrusionOk="0">
                    <a:moveTo>
                      <a:pt x="74" y="1"/>
                    </a:moveTo>
                    <a:lnTo>
                      <a:pt x="37" y="19"/>
                    </a:lnTo>
                    <a:lnTo>
                      <a:pt x="19" y="56"/>
                    </a:lnTo>
                    <a:lnTo>
                      <a:pt x="1" y="92"/>
                    </a:lnTo>
                    <a:lnTo>
                      <a:pt x="19" y="567"/>
                    </a:lnTo>
                    <a:lnTo>
                      <a:pt x="56" y="1023"/>
                    </a:lnTo>
                    <a:lnTo>
                      <a:pt x="129" y="1479"/>
                    </a:lnTo>
                    <a:lnTo>
                      <a:pt x="238" y="1935"/>
                    </a:lnTo>
                    <a:lnTo>
                      <a:pt x="366" y="2374"/>
                    </a:lnTo>
                    <a:lnTo>
                      <a:pt x="548" y="2812"/>
                    </a:lnTo>
                    <a:lnTo>
                      <a:pt x="749" y="3231"/>
                    </a:lnTo>
                    <a:lnTo>
                      <a:pt x="968" y="3633"/>
                    </a:lnTo>
                    <a:lnTo>
                      <a:pt x="1242" y="4016"/>
                    </a:lnTo>
                    <a:lnTo>
                      <a:pt x="1516" y="4363"/>
                    </a:lnTo>
                    <a:lnTo>
                      <a:pt x="1826" y="4710"/>
                    </a:lnTo>
                    <a:lnTo>
                      <a:pt x="2155" y="5038"/>
                    </a:lnTo>
                    <a:lnTo>
                      <a:pt x="2520" y="5330"/>
                    </a:lnTo>
                    <a:lnTo>
                      <a:pt x="2903" y="5604"/>
                    </a:lnTo>
                    <a:lnTo>
                      <a:pt x="3304" y="5841"/>
                    </a:lnTo>
                    <a:lnTo>
                      <a:pt x="3724" y="6042"/>
                    </a:lnTo>
                    <a:lnTo>
                      <a:pt x="3761" y="6060"/>
                    </a:lnTo>
                    <a:lnTo>
                      <a:pt x="3797" y="6042"/>
                    </a:lnTo>
                    <a:lnTo>
                      <a:pt x="3834" y="6024"/>
                    </a:lnTo>
                    <a:lnTo>
                      <a:pt x="3852" y="5987"/>
                    </a:lnTo>
                    <a:lnTo>
                      <a:pt x="3870" y="5969"/>
                    </a:lnTo>
                    <a:lnTo>
                      <a:pt x="3870" y="5933"/>
                    </a:lnTo>
                    <a:lnTo>
                      <a:pt x="3852" y="5896"/>
                    </a:lnTo>
                    <a:lnTo>
                      <a:pt x="3815" y="5860"/>
                    </a:lnTo>
                    <a:lnTo>
                      <a:pt x="3414" y="5659"/>
                    </a:lnTo>
                    <a:lnTo>
                      <a:pt x="3031" y="5440"/>
                    </a:lnTo>
                    <a:lnTo>
                      <a:pt x="2647" y="5166"/>
                    </a:lnTo>
                    <a:lnTo>
                      <a:pt x="2301" y="4892"/>
                    </a:lnTo>
                    <a:lnTo>
                      <a:pt x="1990" y="4582"/>
                    </a:lnTo>
                    <a:lnTo>
                      <a:pt x="1680" y="4253"/>
                    </a:lnTo>
                    <a:lnTo>
                      <a:pt x="1406" y="3888"/>
                    </a:lnTo>
                    <a:lnTo>
                      <a:pt x="1151" y="3523"/>
                    </a:lnTo>
                    <a:lnTo>
                      <a:pt x="932" y="3140"/>
                    </a:lnTo>
                    <a:lnTo>
                      <a:pt x="731" y="2739"/>
                    </a:lnTo>
                    <a:lnTo>
                      <a:pt x="567" y="2319"/>
                    </a:lnTo>
                    <a:lnTo>
                      <a:pt x="421" y="1881"/>
                    </a:lnTo>
                    <a:lnTo>
                      <a:pt x="329" y="1443"/>
                    </a:lnTo>
                    <a:lnTo>
                      <a:pt x="256" y="1005"/>
                    </a:lnTo>
                    <a:lnTo>
                      <a:pt x="220" y="548"/>
                    </a:lnTo>
                    <a:lnTo>
                      <a:pt x="202" y="92"/>
                    </a:lnTo>
                    <a:lnTo>
                      <a:pt x="202" y="56"/>
                    </a:lnTo>
                    <a:lnTo>
                      <a:pt x="183" y="19"/>
                    </a:lnTo>
                    <a:lnTo>
                      <a:pt x="14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Google Shape;2150;p40"/>
              <p:cNvSpPr/>
              <p:nvPr/>
            </p:nvSpPr>
            <p:spPr>
              <a:xfrm>
                <a:off x="7744138" y="2678256"/>
                <a:ext cx="107538" cy="1364479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42620" extrusionOk="0">
                    <a:moveTo>
                      <a:pt x="3195" y="1"/>
                    </a:moveTo>
                    <a:lnTo>
                      <a:pt x="3140" y="19"/>
                    </a:lnTo>
                    <a:lnTo>
                      <a:pt x="3103" y="56"/>
                    </a:lnTo>
                    <a:lnTo>
                      <a:pt x="3085" y="110"/>
                    </a:lnTo>
                    <a:lnTo>
                      <a:pt x="0" y="18691"/>
                    </a:lnTo>
                    <a:lnTo>
                      <a:pt x="0" y="18709"/>
                    </a:lnTo>
                    <a:lnTo>
                      <a:pt x="1223" y="42491"/>
                    </a:lnTo>
                    <a:lnTo>
                      <a:pt x="1242" y="42546"/>
                    </a:lnTo>
                    <a:lnTo>
                      <a:pt x="1260" y="42583"/>
                    </a:lnTo>
                    <a:lnTo>
                      <a:pt x="1315" y="42619"/>
                    </a:lnTo>
                    <a:lnTo>
                      <a:pt x="1369" y="42619"/>
                    </a:lnTo>
                    <a:lnTo>
                      <a:pt x="1424" y="42601"/>
                    </a:lnTo>
                    <a:lnTo>
                      <a:pt x="1461" y="42583"/>
                    </a:lnTo>
                    <a:lnTo>
                      <a:pt x="1497" y="42528"/>
                    </a:lnTo>
                    <a:lnTo>
                      <a:pt x="1497" y="42473"/>
                    </a:lnTo>
                    <a:lnTo>
                      <a:pt x="274" y="18709"/>
                    </a:lnTo>
                    <a:lnTo>
                      <a:pt x="3359" y="165"/>
                    </a:lnTo>
                    <a:lnTo>
                      <a:pt x="3359" y="110"/>
                    </a:lnTo>
                    <a:lnTo>
                      <a:pt x="3341" y="56"/>
                    </a:lnTo>
                    <a:lnTo>
                      <a:pt x="3304" y="19"/>
                    </a:lnTo>
                    <a:lnTo>
                      <a:pt x="324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Google Shape;2151;p40"/>
              <p:cNvSpPr/>
              <p:nvPr/>
            </p:nvSpPr>
            <p:spPr>
              <a:xfrm>
                <a:off x="7822450" y="2622163"/>
                <a:ext cx="101712" cy="191130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5970" extrusionOk="0">
                    <a:moveTo>
                      <a:pt x="3067" y="1"/>
                    </a:moveTo>
                    <a:lnTo>
                      <a:pt x="3012" y="19"/>
                    </a:lnTo>
                    <a:lnTo>
                      <a:pt x="2957" y="37"/>
                    </a:lnTo>
                    <a:lnTo>
                      <a:pt x="2921" y="74"/>
                    </a:lnTo>
                    <a:lnTo>
                      <a:pt x="2902" y="128"/>
                    </a:lnTo>
                    <a:lnTo>
                      <a:pt x="2829" y="694"/>
                    </a:lnTo>
                    <a:lnTo>
                      <a:pt x="2738" y="1388"/>
                    </a:lnTo>
                    <a:lnTo>
                      <a:pt x="2610" y="2173"/>
                    </a:lnTo>
                    <a:lnTo>
                      <a:pt x="2446" y="2994"/>
                    </a:lnTo>
                    <a:lnTo>
                      <a:pt x="2282" y="3761"/>
                    </a:lnTo>
                    <a:lnTo>
                      <a:pt x="2190" y="4126"/>
                    </a:lnTo>
                    <a:lnTo>
                      <a:pt x="2099" y="4454"/>
                    </a:lnTo>
                    <a:lnTo>
                      <a:pt x="1990" y="4728"/>
                    </a:lnTo>
                    <a:lnTo>
                      <a:pt x="1898" y="4983"/>
                    </a:lnTo>
                    <a:lnTo>
                      <a:pt x="1789" y="5166"/>
                    </a:lnTo>
                    <a:lnTo>
                      <a:pt x="1679" y="5312"/>
                    </a:lnTo>
                    <a:lnTo>
                      <a:pt x="1552" y="5403"/>
                    </a:lnTo>
                    <a:lnTo>
                      <a:pt x="1424" y="5495"/>
                    </a:lnTo>
                    <a:lnTo>
                      <a:pt x="1296" y="5568"/>
                    </a:lnTo>
                    <a:lnTo>
                      <a:pt x="1168" y="5622"/>
                    </a:lnTo>
                    <a:lnTo>
                      <a:pt x="1041" y="5641"/>
                    </a:lnTo>
                    <a:lnTo>
                      <a:pt x="931" y="5677"/>
                    </a:lnTo>
                    <a:lnTo>
                      <a:pt x="694" y="5695"/>
                    </a:lnTo>
                    <a:lnTo>
                      <a:pt x="511" y="5677"/>
                    </a:lnTo>
                    <a:lnTo>
                      <a:pt x="347" y="5641"/>
                    </a:lnTo>
                    <a:lnTo>
                      <a:pt x="201" y="5604"/>
                    </a:lnTo>
                    <a:lnTo>
                      <a:pt x="146" y="5586"/>
                    </a:lnTo>
                    <a:lnTo>
                      <a:pt x="91" y="5604"/>
                    </a:lnTo>
                    <a:lnTo>
                      <a:pt x="37" y="5622"/>
                    </a:lnTo>
                    <a:lnTo>
                      <a:pt x="18" y="5677"/>
                    </a:lnTo>
                    <a:lnTo>
                      <a:pt x="0" y="5732"/>
                    </a:lnTo>
                    <a:lnTo>
                      <a:pt x="18" y="5787"/>
                    </a:lnTo>
                    <a:lnTo>
                      <a:pt x="37" y="5823"/>
                    </a:lnTo>
                    <a:lnTo>
                      <a:pt x="91" y="5860"/>
                    </a:lnTo>
                    <a:lnTo>
                      <a:pt x="274" y="5914"/>
                    </a:lnTo>
                    <a:lnTo>
                      <a:pt x="475" y="5951"/>
                    </a:lnTo>
                    <a:lnTo>
                      <a:pt x="712" y="5969"/>
                    </a:lnTo>
                    <a:lnTo>
                      <a:pt x="840" y="5969"/>
                    </a:lnTo>
                    <a:lnTo>
                      <a:pt x="986" y="5951"/>
                    </a:lnTo>
                    <a:lnTo>
                      <a:pt x="1132" y="5914"/>
                    </a:lnTo>
                    <a:lnTo>
                      <a:pt x="1278" y="5878"/>
                    </a:lnTo>
                    <a:lnTo>
                      <a:pt x="1424" y="5823"/>
                    </a:lnTo>
                    <a:lnTo>
                      <a:pt x="1570" y="5732"/>
                    </a:lnTo>
                    <a:lnTo>
                      <a:pt x="1716" y="5641"/>
                    </a:lnTo>
                    <a:lnTo>
                      <a:pt x="1862" y="5513"/>
                    </a:lnTo>
                    <a:lnTo>
                      <a:pt x="1935" y="5440"/>
                    </a:lnTo>
                    <a:lnTo>
                      <a:pt x="2008" y="5349"/>
                    </a:lnTo>
                    <a:lnTo>
                      <a:pt x="2136" y="5093"/>
                    </a:lnTo>
                    <a:lnTo>
                      <a:pt x="2263" y="4801"/>
                    </a:lnTo>
                    <a:lnTo>
                      <a:pt x="2391" y="4436"/>
                    </a:lnTo>
                    <a:lnTo>
                      <a:pt x="2501" y="4053"/>
                    </a:lnTo>
                    <a:lnTo>
                      <a:pt x="2610" y="3633"/>
                    </a:lnTo>
                    <a:lnTo>
                      <a:pt x="2793" y="2757"/>
                    </a:lnTo>
                    <a:lnTo>
                      <a:pt x="2939" y="1881"/>
                    </a:lnTo>
                    <a:lnTo>
                      <a:pt x="3067" y="1096"/>
                    </a:lnTo>
                    <a:lnTo>
                      <a:pt x="3176" y="165"/>
                    </a:lnTo>
                    <a:lnTo>
                      <a:pt x="3176" y="110"/>
                    </a:lnTo>
                    <a:lnTo>
                      <a:pt x="3158" y="55"/>
                    </a:lnTo>
                    <a:lnTo>
                      <a:pt x="3121" y="19"/>
                    </a:lnTo>
                    <a:lnTo>
                      <a:pt x="306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Google Shape;2152;p40"/>
              <p:cNvSpPr/>
              <p:nvPr/>
            </p:nvSpPr>
            <p:spPr>
              <a:xfrm>
                <a:off x="7541379" y="4028135"/>
                <a:ext cx="314387" cy="78341"/>
              </a:xfrm>
              <a:custGeom>
                <a:avLst/>
                <a:gdLst/>
                <a:ahLst/>
                <a:cxnLst/>
                <a:rect l="l" t="t" r="r" b="b"/>
                <a:pathLst>
                  <a:path w="9820" h="2447" extrusionOk="0">
                    <a:moveTo>
                      <a:pt x="0" y="1"/>
                    </a:moveTo>
                    <a:lnTo>
                      <a:pt x="91" y="2227"/>
                    </a:lnTo>
                    <a:lnTo>
                      <a:pt x="9820" y="2447"/>
                    </a:lnTo>
                    <a:lnTo>
                      <a:pt x="9801" y="275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rgbClr val="34629B"/>
                  </a:gs>
                  <a:gs pos="100000">
                    <a:srgbClr val="16243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Google Shape;2153;p40"/>
              <p:cNvSpPr/>
              <p:nvPr/>
            </p:nvSpPr>
            <p:spPr>
              <a:xfrm>
                <a:off x="7602722" y="1529985"/>
                <a:ext cx="690724" cy="934390"/>
              </a:xfrm>
              <a:custGeom>
                <a:avLst/>
                <a:gdLst/>
                <a:ahLst/>
                <a:cxnLst/>
                <a:rect l="l" t="t" r="r" b="b"/>
                <a:pathLst>
                  <a:path w="21575" h="29186" extrusionOk="0">
                    <a:moveTo>
                      <a:pt x="11864" y="1"/>
                    </a:moveTo>
                    <a:lnTo>
                      <a:pt x="11426" y="110"/>
                    </a:lnTo>
                    <a:lnTo>
                      <a:pt x="10240" y="439"/>
                    </a:lnTo>
                    <a:lnTo>
                      <a:pt x="8524" y="932"/>
                    </a:lnTo>
                    <a:lnTo>
                      <a:pt x="7557" y="1224"/>
                    </a:lnTo>
                    <a:lnTo>
                      <a:pt x="6535" y="1552"/>
                    </a:lnTo>
                    <a:lnTo>
                      <a:pt x="6133" y="1680"/>
                    </a:lnTo>
                    <a:lnTo>
                      <a:pt x="5184" y="1990"/>
                    </a:lnTo>
                    <a:lnTo>
                      <a:pt x="4235" y="2319"/>
                    </a:lnTo>
                    <a:lnTo>
                      <a:pt x="4052" y="2392"/>
                    </a:lnTo>
                    <a:lnTo>
                      <a:pt x="3231" y="2702"/>
                    </a:lnTo>
                    <a:lnTo>
                      <a:pt x="2446" y="3012"/>
                    </a:lnTo>
                    <a:lnTo>
                      <a:pt x="1753" y="3341"/>
                    </a:lnTo>
                    <a:lnTo>
                      <a:pt x="1132" y="3651"/>
                    </a:lnTo>
                    <a:lnTo>
                      <a:pt x="877" y="3797"/>
                    </a:lnTo>
                    <a:lnTo>
                      <a:pt x="639" y="3962"/>
                    </a:lnTo>
                    <a:lnTo>
                      <a:pt x="439" y="4108"/>
                    </a:lnTo>
                    <a:lnTo>
                      <a:pt x="274" y="4254"/>
                    </a:lnTo>
                    <a:lnTo>
                      <a:pt x="147" y="4381"/>
                    </a:lnTo>
                    <a:lnTo>
                      <a:pt x="55" y="4527"/>
                    </a:lnTo>
                    <a:lnTo>
                      <a:pt x="19" y="4655"/>
                    </a:lnTo>
                    <a:lnTo>
                      <a:pt x="1" y="4710"/>
                    </a:lnTo>
                    <a:lnTo>
                      <a:pt x="1" y="4783"/>
                    </a:lnTo>
                    <a:lnTo>
                      <a:pt x="183" y="6134"/>
                    </a:lnTo>
                    <a:lnTo>
                      <a:pt x="220" y="6353"/>
                    </a:lnTo>
                    <a:lnTo>
                      <a:pt x="457" y="8397"/>
                    </a:lnTo>
                    <a:lnTo>
                      <a:pt x="731" y="10989"/>
                    </a:lnTo>
                    <a:lnTo>
                      <a:pt x="986" y="13672"/>
                    </a:lnTo>
                    <a:lnTo>
                      <a:pt x="1114" y="15059"/>
                    </a:lnTo>
                    <a:lnTo>
                      <a:pt x="1205" y="16446"/>
                    </a:lnTo>
                    <a:lnTo>
                      <a:pt x="1205" y="16464"/>
                    </a:lnTo>
                    <a:lnTo>
                      <a:pt x="1242" y="16793"/>
                    </a:lnTo>
                    <a:lnTo>
                      <a:pt x="1296" y="17797"/>
                    </a:lnTo>
                    <a:lnTo>
                      <a:pt x="1315" y="17997"/>
                    </a:lnTo>
                    <a:lnTo>
                      <a:pt x="1369" y="19384"/>
                    </a:lnTo>
                    <a:lnTo>
                      <a:pt x="1406" y="20699"/>
                    </a:lnTo>
                    <a:lnTo>
                      <a:pt x="1406" y="20863"/>
                    </a:lnTo>
                    <a:lnTo>
                      <a:pt x="1406" y="21940"/>
                    </a:lnTo>
                    <a:lnTo>
                      <a:pt x="1388" y="22944"/>
                    </a:lnTo>
                    <a:lnTo>
                      <a:pt x="1333" y="23838"/>
                    </a:lnTo>
                    <a:lnTo>
                      <a:pt x="1296" y="24239"/>
                    </a:lnTo>
                    <a:lnTo>
                      <a:pt x="1242" y="24623"/>
                    </a:lnTo>
                    <a:lnTo>
                      <a:pt x="1187" y="24970"/>
                    </a:lnTo>
                    <a:lnTo>
                      <a:pt x="1132" y="25280"/>
                    </a:lnTo>
                    <a:lnTo>
                      <a:pt x="1041" y="25535"/>
                    </a:lnTo>
                    <a:lnTo>
                      <a:pt x="968" y="25773"/>
                    </a:lnTo>
                    <a:lnTo>
                      <a:pt x="858" y="25973"/>
                    </a:lnTo>
                    <a:lnTo>
                      <a:pt x="749" y="26119"/>
                    </a:lnTo>
                    <a:lnTo>
                      <a:pt x="639" y="26229"/>
                    </a:lnTo>
                    <a:lnTo>
                      <a:pt x="566" y="26247"/>
                    </a:lnTo>
                    <a:lnTo>
                      <a:pt x="512" y="26284"/>
                    </a:lnTo>
                    <a:lnTo>
                      <a:pt x="3687" y="26740"/>
                    </a:lnTo>
                    <a:lnTo>
                      <a:pt x="3870" y="26758"/>
                    </a:lnTo>
                    <a:lnTo>
                      <a:pt x="11517" y="27853"/>
                    </a:lnTo>
                    <a:lnTo>
                      <a:pt x="11700" y="27890"/>
                    </a:lnTo>
                    <a:lnTo>
                      <a:pt x="20826" y="29186"/>
                    </a:lnTo>
                    <a:lnTo>
                      <a:pt x="20881" y="28802"/>
                    </a:lnTo>
                    <a:lnTo>
                      <a:pt x="21027" y="27689"/>
                    </a:lnTo>
                    <a:lnTo>
                      <a:pt x="21118" y="26886"/>
                    </a:lnTo>
                    <a:lnTo>
                      <a:pt x="21209" y="25937"/>
                    </a:lnTo>
                    <a:lnTo>
                      <a:pt x="21319" y="24878"/>
                    </a:lnTo>
                    <a:lnTo>
                      <a:pt x="21392" y="23674"/>
                    </a:lnTo>
                    <a:lnTo>
                      <a:pt x="21501" y="21885"/>
                    </a:lnTo>
                    <a:lnTo>
                      <a:pt x="21538" y="20918"/>
                    </a:lnTo>
                    <a:lnTo>
                      <a:pt x="21574" y="19914"/>
                    </a:lnTo>
                    <a:lnTo>
                      <a:pt x="21574" y="19713"/>
                    </a:lnTo>
                    <a:lnTo>
                      <a:pt x="21574" y="19220"/>
                    </a:lnTo>
                    <a:lnTo>
                      <a:pt x="21574" y="17833"/>
                    </a:lnTo>
                    <a:lnTo>
                      <a:pt x="21556" y="16391"/>
                    </a:lnTo>
                    <a:lnTo>
                      <a:pt x="21556" y="16209"/>
                    </a:lnTo>
                    <a:lnTo>
                      <a:pt x="21501" y="15168"/>
                    </a:lnTo>
                    <a:lnTo>
                      <a:pt x="21446" y="14110"/>
                    </a:lnTo>
                    <a:lnTo>
                      <a:pt x="21392" y="13142"/>
                    </a:lnTo>
                    <a:lnTo>
                      <a:pt x="21300" y="12175"/>
                    </a:lnTo>
                    <a:lnTo>
                      <a:pt x="21191" y="11189"/>
                    </a:lnTo>
                    <a:lnTo>
                      <a:pt x="21081" y="10222"/>
                    </a:lnTo>
                    <a:lnTo>
                      <a:pt x="20935" y="9236"/>
                    </a:lnTo>
                    <a:lnTo>
                      <a:pt x="20771" y="8269"/>
                    </a:lnTo>
                    <a:lnTo>
                      <a:pt x="20589" y="7302"/>
                    </a:lnTo>
                    <a:lnTo>
                      <a:pt x="20388" y="6334"/>
                    </a:lnTo>
                    <a:lnTo>
                      <a:pt x="20333" y="6152"/>
                    </a:lnTo>
                    <a:lnTo>
                      <a:pt x="20260" y="5969"/>
                    </a:lnTo>
                    <a:lnTo>
                      <a:pt x="20169" y="5769"/>
                    </a:lnTo>
                    <a:lnTo>
                      <a:pt x="20078" y="5586"/>
                    </a:lnTo>
                    <a:lnTo>
                      <a:pt x="19950" y="5403"/>
                    </a:lnTo>
                    <a:lnTo>
                      <a:pt x="19822" y="5221"/>
                    </a:lnTo>
                    <a:lnTo>
                      <a:pt x="19530" y="4838"/>
                    </a:lnTo>
                    <a:lnTo>
                      <a:pt x="19402" y="4710"/>
                    </a:lnTo>
                    <a:lnTo>
                      <a:pt x="19019" y="4327"/>
                    </a:lnTo>
                    <a:lnTo>
                      <a:pt x="18599" y="3943"/>
                    </a:lnTo>
                    <a:lnTo>
                      <a:pt x="18143" y="3578"/>
                    </a:lnTo>
                    <a:lnTo>
                      <a:pt x="17650" y="3213"/>
                    </a:lnTo>
                    <a:lnTo>
                      <a:pt x="17504" y="3104"/>
                    </a:lnTo>
                    <a:lnTo>
                      <a:pt x="16920" y="2702"/>
                    </a:lnTo>
                    <a:lnTo>
                      <a:pt x="16318" y="2319"/>
                    </a:lnTo>
                    <a:lnTo>
                      <a:pt x="15715" y="1954"/>
                    </a:lnTo>
                    <a:lnTo>
                      <a:pt x="15131" y="1625"/>
                    </a:lnTo>
                    <a:lnTo>
                      <a:pt x="14511" y="1279"/>
                    </a:lnTo>
                    <a:lnTo>
                      <a:pt x="13470" y="749"/>
                    </a:lnTo>
                    <a:lnTo>
                      <a:pt x="12631" y="348"/>
                    </a:lnTo>
                    <a:lnTo>
                      <a:pt x="1186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Google Shape;2154;p40"/>
              <p:cNvSpPr/>
              <p:nvPr/>
            </p:nvSpPr>
            <p:spPr>
              <a:xfrm>
                <a:off x="7796132" y="1529985"/>
                <a:ext cx="271167" cy="169487"/>
              </a:xfrm>
              <a:custGeom>
                <a:avLst/>
                <a:gdLst/>
                <a:ahLst/>
                <a:cxnLst/>
                <a:rect l="l" t="t" r="r" b="b"/>
                <a:pathLst>
                  <a:path w="8470" h="5294" extrusionOk="0">
                    <a:moveTo>
                      <a:pt x="5823" y="1"/>
                    </a:moveTo>
                    <a:lnTo>
                      <a:pt x="5385" y="110"/>
                    </a:lnTo>
                    <a:lnTo>
                      <a:pt x="4199" y="439"/>
                    </a:lnTo>
                    <a:lnTo>
                      <a:pt x="2483" y="932"/>
                    </a:lnTo>
                    <a:lnTo>
                      <a:pt x="1516" y="1224"/>
                    </a:lnTo>
                    <a:lnTo>
                      <a:pt x="494" y="1552"/>
                    </a:lnTo>
                    <a:lnTo>
                      <a:pt x="92" y="1680"/>
                    </a:lnTo>
                    <a:lnTo>
                      <a:pt x="56" y="1972"/>
                    </a:lnTo>
                    <a:lnTo>
                      <a:pt x="19" y="2282"/>
                    </a:lnTo>
                    <a:lnTo>
                      <a:pt x="1" y="2611"/>
                    </a:lnTo>
                    <a:lnTo>
                      <a:pt x="1" y="2939"/>
                    </a:lnTo>
                    <a:lnTo>
                      <a:pt x="37" y="3268"/>
                    </a:lnTo>
                    <a:lnTo>
                      <a:pt x="92" y="3597"/>
                    </a:lnTo>
                    <a:lnTo>
                      <a:pt x="183" y="3907"/>
                    </a:lnTo>
                    <a:lnTo>
                      <a:pt x="238" y="4053"/>
                    </a:lnTo>
                    <a:lnTo>
                      <a:pt x="311" y="4181"/>
                    </a:lnTo>
                    <a:lnTo>
                      <a:pt x="402" y="4327"/>
                    </a:lnTo>
                    <a:lnTo>
                      <a:pt x="475" y="4454"/>
                    </a:lnTo>
                    <a:lnTo>
                      <a:pt x="585" y="4582"/>
                    </a:lnTo>
                    <a:lnTo>
                      <a:pt x="694" y="4692"/>
                    </a:lnTo>
                    <a:lnTo>
                      <a:pt x="822" y="4801"/>
                    </a:lnTo>
                    <a:lnTo>
                      <a:pt x="950" y="4911"/>
                    </a:lnTo>
                    <a:lnTo>
                      <a:pt x="1114" y="5002"/>
                    </a:lnTo>
                    <a:lnTo>
                      <a:pt x="1260" y="5075"/>
                    </a:lnTo>
                    <a:lnTo>
                      <a:pt x="1443" y="5148"/>
                    </a:lnTo>
                    <a:lnTo>
                      <a:pt x="1644" y="5203"/>
                    </a:lnTo>
                    <a:lnTo>
                      <a:pt x="1844" y="5239"/>
                    </a:lnTo>
                    <a:lnTo>
                      <a:pt x="2063" y="5276"/>
                    </a:lnTo>
                    <a:lnTo>
                      <a:pt x="2301" y="5294"/>
                    </a:lnTo>
                    <a:lnTo>
                      <a:pt x="2830" y="5294"/>
                    </a:lnTo>
                    <a:lnTo>
                      <a:pt x="3122" y="5257"/>
                    </a:lnTo>
                    <a:lnTo>
                      <a:pt x="3432" y="5221"/>
                    </a:lnTo>
                    <a:lnTo>
                      <a:pt x="3724" y="5166"/>
                    </a:lnTo>
                    <a:lnTo>
                      <a:pt x="3998" y="5111"/>
                    </a:lnTo>
                    <a:lnTo>
                      <a:pt x="4272" y="5038"/>
                    </a:lnTo>
                    <a:lnTo>
                      <a:pt x="4527" y="4965"/>
                    </a:lnTo>
                    <a:lnTo>
                      <a:pt x="4783" y="4874"/>
                    </a:lnTo>
                    <a:lnTo>
                      <a:pt x="5257" y="4673"/>
                    </a:lnTo>
                    <a:lnTo>
                      <a:pt x="5695" y="4436"/>
                    </a:lnTo>
                    <a:lnTo>
                      <a:pt x="6115" y="4199"/>
                    </a:lnTo>
                    <a:lnTo>
                      <a:pt x="6480" y="3925"/>
                    </a:lnTo>
                    <a:lnTo>
                      <a:pt x="6809" y="3633"/>
                    </a:lnTo>
                    <a:lnTo>
                      <a:pt x="7119" y="3341"/>
                    </a:lnTo>
                    <a:lnTo>
                      <a:pt x="7393" y="3031"/>
                    </a:lnTo>
                    <a:lnTo>
                      <a:pt x="7630" y="2720"/>
                    </a:lnTo>
                    <a:lnTo>
                      <a:pt x="7849" y="2410"/>
                    </a:lnTo>
                    <a:lnTo>
                      <a:pt x="8032" y="2118"/>
                    </a:lnTo>
                    <a:lnTo>
                      <a:pt x="8214" y="1826"/>
                    </a:lnTo>
                    <a:lnTo>
                      <a:pt x="8342" y="1534"/>
                    </a:lnTo>
                    <a:lnTo>
                      <a:pt x="8470" y="1279"/>
                    </a:lnTo>
                    <a:lnTo>
                      <a:pt x="7429" y="749"/>
                    </a:lnTo>
                    <a:lnTo>
                      <a:pt x="6590" y="348"/>
                    </a:lnTo>
                    <a:lnTo>
                      <a:pt x="582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Google Shape;2155;p40"/>
              <p:cNvSpPr/>
              <p:nvPr/>
            </p:nvSpPr>
            <p:spPr>
              <a:xfrm>
                <a:off x="7792066" y="1676076"/>
                <a:ext cx="265308" cy="81862"/>
              </a:xfrm>
              <a:custGeom>
                <a:avLst/>
                <a:gdLst/>
                <a:ahLst/>
                <a:cxnLst/>
                <a:rect l="l" t="t" r="r" b="b"/>
                <a:pathLst>
                  <a:path w="8287" h="2557" extrusionOk="0">
                    <a:moveTo>
                      <a:pt x="8177" y="1"/>
                    </a:moveTo>
                    <a:lnTo>
                      <a:pt x="8140" y="19"/>
                    </a:lnTo>
                    <a:lnTo>
                      <a:pt x="7684" y="366"/>
                    </a:lnTo>
                    <a:lnTo>
                      <a:pt x="7210" y="694"/>
                    </a:lnTo>
                    <a:lnTo>
                      <a:pt x="6735" y="1023"/>
                    </a:lnTo>
                    <a:lnTo>
                      <a:pt x="6242" y="1333"/>
                    </a:lnTo>
                    <a:lnTo>
                      <a:pt x="5749" y="1607"/>
                    </a:lnTo>
                    <a:lnTo>
                      <a:pt x="5220" y="1844"/>
                    </a:lnTo>
                    <a:lnTo>
                      <a:pt x="4965" y="1954"/>
                    </a:lnTo>
                    <a:lnTo>
                      <a:pt x="4691" y="2063"/>
                    </a:lnTo>
                    <a:lnTo>
                      <a:pt x="4417" y="2155"/>
                    </a:lnTo>
                    <a:lnTo>
                      <a:pt x="4143" y="2228"/>
                    </a:lnTo>
                    <a:lnTo>
                      <a:pt x="3888" y="2282"/>
                    </a:lnTo>
                    <a:lnTo>
                      <a:pt x="3632" y="2337"/>
                    </a:lnTo>
                    <a:lnTo>
                      <a:pt x="3358" y="2374"/>
                    </a:lnTo>
                    <a:lnTo>
                      <a:pt x="3103" y="2392"/>
                    </a:lnTo>
                    <a:lnTo>
                      <a:pt x="2574" y="2392"/>
                    </a:lnTo>
                    <a:lnTo>
                      <a:pt x="2318" y="2374"/>
                    </a:lnTo>
                    <a:lnTo>
                      <a:pt x="2063" y="2337"/>
                    </a:lnTo>
                    <a:lnTo>
                      <a:pt x="1789" y="2301"/>
                    </a:lnTo>
                    <a:lnTo>
                      <a:pt x="1552" y="2228"/>
                    </a:lnTo>
                    <a:lnTo>
                      <a:pt x="1296" y="2155"/>
                    </a:lnTo>
                    <a:lnTo>
                      <a:pt x="1059" y="2063"/>
                    </a:lnTo>
                    <a:lnTo>
                      <a:pt x="821" y="1954"/>
                    </a:lnTo>
                    <a:lnTo>
                      <a:pt x="584" y="1826"/>
                    </a:lnTo>
                    <a:lnTo>
                      <a:pt x="365" y="1680"/>
                    </a:lnTo>
                    <a:lnTo>
                      <a:pt x="146" y="1516"/>
                    </a:lnTo>
                    <a:lnTo>
                      <a:pt x="110" y="1498"/>
                    </a:lnTo>
                    <a:lnTo>
                      <a:pt x="91" y="1498"/>
                    </a:lnTo>
                    <a:lnTo>
                      <a:pt x="18" y="1534"/>
                    </a:lnTo>
                    <a:lnTo>
                      <a:pt x="0" y="1552"/>
                    </a:lnTo>
                    <a:lnTo>
                      <a:pt x="0" y="1589"/>
                    </a:lnTo>
                    <a:lnTo>
                      <a:pt x="0" y="1607"/>
                    </a:lnTo>
                    <a:lnTo>
                      <a:pt x="37" y="1644"/>
                    </a:lnTo>
                    <a:lnTo>
                      <a:pt x="237" y="1808"/>
                    </a:lnTo>
                    <a:lnTo>
                      <a:pt x="456" y="1954"/>
                    </a:lnTo>
                    <a:lnTo>
                      <a:pt x="694" y="2082"/>
                    </a:lnTo>
                    <a:lnTo>
                      <a:pt x="931" y="2191"/>
                    </a:lnTo>
                    <a:lnTo>
                      <a:pt x="1168" y="2282"/>
                    </a:lnTo>
                    <a:lnTo>
                      <a:pt x="1406" y="2374"/>
                    </a:lnTo>
                    <a:lnTo>
                      <a:pt x="1661" y="2447"/>
                    </a:lnTo>
                    <a:lnTo>
                      <a:pt x="1917" y="2483"/>
                    </a:lnTo>
                    <a:lnTo>
                      <a:pt x="2172" y="2538"/>
                    </a:lnTo>
                    <a:lnTo>
                      <a:pt x="2446" y="2556"/>
                    </a:lnTo>
                    <a:lnTo>
                      <a:pt x="3231" y="2556"/>
                    </a:lnTo>
                    <a:lnTo>
                      <a:pt x="3486" y="2520"/>
                    </a:lnTo>
                    <a:lnTo>
                      <a:pt x="3742" y="2483"/>
                    </a:lnTo>
                    <a:lnTo>
                      <a:pt x="4016" y="2428"/>
                    </a:lnTo>
                    <a:lnTo>
                      <a:pt x="4308" y="2355"/>
                    </a:lnTo>
                    <a:lnTo>
                      <a:pt x="4600" y="2264"/>
                    </a:lnTo>
                    <a:lnTo>
                      <a:pt x="4892" y="2173"/>
                    </a:lnTo>
                    <a:lnTo>
                      <a:pt x="5165" y="2063"/>
                    </a:lnTo>
                    <a:lnTo>
                      <a:pt x="5439" y="1936"/>
                    </a:lnTo>
                    <a:lnTo>
                      <a:pt x="5713" y="1808"/>
                    </a:lnTo>
                    <a:lnTo>
                      <a:pt x="6261" y="1516"/>
                    </a:lnTo>
                    <a:lnTo>
                      <a:pt x="6772" y="1206"/>
                    </a:lnTo>
                    <a:lnTo>
                      <a:pt x="7283" y="859"/>
                    </a:lnTo>
                    <a:lnTo>
                      <a:pt x="7775" y="512"/>
                    </a:lnTo>
                    <a:lnTo>
                      <a:pt x="8268" y="147"/>
                    </a:lnTo>
                    <a:lnTo>
                      <a:pt x="8286" y="129"/>
                    </a:lnTo>
                    <a:lnTo>
                      <a:pt x="8286" y="92"/>
                    </a:lnTo>
                    <a:lnTo>
                      <a:pt x="8286" y="56"/>
                    </a:lnTo>
                    <a:lnTo>
                      <a:pt x="8268" y="37"/>
                    </a:lnTo>
                    <a:lnTo>
                      <a:pt x="82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Google Shape;2156;p40"/>
              <p:cNvSpPr/>
              <p:nvPr/>
            </p:nvSpPr>
            <p:spPr>
              <a:xfrm>
                <a:off x="7522074" y="1987564"/>
                <a:ext cx="765511" cy="707051"/>
              </a:xfrm>
              <a:custGeom>
                <a:avLst/>
                <a:gdLst/>
                <a:ahLst/>
                <a:cxnLst/>
                <a:rect l="l" t="t" r="r" b="b"/>
                <a:pathLst>
                  <a:path w="23911" h="22085" extrusionOk="0">
                    <a:moveTo>
                      <a:pt x="23546" y="0"/>
                    </a:moveTo>
                    <a:lnTo>
                      <a:pt x="3724" y="2154"/>
                    </a:lnTo>
                    <a:lnTo>
                      <a:pt x="3724" y="2172"/>
                    </a:lnTo>
                    <a:lnTo>
                      <a:pt x="3724" y="2482"/>
                    </a:lnTo>
                    <a:lnTo>
                      <a:pt x="3688" y="3267"/>
                    </a:lnTo>
                    <a:lnTo>
                      <a:pt x="3651" y="3815"/>
                    </a:lnTo>
                    <a:lnTo>
                      <a:pt x="3596" y="4454"/>
                    </a:lnTo>
                    <a:lnTo>
                      <a:pt x="3523" y="5147"/>
                    </a:lnTo>
                    <a:lnTo>
                      <a:pt x="3432" y="5914"/>
                    </a:lnTo>
                    <a:lnTo>
                      <a:pt x="3304" y="6735"/>
                    </a:lnTo>
                    <a:lnTo>
                      <a:pt x="3158" y="7593"/>
                    </a:lnTo>
                    <a:lnTo>
                      <a:pt x="2976" y="8506"/>
                    </a:lnTo>
                    <a:lnTo>
                      <a:pt x="2757" y="9418"/>
                    </a:lnTo>
                    <a:lnTo>
                      <a:pt x="2501" y="10349"/>
                    </a:lnTo>
                    <a:lnTo>
                      <a:pt x="2355" y="10805"/>
                    </a:lnTo>
                    <a:lnTo>
                      <a:pt x="2209" y="11280"/>
                    </a:lnTo>
                    <a:lnTo>
                      <a:pt x="2045" y="11736"/>
                    </a:lnTo>
                    <a:lnTo>
                      <a:pt x="1862" y="12192"/>
                    </a:lnTo>
                    <a:lnTo>
                      <a:pt x="1662" y="12649"/>
                    </a:lnTo>
                    <a:lnTo>
                      <a:pt x="1461" y="13087"/>
                    </a:lnTo>
                    <a:lnTo>
                      <a:pt x="1260" y="13525"/>
                    </a:lnTo>
                    <a:lnTo>
                      <a:pt x="1023" y="13963"/>
                    </a:lnTo>
                    <a:lnTo>
                      <a:pt x="786" y="14383"/>
                    </a:lnTo>
                    <a:lnTo>
                      <a:pt x="530" y="14784"/>
                    </a:lnTo>
                    <a:lnTo>
                      <a:pt x="348" y="15076"/>
                    </a:lnTo>
                    <a:lnTo>
                      <a:pt x="202" y="15368"/>
                    </a:lnTo>
                    <a:lnTo>
                      <a:pt x="110" y="15660"/>
                    </a:lnTo>
                    <a:lnTo>
                      <a:pt x="37" y="15934"/>
                    </a:lnTo>
                    <a:lnTo>
                      <a:pt x="1" y="16208"/>
                    </a:lnTo>
                    <a:lnTo>
                      <a:pt x="1" y="16482"/>
                    </a:lnTo>
                    <a:lnTo>
                      <a:pt x="19" y="16737"/>
                    </a:lnTo>
                    <a:lnTo>
                      <a:pt x="92" y="16993"/>
                    </a:lnTo>
                    <a:lnTo>
                      <a:pt x="183" y="17230"/>
                    </a:lnTo>
                    <a:lnTo>
                      <a:pt x="293" y="17467"/>
                    </a:lnTo>
                    <a:lnTo>
                      <a:pt x="439" y="17704"/>
                    </a:lnTo>
                    <a:lnTo>
                      <a:pt x="621" y="17942"/>
                    </a:lnTo>
                    <a:lnTo>
                      <a:pt x="822" y="18161"/>
                    </a:lnTo>
                    <a:lnTo>
                      <a:pt x="1041" y="18362"/>
                    </a:lnTo>
                    <a:lnTo>
                      <a:pt x="1297" y="18581"/>
                    </a:lnTo>
                    <a:lnTo>
                      <a:pt x="1570" y="18781"/>
                    </a:lnTo>
                    <a:lnTo>
                      <a:pt x="1862" y="18982"/>
                    </a:lnTo>
                    <a:lnTo>
                      <a:pt x="2173" y="19165"/>
                    </a:lnTo>
                    <a:lnTo>
                      <a:pt x="2520" y="19347"/>
                    </a:lnTo>
                    <a:lnTo>
                      <a:pt x="2866" y="19530"/>
                    </a:lnTo>
                    <a:lnTo>
                      <a:pt x="3231" y="19694"/>
                    </a:lnTo>
                    <a:lnTo>
                      <a:pt x="3633" y="19858"/>
                    </a:lnTo>
                    <a:lnTo>
                      <a:pt x="4034" y="20022"/>
                    </a:lnTo>
                    <a:lnTo>
                      <a:pt x="4454" y="20168"/>
                    </a:lnTo>
                    <a:lnTo>
                      <a:pt x="5312" y="20461"/>
                    </a:lnTo>
                    <a:lnTo>
                      <a:pt x="6243" y="20734"/>
                    </a:lnTo>
                    <a:lnTo>
                      <a:pt x="7192" y="20972"/>
                    </a:lnTo>
                    <a:lnTo>
                      <a:pt x="8196" y="21191"/>
                    </a:lnTo>
                    <a:lnTo>
                      <a:pt x="9200" y="21373"/>
                    </a:lnTo>
                    <a:lnTo>
                      <a:pt x="10222" y="21556"/>
                    </a:lnTo>
                    <a:lnTo>
                      <a:pt x="11244" y="21702"/>
                    </a:lnTo>
                    <a:lnTo>
                      <a:pt x="12266" y="21811"/>
                    </a:lnTo>
                    <a:lnTo>
                      <a:pt x="13288" y="21921"/>
                    </a:lnTo>
                    <a:lnTo>
                      <a:pt x="14274" y="21994"/>
                    </a:lnTo>
                    <a:lnTo>
                      <a:pt x="15241" y="22048"/>
                    </a:lnTo>
                    <a:lnTo>
                      <a:pt x="16154" y="22085"/>
                    </a:lnTo>
                    <a:lnTo>
                      <a:pt x="17048" y="22085"/>
                    </a:lnTo>
                    <a:lnTo>
                      <a:pt x="17869" y="22067"/>
                    </a:lnTo>
                    <a:lnTo>
                      <a:pt x="18636" y="22030"/>
                    </a:lnTo>
                    <a:lnTo>
                      <a:pt x="19330" y="21975"/>
                    </a:lnTo>
                    <a:lnTo>
                      <a:pt x="19950" y="21902"/>
                    </a:lnTo>
                    <a:lnTo>
                      <a:pt x="20479" y="21793"/>
                    </a:lnTo>
                    <a:lnTo>
                      <a:pt x="20717" y="21738"/>
                    </a:lnTo>
                    <a:lnTo>
                      <a:pt x="20917" y="21665"/>
                    </a:lnTo>
                    <a:lnTo>
                      <a:pt x="21100" y="21592"/>
                    </a:lnTo>
                    <a:lnTo>
                      <a:pt x="21264" y="21519"/>
                    </a:lnTo>
                    <a:lnTo>
                      <a:pt x="21447" y="21391"/>
                    </a:lnTo>
                    <a:lnTo>
                      <a:pt x="21629" y="21245"/>
                    </a:lnTo>
                    <a:lnTo>
                      <a:pt x="21812" y="21081"/>
                    </a:lnTo>
                    <a:lnTo>
                      <a:pt x="21976" y="20880"/>
                    </a:lnTo>
                    <a:lnTo>
                      <a:pt x="22122" y="20661"/>
                    </a:lnTo>
                    <a:lnTo>
                      <a:pt x="22268" y="20406"/>
                    </a:lnTo>
                    <a:lnTo>
                      <a:pt x="22414" y="20150"/>
                    </a:lnTo>
                    <a:lnTo>
                      <a:pt x="22542" y="19858"/>
                    </a:lnTo>
                    <a:lnTo>
                      <a:pt x="22670" y="19566"/>
                    </a:lnTo>
                    <a:lnTo>
                      <a:pt x="22797" y="19238"/>
                    </a:lnTo>
                    <a:lnTo>
                      <a:pt x="22907" y="18909"/>
                    </a:lnTo>
                    <a:lnTo>
                      <a:pt x="23016" y="18544"/>
                    </a:lnTo>
                    <a:lnTo>
                      <a:pt x="23199" y="17796"/>
                    </a:lnTo>
                    <a:lnTo>
                      <a:pt x="23363" y="16974"/>
                    </a:lnTo>
                    <a:lnTo>
                      <a:pt x="23491" y="16117"/>
                    </a:lnTo>
                    <a:lnTo>
                      <a:pt x="23619" y="15222"/>
                    </a:lnTo>
                    <a:lnTo>
                      <a:pt x="23710" y="14291"/>
                    </a:lnTo>
                    <a:lnTo>
                      <a:pt x="23783" y="13324"/>
                    </a:lnTo>
                    <a:lnTo>
                      <a:pt x="23838" y="12357"/>
                    </a:lnTo>
                    <a:lnTo>
                      <a:pt x="23874" y="11371"/>
                    </a:lnTo>
                    <a:lnTo>
                      <a:pt x="23911" y="10367"/>
                    </a:lnTo>
                    <a:lnTo>
                      <a:pt x="23911" y="9382"/>
                    </a:lnTo>
                    <a:lnTo>
                      <a:pt x="23911" y="8214"/>
                    </a:lnTo>
                    <a:lnTo>
                      <a:pt x="23911" y="7082"/>
                    </a:lnTo>
                    <a:lnTo>
                      <a:pt x="23874" y="5987"/>
                    </a:lnTo>
                    <a:lnTo>
                      <a:pt x="23838" y="4928"/>
                    </a:lnTo>
                    <a:lnTo>
                      <a:pt x="23746" y="2957"/>
                    </a:lnTo>
                    <a:lnTo>
                      <a:pt x="23655" y="1387"/>
                    </a:lnTo>
                    <a:lnTo>
                      <a:pt x="2354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Google Shape;2157;p40"/>
              <p:cNvSpPr/>
              <p:nvPr/>
            </p:nvSpPr>
            <p:spPr>
              <a:xfrm>
                <a:off x="7608581" y="1726342"/>
                <a:ext cx="116310" cy="385108"/>
              </a:xfrm>
              <a:custGeom>
                <a:avLst/>
                <a:gdLst/>
                <a:ahLst/>
                <a:cxnLst/>
                <a:rect l="l" t="t" r="r" b="b"/>
                <a:pathLst>
                  <a:path w="3633" h="12029" extrusionOk="0">
                    <a:moveTo>
                      <a:pt x="0" y="1"/>
                    </a:moveTo>
                    <a:lnTo>
                      <a:pt x="37" y="220"/>
                    </a:lnTo>
                    <a:lnTo>
                      <a:pt x="274" y="366"/>
                    </a:lnTo>
                    <a:lnTo>
                      <a:pt x="493" y="512"/>
                    </a:lnTo>
                    <a:lnTo>
                      <a:pt x="931" y="840"/>
                    </a:lnTo>
                    <a:lnTo>
                      <a:pt x="1351" y="1205"/>
                    </a:lnTo>
                    <a:lnTo>
                      <a:pt x="1734" y="1588"/>
                    </a:lnTo>
                    <a:lnTo>
                      <a:pt x="1916" y="1826"/>
                    </a:lnTo>
                    <a:lnTo>
                      <a:pt x="2099" y="2063"/>
                    </a:lnTo>
                    <a:lnTo>
                      <a:pt x="2282" y="2300"/>
                    </a:lnTo>
                    <a:lnTo>
                      <a:pt x="2428" y="2538"/>
                    </a:lnTo>
                    <a:lnTo>
                      <a:pt x="2574" y="2793"/>
                    </a:lnTo>
                    <a:lnTo>
                      <a:pt x="2720" y="3049"/>
                    </a:lnTo>
                    <a:lnTo>
                      <a:pt x="2829" y="3304"/>
                    </a:lnTo>
                    <a:lnTo>
                      <a:pt x="2957" y="3560"/>
                    </a:lnTo>
                    <a:lnTo>
                      <a:pt x="3048" y="3833"/>
                    </a:lnTo>
                    <a:lnTo>
                      <a:pt x="3139" y="4107"/>
                    </a:lnTo>
                    <a:lnTo>
                      <a:pt x="3212" y="4381"/>
                    </a:lnTo>
                    <a:lnTo>
                      <a:pt x="3285" y="4655"/>
                    </a:lnTo>
                    <a:lnTo>
                      <a:pt x="3340" y="4929"/>
                    </a:lnTo>
                    <a:lnTo>
                      <a:pt x="3377" y="5221"/>
                    </a:lnTo>
                    <a:lnTo>
                      <a:pt x="3413" y="5494"/>
                    </a:lnTo>
                    <a:lnTo>
                      <a:pt x="3431" y="5786"/>
                    </a:lnTo>
                    <a:lnTo>
                      <a:pt x="3431" y="6060"/>
                    </a:lnTo>
                    <a:lnTo>
                      <a:pt x="3431" y="6352"/>
                    </a:lnTo>
                    <a:lnTo>
                      <a:pt x="3395" y="6918"/>
                    </a:lnTo>
                    <a:lnTo>
                      <a:pt x="3322" y="7484"/>
                    </a:lnTo>
                    <a:lnTo>
                      <a:pt x="3194" y="8050"/>
                    </a:lnTo>
                    <a:lnTo>
                      <a:pt x="3030" y="8597"/>
                    </a:lnTo>
                    <a:lnTo>
                      <a:pt x="2829" y="9145"/>
                    </a:lnTo>
                    <a:lnTo>
                      <a:pt x="2592" y="9674"/>
                    </a:lnTo>
                    <a:lnTo>
                      <a:pt x="2446" y="9930"/>
                    </a:lnTo>
                    <a:lnTo>
                      <a:pt x="2300" y="10185"/>
                    </a:lnTo>
                    <a:lnTo>
                      <a:pt x="2227" y="10313"/>
                    </a:lnTo>
                    <a:lnTo>
                      <a:pt x="1971" y="10678"/>
                    </a:lnTo>
                    <a:lnTo>
                      <a:pt x="1697" y="11025"/>
                    </a:lnTo>
                    <a:lnTo>
                      <a:pt x="1424" y="11353"/>
                    </a:lnTo>
                    <a:lnTo>
                      <a:pt x="1113" y="11664"/>
                    </a:lnTo>
                    <a:lnTo>
                      <a:pt x="967" y="11810"/>
                    </a:lnTo>
                    <a:lnTo>
                      <a:pt x="949" y="12029"/>
                    </a:lnTo>
                    <a:lnTo>
                      <a:pt x="1132" y="11864"/>
                    </a:lnTo>
                    <a:lnTo>
                      <a:pt x="1515" y="11481"/>
                    </a:lnTo>
                    <a:lnTo>
                      <a:pt x="1862" y="11061"/>
                    </a:lnTo>
                    <a:lnTo>
                      <a:pt x="2190" y="10623"/>
                    </a:lnTo>
                    <a:lnTo>
                      <a:pt x="2501" y="10167"/>
                    </a:lnTo>
                    <a:lnTo>
                      <a:pt x="2647" y="9875"/>
                    </a:lnTo>
                    <a:lnTo>
                      <a:pt x="2811" y="9583"/>
                    </a:lnTo>
                    <a:lnTo>
                      <a:pt x="2939" y="9291"/>
                    </a:lnTo>
                    <a:lnTo>
                      <a:pt x="3066" y="8980"/>
                    </a:lnTo>
                    <a:lnTo>
                      <a:pt x="3194" y="8670"/>
                    </a:lnTo>
                    <a:lnTo>
                      <a:pt x="3285" y="8360"/>
                    </a:lnTo>
                    <a:lnTo>
                      <a:pt x="3377" y="8050"/>
                    </a:lnTo>
                    <a:lnTo>
                      <a:pt x="3450" y="7721"/>
                    </a:lnTo>
                    <a:lnTo>
                      <a:pt x="3523" y="7411"/>
                    </a:lnTo>
                    <a:lnTo>
                      <a:pt x="3559" y="7082"/>
                    </a:lnTo>
                    <a:lnTo>
                      <a:pt x="3596" y="6754"/>
                    </a:lnTo>
                    <a:lnTo>
                      <a:pt x="3614" y="6425"/>
                    </a:lnTo>
                    <a:lnTo>
                      <a:pt x="3632" y="6078"/>
                    </a:lnTo>
                    <a:lnTo>
                      <a:pt x="3614" y="5750"/>
                    </a:lnTo>
                    <a:lnTo>
                      <a:pt x="3596" y="5421"/>
                    </a:lnTo>
                    <a:lnTo>
                      <a:pt x="3559" y="5075"/>
                    </a:lnTo>
                    <a:lnTo>
                      <a:pt x="3486" y="4673"/>
                    </a:lnTo>
                    <a:lnTo>
                      <a:pt x="3395" y="4290"/>
                    </a:lnTo>
                    <a:lnTo>
                      <a:pt x="3267" y="3906"/>
                    </a:lnTo>
                    <a:lnTo>
                      <a:pt x="3121" y="3523"/>
                    </a:lnTo>
                    <a:lnTo>
                      <a:pt x="2975" y="3158"/>
                    </a:lnTo>
                    <a:lnTo>
                      <a:pt x="2793" y="2811"/>
                    </a:lnTo>
                    <a:lnTo>
                      <a:pt x="2574" y="2465"/>
                    </a:lnTo>
                    <a:lnTo>
                      <a:pt x="2355" y="2136"/>
                    </a:lnTo>
                    <a:lnTo>
                      <a:pt x="2117" y="1807"/>
                    </a:lnTo>
                    <a:lnTo>
                      <a:pt x="1862" y="1497"/>
                    </a:lnTo>
                    <a:lnTo>
                      <a:pt x="1588" y="1205"/>
                    </a:lnTo>
                    <a:lnTo>
                      <a:pt x="1296" y="931"/>
                    </a:lnTo>
                    <a:lnTo>
                      <a:pt x="1004" y="676"/>
                    </a:lnTo>
                    <a:lnTo>
                      <a:pt x="675" y="439"/>
                    </a:lnTo>
                    <a:lnTo>
                      <a:pt x="347" y="22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8178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Google Shape;2158;p40"/>
              <p:cNvSpPr/>
              <p:nvPr/>
            </p:nvSpPr>
            <p:spPr>
              <a:xfrm>
                <a:off x="7946897" y="2117871"/>
                <a:ext cx="346562" cy="524182"/>
              </a:xfrm>
              <a:custGeom>
                <a:avLst/>
                <a:gdLst/>
                <a:ahLst/>
                <a:cxnLst/>
                <a:rect l="l" t="t" r="r" b="b"/>
                <a:pathLst>
                  <a:path w="10825" h="16373" extrusionOk="0">
                    <a:moveTo>
                      <a:pt x="6553" y="0"/>
                    </a:moveTo>
                    <a:lnTo>
                      <a:pt x="6079" y="19"/>
                    </a:lnTo>
                    <a:lnTo>
                      <a:pt x="5604" y="92"/>
                    </a:lnTo>
                    <a:lnTo>
                      <a:pt x="5148" y="183"/>
                    </a:lnTo>
                    <a:lnTo>
                      <a:pt x="4692" y="311"/>
                    </a:lnTo>
                    <a:lnTo>
                      <a:pt x="4235" y="457"/>
                    </a:lnTo>
                    <a:lnTo>
                      <a:pt x="3797" y="657"/>
                    </a:lnTo>
                    <a:lnTo>
                      <a:pt x="3377" y="876"/>
                    </a:lnTo>
                    <a:lnTo>
                      <a:pt x="2976" y="1114"/>
                    </a:lnTo>
                    <a:lnTo>
                      <a:pt x="2593" y="1387"/>
                    </a:lnTo>
                    <a:lnTo>
                      <a:pt x="2228" y="1679"/>
                    </a:lnTo>
                    <a:lnTo>
                      <a:pt x="1863" y="2008"/>
                    </a:lnTo>
                    <a:lnTo>
                      <a:pt x="1552" y="2355"/>
                    </a:lnTo>
                    <a:lnTo>
                      <a:pt x="1242" y="2720"/>
                    </a:lnTo>
                    <a:lnTo>
                      <a:pt x="968" y="3103"/>
                    </a:lnTo>
                    <a:lnTo>
                      <a:pt x="731" y="3505"/>
                    </a:lnTo>
                    <a:lnTo>
                      <a:pt x="512" y="3924"/>
                    </a:lnTo>
                    <a:lnTo>
                      <a:pt x="366" y="4271"/>
                    </a:lnTo>
                    <a:lnTo>
                      <a:pt x="256" y="4618"/>
                    </a:lnTo>
                    <a:lnTo>
                      <a:pt x="165" y="4983"/>
                    </a:lnTo>
                    <a:lnTo>
                      <a:pt x="92" y="5330"/>
                    </a:lnTo>
                    <a:lnTo>
                      <a:pt x="37" y="5677"/>
                    </a:lnTo>
                    <a:lnTo>
                      <a:pt x="1" y="6042"/>
                    </a:lnTo>
                    <a:lnTo>
                      <a:pt x="1" y="6388"/>
                    </a:lnTo>
                    <a:lnTo>
                      <a:pt x="19" y="6754"/>
                    </a:lnTo>
                    <a:lnTo>
                      <a:pt x="56" y="7100"/>
                    </a:lnTo>
                    <a:lnTo>
                      <a:pt x="110" y="7447"/>
                    </a:lnTo>
                    <a:lnTo>
                      <a:pt x="165" y="7794"/>
                    </a:lnTo>
                    <a:lnTo>
                      <a:pt x="256" y="8141"/>
                    </a:lnTo>
                    <a:lnTo>
                      <a:pt x="366" y="8487"/>
                    </a:lnTo>
                    <a:lnTo>
                      <a:pt x="475" y="8834"/>
                    </a:lnTo>
                    <a:lnTo>
                      <a:pt x="621" y="9163"/>
                    </a:lnTo>
                    <a:lnTo>
                      <a:pt x="767" y="9491"/>
                    </a:lnTo>
                    <a:lnTo>
                      <a:pt x="913" y="9802"/>
                    </a:lnTo>
                    <a:lnTo>
                      <a:pt x="1059" y="10094"/>
                    </a:lnTo>
                    <a:lnTo>
                      <a:pt x="1406" y="10659"/>
                    </a:lnTo>
                    <a:lnTo>
                      <a:pt x="1771" y="11207"/>
                    </a:lnTo>
                    <a:lnTo>
                      <a:pt x="2173" y="11736"/>
                    </a:lnTo>
                    <a:lnTo>
                      <a:pt x="2520" y="12138"/>
                    </a:lnTo>
                    <a:lnTo>
                      <a:pt x="2866" y="12521"/>
                    </a:lnTo>
                    <a:lnTo>
                      <a:pt x="3231" y="12886"/>
                    </a:lnTo>
                    <a:lnTo>
                      <a:pt x="3596" y="13251"/>
                    </a:lnTo>
                    <a:lnTo>
                      <a:pt x="3998" y="13598"/>
                    </a:lnTo>
                    <a:lnTo>
                      <a:pt x="4400" y="13927"/>
                    </a:lnTo>
                    <a:lnTo>
                      <a:pt x="4801" y="14255"/>
                    </a:lnTo>
                    <a:lnTo>
                      <a:pt x="5239" y="14565"/>
                    </a:lnTo>
                    <a:lnTo>
                      <a:pt x="5677" y="14857"/>
                    </a:lnTo>
                    <a:lnTo>
                      <a:pt x="6115" y="15131"/>
                    </a:lnTo>
                    <a:lnTo>
                      <a:pt x="6572" y="15387"/>
                    </a:lnTo>
                    <a:lnTo>
                      <a:pt x="7046" y="15624"/>
                    </a:lnTo>
                    <a:lnTo>
                      <a:pt x="7521" y="15843"/>
                    </a:lnTo>
                    <a:lnTo>
                      <a:pt x="7995" y="16044"/>
                    </a:lnTo>
                    <a:lnTo>
                      <a:pt x="8488" y="16226"/>
                    </a:lnTo>
                    <a:lnTo>
                      <a:pt x="8981" y="16372"/>
                    </a:lnTo>
                    <a:lnTo>
                      <a:pt x="9072" y="16226"/>
                    </a:lnTo>
                    <a:lnTo>
                      <a:pt x="8689" y="16117"/>
                    </a:lnTo>
                    <a:lnTo>
                      <a:pt x="8178" y="15934"/>
                    </a:lnTo>
                    <a:lnTo>
                      <a:pt x="7685" y="15715"/>
                    </a:lnTo>
                    <a:lnTo>
                      <a:pt x="7174" y="15496"/>
                    </a:lnTo>
                    <a:lnTo>
                      <a:pt x="6681" y="15241"/>
                    </a:lnTo>
                    <a:lnTo>
                      <a:pt x="6207" y="14985"/>
                    </a:lnTo>
                    <a:lnTo>
                      <a:pt x="5732" y="14693"/>
                    </a:lnTo>
                    <a:lnTo>
                      <a:pt x="5276" y="14383"/>
                    </a:lnTo>
                    <a:lnTo>
                      <a:pt x="4838" y="14073"/>
                    </a:lnTo>
                    <a:lnTo>
                      <a:pt x="4400" y="13726"/>
                    </a:lnTo>
                    <a:lnTo>
                      <a:pt x="3980" y="13361"/>
                    </a:lnTo>
                    <a:lnTo>
                      <a:pt x="3560" y="12996"/>
                    </a:lnTo>
                    <a:lnTo>
                      <a:pt x="3177" y="12612"/>
                    </a:lnTo>
                    <a:lnTo>
                      <a:pt x="2793" y="12211"/>
                    </a:lnTo>
                    <a:lnTo>
                      <a:pt x="2447" y="11791"/>
                    </a:lnTo>
                    <a:lnTo>
                      <a:pt x="2100" y="11371"/>
                    </a:lnTo>
                    <a:lnTo>
                      <a:pt x="1790" y="10933"/>
                    </a:lnTo>
                    <a:lnTo>
                      <a:pt x="1552" y="10586"/>
                    </a:lnTo>
                    <a:lnTo>
                      <a:pt x="1333" y="10240"/>
                    </a:lnTo>
                    <a:lnTo>
                      <a:pt x="1132" y="9893"/>
                    </a:lnTo>
                    <a:lnTo>
                      <a:pt x="950" y="9528"/>
                    </a:lnTo>
                    <a:lnTo>
                      <a:pt x="804" y="9236"/>
                    </a:lnTo>
                    <a:lnTo>
                      <a:pt x="694" y="8925"/>
                    </a:lnTo>
                    <a:lnTo>
                      <a:pt x="567" y="8633"/>
                    </a:lnTo>
                    <a:lnTo>
                      <a:pt x="475" y="8323"/>
                    </a:lnTo>
                    <a:lnTo>
                      <a:pt x="384" y="8013"/>
                    </a:lnTo>
                    <a:lnTo>
                      <a:pt x="311" y="7703"/>
                    </a:lnTo>
                    <a:lnTo>
                      <a:pt x="256" y="7392"/>
                    </a:lnTo>
                    <a:lnTo>
                      <a:pt x="202" y="7064"/>
                    </a:lnTo>
                    <a:lnTo>
                      <a:pt x="165" y="6571"/>
                    </a:lnTo>
                    <a:lnTo>
                      <a:pt x="165" y="6078"/>
                    </a:lnTo>
                    <a:lnTo>
                      <a:pt x="220" y="5585"/>
                    </a:lnTo>
                    <a:lnTo>
                      <a:pt x="311" y="5111"/>
                    </a:lnTo>
                    <a:lnTo>
                      <a:pt x="439" y="4636"/>
                    </a:lnTo>
                    <a:lnTo>
                      <a:pt x="603" y="4180"/>
                    </a:lnTo>
                    <a:lnTo>
                      <a:pt x="804" y="3724"/>
                    </a:lnTo>
                    <a:lnTo>
                      <a:pt x="1059" y="3286"/>
                    </a:lnTo>
                    <a:lnTo>
                      <a:pt x="1315" y="2902"/>
                    </a:lnTo>
                    <a:lnTo>
                      <a:pt x="1625" y="2519"/>
                    </a:lnTo>
                    <a:lnTo>
                      <a:pt x="1936" y="2172"/>
                    </a:lnTo>
                    <a:lnTo>
                      <a:pt x="2282" y="1862"/>
                    </a:lnTo>
                    <a:lnTo>
                      <a:pt x="2647" y="1552"/>
                    </a:lnTo>
                    <a:lnTo>
                      <a:pt x="3031" y="1278"/>
                    </a:lnTo>
                    <a:lnTo>
                      <a:pt x="3450" y="1041"/>
                    </a:lnTo>
                    <a:lnTo>
                      <a:pt x="3852" y="822"/>
                    </a:lnTo>
                    <a:lnTo>
                      <a:pt x="4290" y="639"/>
                    </a:lnTo>
                    <a:lnTo>
                      <a:pt x="4728" y="475"/>
                    </a:lnTo>
                    <a:lnTo>
                      <a:pt x="5184" y="347"/>
                    </a:lnTo>
                    <a:lnTo>
                      <a:pt x="5659" y="256"/>
                    </a:lnTo>
                    <a:lnTo>
                      <a:pt x="6115" y="201"/>
                    </a:lnTo>
                    <a:lnTo>
                      <a:pt x="6590" y="183"/>
                    </a:lnTo>
                    <a:lnTo>
                      <a:pt x="7064" y="183"/>
                    </a:lnTo>
                    <a:lnTo>
                      <a:pt x="7539" y="238"/>
                    </a:lnTo>
                    <a:lnTo>
                      <a:pt x="7959" y="292"/>
                    </a:lnTo>
                    <a:lnTo>
                      <a:pt x="8360" y="384"/>
                    </a:lnTo>
                    <a:lnTo>
                      <a:pt x="8744" y="511"/>
                    </a:lnTo>
                    <a:lnTo>
                      <a:pt x="9127" y="639"/>
                    </a:lnTo>
                    <a:lnTo>
                      <a:pt x="9510" y="803"/>
                    </a:lnTo>
                    <a:lnTo>
                      <a:pt x="9875" y="986"/>
                    </a:lnTo>
                    <a:lnTo>
                      <a:pt x="10240" y="1168"/>
                    </a:lnTo>
                    <a:lnTo>
                      <a:pt x="10587" y="1387"/>
                    </a:lnTo>
                    <a:lnTo>
                      <a:pt x="10824" y="1552"/>
                    </a:lnTo>
                    <a:lnTo>
                      <a:pt x="10824" y="1351"/>
                    </a:lnTo>
                    <a:lnTo>
                      <a:pt x="10587" y="1187"/>
                    </a:lnTo>
                    <a:lnTo>
                      <a:pt x="10131" y="913"/>
                    </a:lnTo>
                    <a:lnTo>
                      <a:pt x="9656" y="676"/>
                    </a:lnTo>
                    <a:lnTo>
                      <a:pt x="9163" y="475"/>
                    </a:lnTo>
                    <a:lnTo>
                      <a:pt x="8652" y="292"/>
                    </a:lnTo>
                    <a:lnTo>
                      <a:pt x="8141" y="165"/>
                    </a:lnTo>
                    <a:lnTo>
                      <a:pt x="7612" y="73"/>
                    </a:lnTo>
                    <a:lnTo>
                      <a:pt x="7083" y="19"/>
                    </a:lnTo>
                    <a:lnTo>
                      <a:pt x="655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Google Shape;2159;p40"/>
              <p:cNvSpPr/>
              <p:nvPr/>
            </p:nvSpPr>
            <p:spPr>
              <a:xfrm>
                <a:off x="7522682" y="2192086"/>
                <a:ext cx="219719" cy="337182"/>
              </a:xfrm>
              <a:custGeom>
                <a:avLst/>
                <a:gdLst/>
                <a:ahLst/>
                <a:cxnLst/>
                <a:rect l="l" t="t" r="r" b="b"/>
                <a:pathLst>
                  <a:path w="6863" h="10532" extrusionOk="0">
                    <a:moveTo>
                      <a:pt x="3632" y="0"/>
                    </a:moveTo>
                    <a:lnTo>
                      <a:pt x="3340" y="19"/>
                    </a:lnTo>
                    <a:lnTo>
                      <a:pt x="3322" y="201"/>
                    </a:lnTo>
                    <a:lnTo>
                      <a:pt x="3614" y="165"/>
                    </a:lnTo>
                    <a:lnTo>
                      <a:pt x="3906" y="183"/>
                    </a:lnTo>
                    <a:lnTo>
                      <a:pt x="4216" y="219"/>
                    </a:lnTo>
                    <a:lnTo>
                      <a:pt x="4508" y="292"/>
                    </a:lnTo>
                    <a:lnTo>
                      <a:pt x="4782" y="402"/>
                    </a:lnTo>
                    <a:lnTo>
                      <a:pt x="5074" y="548"/>
                    </a:lnTo>
                    <a:lnTo>
                      <a:pt x="5330" y="712"/>
                    </a:lnTo>
                    <a:lnTo>
                      <a:pt x="5567" y="895"/>
                    </a:lnTo>
                    <a:lnTo>
                      <a:pt x="5786" y="1114"/>
                    </a:lnTo>
                    <a:lnTo>
                      <a:pt x="5987" y="1333"/>
                    </a:lnTo>
                    <a:lnTo>
                      <a:pt x="6133" y="1552"/>
                    </a:lnTo>
                    <a:lnTo>
                      <a:pt x="6260" y="1752"/>
                    </a:lnTo>
                    <a:lnTo>
                      <a:pt x="6370" y="1990"/>
                    </a:lnTo>
                    <a:lnTo>
                      <a:pt x="6461" y="2209"/>
                    </a:lnTo>
                    <a:lnTo>
                      <a:pt x="6534" y="2446"/>
                    </a:lnTo>
                    <a:lnTo>
                      <a:pt x="6589" y="2683"/>
                    </a:lnTo>
                    <a:lnTo>
                      <a:pt x="6644" y="2939"/>
                    </a:lnTo>
                    <a:lnTo>
                      <a:pt x="6662" y="3176"/>
                    </a:lnTo>
                    <a:lnTo>
                      <a:pt x="6680" y="3432"/>
                    </a:lnTo>
                    <a:lnTo>
                      <a:pt x="6698" y="3687"/>
                    </a:lnTo>
                    <a:lnTo>
                      <a:pt x="6680" y="3943"/>
                    </a:lnTo>
                    <a:lnTo>
                      <a:pt x="6662" y="4180"/>
                    </a:lnTo>
                    <a:lnTo>
                      <a:pt x="6644" y="4436"/>
                    </a:lnTo>
                    <a:lnTo>
                      <a:pt x="6607" y="4691"/>
                    </a:lnTo>
                    <a:lnTo>
                      <a:pt x="6498" y="5166"/>
                    </a:lnTo>
                    <a:lnTo>
                      <a:pt x="6352" y="5622"/>
                    </a:lnTo>
                    <a:lnTo>
                      <a:pt x="6187" y="6060"/>
                    </a:lnTo>
                    <a:lnTo>
                      <a:pt x="6023" y="6388"/>
                    </a:lnTo>
                    <a:lnTo>
                      <a:pt x="5859" y="6699"/>
                    </a:lnTo>
                    <a:lnTo>
                      <a:pt x="5676" y="7009"/>
                    </a:lnTo>
                    <a:lnTo>
                      <a:pt x="5476" y="7319"/>
                    </a:lnTo>
                    <a:lnTo>
                      <a:pt x="5275" y="7611"/>
                    </a:lnTo>
                    <a:lnTo>
                      <a:pt x="5038" y="7885"/>
                    </a:lnTo>
                    <a:lnTo>
                      <a:pt x="4800" y="8159"/>
                    </a:lnTo>
                    <a:lnTo>
                      <a:pt x="4545" y="8414"/>
                    </a:lnTo>
                    <a:lnTo>
                      <a:pt x="4307" y="8633"/>
                    </a:lnTo>
                    <a:lnTo>
                      <a:pt x="4052" y="8834"/>
                    </a:lnTo>
                    <a:lnTo>
                      <a:pt x="3815" y="9017"/>
                    </a:lnTo>
                    <a:lnTo>
                      <a:pt x="3541" y="9199"/>
                    </a:lnTo>
                    <a:lnTo>
                      <a:pt x="3285" y="9364"/>
                    </a:lnTo>
                    <a:lnTo>
                      <a:pt x="3012" y="9528"/>
                    </a:lnTo>
                    <a:lnTo>
                      <a:pt x="2720" y="9674"/>
                    </a:lnTo>
                    <a:lnTo>
                      <a:pt x="2428" y="9802"/>
                    </a:lnTo>
                    <a:lnTo>
                      <a:pt x="2154" y="9911"/>
                    </a:lnTo>
                    <a:lnTo>
                      <a:pt x="1843" y="10021"/>
                    </a:lnTo>
                    <a:lnTo>
                      <a:pt x="1551" y="10112"/>
                    </a:lnTo>
                    <a:lnTo>
                      <a:pt x="1241" y="10185"/>
                    </a:lnTo>
                    <a:lnTo>
                      <a:pt x="949" y="10240"/>
                    </a:lnTo>
                    <a:lnTo>
                      <a:pt x="639" y="10294"/>
                    </a:lnTo>
                    <a:lnTo>
                      <a:pt x="329" y="10331"/>
                    </a:lnTo>
                    <a:lnTo>
                      <a:pt x="0" y="10367"/>
                    </a:lnTo>
                    <a:lnTo>
                      <a:pt x="55" y="10532"/>
                    </a:lnTo>
                    <a:lnTo>
                      <a:pt x="529" y="10495"/>
                    </a:lnTo>
                    <a:lnTo>
                      <a:pt x="1004" y="10422"/>
                    </a:lnTo>
                    <a:lnTo>
                      <a:pt x="1460" y="10313"/>
                    </a:lnTo>
                    <a:lnTo>
                      <a:pt x="1935" y="10185"/>
                    </a:lnTo>
                    <a:lnTo>
                      <a:pt x="2300" y="10057"/>
                    </a:lnTo>
                    <a:lnTo>
                      <a:pt x="2647" y="9911"/>
                    </a:lnTo>
                    <a:lnTo>
                      <a:pt x="2993" y="9729"/>
                    </a:lnTo>
                    <a:lnTo>
                      <a:pt x="3340" y="9546"/>
                    </a:lnTo>
                    <a:lnTo>
                      <a:pt x="3669" y="9327"/>
                    </a:lnTo>
                    <a:lnTo>
                      <a:pt x="3979" y="9108"/>
                    </a:lnTo>
                    <a:lnTo>
                      <a:pt x="4289" y="8871"/>
                    </a:lnTo>
                    <a:lnTo>
                      <a:pt x="4581" y="8615"/>
                    </a:lnTo>
                    <a:lnTo>
                      <a:pt x="4855" y="8341"/>
                    </a:lnTo>
                    <a:lnTo>
                      <a:pt x="5129" y="8049"/>
                    </a:lnTo>
                    <a:lnTo>
                      <a:pt x="5366" y="7757"/>
                    </a:lnTo>
                    <a:lnTo>
                      <a:pt x="5603" y="7429"/>
                    </a:lnTo>
                    <a:lnTo>
                      <a:pt x="5822" y="7119"/>
                    </a:lnTo>
                    <a:lnTo>
                      <a:pt x="6023" y="6772"/>
                    </a:lnTo>
                    <a:lnTo>
                      <a:pt x="6206" y="6425"/>
                    </a:lnTo>
                    <a:lnTo>
                      <a:pt x="6370" y="6078"/>
                    </a:lnTo>
                    <a:lnTo>
                      <a:pt x="6516" y="5658"/>
                    </a:lnTo>
                    <a:lnTo>
                      <a:pt x="6662" y="5220"/>
                    </a:lnTo>
                    <a:lnTo>
                      <a:pt x="6753" y="4764"/>
                    </a:lnTo>
                    <a:lnTo>
                      <a:pt x="6826" y="4308"/>
                    </a:lnTo>
                    <a:lnTo>
                      <a:pt x="6844" y="4070"/>
                    </a:lnTo>
                    <a:lnTo>
                      <a:pt x="6863" y="3815"/>
                    </a:lnTo>
                    <a:lnTo>
                      <a:pt x="6863" y="3578"/>
                    </a:lnTo>
                    <a:lnTo>
                      <a:pt x="6844" y="3322"/>
                    </a:lnTo>
                    <a:lnTo>
                      <a:pt x="6826" y="3085"/>
                    </a:lnTo>
                    <a:lnTo>
                      <a:pt x="6790" y="2829"/>
                    </a:lnTo>
                    <a:lnTo>
                      <a:pt x="6735" y="2592"/>
                    </a:lnTo>
                    <a:lnTo>
                      <a:pt x="6680" y="2355"/>
                    </a:lnTo>
                    <a:lnTo>
                      <a:pt x="6589" y="2118"/>
                    </a:lnTo>
                    <a:lnTo>
                      <a:pt x="6498" y="1899"/>
                    </a:lnTo>
                    <a:lnTo>
                      <a:pt x="6388" y="1679"/>
                    </a:lnTo>
                    <a:lnTo>
                      <a:pt x="6279" y="1460"/>
                    </a:lnTo>
                    <a:lnTo>
                      <a:pt x="6133" y="1260"/>
                    </a:lnTo>
                    <a:lnTo>
                      <a:pt x="5987" y="1077"/>
                    </a:lnTo>
                    <a:lnTo>
                      <a:pt x="5804" y="895"/>
                    </a:lnTo>
                    <a:lnTo>
                      <a:pt x="5622" y="730"/>
                    </a:lnTo>
                    <a:lnTo>
                      <a:pt x="5439" y="584"/>
                    </a:lnTo>
                    <a:lnTo>
                      <a:pt x="5238" y="457"/>
                    </a:lnTo>
                    <a:lnTo>
                      <a:pt x="5038" y="329"/>
                    </a:lnTo>
                    <a:lnTo>
                      <a:pt x="4819" y="238"/>
                    </a:lnTo>
                    <a:lnTo>
                      <a:pt x="4599" y="146"/>
                    </a:lnTo>
                    <a:lnTo>
                      <a:pt x="4362" y="92"/>
                    </a:lnTo>
                    <a:lnTo>
                      <a:pt x="4143" y="37"/>
                    </a:lnTo>
                    <a:lnTo>
                      <a:pt x="3906" y="19"/>
                    </a:lnTo>
                    <a:lnTo>
                      <a:pt x="3632" y="0"/>
                    </a:lnTo>
                    <a:close/>
                  </a:path>
                </a:pathLst>
              </a:custGeom>
              <a:solidFill>
                <a:srgbClr val="8178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Google Shape;2160;p40"/>
              <p:cNvSpPr/>
              <p:nvPr/>
            </p:nvSpPr>
            <p:spPr>
              <a:xfrm>
                <a:off x="7638356" y="2518750"/>
                <a:ext cx="362346" cy="174162"/>
              </a:xfrm>
              <a:custGeom>
                <a:avLst/>
                <a:gdLst/>
                <a:ahLst/>
                <a:cxnLst/>
                <a:rect l="l" t="t" r="r" b="b"/>
                <a:pathLst>
                  <a:path w="11318" h="5440" extrusionOk="0">
                    <a:moveTo>
                      <a:pt x="6134" y="0"/>
                    </a:moveTo>
                    <a:lnTo>
                      <a:pt x="5622" y="37"/>
                    </a:lnTo>
                    <a:lnTo>
                      <a:pt x="5111" y="91"/>
                    </a:lnTo>
                    <a:lnTo>
                      <a:pt x="4619" y="183"/>
                    </a:lnTo>
                    <a:lnTo>
                      <a:pt x="4144" y="292"/>
                    </a:lnTo>
                    <a:lnTo>
                      <a:pt x="3834" y="383"/>
                    </a:lnTo>
                    <a:lnTo>
                      <a:pt x="3524" y="511"/>
                    </a:lnTo>
                    <a:lnTo>
                      <a:pt x="3213" y="621"/>
                    </a:lnTo>
                    <a:lnTo>
                      <a:pt x="2921" y="767"/>
                    </a:lnTo>
                    <a:lnTo>
                      <a:pt x="2629" y="913"/>
                    </a:lnTo>
                    <a:lnTo>
                      <a:pt x="2337" y="1077"/>
                    </a:lnTo>
                    <a:lnTo>
                      <a:pt x="2063" y="1241"/>
                    </a:lnTo>
                    <a:lnTo>
                      <a:pt x="1808" y="1442"/>
                    </a:lnTo>
                    <a:lnTo>
                      <a:pt x="1534" y="1625"/>
                    </a:lnTo>
                    <a:lnTo>
                      <a:pt x="1297" y="1844"/>
                    </a:lnTo>
                    <a:lnTo>
                      <a:pt x="1060" y="2044"/>
                    </a:lnTo>
                    <a:lnTo>
                      <a:pt x="822" y="2282"/>
                    </a:lnTo>
                    <a:lnTo>
                      <a:pt x="603" y="2519"/>
                    </a:lnTo>
                    <a:lnTo>
                      <a:pt x="384" y="2756"/>
                    </a:lnTo>
                    <a:lnTo>
                      <a:pt x="183" y="3012"/>
                    </a:lnTo>
                    <a:lnTo>
                      <a:pt x="1" y="3285"/>
                    </a:lnTo>
                    <a:lnTo>
                      <a:pt x="147" y="3340"/>
                    </a:lnTo>
                    <a:lnTo>
                      <a:pt x="366" y="3066"/>
                    </a:lnTo>
                    <a:lnTo>
                      <a:pt x="567" y="2793"/>
                    </a:lnTo>
                    <a:lnTo>
                      <a:pt x="804" y="2519"/>
                    </a:lnTo>
                    <a:lnTo>
                      <a:pt x="1060" y="2282"/>
                    </a:lnTo>
                    <a:lnTo>
                      <a:pt x="1425" y="1935"/>
                    </a:lnTo>
                    <a:lnTo>
                      <a:pt x="1808" y="1625"/>
                    </a:lnTo>
                    <a:lnTo>
                      <a:pt x="2209" y="1351"/>
                    </a:lnTo>
                    <a:lnTo>
                      <a:pt x="2647" y="1095"/>
                    </a:lnTo>
                    <a:lnTo>
                      <a:pt x="3104" y="858"/>
                    </a:lnTo>
                    <a:lnTo>
                      <a:pt x="3560" y="675"/>
                    </a:lnTo>
                    <a:lnTo>
                      <a:pt x="4035" y="493"/>
                    </a:lnTo>
                    <a:lnTo>
                      <a:pt x="4527" y="365"/>
                    </a:lnTo>
                    <a:lnTo>
                      <a:pt x="5020" y="256"/>
                    </a:lnTo>
                    <a:lnTo>
                      <a:pt x="5513" y="201"/>
                    </a:lnTo>
                    <a:lnTo>
                      <a:pt x="6006" y="164"/>
                    </a:lnTo>
                    <a:lnTo>
                      <a:pt x="6517" y="164"/>
                    </a:lnTo>
                    <a:lnTo>
                      <a:pt x="7010" y="201"/>
                    </a:lnTo>
                    <a:lnTo>
                      <a:pt x="7502" y="274"/>
                    </a:lnTo>
                    <a:lnTo>
                      <a:pt x="7977" y="402"/>
                    </a:lnTo>
                    <a:lnTo>
                      <a:pt x="8452" y="548"/>
                    </a:lnTo>
                    <a:lnTo>
                      <a:pt x="8707" y="657"/>
                    </a:lnTo>
                    <a:lnTo>
                      <a:pt x="8944" y="767"/>
                    </a:lnTo>
                    <a:lnTo>
                      <a:pt x="9163" y="894"/>
                    </a:lnTo>
                    <a:lnTo>
                      <a:pt x="9382" y="1022"/>
                    </a:lnTo>
                    <a:lnTo>
                      <a:pt x="9583" y="1168"/>
                    </a:lnTo>
                    <a:lnTo>
                      <a:pt x="9766" y="1333"/>
                    </a:lnTo>
                    <a:lnTo>
                      <a:pt x="9948" y="1497"/>
                    </a:lnTo>
                    <a:lnTo>
                      <a:pt x="10112" y="1679"/>
                    </a:lnTo>
                    <a:lnTo>
                      <a:pt x="10277" y="1880"/>
                    </a:lnTo>
                    <a:lnTo>
                      <a:pt x="10423" y="2081"/>
                    </a:lnTo>
                    <a:lnTo>
                      <a:pt x="10550" y="2282"/>
                    </a:lnTo>
                    <a:lnTo>
                      <a:pt x="10678" y="2519"/>
                    </a:lnTo>
                    <a:lnTo>
                      <a:pt x="10788" y="2738"/>
                    </a:lnTo>
                    <a:lnTo>
                      <a:pt x="10879" y="2975"/>
                    </a:lnTo>
                    <a:lnTo>
                      <a:pt x="10952" y="3231"/>
                    </a:lnTo>
                    <a:lnTo>
                      <a:pt x="11025" y="3486"/>
                    </a:lnTo>
                    <a:lnTo>
                      <a:pt x="11062" y="3724"/>
                    </a:lnTo>
                    <a:lnTo>
                      <a:pt x="11098" y="3961"/>
                    </a:lnTo>
                    <a:lnTo>
                      <a:pt x="11135" y="4454"/>
                    </a:lnTo>
                    <a:lnTo>
                      <a:pt x="11135" y="4946"/>
                    </a:lnTo>
                    <a:lnTo>
                      <a:pt x="11098" y="5439"/>
                    </a:lnTo>
                    <a:lnTo>
                      <a:pt x="11262" y="5439"/>
                    </a:lnTo>
                    <a:lnTo>
                      <a:pt x="11299" y="5111"/>
                    </a:lnTo>
                    <a:lnTo>
                      <a:pt x="11317" y="4782"/>
                    </a:lnTo>
                    <a:lnTo>
                      <a:pt x="11317" y="4472"/>
                    </a:lnTo>
                    <a:lnTo>
                      <a:pt x="11299" y="4143"/>
                    </a:lnTo>
                    <a:lnTo>
                      <a:pt x="11244" y="3815"/>
                    </a:lnTo>
                    <a:lnTo>
                      <a:pt x="11189" y="3504"/>
                    </a:lnTo>
                    <a:lnTo>
                      <a:pt x="11116" y="3176"/>
                    </a:lnTo>
                    <a:lnTo>
                      <a:pt x="11025" y="2866"/>
                    </a:lnTo>
                    <a:lnTo>
                      <a:pt x="10916" y="2610"/>
                    </a:lnTo>
                    <a:lnTo>
                      <a:pt x="10806" y="2373"/>
                    </a:lnTo>
                    <a:lnTo>
                      <a:pt x="10678" y="2154"/>
                    </a:lnTo>
                    <a:lnTo>
                      <a:pt x="10532" y="1935"/>
                    </a:lnTo>
                    <a:lnTo>
                      <a:pt x="10386" y="1734"/>
                    </a:lnTo>
                    <a:lnTo>
                      <a:pt x="10222" y="1533"/>
                    </a:lnTo>
                    <a:lnTo>
                      <a:pt x="10058" y="1369"/>
                    </a:lnTo>
                    <a:lnTo>
                      <a:pt x="9875" y="1205"/>
                    </a:lnTo>
                    <a:lnTo>
                      <a:pt x="9693" y="1040"/>
                    </a:lnTo>
                    <a:lnTo>
                      <a:pt x="9492" y="894"/>
                    </a:lnTo>
                    <a:lnTo>
                      <a:pt x="9273" y="767"/>
                    </a:lnTo>
                    <a:lnTo>
                      <a:pt x="9072" y="657"/>
                    </a:lnTo>
                    <a:lnTo>
                      <a:pt x="8853" y="548"/>
                    </a:lnTo>
                    <a:lnTo>
                      <a:pt x="8616" y="438"/>
                    </a:lnTo>
                    <a:lnTo>
                      <a:pt x="8379" y="347"/>
                    </a:lnTo>
                    <a:lnTo>
                      <a:pt x="8141" y="274"/>
                    </a:lnTo>
                    <a:lnTo>
                      <a:pt x="7667" y="146"/>
                    </a:lnTo>
                    <a:lnTo>
                      <a:pt x="7156" y="73"/>
                    </a:lnTo>
                    <a:lnTo>
                      <a:pt x="6645" y="18"/>
                    </a:lnTo>
                    <a:lnTo>
                      <a:pt x="613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Google Shape;2161;p40"/>
              <p:cNvSpPr/>
              <p:nvPr/>
            </p:nvSpPr>
            <p:spPr>
              <a:xfrm>
                <a:off x="7726017" y="1604199"/>
                <a:ext cx="441807" cy="293385"/>
              </a:xfrm>
              <a:custGeom>
                <a:avLst/>
                <a:gdLst/>
                <a:ahLst/>
                <a:cxnLst/>
                <a:rect l="l" t="t" r="r" b="b"/>
                <a:pathLst>
                  <a:path w="13800" h="9164" extrusionOk="0">
                    <a:moveTo>
                      <a:pt x="384" y="1"/>
                    </a:moveTo>
                    <a:lnTo>
                      <a:pt x="201" y="74"/>
                    </a:lnTo>
                    <a:lnTo>
                      <a:pt x="128" y="694"/>
                    </a:lnTo>
                    <a:lnTo>
                      <a:pt x="55" y="1315"/>
                    </a:lnTo>
                    <a:lnTo>
                      <a:pt x="19" y="1936"/>
                    </a:lnTo>
                    <a:lnTo>
                      <a:pt x="1" y="2556"/>
                    </a:lnTo>
                    <a:lnTo>
                      <a:pt x="19" y="3177"/>
                    </a:lnTo>
                    <a:lnTo>
                      <a:pt x="92" y="3797"/>
                    </a:lnTo>
                    <a:lnTo>
                      <a:pt x="128" y="4108"/>
                    </a:lnTo>
                    <a:lnTo>
                      <a:pt x="201" y="4418"/>
                    </a:lnTo>
                    <a:lnTo>
                      <a:pt x="274" y="4728"/>
                    </a:lnTo>
                    <a:lnTo>
                      <a:pt x="347" y="5020"/>
                    </a:lnTo>
                    <a:lnTo>
                      <a:pt x="439" y="5330"/>
                    </a:lnTo>
                    <a:lnTo>
                      <a:pt x="548" y="5622"/>
                    </a:lnTo>
                    <a:lnTo>
                      <a:pt x="676" y="5915"/>
                    </a:lnTo>
                    <a:lnTo>
                      <a:pt x="822" y="6207"/>
                    </a:lnTo>
                    <a:lnTo>
                      <a:pt x="968" y="6480"/>
                    </a:lnTo>
                    <a:lnTo>
                      <a:pt x="1132" y="6754"/>
                    </a:lnTo>
                    <a:lnTo>
                      <a:pt x="1297" y="7010"/>
                    </a:lnTo>
                    <a:lnTo>
                      <a:pt x="1497" y="7265"/>
                    </a:lnTo>
                    <a:lnTo>
                      <a:pt x="1698" y="7502"/>
                    </a:lnTo>
                    <a:lnTo>
                      <a:pt x="1899" y="7740"/>
                    </a:lnTo>
                    <a:lnTo>
                      <a:pt x="2136" y="7940"/>
                    </a:lnTo>
                    <a:lnTo>
                      <a:pt x="2373" y="8141"/>
                    </a:lnTo>
                    <a:lnTo>
                      <a:pt x="2629" y="8342"/>
                    </a:lnTo>
                    <a:lnTo>
                      <a:pt x="2903" y="8506"/>
                    </a:lnTo>
                    <a:lnTo>
                      <a:pt x="3176" y="8652"/>
                    </a:lnTo>
                    <a:lnTo>
                      <a:pt x="3469" y="8780"/>
                    </a:lnTo>
                    <a:lnTo>
                      <a:pt x="3797" y="8908"/>
                    </a:lnTo>
                    <a:lnTo>
                      <a:pt x="4144" y="8999"/>
                    </a:lnTo>
                    <a:lnTo>
                      <a:pt x="4491" y="9090"/>
                    </a:lnTo>
                    <a:lnTo>
                      <a:pt x="4837" y="9127"/>
                    </a:lnTo>
                    <a:lnTo>
                      <a:pt x="5184" y="9163"/>
                    </a:lnTo>
                    <a:lnTo>
                      <a:pt x="5531" y="9163"/>
                    </a:lnTo>
                    <a:lnTo>
                      <a:pt x="5878" y="9145"/>
                    </a:lnTo>
                    <a:lnTo>
                      <a:pt x="6225" y="9109"/>
                    </a:lnTo>
                    <a:lnTo>
                      <a:pt x="6571" y="9054"/>
                    </a:lnTo>
                    <a:lnTo>
                      <a:pt x="6918" y="8963"/>
                    </a:lnTo>
                    <a:lnTo>
                      <a:pt x="7265" y="8871"/>
                    </a:lnTo>
                    <a:lnTo>
                      <a:pt x="7593" y="8762"/>
                    </a:lnTo>
                    <a:lnTo>
                      <a:pt x="7922" y="8634"/>
                    </a:lnTo>
                    <a:lnTo>
                      <a:pt x="8251" y="8488"/>
                    </a:lnTo>
                    <a:lnTo>
                      <a:pt x="8561" y="8324"/>
                    </a:lnTo>
                    <a:lnTo>
                      <a:pt x="8853" y="8141"/>
                    </a:lnTo>
                    <a:lnTo>
                      <a:pt x="9163" y="7940"/>
                    </a:lnTo>
                    <a:lnTo>
                      <a:pt x="9437" y="7740"/>
                    </a:lnTo>
                    <a:lnTo>
                      <a:pt x="9711" y="7521"/>
                    </a:lnTo>
                    <a:lnTo>
                      <a:pt x="9984" y="7302"/>
                    </a:lnTo>
                    <a:lnTo>
                      <a:pt x="10240" y="7064"/>
                    </a:lnTo>
                    <a:lnTo>
                      <a:pt x="10477" y="6809"/>
                    </a:lnTo>
                    <a:lnTo>
                      <a:pt x="10733" y="6553"/>
                    </a:lnTo>
                    <a:lnTo>
                      <a:pt x="10952" y="6280"/>
                    </a:lnTo>
                    <a:lnTo>
                      <a:pt x="11390" y="5732"/>
                    </a:lnTo>
                    <a:lnTo>
                      <a:pt x="11810" y="5166"/>
                    </a:lnTo>
                    <a:lnTo>
                      <a:pt x="12175" y="4564"/>
                    </a:lnTo>
                    <a:lnTo>
                      <a:pt x="12521" y="3962"/>
                    </a:lnTo>
                    <a:lnTo>
                      <a:pt x="12722" y="3597"/>
                    </a:lnTo>
                    <a:lnTo>
                      <a:pt x="12905" y="3213"/>
                    </a:lnTo>
                    <a:lnTo>
                      <a:pt x="13252" y="2465"/>
                    </a:lnTo>
                    <a:lnTo>
                      <a:pt x="13544" y="1680"/>
                    </a:lnTo>
                    <a:lnTo>
                      <a:pt x="13799" y="895"/>
                    </a:lnTo>
                    <a:lnTo>
                      <a:pt x="13653" y="786"/>
                    </a:lnTo>
                    <a:lnTo>
                      <a:pt x="13507" y="1260"/>
                    </a:lnTo>
                    <a:lnTo>
                      <a:pt x="13343" y="1717"/>
                    </a:lnTo>
                    <a:lnTo>
                      <a:pt x="13179" y="2191"/>
                    </a:lnTo>
                    <a:lnTo>
                      <a:pt x="12978" y="2647"/>
                    </a:lnTo>
                    <a:lnTo>
                      <a:pt x="12777" y="3085"/>
                    </a:lnTo>
                    <a:lnTo>
                      <a:pt x="12558" y="3542"/>
                    </a:lnTo>
                    <a:lnTo>
                      <a:pt x="12321" y="3980"/>
                    </a:lnTo>
                    <a:lnTo>
                      <a:pt x="12083" y="4400"/>
                    </a:lnTo>
                    <a:lnTo>
                      <a:pt x="11718" y="4984"/>
                    </a:lnTo>
                    <a:lnTo>
                      <a:pt x="11335" y="5531"/>
                    </a:lnTo>
                    <a:lnTo>
                      <a:pt x="10915" y="6061"/>
                    </a:lnTo>
                    <a:lnTo>
                      <a:pt x="10477" y="6572"/>
                    </a:lnTo>
                    <a:lnTo>
                      <a:pt x="10240" y="6827"/>
                    </a:lnTo>
                    <a:lnTo>
                      <a:pt x="9984" y="7064"/>
                    </a:lnTo>
                    <a:lnTo>
                      <a:pt x="9729" y="7283"/>
                    </a:lnTo>
                    <a:lnTo>
                      <a:pt x="9473" y="7502"/>
                    </a:lnTo>
                    <a:lnTo>
                      <a:pt x="9200" y="7703"/>
                    </a:lnTo>
                    <a:lnTo>
                      <a:pt x="8926" y="7886"/>
                    </a:lnTo>
                    <a:lnTo>
                      <a:pt x="8634" y="8068"/>
                    </a:lnTo>
                    <a:lnTo>
                      <a:pt x="8342" y="8233"/>
                    </a:lnTo>
                    <a:lnTo>
                      <a:pt x="8031" y="8397"/>
                    </a:lnTo>
                    <a:lnTo>
                      <a:pt x="7721" y="8543"/>
                    </a:lnTo>
                    <a:lnTo>
                      <a:pt x="7374" y="8652"/>
                    </a:lnTo>
                    <a:lnTo>
                      <a:pt x="7046" y="8762"/>
                    </a:lnTo>
                    <a:lnTo>
                      <a:pt x="6699" y="8853"/>
                    </a:lnTo>
                    <a:lnTo>
                      <a:pt x="6352" y="8908"/>
                    </a:lnTo>
                    <a:lnTo>
                      <a:pt x="6006" y="8963"/>
                    </a:lnTo>
                    <a:lnTo>
                      <a:pt x="5659" y="8981"/>
                    </a:lnTo>
                    <a:lnTo>
                      <a:pt x="5312" y="8981"/>
                    </a:lnTo>
                    <a:lnTo>
                      <a:pt x="4965" y="8963"/>
                    </a:lnTo>
                    <a:lnTo>
                      <a:pt x="4618" y="8926"/>
                    </a:lnTo>
                    <a:lnTo>
                      <a:pt x="4272" y="8871"/>
                    </a:lnTo>
                    <a:lnTo>
                      <a:pt x="3943" y="8780"/>
                    </a:lnTo>
                    <a:lnTo>
                      <a:pt x="3596" y="8652"/>
                    </a:lnTo>
                    <a:lnTo>
                      <a:pt x="3286" y="8525"/>
                    </a:lnTo>
                    <a:lnTo>
                      <a:pt x="2976" y="8360"/>
                    </a:lnTo>
                    <a:lnTo>
                      <a:pt x="2702" y="8178"/>
                    </a:lnTo>
                    <a:lnTo>
                      <a:pt x="2446" y="7995"/>
                    </a:lnTo>
                    <a:lnTo>
                      <a:pt x="2209" y="7794"/>
                    </a:lnTo>
                    <a:lnTo>
                      <a:pt x="1990" y="7575"/>
                    </a:lnTo>
                    <a:lnTo>
                      <a:pt x="1771" y="7338"/>
                    </a:lnTo>
                    <a:lnTo>
                      <a:pt x="1570" y="7101"/>
                    </a:lnTo>
                    <a:lnTo>
                      <a:pt x="1388" y="6845"/>
                    </a:lnTo>
                    <a:lnTo>
                      <a:pt x="1224" y="6590"/>
                    </a:lnTo>
                    <a:lnTo>
                      <a:pt x="1059" y="6316"/>
                    </a:lnTo>
                    <a:lnTo>
                      <a:pt x="913" y="6024"/>
                    </a:lnTo>
                    <a:lnTo>
                      <a:pt x="786" y="5732"/>
                    </a:lnTo>
                    <a:lnTo>
                      <a:pt x="676" y="5440"/>
                    </a:lnTo>
                    <a:lnTo>
                      <a:pt x="566" y="5148"/>
                    </a:lnTo>
                    <a:lnTo>
                      <a:pt x="475" y="4856"/>
                    </a:lnTo>
                    <a:lnTo>
                      <a:pt x="402" y="4546"/>
                    </a:lnTo>
                    <a:lnTo>
                      <a:pt x="329" y="4235"/>
                    </a:lnTo>
                    <a:lnTo>
                      <a:pt x="238" y="3706"/>
                    </a:lnTo>
                    <a:lnTo>
                      <a:pt x="201" y="3177"/>
                    </a:lnTo>
                    <a:lnTo>
                      <a:pt x="165" y="2647"/>
                    </a:lnTo>
                    <a:lnTo>
                      <a:pt x="165" y="2118"/>
                    </a:lnTo>
                    <a:lnTo>
                      <a:pt x="201" y="1589"/>
                    </a:lnTo>
                    <a:lnTo>
                      <a:pt x="238" y="1060"/>
                    </a:lnTo>
                    <a:lnTo>
                      <a:pt x="311" y="530"/>
                    </a:lnTo>
                    <a:lnTo>
                      <a:pt x="3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Google Shape;2162;p40"/>
              <p:cNvSpPr/>
              <p:nvPr/>
            </p:nvSpPr>
            <p:spPr>
              <a:xfrm>
                <a:off x="7567088" y="1781858"/>
                <a:ext cx="77156" cy="636970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19896" extrusionOk="0">
                    <a:moveTo>
                      <a:pt x="1661" y="0"/>
                    </a:moveTo>
                    <a:lnTo>
                      <a:pt x="1625" y="19"/>
                    </a:lnTo>
                    <a:lnTo>
                      <a:pt x="1588" y="37"/>
                    </a:lnTo>
                    <a:lnTo>
                      <a:pt x="1570" y="73"/>
                    </a:lnTo>
                    <a:lnTo>
                      <a:pt x="1570" y="128"/>
                    </a:lnTo>
                    <a:lnTo>
                      <a:pt x="1771" y="1807"/>
                    </a:lnTo>
                    <a:lnTo>
                      <a:pt x="1953" y="3468"/>
                    </a:lnTo>
                    <a:lnTo>
                      <a:pt x="2026" y="4308"/>
                    </a:lnTo>
                    <a:lnTo>
                      <a:pt x="2099" y="5148"/>
                    </a:lnTo>
                    <a:lnTo>
                      <a:pt x="2136" y="5987"/>
                    </a:lnTo>
                    <a:lnTo>
                      <a:pt x="2154" y="6845"/>
                    </a:lnTo>
                    <a:lnTo>
                      <a:pt x="2154" y="7885"/>
                    </a:lnTo>
                    <a:lnTo>
                      <a:pt x="2154" y="8926"/>
                    </a:lnTo>
                    <a:lnTo>
                      <a:pt x="2117" y="9966"/>
                    </a:lnTo>
                    <a:lnTo>
                      <a:pt x="2044" y="11006"/>
                    </a:lnTo>
                    <a:lnTo>
                      <a:pt x="1971" y="12047"/>
                    </a:lnTo>
                    <a:lnTo>
                      <a:pt x="1844" y="13087"/>
                    </a:lnTo>
                    <a:lnTo>
                      <a:pt x="1679" y="14109"/>
                    </a:lnTo>
                    <a:lnTo>
                      <a:pt x="1497" y="15150"/>
                    </a:lnTo>
                    <a:lnTo>
                      <a:pt x="1351" y="15734"/>
                    </a:lnTo>
                    <a:lnTo>
                      <a:pt x="1205" y="16318"/>
                    </a:lnTo>
                    <a:lnTo>
                      <a:pt x="1041" y="16902"/>
                    </a:lnTo>
                    <a:lnTo>
                      <a:pt x="876" y="17486"/>
                    </a:lnTo>
                    <a:lnTo>
                      <a:pt x="675" y="18052"/>
                    </a:lnTo>
                    <a:lnTo>
                      <a:pt x="475" y="18617"/>
                    </a:lnTo>
                    <a:lnTo>
                      <a:pt x="256" y="19183"/>
                    </a:lnTo>
                    <a:lnTo>
                      <a:pt x="18" y="19749"/>
                    </a:lnTo>
                    <a:lnTo>
                      <a:pt x="0" y="19786"/>
                    </a:lnTo>
                    <a:lnTo>
                      <a:pt x="18" y="19840"/>
                    </a:lnTo>
                    <a:lnTo>
                      <a:pt x="37" y="19859"/>
                    </a:lnTo>
                    <a:lnTo>
                      <a:pt x="73" y="19895"/>
                    </a:lnTo>
                    <a:lnTo>
                      <a:pt x="164" y="19895"/>
                    </a:lnTo>
                    <a:lnTo>
                      <a:pt x="201" y="19877"/>
                    </a:lnTo>
                    <a:lnTo>
                      <a:pt x="237" y="19822"/>
                    </a:lnTo>
                    <a:lnTo>
                      <a:pt x="438" y="19347"/>
                    </a:lnTo>
                    <a:lnTo>
                      <a:pt x="639" y="18855"/>
                    </a:lnTo>
                    <a:lnTo>
                      <a:pt x="821" y="18362"/>
                    </a:lnTo>
                    <a:lnTo>
                      <a:pt x="986" y="17869"/>
                    </a:lnTo>
                    <a:lnTo>
                      <a:pt x="1150" y="17358"/>
                    </a:lnTo>
                    <a:lnTo>
                      <a:pt x="1296" y="16865"/>
                    </a:lnTo>
                    <a:lnTo>
                      <a:pt x="1442" y="16354"/>
                    </a:lnTo>
                    <a:lnTo>
                      <a:pt x="1570" y="15843"/>
                    </a:lnTo>
                    <a:lnTo>
                      <a:pt x="1789" y="14821"/>
                    </a:lnTo>
                    <a:lnTo>
                      <a:pt x="1971" y="13781"/>
                    </a:lnTo>
                    <a:lnTo>
                      <a:pt x="2117" y="12740"/>
                    </a:lnTo>
                    <a:lnTo>
                      <a:pt x="2245" y="11682"/>
                    </a:lnTo>
                    <a:lnTo>
                      <a:pt x="2318" y="10751"/>
                    </a:lnTo>
                    <a:lnTo>
                      <a:pt x="2373" y="9820"/>
                    </a:lnTo>
                    <a:lnTo>
                      <a:pt x="2391" y="8871"/>
                    </a:lnTo>
                    <a:lnTo>
                      <a:pt x="2409" y="7940"/>
                    </a:lnTo>
                    <a:lnTo>
                      <a:pt x="2409" y="6991"/>
                    </a:lnTo>
                    <a:lnTo>
                      <a:pt x="2373" y="6060"/>
                    </a:lnTo>
                    <a:lnTo>
                      <a:pt x="2336" y="5111"/>
                    </a:lnTo>
                    <a:lnTo>
                      <a:pt x="2263" y="4180"/>
                    </a:lnTo>
                    <a:lnTo>
                      <a:pt x="2172" y="3158"/>
                    </a:lnTo>
                    <a:lnTo>
                      <a:pt x="2063" y="2136"/>
                    </a:lnTo>
                    <a:lnTo>
                      <a:pt x="1789" y="92"/>
                    </a:lnTo>
                    <a:lnTo>
                      <a:pt x="1789" y="37"/>
                    </a:lnTo>
                    <a:lnTo>
                      <a:pt x="1752" y="19"/>
                    </a:lnTo>
                    <a:lnTo>
                      <a:pt x="1716" y="0"/>
                    </a:lnTo>
                    <a:close/>
                  </a:path>
                </a:pathLst>
              </a:custGeom>
              <a:solidFill>
                <a:srgbClr val="8178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Google Shape;2163;p40"/>
              <p:cNvSpPr/>
              <p:nvPr/>
            </p:nvSpPr>
            <p:spPr>
              <a:xfrm>
                <a:off x="7842300" y="1408450"/>
                <a:ext cx="178260" cy="232013"/>
              </a:xfrm>
              <a:custGeom>
                <a:avLst/>
                <a:gdLst/>
                <a:ahLst/>
                <a:cxnLst/>
                <a:rect l="l" t="t" r="r" b="b"/>
                <a:pathLst>
                  <a:path w="5568" h="7247" extrusionOk="0">
                    <a:moveTo>
                      <a:pt x="3761" y="1"/>
                    </a:moveTo>
                    <a:lnTo>
                      <a:pt x="1" y="1935"/>
                    </a:lnTo>
                    <a:lnTo>
                      <a:pt x="19" y="3012"/>
                    </a:lnTo>
                    <a:lnTo>
                      <a:pt x="74" y="4545"/>
                    </a:lnTo>
                    <a:lnTo>
                      <a:pt x="129" y="6863"/>
                    </a:lnTo>
                    <a:lnTo>
                      <a:pt x="439" y="6991"/>
                    </a:lnTo>
                    <a:lnTo>
                      <a:pt x="749" y="7101"/>
                    </a:lnTo>
                    <a:lnTo>
                      <a:pt x="1041" y="7174"/>
                    </a:lnTo>
                    <a:lnTo>
                      <a:pt x="1333" y="7210"/>
                    </a:lnTo>
                    <a:lnTo>
                      <a:pt x="1625" y="7247"/>
                    </a:lnTo>
                    <a:lnTo>
                      <a:pt x="1899" y="7247"/>
                    </a:lnTo>
                    <a:lnTo>
                      <a:pt x="2155" y="7228"/>
                    </a:lnTo>
                    <a:lnTo>
                      <a:pt x="2410" y="7192"/>
                    </a:lnTo>
                    <a:lnTo>
                      <a:pt x="2666" y="7137"/>
                    </a:lnTo>
                    <a:lnTo>
                      <a:pt x="2903" y="7064"/>
                    </a:lnTo>
                    <a:lnTo>
                      <a:pt x="3122" y="6973"/>
                    </a:lnTo>
                    <a:lnTo>
                      <a:pt x="3341" y="6881"/>
                    </a:lnTo>
                    <a:lnTo>
                      <a:pt x="3560" y="6754"/>
                    </a:lnTo>
                    <a:lnTo>
                      <a:pt x="3742" y="6644"/>
                    </a:lnTo>
                    <a:lnTo>
                      <a:pt x="3943" y="6516"/>
                    </a:lnTo>
                    <a:lnTo>
                      <a:pt x="4126" y="6389"/>
                    </a:lnTo>
                    <a:lnTo>
                      <a:pt x="4454" y="6097"/>
                    </a:lnTo>
                    <a:lnTo>
                      <a:pt x="4746" y="5823"/>
                    </a:lnTo>
                    <a:lnTo>
                      <a:pt x="4984" y="5531"/>
                    </a:lnTo>
                    <a:lnTo>
                      <a:pt x="5203" y="5275"/>
                    </a:lnTo>
                    <a:lnTo>
                      <a:pt x="5349" y="5056"/>
                    </a:lnTo>
                    <a:lnTo>
                      <a:pt x="5476" y="4892"/>
                    </a:lnTo>
                    <a:lnTo>
                      <a:pt x="5568" y="4728"/>
                    </a:lnTo>
                    <a:lnTo>
                      <a:pt x="5276" y="4235"/>
                    </a:lnTo>
                    <a:lnTo>
                      <a:pt x="5002" y="3706"/>
                    </a:lnTo>
                    <a:lnTo>
                      <a:pt x="4746" y="3158"/>
                    </a:lnTo>
                    <a:lnTo>
                      <a:pt x="4509" y="2592"/>
                    </a:lnTo>
                    <a:lnTo>
                      <a:pt x="4290" y="1990"/>
                    </a:lnTo>
                    <a:lnTo>
                      <a:pt x="4089" y="1351"/>
                    </a:lnTo>
                    <a:lnTo>
                      <a:pt x="3907" y="694"/>
                    </a:lnTo>
                    <a:lnTo>
                      <a:pt x="3761" y="1"/>
                    </a:lnTo>
                    <a:close/>
                  </a:path>
                </a:pathLst>
              </a:custGeom>
              <a:solidFill>
                <a:srgbClr val="F29B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Google Shape;2164;p40"/>
              <p:cNvSpPr/>
              <p:nvPr/>
            </p:nvSpPr>
            <p:spPr>
              <a:xfrm>
                <a:off x="7842908" y="1465119"/>
                <a:ext cx="104625" cy="107570"/>
              </a:xfrm>
              <a:custGeom>
                <a:avLst/>
                <a:gdLst/>
                <a:ahLst/>
                <a:cxnLst/>
                <a:rect l="l" t="t" r="r" b="b"/>
                <a:pathLst>
                  <a:path w="3268" h="3360" extrusionOk="0">
                    <a:moveTo>
                      <a:pt x="3267" y="1"/>
                    </a:moveTo>
                    <a:lnTo>
                      <a:pt x="0" y="1242"/>
                    </a:lnTo>
                    <a:lnTo>
                      <a:pt x="55" y="3359"/>
                    </a:lnTo>
                    <a:lnTo>
                      <a:pt x="183" y="3359"/>
                    </a:lnTo>
                    <a:lnTo>
                      <a:pt x="329" y="3323"/>
                    </a:lnTo>
                    <a:lnTo>
                      <a:pt x="475" y="3286"/>
                    </a:lnTo>
                    <a:lnTo>
                      <a:pt x="657" y="3232"/>
                    </a:lnTo>
                    <a:lnTo>
                      <a:pt x="840" y="3140"/>
                    </a:lnTo>
                    <a:lnTo>
                      <a:pt x="1040" y="3013"/>
                    </a:lnTo>
                    <a:lnTo>
                      <a:pt x="1241" y="2867"/>
                    </a:lnTo>
                    <a:lnTo>
                      <a:pt x="1460" y="2684"/>
                    </a:lnTo>
                    <a:lnTo>
                      <a:pt x="1697" y="2483"/>
                    </a:lnTo>
                    <a:lnTo>
                      <a:pt x="1916" y="2246"/>
                    </a:lnTo>
                    <a:lnTo>
                      <a:pt x="2154" y="1972"/>
                    </a:lnTo>
                    <a:lnTo>
                      <a:pt x="2373" y="1644"/>
                    </a:lnTo>
                    <a:lnTo>
                      <a:pt x="2610" y="1297"/>
                    </a:lnTo>
                    <a:lnTo>
                      <a:pt x="2829" y="914"/>
                    </a:lnTo>
                    <a:lnTo>
                      <a:pt x="3048" y="476"/>
                    </a:lnTo>
                    <a:lnTo>
                      <a:pt x="3267" y="1"/>
                    </a:lnTo>
                    <a:close/>
                  </a:path>
                </a:pathLst>
              </a:custGeom>
              <a:solidFill>
                <a:srgbClr val="262B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Google Shape;2165;p40"/>
              <p:cNvSpPr/>
              <p:nvPr/>
            </p:nvSpPr>
            <p:spPr>
              <a:xfrm>
                <a:off x="7675783" y="1161251"/>
                <a:ext cx="321975" cy="254807"/>
              </a:xfrm>
              <a:custGeom>
                <a:avLst/>
                <a:gdLst/>
                <a:ahLst/>
                <a:cxnLst/>
                <a:rect l="l" t="t" r="r" b="b"/>
                <a:pathLst>
                  <a:path w="10057" h="7959" extrusionOk="0">
                    <a:moveTo>
                      <a:pt x="5165" y="1"/>
                    </a:moveTo>
                    <a:lnTo>
                      <a:pt x="4745" y="19"/>
                    </a:lnTo>
                    <a:lnTo>
                      <a:pt x="4362" y="74"/>
                    </a:lnTo>
                    <a:lnTo>
                      <a:pt x="4015" y="129"/>
                    </a:lnTo>
                    <a:lnTo>
                      <a:pt x="3705" y="220"/>
                    </a:lnTo>
                    <a:lnTo>
                      <a:pt x="3413" y="330"/>
                    </a:lnTo>
                    <a:lnTo>
                      <a:pt x="3176" y="457"/>
                    </a:lnTo>
                    <a:lnTo>
                      <a:pt x="2957" y="585"/>
                    </a:lnTo>
                    <a:lnTo>
                      <a:pt x="2774" y="713"/>
                    </a:lnTo>
                    <a:lnTo>
                      <a:pt x="2610" y="841"/>
                    </a:lnTo>
                    <a:lnTo>
                      <a:pt x="2482" y="968"/>
                    </a:lnTo>
                    <a:lnTo>
                      <a:pt x="2281" y="1187"/>
                    </a:lnTo>
                    <a:lnTo>
                      <a:pt x="2172" y="1352"/>
                    </a:lnTo>
                    <a:lnTo>
                      <a:pt x="2135" y="1406"/>
                    </a:lnTo>
                    <a:lnTo>
                      <a:pt x="2062" y="1388"/>
                    </a:lnTo>
                    <a:lnTo>
                      <a:pt x="1880" y="1352"/>
                    </a:lnTo>
                    <a:lnTo>
                      <a:pt x="1606" y="1333"/>
                    </a:lnTo>
                    <a:lnTo>
                      <a:pt x="1460" y="1333"/>
                    </a:lnTo>
                    <a:lnTo>
                      <a:pt x="1278" y="1352"/>
                    </a:lnTo>
                    <a:lnTo>
                      <a:pt x="1113" y="1388"/>
                    </a:lnTo>
                    <a:lnTo>
                      <a:pt x="931" y="1443"/>
                    </a:lnTo>
                    <a:lnTo>
                      <a:pt x="767" y="1534"/>
                    </a:lnTo>
                    <a:lnTo>
                      <a:pt x="602" y="1644"/>
                    </a:lnTo>
                    <a:lnTo>
                      <a:pt x="438" y="1790"/>
                    </a:lnTo>
                    <a:lnTo>
                      <a:pt x="292" y="1972"/>
                    </a:lnTo>
                    <a:lnTo>
                      <a:pt x="164" y="2191"/>
                    </a:lnTo>
                    <a:lnTo>
                      <a:pt x="55" y="2465"/>
                    </a:lnTo>
                    <a:lnTo>
                      <a:pt x="18" y="2611"/>
                    </a:lnTo>
                    <a:lnTo>
                      <a:pt x="0" y="2757"/>
                    </a:lnTo>
                    <a:lnTo>
                      <a:pt x="0" y="2903"/>
                    </a:lnTo>
                    <a:lnTo>
                      <a:pt x="0" y="3049"/>
                    </a:lnTo>
                    <a:lnTo>
                      <a:pt x="18" y="3195"/>
                    </a:lnTo>
                    <a:lnTo>
                      <a:pt x="55" y="3341"/>
                    </a:lnTo>
                    <a:lnTo>
                      <a:pt x="146" y="3633"/>
                    </a:lnTo>
                    <a:lnTo>
                      <a:pt x="274" y="3907"/>
                    </a:lnTo>
                    <a:lnTo>
                      <a:pt x="420" y="4181"/>
                    </a:lnTo>
                    <a:lnTo>
                      <a:pt x="602" y="4436"/>
                    </a:lnTo>
                    <a:lnTo>
                      <a:pt x="785" y="4692"/>
                    </a:lnTo>
                    <a:lnTo>
                      <a:pt x="986" y="4911"/>
                    </a:lnTo>
                    <a:lnTo>
                      <a:pt x="1168" y="5130"/>
                    </a:lnTo>
                    <a:lnTo>
                      <a:pt x="1533" y="5458"/>
                    </a:lnTo>
                    <a:lnTo>
                      <a:pt x="1789" y="5677"/>
                    </a:lnTo>
                    <a:lnTo>
                      <a:pt x="1880" y="5750"/>
                    </a:lnTo>
                    <a:lnTo>
                      <a:pt x="9053" y="7959"/>
                    </a:lnTo>
                    <a:lnTo>
                      <a:pt x="9272" y="7356"/>
                    </a:lnTo>
                    <a:lnTo>
                      <a:pt x="9473" y="6718"/>
                    </a:lnTo>
                    <a:lnTo>
                      <a:pt x="9692" y="5933"/>
                    </a:lnTo>
                    <a:lnTo>
                      <a:pt x="9801" y="5513"/>
                    </a:lnTo>
                    <a:lnTo>
                      <a:pt x="9893" y="5075"/>
                    </a:lnTo>
                    <a:lnTo>
                      <a:pt x="9966" y="4619"/>
                    </a:lnTo>
                    <a:lnTo>
                      <a:pt x="10020" y="4181"/>
                    </a:lnTo>
                    <a:lnTo>
                      <a:pt x="10057" y="3761"/>
                    </a:lnTo>
                    <a:lnTo>
                      <a:pt x="10057" y="3359"/>
                    </a:lnTo>
                    <a:lnTo>
                      <a:pt x="10020" y="2976"/>
                    </a:lnTo>
                    <a:lnTo>
                      <a:pt x="9984" y="2794"/>
                    </a:lnTo>
                    <a:lnTo>
                      <a:pt x="9947" y="2629"/>
                    </a:lnTo>
                    <a:lnTo>
                      <a:pt x="9820" y="2337"/>
                    </a:lnTo>
                    <a:lnTo>
                      <a:pt x="9692" y="2063"/>
                    </a:lnTo>
                    <a:lnTo>
                      <a:pt x="9564" y="1844"/>
                    </a:lnTo>
                    <a:lnTo>
                      <a:pt x="9400" y="1644"/>
                    </a:lnTo>
                    <a:lnTo>
                      <a:pt x="9254" y="1479"/>
                    </a:lnTo>
                    <a:lnTo>
                      <a:pt x="9089" y="1333"/>
                    </a:lnTo>
                    <a:lnTo>
                      <a:pt x="8925" y="1224"/>
                    </a:lnTo>
                    <a:lnTo>
                      <a:pt x="8761" y="1133"/>
                    </a:lnTo>
                    <a:lnTo>
                      <a:pt x="8597" y="1060"/>
                    </a:lnTo>
                    <a:lnTo>
                      <a:pt x="8451" y="1005"/>
                    </a:lnTo>
                    <a:lnTo>
                      <a:pt x="8213" y="932"/>
                    </a:lnTo>
                    <a:lnTo>
                      <a:pt x="8049" y="914"/>
                    </a:lnTo>
                    <a:lnTo>
                      <a:pt x="7976" y="914"/>
                    </a:lnTo>
                    <a:lnTo>
                      <a:pt x="7958" y="877"/>
                    </a:lnTo>
                    <a:lnTo>
                      <a:pt x="7867" y="768"/>
                    </a:lnTo>
                    <a:lnTo>
                      <a:pt x="7702" y="622"/>
                    </a:lnTo>
                    <a:lnTo>
                      <a:pt x="7593" y="530"/>
                    </a:lnTo>
                    <a:lnTo>
                      <a:pt x="7447" y="439"/>
                    </a:lnTo>
                    <a:lnTo>
                      <a:pt x="7283" y="366"/>
                    </a:lnTo>
                    <a:lnTo>
                      <a:pt x="7082" y="275"/>
                    </a:lnTo>
                    <a:lnTo>
                      <a:pt x="6844" y="202"/>
                    </a:lnTo>
                    <a:lnTo>
                      <a:pt x="6589" y="129"/>
                    </a:lnTo>
                    <a:lnTo>
                      <a:pt x="6297" y="74"/>
                    </a:lnTo>
                    <a:lnTo>
                      <a:pt x="5950" y="37"/>
                    </a:lnTo>
                    <a:lnTo>
                      <a:pt x="55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Google Shape;2166;p40"/>
              <p:cNvSpPr/>
              <p:nvPr/>
            </p:nvSpPr>
            <p:spPr>
              <a:xfrm>
                <a:off x="7724864" y="1224387"/>
                <a:ext cx="243698" cy="302702"/>
              </a:xfrm>
              <a:custGeom>
                <a:avLst/>
                <a:gdLst/>
                <a:ahLst/>
                <a:cxnLst/>
                <a:rect l="l" t="t" r="r" b="b"/>
                <a:pathLst>
                  <a:path w="7612" h="9455" extrusionOk="0">
                    <a:moveTo>
                      <a:pt x="4052" y="0"/>
                    </a:moveTo>
                    <a:lnTo>
                      <a:pt x="3651" y="18"/>
                    </a:lnTo>
                    <a:lnTo>
                      <a:pt x="3450" y="37"/>
                    </a:lnTo>
                    <a:lnTo>
                      <a:pt x="3340" y="55"/>
                    </a:lnTo>
                    <a:lnTo>
                      <a:pt x="3212" y="73"/>
                    </a:lnTo>
                    <a:lnTo>
                      <a:pt x="3158" y="91"/>
                    </a:lnTo>
                    <a:lnTo>
                      <a:pt x="3048" y="110"/>
                    </a:lnTo>
                    <a:lnTo>
                      <a:pt x="2501" y="237"/>
                    </a:lnTo>
                    <a:lnTo>
                      <a:pt x="2136" y="347"/>
                    </a:lnTo>
                    <a:lnTo>
                      <a:pt x="1789" y="493"/>
                    </a:lnTo>
                    <a:lnTo>
                      <a:pt x="1460" y="675"/>
                    </a:lnTo>
                    <a:lnTo>
                      <a:pt x="1132" y="876"/>
                    </a:lnTo>
                    <a:lnTo>
                      <a:pt x="840" y="1114"/>
                    </a:lnTo>
                    <a:lnTo>
                      <a:pt x="584" y="1369"/>
                    </a:lnTo>
                    <a:lnTo>
                      <a:pt x="329" y="1661"/>
                    </a:lnTo>
                    <a:lnTo>
                      <a:pt x="128" y="1971"/>
                    </a:lnTo>
                    <a:lnTo>
                      <a:pt x="55" y="2081"/>
                    </a:lnTo>
                    <a:lnTo>
                      <a:pt x="18" y="2227"/>
                    </a:lnTo>
                    <a:lnTo>
                      <a:pt x="0" y="2373"/>
                    </a:lnTo>
                    <a:lnTo>
                      <a:pt x="0" y="2537"/>
                    </a:lnTo>
                    <a:lnTo>
                      <a:pt x="18" y="2683"/>
                    </a:lnTo>
                    <a:lnTo>
                      <a:pt x="55" y="2847"/>
                    </a:lnTo>
                    <a:lnTo>
                      <a:pt x="91" y="3030"/>
                    </a:lnTo>
                    <a:lnTo>
                      <a:pt x="219" y="3395"/>
                    </a:lnTo>
                    <a:lnTo>
                      <a:pt x="347" y="3815"/>
                    </a:lnTo>
                    <a:lnTo>
                      <a:pt x="511" y="4271"/>
                    </a:lnTo>
                    <a:lnTo>
                      <a:pt x="657" y="4819"/>
                    </a:lnTo>
                    <a:lnTo>
                      <a:pt x="712" y="5111"/>
                    </a:lnTo>
                    <a:lnTo>
                      <a:pt x="767" y="5421"/>
                    </a:lnTo>
                    <a:lnTo>
                      <a:pt x="858" y="5932"/>
                    </a:lnTo>
                    <a:lnTo>
                      <a:pt x="949" y="6425"/>
                    </a:lnTo>
                    <a:lnTo>
                      <a:pt x="1059" y="6881"/>
                    </a:lnTo>
                    <a:lnTo>
                      <a:pt x="1187" y="7301"/>
                    </a:lnTo>
                    <a:lnTo>
                      <a:pt x="1314" y="7702"/>
                    </a:lnTo>
                    <a:lnTo>
                      <a:pt x="1460" y="8068"/>
                    </a:lnTo>
                    <a:lnTo>
                      <a:pt x="1643" y="8378"/>
                    </a:lnTo>
                    <a:lnTo>
                      <a:pt x="1844" y="8670"/>
                    </a:lnTo>
                    <a:lnTo>
                      <a:pt x="1935" y="8798"/>
                    </a:lnTo>
                    <a:lnTo>
                      <a:pt x="2063" y="8907"/>
                    </a:lnTo>
                    <a:lnTo>
                      <a:pt x="2172" y="9017"/>
                    </a:lnTo>
                    <a:lnTo>
                      <a:pt x="2318" y="9126"/>
                    </a:lnTo>
                    <a:lnTo>
                      <a:pt x="2446" y="9199"/>
                    </a:lnTo>
                    <a:lnTo>
                      <a:pt x="2592" y="9272"/>
                    </a:lnTo>
                    <a:lnTo>
                      <a:pt x="2738" y="9345"/>
                    </a:lnTo>
                    <a:lnTo>
                      <a:pt x="2902" y="9382"/>
                    </a:lnTo>
                    <a:lnTo>
                      <a:pt x="3085" y="9418"/>
                    </a:lnTo>
                    <a:lnTo>
                      <a:pt x="3267" y="9455"/>
                    </a:lnTo>
                    <a:lnTo>
                      <a:pt x="3870" y="9455"/>
                    </a:lnTo>
                    <a:lnTo>
                      <a:pt x="4089" y="9418"/>
                    </a:lnTo>
                    <a:lnTo>
                      <a:pt x="4326" y="9382"/>
                    </a:lnTo>
                    <a:lnTo>
                      <a:pt x="4563" y="9327"/>
                    </a:lnTo>
                    <a:lnTo>
                      <a:pt x="4928" y="9217"/>
                    </a:lnTo>
                    <a:lnTo>
                      <a:pt x="5293" y="9090"/>
                    </a:lnTo>
                    <a:lnTo>
                      <a:pt x="5640" y="8907"/>
                    </a:lnTo>
                    <a:lnTo>
                      <a:pt x="5969" y="8706"/>
                    </a:lnTo>
                    <a:lnTo>
                      <a:pt x="6133" y="8597"/>
                    </a:lnTo>
                    <a:lnTo>
                      <a:pt x="6279" y="8469"/>
                    </a:lnTo>
                    <a:lnTo>
                      <a:pt x="6407" y="8341"/>
                    </a:lnTo>
                    <a:lnTo>
                      <a:pt x="6534" y="8195"/>
                    </a:lnTo>
                    <a:lnTo>
                      <a:pt x="6662" y="8031"/>
                    </a:lnTo>
                    <a:lnTo>
                      <a:pt x="6772" y="7885"/>
                    </a:lnTo>
                    <a:lnTo>
                      <a:pt x="6863" y="7702"/>
                    </a:lnTo>
                    <a:lnTo>
                      <a:pt x="6954" y="7520"/>
                    </a:lnTo>
                    <a:lnTo>
                      <a:pt x="7137" y="7082"/>
                    </a:lnTo>
                    <a:lnTo>
                      <a:pt x="7301" y="6680"/>
                    </a:lnTo>
                    <a:lnTo>
                      <a:pt x="7429" y="6315"/>
                    </a:lnTo>
                    <a:lnTo>
                      <a:pt x="7520" y="5987"/>
                    </a:lnTo>
                    <a:lnTo>
                      <a:pt x="7575" y="5731"/>
                    </a:lnTo>
                    <a:lnTo>
                      <a:pt x="7593" y="5494"/>
                    </a:lnTo>
                    <a:lnTo>
                      <a:pt x="7611" y="5238"/>
                    </a:lnTo>
                    <a:lnTo>
                      <a:pt x="7593" y="4983"/>
                    </a:lnTo>
                    <a:lnTo>
                      <a:pt x="7556" y="4764"/>
                    </a:lnTo>
                    <a:lnTo>
                      <a:pt x="7520" y="4527"/>
                    </a:lnTo>
                    <a:lnTo>
                      <a:pt x="7429" y="4052"/>
                    </a:lnTo>
                    <a:lnTo>
                      <a:pt x="7356" y="3505"/>
                    </a:lnTo>
                    <a:lnTo>
                      <a:pt x="7246" y="2866"/>
                    </a:lnTo>
                    <a:lnTo>
                      <a:pt x="7173" y="2555"/>
                    </a:lnTo>
                    <a:lnTo>
                      <a:pt x="7082" y="2227"/>
                    </a:lnTo>
                    <a:lnTo>
                      <a:pt x="7009" y="1990"/>
                    </a:lnTo>
                    <a:lnTo>
                      <a:pt x="6918" y="1752"/>
                    </a:lnTo>
                    <a:lnTo>
                      <a:pt x="6808" y="1533"/>
                    </a:lnTo>
                    <a:lnTo>
                      <a:pt x="6699" y="1314"/>
                    </a:lnTo>
                    <a:lnTo>
                      <a:pt x="6571" y="1114"/>
                    </a:lnTo>
                    <a:lnTo>
                      <a:pt x="6407" y="913"/>
                    </a:lnTo>
                    <a:lnTo>
                      <a:pt x="6242" y="730"/>
                    </a:lnTo>
                    <a:lnTo>
                      <a:pt x="6042" y="566"/>
                    </a:lnTo>
                    <a:lnTo>
                      <a:pt x="5841" y="420"/>
                    </a:lnTo>
                    <a:lnTo>
                      <a:pt x="5603" y="292"/>
                    </a:lnTo>
                    <a:lnTo>
                      <a:pt x="5348" y="183"/>
                    </a:lnTo>
                    <a:lnTo>
                      <a:pt x="5056" y="91"/>
                    </a:lnTo>
                    <a:lnTo>
                      <a:pt x="4764" y="37"/>
                    </a:lnTo>
                    <a:lnTo>
                      <a:pt x="4417" y="0"/>
                    </a:lnTo>
                    <a:close/>
                  </a:path>
                </a:pathLst>
              </a:custGeom>
              <a:solidFill>
                <a:srgbClr val="F29B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Google Shape;2167;p40"/>
              <p:cNvSpPr/>
              <p:nvPr/>
            </p:nvSpPr>
            <p:spPr>
              <a:xfrm>
                <a:off x="7840571" y="1240140"/>
                <a:ext cx="122137" cy="108723"/>
              </a:xfrm>
              <a:custGeom>
                <a:avLst/>
                <a:gdLst/>
                <a:ahLst/>
                <a:cxnLst/>
                <a:rect l="l" t="t" r="r" b="b"/>
                <a:pathLst>
                  <a:path w="3815" h="3396" extrusionOk="0">
                    <a:moveTo>
                      <a:pt x="2811" y="1"/>
                    </a:moveTo>
                    <a:lnTo>
                      <a:pt x="0" y="348"/>
                    </a:lnTo>
                    <a:lnTo>
                      <a:pt x="73" y="421"/>
                    </a:lnTo>
                    <a:lnTo>
                      <a:pt x="274" y="603"/>
                    </a:lnTo>
                    <a:lnTo>
                      <a:pt x="566" y="877"/>
                    </a:lnTo>
                    <a:lnTo>
                      <a:pt x="712" y="1060"/>
                    </a:lnTo>
                    <a:lnTo>
                      <a:pt x="876" y="1242"/>
                    </a:lnTo>
                    <a:lnTo>
                      <a:pt x="1040" y="1461"/>
                    </a:lnTo>
                    <a:lnTo>
                      <a:pt x="1186" y="1698"/>
                    </a:lnTo>
                    <a:lnTo>
                      <a:pt x="1314" y="1954"/>
                    </a:lnTo>
                    <a:lnTo>
                      <a:pt x="1424" y="2209"/>
                    </a:lnTo>
                    <a:lnTo>
                      <a:pt x="1515" y="2501"/>
                    </a:lnTo>
                    <a:lnTo>
                      <a:pt x="1551" y="2794"/>
                    </a:lnTo>
                    <a:lnTo>
                      <a:pt x="1570" y="3086"/>
                    </a:lnTo>
                    <a:lnTo>
                      <a:pt x="1570" y="3232"/>
                    </a:lnTo>
                    <a:lnTo>
                      <a:pt x="1551" y="3396"/>
                    </a:lnTo>
                    <a:lnTo>
                      <a:pt x="2628" y="3250"/>
                    </a:lnTo>
                    <a:lnTo>
                      <a:pt x="2829" y="3122"/>
                    </a:lnTo>
                    <a:lnTo>
                      <a:pt x="3030" y="2976"/>
                    </a:lnTo>
                    <a:lnTo>
                      <a:pt x="3267" y="2794"/>
                    </a:lnTo>
                    <a:lnTo>
                      <a:pt x="3486" y="2574"/>
                    </a:lnTo>
                    <a:lnTo>
                      <a:pt x="3596" y="2465"/>
                    </a:lnTo>
                    <a:lnTo>
                      <a:pt x="3669" y="2337"/>
                    </a:lnTo>
                    <a:lnTo>
                      <a:pt x="3742" y="2228"/>
                    </a:lnTo>
                    <a:lnTo>
                      <a:pt x="3796" y="2100"/>
                    </a:lnTo>
                    <a:lnTo>
                      <a:pt x="3815" y="1990"/>
                    </a:lnTo>
                    <a:lnTo>
                      <a:pt x="3796" y="1881"/>
                    </a:lnTo>
                    <a:lnTo>
                      <a:pt x="3705" y="1625"/>
                    </a:lnTo>
                    <a:lnTo>
                      <a:pt x="3577" y="1333"/>
                    </a:lnTo>
                    <a:lnTo>
                      <a:pt x="3413" y="1023"/>
                    </a:lnTo>
                    <a:lnTo>
                      <a:pt x="3249" y="713"/>
                    </a:lnTo>
                    <a:lnTo>
                      <a:pt x="2957" y="220"/>
                    </a:lnTo>
                    <a:lnTo>
                      <a:pt x="281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Google Shape;2168;p40"/>
              <p:cNvSpPr/>
              <p:nvPr/>
            </p:nvSpPr>
            <p:spPr>
              <a:xfrm>
                <a:off x="7716668" y="1206266"/>
                <a:ext cx="224425" cy="102864"/>
              </a:xfrm>
              <a:custGeom>
                <a:avLst/>
                <a:gdLst/>
                <a:ahLst/>
                <a:cxnLst/>
                <a:rect l="l" t="t" r="r" b="b"/>
                <a:pathLst>
                  <a:path w="7010" h="3213" extrusionOk="0">
                    <a:moveTo>
                      <a:pt x="4801" y="0"/>
                    </a:moveTo>
                    <a:lnTo>
                      <a:pt x="4454" y="37"/>
                    </a:lnTo>
                    <a:lnTo>
                      <a:pt x="4053" y="110"/>
                    </a:lnTo>
                    <a:lnTo>
                      <a:pt x="3578" y="238"/>
                    </a:lnTo>
                    <a:lnTo>
                      <a:pt x="3122" y="384"/>
                    </a:lnTo>
                    <a:lnTo>
                      <a:pt x="2702" y="566"/>
                    </a:lnTo>
                    <a:lnTo>
                      <a:pt x="2319" y="749"/>
                    </a:lnTo>
                    <a:lnTo>
                      <a:pt x="1954" y="949"/>
                    </a:lnTo>
                    <a:lnTo>
                      <a:pt x="1625" y="1150"/>
                    </a:lnTo>
                    <a:lnTo>
                      <a:pt x="1315" y="1369"/>
                    </a:lnTo>
                    <a:lnTo>
                      <a:pt x="1041" y="1570"/>
                    </a:lnTo>
                    <a:lnTo>
                      <a:pt x="804" y="1771"/>
                    </a:lnTo>
                    <a:lnTo>
                      <a:pt x="585" y="1972"/>
                    </a:lnTo>
                    <a:lnTo>
                      <a:pt x="256" y="2282"/>
                    </a:lnTo>
                    <a:lnTo>
                      <a:pt x="74" y="2519"/>
                    </a:lnTo>
                    <a:lnTo>
                      <a:pt x="1" y="2592"/>
                    </a:lnTo>
                    <a:lnTo>
                      <a:pt x="1" y="2647"/>
                    </a:lnTo>
                    <a:lnTo>
                      <a:pt x="37" y="2756"/>
                    </a:lnTo>
                    <a:lnTo>
                      <a:pt x="110" y="2921"/>
                    </a:lnTo>
                    <a:lnTo>
                      <a:pt x="165" y="2994"/>
                    </a:lnTo>
                    <a:lnTo>
                      <a:pt x="220" y="3067"/>
                    </a:lnTo>
                    <a:lnTo>
                      <a:pt x="311" y="3121"/>
                    </a:lnTo>
                    <a:lnTo>
                      <a:pt x="402" y="3176"/>
                    </a:lnTo>
                    <a:lnTo>
                      <a:pt x="530" y="3213"/>
                    </a:lnTo>
                    <a:lnTo>
                      <a:pt x="658" y="3213"/>
                    </a:lnTo>
                    <a:lnTo>
                      <a:pt x="822" y="3194"/>
                    </a:lnTo>
                    <a:lnTo>
                      <a:pt x="986" y="3158"/>
                    </a:lnTo>
                    <a:lnTo>
                      <a:pt x="1187" y="3067"/>
                    </a:lnTo>
                    <a:lnTo>
                      <a:pt x="1424" y="2939"/>
                    </a:lnTo>
                    <a:lnTo>
                      <a:pt x="1899" y="2610"/>
                    </a:lnTo>
                    <a:lnTo>
                      <a:pt x="2337" y="2300"/>
                    </a:lnTo>
                    <a:lnTo>
                      <a:pt x="2738" y="2008"/>
                    </a:lnTo>
                    <a:lnTo>
                      <a:pt x="3103" y="1771"/>
                    </a:lnTo>
                    <a:lnTo>
                      <a:pt x="3268" y="1680"/>
                    </a:lnTo>
                    <a:lnTo>
                      <a:pt x="3432" y="1588"/>
                    </a:lnTo>
                    <a:lnTo>
                      <a:pt x="3578" y="1534"/>
                    </a:lnTo>
                    <a:lnTo>
                      <a:pt x="3724" y="1515"/>
                    </a:lnTo>
                    <a:lnTo>
                      <a:pt x="3852" y="1515"/>
                    </a:lnTo>
                    <a:lnTo>
                      <a:pt x="3980" y="1552"/>
                    </a:lnTo>
                    <a:lnTo>
                      <a:pt x="4089" y="1607"/>
                    </a:lnTo>
                    <a:lnTo>
                      <a:pt x="4180" y="1716"/>
                    </a:lnTo>
                    <a:lnTo>
                      <a:pt x="4290" y="1862"/>
                    </a:lnTo>
                    <a:lnTo>
                      <a:pt x="4399" y="1972"/>
                    </a:lnTo>
                    <a:lnTo>
                      <a:pt x="4527" y="2081"/>
                    </a:lnTo>
                    <a:lnTo>
                      <a:pt x="4637" y="2191"/>
                    </a:lnTo>
                    <a:lnTo>
                      <a:pt x="4929" y="2045"/>
                    </a:lnTo>
                    <a:lnTo>
                      <a:pt x="5202" y="1917"/>
                    </a:lnTo>
                    <a:lnTo>
                      <a:pt x="5805" y="1680"/>
                    </a:lnTo>
                    <a:lnTo>
                      <a:pt x="6407" y="1479"/>
                    </a:lnTo>
                    <a:lnTo>
                      <a:pt x="7009" y="1315"/>
                    </a:lnTo>
                    <a:lnTo>
                      <a:pt x="6936" y="1114"/>
                    </a:lnTo>
                    <a:lnTo>
                      <a:pt x="6863" y="1004"/>
                    </a:lnTo>
                    <a:lnTo>
                      <a:pt x="6790" y="876"/>
                    </a:lnTo>
                    <a:lnTo>
                      <a:pt x="6699" y="749"/>
                    </a:lnTo>
                    <a:lnTo>
                      <a:pt x="6590" y="621"/>
                    </a:lnTo>
                    <a:lnTo>
                      <a:pt x="6444" y="493"/>
                    </a:lnTo>
                    <a:lnTo>
                      <a:pt x="6298" y="365"/>
                    </a:lnTo>
                    <a:lnTo>
                      <a:pt x="6115" y="256"/>
                    </a:lnTo>
                    <a:lnTo>
                      <a:pt x="5914" y="165"/>
                    </a:lnTo>
                    <a:lnTo>
                      <a:pt x="5677" y="92"/>
                    </a:lnTo>
                    <a:lnTo>
                      <a:pt x="5421" y="37"/>
                    </a:lnTo>
                    <a:lnTo>
                      <a:pt x="51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Google Shape;2169;p40"/>
              <p:cNvSpPr/>
              <p:nvPr/>
            </p:nvSpPr>
            <p:spPr>
              <a:xfrm>
                <a:off x="7820689" y="1358184"/>
                <a:ext cx="13478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421" h="531" extrusionOk="0">
                    <a:moveTo>
                      <a:pt x="201" y="1"/>
                    </a:moveTo>
                    <a:lnTo>
                      <a:pt x="110" y="19"/>
                    </a:lnTo>
                    <a:lnTo>
                      <a:pt x="55" y="56"/>
                    </a:lnTo>
                    <a:lnTo>
                      <a:pt x="0" y="129"/>
                    </a:lnTo>
                    <a:lnTo>
                      <a:pt x="0" y="238"/>
                    </a:lnTo>
                    <a:lnTo>
                      <a:pt x="19" y="329"/>
                    </a:lnTo>
                    <a:lnTo>
                      <a:pt x="55" y="439"/>
                    </a:lnTo>
                    <a:lnTo>
                      <a:pt x="128" y="494"/>
                    </a:lnTo>
                    <a:lnTo>
                      <a:pt x="201" y="530"/>
                    </a:lnTo>
                    <a:lnTo>
                      <a:pt x="293" y="530"/>
                    </a:lnTo>
                    <a:lnTo>
                      <a:pt x="366" y="475"/>
                    </a:lnTo>
                    <a:lnTo>
                      <a:pt x="402" y="402"/>
                    </a:lnTo>
                    <a:lnTo>
                      <a:pt x="420" y="311"/>
                    </a:lnTo>
                    <a:lnTo>
                      <a:pt x="402" y="202"/>
                    </a:lnTo>
                    <a:lnTo>
                      <a:pt x="347" y="110"/>
                    </a:lnTo>
                    <a:lnTo>
                      <a:pt x="274" y="37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rgbClr val="262B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Google Shape;2170;p40"/>
              <p:cNvSpPr/>
              <p:nvPr/>
            </p:nvSpPr>
            <p:spPr>
              <a:xfrm>
                <a:off x="7765173" y="1373392"/>
                <a:ext cx="13478" cy="16392"/>
              </a:xfrm>
              <a:custGeom>
                <a:avLst/>
                <a:gdLst/>
                <a:ahLst/>
                <a:cxnLst/>
                <a:rect l="l" t="t" r="r" b="b"/>
                <a:pathLst>
                  <a:path w="421" h="512" extrusionOk="0">
                    <a:moveTo>
                      <a:pt x="110" y="0"/>
                    </a:moveTo>
                    <a:lnTo>
                      <a:pt x="55" y="37"/>
                    </a:lnTo>
                    <a:lnTo>
                      <a:pt x="1" y="110"/>
                    </a:lnTo>
                    <a:lnTo>
                      <a:pt x="1" y="219"/>
                    </a:lnTo>
                    <a:lnTo>
                      <a:pt x="19" y="311"/>
                    </a:lnTo>
                    <a:lnTo>
                      <a:pt x="55" y="420"/>
                    </a:lnTo>
                    <a:lnTo>
                      <a:pt x="128" y="475"/>
                    </a:lnTo>
                    <a:lnTo>
                      <a:pt x="201" y="511"/>
                    </a:lnTo>
                    <a:lnTo>
                      <a:pt x="293" y="511"/>
                    </a:lnTo>
                    <a:lnTo>
                      <a:pt x="366" y="457"/>
                    </a:lnTo>
                    <a:lnTo>
                      <a:pt x="402" y="384"/>
                    </a:lnTo>
                    <a:lnTo>
                      <a:pt x="420" y="292"/>
                    </a:lnTo>
                    <a:lnTo>
                      <a:pt x="402" y="183"/>
                    </a:lnTo>
                    <a:lnTo>
                      <a:pt x="347" y="92"/>
                    </a:lnTo>
                    <a:lnTo>
                      <a:pt x="274" y="19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rgbClr val="262B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Google Shape;2171;p40"/>
              <p:cNvSpPr/>
              <p:nvPr/>
            </p:nvSpPr>
            <p:spPr>
              <a:xfrm>
                <a:off x="7841147" y="1377490"/>
                <a:ext cx="32751" cy="18120"/>
              </a:xfrm>
              <a:custGeom>
                <a:avLst/>
                <a:gdLst/>
                <a:ahLst/>
                <a:cxnLst/>
                <a:rect l="l" t="t" r="r" b="b"/>
                <a:pathLst>
                  <a:path w="1023" h="566" extrusionOk="0">
                    <a:moveTo>
                      <a:pt x="566" y="0"/>
                    </a:moveTo>
                    <a:lnTo>
                      <a:pt x="457" y="18"/>
                    </a:lnTo>
                    <a:lnTo>
                      <a:pt x="347" y="55"/>
                    </a:lnTo>
                    <a:lnTo>
                      <a:pt x="256" y="91"/>
                    </a:lnTo>
                    <a:lnTo>
                      <a:pt x="183" y="128"/>
                    </a:lnTo>
                    <a:lnTo>
                      <a:pt x="110" y="183"/>
                    </a:lnTo>
                    <a:lnTo>
                      <a:pt x="55" y="237"/>
                    </a:lnTo>
                    <a:lnTo>
                      <a:pt x="19" y="292"/>
                    </a:lnTo>
                    <a:lnTo>
                      <a:pt x="0" y="347"/>
                    </a:lnTo>
                    <a:lnTo>
                      <a:pt x="0" y="402"/>
                    </a:lnTo>
                    <a:lnTo>
                      <a:pt x="19" y="456"/>
                    </a:lnTo>
                    <a:lnTo>
                      <a:pt x="73" y="493"/>
                    </a:lnTo>
                    <a:lnTo>
                      <a:pt x="128" y="529"/>
                    </a:lnTo>
                    <a:lnTo>
                      <a:pt x="201" y="548"/>
                    </a:lnTo>
                    <a:lnTo>
                      <a:pt x="274" y="566"/>
                    </a:lnTo>
                    <a:lnTo>
                      <a:pt x="475" y="566"/>
                    </a:lnTo>
                    <a:lnTo>
                      <a:pt x="566" y="548"/>
                    </a:lnTo>
                    <a:lnTo>
                      <a:pt x="676" y="529"/>
                    </a:lnTo>
                    <a:lnTo>
                      <a:pt x="767" y="493"/>
                    </a:lnTo>
                    <a:lnTo>
                      <a:pt x="840" y="438"/>
                    </a:lnTo>
                    <a:lnTo>
                      <a:pt x="913" y="383"/>
                    </a:lnTo>
                    <a:lnTo>
                      <a:pt x="968" y="347"/>
                    </a:lnTo>
                    <a:lnTo>
                      <a:pt x="1004" y="292"/>
                    </a:lnTo>
                    <a:lnTo>
                      <a:pt x="1022" y="219"/>
                    </a:lnTo>
                    <a:lnTo>
                      <a:pt x="1022" y="164"/>
                    </a:lnTo>
                    <a:lnTo>
                      <a:pt x="1004" y="128"/>
                    </a:lnTo>
                    <a:lnTo>
                      <a:pt x="968" y="73"/>
                    </a:lnTo>
                    <a:lnTo>
                      <a:pt x="895" y="37"/>
                    </a:lnTo>
                    <a:lnTo>
                      <a:pt x="840" y="18"/>
                    </a:lnTo>
                    <a:lnTo>
                      <a:pt x="749" y="0"/>
                    </a:lnTo>
                    <a:close/>
                  </a:path>
                </a:pathLst>
              </a:custGeom>
              <a:solidFill>
                <a:srgbClr val="BB3B2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40"/>
              <p:cNvSpPr/>
              <p:nvPr/>
            </p:nvSpPr>
            <p:spPr>
              <a:xfrm>
                <a:off x="7751726" y="1403200"/>
                <a:ext cx="29838" cy="18153"/>
              </a:xfrm>
              <a:custGeom>
                <a:avLst/>
                <a:gdLst/>
                <a:ahLst/>
                <a:cxnLst/>
                <a:rect l="l" t="t" r="r" b="b"/>
                <a:pathLst>
                  <a:path w="932" h="567" extrusionOk="0">
                    <a:moveTo>
                      <a:pt x="457" y="0"/>
                    </a:moveTo>
                    <a:lnTo>
                      <a:pt x="366" y="19"/>
                    </a:lnTo>
                    <a:lnTo>
                      <a:pt x="256" y="55"/>
                    </a:lnTo>
                    <a:lnTo>
                      <a:pt x="147" y="92"/>
                    </a:lnTo>
                    <a:lnTo>
                      <a:pt x="56" y="146"/>
                    </a:lnTo>
                    <a:lnTo>
                      <a:pt x="1" y="201"/>
                    </a:lnTo>
                    <a:lnTo>
                      <a:pt x="56" y="548"/>
                    </a:lnTo>
                    <a:lnTo>
                      <a:pt x="147" y="566"/>
                    </a:lnTo>
                    <a:lnTo>
                      <a:pt x="366" y="566"/>
                    </a:lnTo>
                    <a:lnTo>
                      <a:pt x="475" y="548"/>
                    </a:lnTo>
                    <a:lnTo>
                      <a:pt x="585" y="530"/>
                    </a:lnTo>
                    <a:lnTo>
                      <a:pt x="676" y="493"/>
                    </a:lnTo>
                    <a:lnTo>
                      <a:pt x="749" y="438"/>
                    </a:lnTo>
                    <a:lnTo>
                      <a:pt x="822" y="402"/>
                    </a:lnTo>
                    <a:lnTo>
                      <a:pt x="877" y="347"/>
                    </a:lnTo>
                    <a:lnTo>
                      <a:pt x="913" y="292"/>
                    </a:lnTo>
                    <a:lnTo>
                      <a:pt x="932" y="219"/>
                    </a:lnTo>
                    <a:lnTo>
                      <a:pt x="932" y="165"/>
                    </a:lnTo>
                    <a:lnTo>
                      <a:pt x="913" y="128"/>
                    </a:lnTo>
                    <a:lnTo>
                      <a:pt x="859" y="73"/>
                    </a:lnTo>
                    <a:lnTo>
                      <a:pt x="804" y="37"/>
                    </a:lnTo>
                    <a:lnTo>
                      <a:pt x="731" y="19"/>
                    </a:lnTo>
                    <a:lnTo>
                      <a:pt x="658" y="0"/>
                    </a:lnTo>
                    <a:close/>
                  </a:path>
                </a:pathLst>
              </a:custGeom>
              <a:solidFill>
                <a:srgbClr val="BB3B2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40"/>
              <p:cNvSpPr/>
              <p:nvPr/>
            </p:nvSpPr>
            <p:spPr>
              <a:xfrm>
                <a:off x="7808427" y="1323703"/>
                <a:ext cx="42100" cy="23435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732" extrusionOk="0">
                    <a:moveTo>
                      <a:pt x="602" y="1"/>
                    </a:moveTo>
                    <a:lnTo>
                      <a:pt x="438" y="19"/>
                    </a:lnTo>
                    <a:lnTo>
                      <a:pt x="274" y="74"/>
                    </a:lnTo>
                    <a:lnTo>
                      <a:pt x="128" y="147"/>
                    </a:lnTo>
                    <a:lnTo>
                      <a:pt x="55" y="202"/>
                    </a:lnTo>
                    <a:lnTo>
                      <a:pt x="0" y="293"/>
                    </a:lnTo>
                    <a:lnTo>
                      <a:pt x="0" y="384"/>
                    </a:lnTo>
                    <a:lnTo>
                      <a:pt x="18" y="476"/>
                    </a:lnTo>
                    <a:lnTo>
                      <a:pt x="91" y="549"/>
                    </a:lnTo>
                    <a:lnTo>
                      <a:pt x="164" y="585"/>
                    </a:lnTo>
                    <a:lnTo>
                      <a:pt x="256" y="603"/>
                    </a:lnTo>
                    <a:lnTo>
                      <a:pt x="310" y="585"/>
                    </a:lnTo>
                    <a:lnTo>
                      <a:pt x="347" y="567"/>
                    </a:lnTo>
                    <a:lnTo>
                      <a:pt x="475" y="512"/>
                    </a:lnTo>
                    <a:lnTo>
                      <a:pt x="548" y="494"/>
                    </a:lnTo>
                    <a:lnTo>
                      <a:pt x="621" y="476"/>
                    </a:lnTo>
                    <a:lnTo>
                      <a:pt x="694" y="494"/>
                    </a:lnTo>
                    <a:lnTo>
                      <a:pt x="749" y="512"/>
                    </a:lnTo>
                    <a:lnTo>
                      <a:pt x="803" y="549"/>
                    </a:lnTo>
                    <a:lnTo>
                      <a:pt x="858" y="603"/>
                    </a:lnTo>
                    <a:lnTo>
                      <a:pt x="931" y="676"/>
                    </a:lnTo>
                    <a:lnTo>
                      <a:pt x="1004" y="713"/>
                    </a:lnTo>
                    <a:lnTo>
                      <a:pt x="1095" y="731"/>
                    </a:lnTo>
                    <a:lnTo>
                      <a:pt x="1187" y="695"/>
                    </a:lnTo>
                    <a:lnTo>
                      <a:pt x="1260" y="640"/>
                    </a:lnTo>
                    <a:lnTo>
                      <a:pt x="1296" y="567"/>
                    </a:lnTo>
                    <a:lnTo>
                      <a:pt x="1314" y="476"/>
                    </a:lnTo>
                    <a:lnTo>
                      <a:pt x="1296" y="421"/>
                    </a:lnTo>
                    <a:lnTo>
                      <a:pt x="1278" y="384"/>
                    </a:lnTo>
                    <a:lnTo>
                      <a:pt x="1168" y="257"/>
                    </a:lnTo>
                    <a:lnTo>
                      <a:pt x="1041" y="147"/>
                    </a:lnTo>
                    <a:lnTo>
                      <a:pt x="913" y="74"/>
                    </a:lnTo>
                    <a:lnTo>
                      <a:pt x="749" y="19"/>
                    </a:lnTo>
                    <a:lnTo>
                      <a:pt x="602" y="1"/>
                    </a:lnTo>
                    <a:close/>
                  </a:path>
                </a:pathLst>
              </a:custGeom>
              <a:solidFill>
                <a:srgbClr val="262B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40"/>
              <p:cNvSpPr/>
              <p:nvPr/>
            </p:nvSpPr>
            <p:spPr>
              <a:xfrm>
                <a:off x="7744138" y="1337758"/>
                <a:ext cx="36273" cy="28077"/>
              </a:xfrm>
              <a:custGeom>
                <a:avLst/>
                <a:gdLst/>
                <a:ahLst/>
                <a:cxnLst/>
                <a:rect l="l" t="t" r="r" b="b"/>
                <a:pathLst>
                  <a:path w="1133" h="877" extrusionOk="0">
                    <a:moveTo>
                      <a:pt x="767" y="0"/>
                    </a:moveTo>
                    <a:lnTo>
                      <a:pt x="639" y="18"/>
                    </a:lnTo>
                    <a:lnTo>
                      <a:pt x="512" y="73"/>
                    </a:lnTo>
                    <a:lnTo>
                      <a:pt x="402" y="128"/>
                    </a:lnTo>
                    <a:lnTo>
                      <a:pt x="293" y="201"/>
                    </a:lnTo>
                    <a:lnTo>
                      <a:pt x="183" y="292"/>
                    </a:lnTo>
                    <a:lnTo>
                      <a:pt x="110" y="383"/>
                    </a:lnTo>
                    <a:lnTo>
                      <a:pt x="37" y="511"/>
                    </a:lnTo>
                    <a:lnTo>
                      <a:pt x="19" y="566"/>
                    </a:lnTo>
                    <a:lnTo>
                      <a:pt x="0" y="602"/>
                    </a:lnTo>
                    <a:lnTo>
                      <a:pt x="19" y="694"/>
                    </a:lnTo>
                    <a:lnTo>
                      <a:pt x="55" y="785"/>
                    </a:lnTo>
                    <a:lnTo>
                      <a:pt x="128" y="840"/>
                    </a:lnTo>
                    <a:lnTo>
                      <a:pt x="201" y="876"/>
                    </a:lnTo>
                    <a:lnTo>
                      <a:pt x="293" y="876"/>
                    </a:lnTo>
                    <a:lnTo>
                      <a:pt x="366" y="840"/>
                    </a:lnTo>
                    <a:lnTo>
                      <a:pt x="402" y="803"/>
                    </a:lnTo>
                    <a:lnTo>
                      <a:pt x="439" y="767"/>
                    </a:lnTo>
                    <a:lnTo>
                      <a:pt x="512" y="639"/>
                    </a:lnTo>
                    <a:lnTo>
                      <a:pt x="621" y="548"/>
                    </a:lnTo>
                    <a:lnTo>
                      <a:pt x="676" y="511"/>
                    </a:lnTo>
                    <a:lnTo>
                      <a:pt x="731" y="493"/>
                    </a:lnTo>
                    <a:lnTo>
                      <a:pt x="895" y="475"/>
                    </a:lnTo>
                    <a:lnTo>
                      <a:pt x="950" y="475"/>
                    </a:lnTo>
                    <a:lnTo>
                      <a:pt x="986" y="456"/>
                    </a:lnTo>
                    <a:lnTo>
                      <a:pt x="1059" y="402"/>
                    </a:lnTo>
                    <a:lnTo>
                      <a:pt x="1114" y="329"/>
                    </a:lnTo>
                    <a:lnTo>
                      <a:pt x="1132" y="256"/>
                    </a:lnTo>
                    <a:lnTo>
                      <a:pt x="1114" y="164"/>
                    </a:lnTo>
                    <a:lnTo>
                      <a:pt x="1077" y="73"/>
                    </a:lnTo>
                    <a:lnTo>
                      <a:pt x="1004" y="18"/>
                    </a:lnTo>
                    <a:lnTo>
                      <a:pt x="968" y="0"/>
                    </a:lnTo>
                    <a:close/>
                  </a:path>
                </a:pathLst>
              </a:custGeom>
              <a:solidFill>
                <a:srgbClr val="262B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40"/>
              <p:cNvSpPr/>
              <p:nvPr/>
            </p:nvSpPr>
            <p:spPr>
              <a:xfrm>
                <a:off x="7939885" y="1383894"/>
                <a:ext cx="28685" cy="32175"/>
              </a:xfrm>
              <a:custGeom>
                <a:avLst/>
                <a:gdLst/>
                <a:ahLst/>
                <a:cxnLst/>
                <a:rect l="l" t="t" r="r" b="b"/>
                <a:pathLst>
                  <a:path w="896" h="1005" extrusionOk="0">
                    <a:moveTo>
                      <a:pt x="877" y="1"/>
                    </a:moveTo>
                    <a:lnTo>
                      <a:pt x="713" y="183"/>
                    </a:lnTo>
                    <a:lnTo>
                      <a:pt x="512" y="311"/>
                    </a:lnTo>
                    <a:lnTo>
                      <a:pt x="402" y="384"/>
                    </a:lnTo>
                    <a:lnTo>
                      <a:pt x="275" y="439"/>
                    </a:lnTo>
                    <a:lnTo>
                      <a:pt x="147" y="475"/>
                    </a:lnTo>
                    <a:lnTo>
                      <a:pt x="1" y="512"/>
                    </a:lnTo>
                    <a:lnTo>
                      <a:pt x="183" y="695"/>
                    </a:lnTo>
                    <a:lnTo>
                      <a:pt x="384" y="822"/>
                    </a:lnTo>
                    <a:lnTo>
                      <a:pt x="585" y="932"/>
                    </a:lnTo>
                    <a:lnTo>
                      <a:pt x="804" y="1005"/>
                    </a:lnTo>
                    <a:lnTo>
                      <a:pt x="859" y="749"/>
                    </a:lnTo>
                    <a:lnTo>
                      <a:pt x="877" y="512"/>
                    </a:lnTo>
                    <a:lnTo>
                      <a:pt x="895" y="256"/>
                    </a:lnTo>
                    <a:lnTo>
                      <a:pt x="877" y="1"/>
                    </a:lnTo>
                    <a:close/>
                  </a:path>
                </a:pathLst>
              </a:custGeom>
              <a:solidFill>
                <a:srgbClr val="262B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40"/>
              <p:cNvSpPr/>
              <p:nvPr/>
            </p:nvSpPr>
            <p:spPr>
              <a:xfrm>
                <a:off x="7789121" y="1414309"/>
                <a:ext cx="58491" cy="50264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570" extrusionOk="0">
                    <a:moveTo>
                      <a:pt x="1808" y="0"/>
                    </a:moveTo>
                    <a:lnTo>
                      <a:pt x="1" y="621"/>
                    </a:lnTo>
                    <a:lnTo>
                      <a:pt x="74" y="785"/>
                    </a:lnTo>
                    <a:lnTo>
                      <a:pt x="147" y="949"/>
                    </a:lnTo>
                    <a:lnTo>
                      <a:pt x="275" y="1150"/>
                    </a:lnTo>
                    <a:lnTo>
                      <a:pt x="348" y="1241"/>
                    </a:lnTo>
                    <a:lnTo>
                      <a:pt x="439" y="1332"/>
                    </a:lnTo>
                    <a:lnTo>
                      <a:pt x="530" y="1405"/>
                    </a:lnTo>
                    <a:lnTo>
                      <a:pt x="621" y="1478"/>
                    </a:lnTo>
                    <a:lnTo>
                      <a:pt x="749" y="1515"/>
                    </a:lnTo>
                    <a:lnTo>
                      <a:pt x="859" y="1551"/>
                    </a:lnTo>
                    <a:lnTo>
                      <a:pt x="986" y="1570"/>
                    </a:lnTo>
                    <a:lnTo>
                      <a:pt x="1132" y="1551"/>
                    </a:lnTo>
                    <a:lnTo>
                      <a:pt x="1279" y="1497"/>
                    </a:lnTo>
                    <a:lnTo>
                      <a:pt x="1425" y="1424"/>
                    </a:lnTo>
                    <a:lnTo>
                      <a:pt x="1534" y="1332"/>
                    </a:lnTo>
                    <a:lnTo>
                      <a:pt x="1607" y="1223"/>
                    </a:lnTo>
                    <a:lnTo>
                      <a:pt x="1680" y="1095"/>
                    </a:lnTo>
                    <a:lnTo>
                      <a:pt x="1735" y="967"/>
                    </a:lnTo>
                    <a:lnTo>
                      <a:pt x="1771" y="840"/>
                    </a:lnTo>
                    <a:lnTo>
                      <a:pt x="1808" y="712"/>
                    </a:lnTo>
                    <a:lnTo>
                      <a:pt x="1826" y="438"/>
                    </a:lnTo>
                    <a:lnTo>
                      <a:pt x="1826" y="219"/>
                    </a:lnTo>
                    <a:lnTo>
                      <a:pt x="180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40"/>
              <p:cNvSpPr/>
              <p:nvPr/>
            </p:nvSpPr>
            <p:spPr>
              <a:xfrm>
                <a:off x="7822450" y="1469794"/>
                <a:ext cx="21066" cy="11750"/>
              </a:xfrm>
              <a:custGeom>
                <a:avLst/>
                <a:gdLst/>
                <a:ahLst/>
                <a:cxnLst/>
                <a:rect l="l" t="t" r="r" b="b"/>
                <a:pathLst>
                  <a:path w="658" h="367" extrusionOk="0">
                    <a:moveTo>
                      <a:pt x="548" y="1"/>
                    </a:moveTo>
                    <a:lnTo>
                      <a:pt x="511" y="19"/>
                    </a:lnTo>
                    <a:lnTo>
                      <a:pt x="475" y="56"/>
                    </a:lnTo>
                    <a:lnTo>
                      <a:pt x="438" y="92"/>
                    </a:lnTo>
                    <a:lnTo>
                      <a:pt x="402" y="129"/>
                    </a:lnTo>
                    <a:lnTo>
                      <a:pt x="311" y="165"/>
                    </a:lnTo>
                    <a:lnTo>
                      <a:pt x="201" y="183"/>
                    </a:lnTo>
                    <a:lnTo>
                      <a:pt x="37" y="183"/>
                    </a:lnTo>
                    <a:lnTo>
                      <a:pt x="18" y="202"/>
                    </a:lnTo>
                    <a:lnTo>
                      <a:pt x="0" y="238"/>
                    </a:lnTo>
                    <a:lnTo>
                      <a:pt x="0" y="256"/>
                    </a:lnTo>
                    <a:lnTo>
                      <a:pt x="0" y="293"/>
                    </a:lnTo>
                    <a:lnTo>
                      <a:pt x="18" y="330"/>
                    </a:lnTo>
                    <a:lnTo>
                      <a:pt x="37" y="348"/>
                    </a:lnTo>
                    <a:lnTo>
                      <a:pt x="73" y="366"/>
                    </a:lnTo>
                    <a:lnTo>
                      <a:pt x="238" y="366"/>
                    </a:lnTo>
                    <a:lnTo>
                      <a:pt x="384" y="330"/>
                    </a:lnTo>
                    <a:lnTo>
                      <a:pt x="457" y="311"/>
                    </a:lnTo>
                    <a:lnTo>
                      <a:pt x="530" y="256"/>
                    </a:lnTo>
                    <a:lnTo>
                      <a:pt x="584" y="202"/>
                    </a:lnTo>
                    <a:lnTo>
                      <a:pt x="639" y="147"/>
                    </a:lnTo>
                    <a:lnTo>
                      <a:pt x="657" y="110"/>
                    </a:lnTo>
                    <a:lnTo>
                      <a:pt x="639" y="74"/>
                    </a:lnTo>
                    <a:lnTo>
                      <a:pt x="639" y="56"/>
                    </a:lnTo>
                    <a:lnTo>
                      <a:pt x="603" y="19"/>
                    </a:lnTo>
                    <a:lnTo>
                      <a:pt x="584" y="19"/>
                    </a:lnTo>
                    <a:lnTo>
                      <a:pt x="548" y="1"/>
                    </a:lnTo>
                    <a:close/>
                  </a:path>
                </a:pathLst>
              </a:custGeom>
              <a:solidFill>
                <a:srgbClr val="BB3B2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40"/>
              <p:cNvSpPr/>
              <p:nvPr/>
            </p:nvSpPr>
            <p:spPr>
              <a:xfrm>
                <a:off x="7901338" y="1294504"/>
                <a:ext cx="82407" cy="108723"/>
              </a:xfrm>
              <a:custGeom>
                <a:avLst/>
                <a:gdLst/>
                <a:ahLst/>
                <a:cxnLst/>
                <a:rect l="l" t="t" r="r" b="b"/>
                <a:pathLst>
                  <a:path w="2574" h="3396" extrusionOk="0">
                    <a:moveTo>
                      <a:pt x="1333" y="0"/>
                    </a:moveTo>
                    <a:lnTo>
                      <a:pt x="1223" y="19"/>
                    </a:lnTo>
                    <a:lnTo>
                      <a:pt x="1114" y="55"/>
                    </a:lnTo>
                    <a:lnTo>
                      <a:pt x="1022" y="110"/>
                    </a:lnTo>
                    <a:lnTo>
                      <a:pt x="931" y="183"/>
                    </a:lnTo>
                    <a:lnTo>
                      <a:pt x="840" y="256"/>
                    </a:lnTo>
                    <a:lnTo>
                      <a:pt x="749" y="347"/>
                    </a:lnTo>
                    <a:lnTo>
                      <a:pt x="584" y="566"/>
                    </a:lnTo>
                    <a:lnTo>
                      <a:pt x="438" y="803"/>
                    </a:lnTo>
                    <a:lnTo>
                      <a:pt x="311" y="1041"/>
                    </a:lnTo>
                    <a:lnTo>
                      <a:pt x="201" y="1278"/>
                    </a:lnTo>
                    <a:lnTo>
                      <a:pt x="110" y="1497"/>
                    </a:lnTo>
                    <a:lnTo>
                      <a:pt x="55" y="1680"/>
                    </a:lnTo>
                    <a:lnTo>
                      <a:pt x="18" y="1844"/>
                    </a:lnTo>
                    <a:lnTo>
                      <a:pt x="0" y="2008"/>
                    </a:lnTo>
                    <a:lnTo>
                      <a:pt x="18" y="2172"/>
                    </a:lnTo>
                    <a:lnTo>
                      <a:pt x="37" y="2355"/>
                    </a:lnTo>
                    <a:lnTo>
                      <a:pt x="73" y="2519"/>
                    </a:lnTo>
                    <a:lnTo>
                      <a:pt x="128" y="2683"/>
                    </a:lnTo>
                    <a:lnTo>
                      <a:pt x="219" y="2829"/>
                    </a:lnTo>
                    <a:lnTo>
                      <a:pt x="292" y="2939"/>
                    </a:lnTo>
                    <a:lnTo>
                      <a:pt x="384" y="3067"/>
                    </a:lnTo>
                    <a:lnTo>
                      <a:pt x="493" y="3158"/>
                    </a:lnTo>
                    <a:lnTo>
                      <a:pt x="621" y="3249"/>
                    </a:lnTo>
                    <a:lnTo>
                      <a:pt x="767" y="3322"/>
                    </a:lnTo>
                    <a:lnTo>
                      <a:pt x="913" y="3359"/>
                    </a:lnTo>
                    <a:lnTo>
                      <a:pt x="1095" y="3395"/>
                    </a:lnTo>
                    <a:lnTo>
                      <a:pt x="1278" y="3395"/>
                    </a:lnTo>
                    <a:lnTo>
                      <a:pt x="1479" y="3359"/>
                    </a:lnTo>
                    <a:lnTo>
                      <a:pt x="1643" y="3322"/>
                    </a:lnTo>
                    <a:lnTo>
                      <a:pt x="1807" y="3249"/>
                    </a:lnTo>
                    <a:lnTo>
                      <a:pt x="1953" y="3158"/>
                    </a:lnTo>
                    <a:lnTo>
                      <a:pt x="2081" y="3067"/>
                    </a:lnTo>
                    <a:lnTo>
                      <a:pt x="2172" y="2939"/>
                    </a:lnTo>
                    <a:lnTo>
                      <a:pt x="2282" y="2811"/>
                    </a:lnTo>
                    <a:lnTo>
                      <a:pt x="2355" y="2683"/>
                    </a:lnTo>
                    <a:lnTo>
                      <a:pt x="2428" y="2537"/>
                    </a:lnTo>
                    <a:lnTo>
                      <a:pt x="2464" y="2373"/>
                    </a:lnTo>
                    <a:lnTo>
                      <a:pt x="2519" y="2227"/>
                    </a:lnTo>
                    <a:lnTo>
                      <a:pt x="2537" y="2063"/>
                    </a:lnTo>
                    <a:lnTo>
                      <a:pt x="2574" y="1734"/>
                    </a:lnTo>
                    <a:lnTo>
                      <a:pt x="2555" y="1442"/>
                    </a:lnTo>
                    <a:lnTo>
                      <a:pt x="2501" y="1150"/>
                    </a:lnTo>
                    <a:lnTo>
                      <a:pt x="2446" y="876"/>
                    </a:lnTo>
                    <a:lnTo>
                      <a:pt x="2355" y="621"/>
                    </a:lnTo>
                    <a:lnTo>
                      <a:pt x="2300" y="511"/>
                    </a:lnTo>
                    <a:lnTo>
                      <a:pt x="2227" y="402"/>
                    </a:lnTo>
                    <a:lnTo>
                      <a:pt x="2154" y="311"/>
                    </a:lnTo>
                    <a:lnTo>
                      <a:pt x="2081" y="219"/>
                    </a:lnTo>
                    <a:lnTo>
                      <a:pt x="1990" y="146"/>
                    </a:lnTo>
                    <a:lnTo>
                      <a:pt x="1880" y="92"/>
                    </a:lnTo>
                    <a:lnTo>
                      <a:pt x="1752" y="37"/>
                    </a:lnTo>
                    <a:lnTo>
                      <a:pt x="1625" y="19"/>
                    </a:lnTo>
                    <a:lnTo>
                      <a:pt x="1497" y="0"/>
                    </a:lnTo>
                    <a:close/>
                  </a:path>
                </a:pathLst>
              </a:custGeom>
              <a:solidFill>
                <a:srgbClr val="F29B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40"/>
              <p:cNvSpPr/>
              <p:nvPr/>
            </p:nvSpPr>
            <p:spPr>
              <a:xfrm>
                <a:off x="7927623" y="1313201"/>
                <a:ext cx="30414" cy="64318"/>
              </a:xfrm>
              <a:custGeom>
                <a:avLst/>
                <a:gdLst/>
                <a:ahLst/>
                <a:cxnLst/>
                <a:rect l="l" t="t" r="r" b="b"/>
                <a:pathLst>
                  <a:path w="950" h="2009" extrusionOk="0">
                    <a:moveTo>
                      <a:pt x="749" y="0"/>
                    </a:moveTo>
                    <a:lnTo>
                      <a:pt x="621" y="37"/>
                    </a:lnTo>
                    <a:lnTo>
                      <a:pt x="512" y="73"/>
                    </a:lnTo>
                    <a:lnTo>
                      <a:pt x="402" y="146"/>
                    </a:lnTo>
                    <a:lnTo>
                      <a:pt x="311" y="238"/>
                    </a:lnTo>
                    <a:lnTo>
                      <a:pt x="238" y="329"/>
                    </a:lnTo>
                    <a:lnTo>
                      <a:pt x="165" y="439"/>
                    </a:lnTo>
                    <a:lnTo>
                      <a:pt x="110" y="548"/>
                    </a:lnTo>
                    <a:lnTo>
                      <a:pt x="37" y="731"/>
                    </a:lnTo>
                    <a:lnTo>
                      <a:pt x="1" y="895"/>
                    </a:lnTo>
                    <a:lnTo>
                      <a:pt x="1" y="1077"/>
                    </a:lnTo>
                    <a:lnTo>
                      <a:pt x="1" y="1260"/>
                    </a:lnTo>
                    <a:lnTo>
                      <a:pt x="19" y="1424"/>
                    </a:lnTo>
                    <a:lnTo>
                      <a:pt x="55" y="1607"/>
                    </a:lnTo>
                    <a:lnTo>
                      <a:pt x="165" y="1953"/>
                    </a:lnTo>
                    <a:lnTo>
                      <a:pt x="201" y="1990"/>
                    </a:lnTo>
                    <a:lnTo>
                      <a:pt x="220" y="2008"/>
                    </a:lnTo>
                    <a:lnTo>
                      <a:pt x="293" y="2008"/>
                    </a:lnTo>
                    <a:lnTo>
                      <a:pt x="329" y="1990"/>
                    </a:lnTo>
                    <a:lnTo>
                      <a:pt x="347" y="1972"/>
                    </a:lnTo>
                    <a:lnTo>
                      <a:pt x="366" y="1935"/>
                    </a:lnTo>
                    <a:lnTo>
                      <a:pt x="366" y="1880"/>
                    </a:lnTo>
                    <a:lnTo>
                      <a:pt x="274" y="1643"/>
                    </a:lnTo>
                    <a:lnTo>
                      <a:pt x="220" y="1406"/>
                    </a:lnTo>
                    <a:lnTo>
                      <a:pt x="183" y="1169"/>
                    </a:lnTo>
                    <a:lnTo>
                      <a:pt x="183" y="1041"/>
                    </a:lnTo>
                    <a:lnTo>
                      <a:pt x="201" y="913"/>
                    </a:lnTo>
                    <a:lnTo>
                      <a:pt x="220" y="804"/>
                    </a:lnTo>
                    <a:lnTo>
                      <a:pt x="274" y="676"/>
                    </a:lnTo>
                    <a:lnTo>
                      <a:pt x="329" y="548"/>
                    </a:lnTo>
                    <a:lnTo>
                      <a:pt x="402" y="439"/>
                    </a:lnTo>
                    <a:lnTo>
                      <a:pt x="475" y="329"/>
                    </a:lnTo>
                    <a:lnTo>
                      <a:pt x="585" y="256"/>
                    </a:lnTo>
                    <a:lnTo>
                      <a:pt x="712" y="201"/>
                    </a:lnTo>
                    <a:lnTo>
                      <a:pt x="840" y="201"/>
                    </a:lnTo>
                    <a:lnTo>
                      <a:pt x="877" y="183"/>
                    </a:lnTo>
                    <a:lnTo>
                      <a:pt x="913" y="165"/>
                    </a:lnTo>
                    <a:lnTo>
                      <a:pt x="931" y="146"/>
                    </a:lnTo>
                    <a:lnTo>
                      <a:pt x="950" y="110"/>
                    </a:lnTo>
                    <a:lnTo>
                      <a:pt x="950" y="73"/>
                    </a:lnTo>
                    <a:lnTo>
                      <a:pt x="950" y="37"/>
                    </a:lnTo>
                    <a:lnTo>
                      <a:pt x="913" y="19"/>
                    </a:lnTo>
                    <a:lnTo>
                      <a:pt x="877" y="0"/>
                    </a:lnTo>
                    <a:close/>
                  </a:path>
                </a:pathLst>
              </a:custGeom>
              <a:solidFill>
                <a:srgbClr val="262B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40"/>
              <p:cNvSpPr/>
              <p:nvPr/>
            </p:nvSpPr>
            <p:spPr>
              <a:xfrm>
                <a:off x="7718429" y="1349444"/>
                <a:ext cx="78917" cy="78309"/>
              </a:xfrm>
              <a:custGeom>
                <a:avLst/>
                <a:gdLst/>
                <a:ahLst/>
                <a:cxnLst/>
                <a:rect l="l" t="t" r="r" b="b"/>
                <a:pathLst>
                  <a:path w="2465" h="2446" extrusionOk="0">
                    <a:moveTo>
                      <a:pt x="1260" y="183"/>
                    </a:moveTo>
                    <a:lnTo>
                      <a:pt x="1479" y="201"/>
                    </a:lnTo>
                    <a:lnTo>
                      <a:pt x="1661" y="274"/>
                    </a:lnTo>
                    <a:lnTo>
                      <a:pt x="1844" y="365"/>
                    </a:lnTo>
                    <a:lnTo>
                      <a:pt x="1990" y="511"/>
                    </a:lnTo>
                    <a:lnTo>
                      <a:pt x="2118" y="657"/>
                    </a:lnTo>
                    <a:lnTo>
                      <a:pt x="2209" y="840"/>
                    </a:lnTo>
                    <a:lnTo>
                      <a:pt x="2264" y="1040"/>
                    </a:lnTo>
                    <a:lnTo>
                      <a:pt x="2282" y="1259"/>
                    </a:lnTo>
                    <a:lnTo>
                      <a:pt x="2245" y="1460"/>
                    </a:lnTo>
                    <a:lnTo>
                      <a:pt x="2191" y="1661"/>
                    </a:lnTo>
                    <a:lnTo>
                      <a:pt x="2081" y="1825"/>
                    </a:lnTo>
                    <a:lnTo>
                      <a:pt x="1953" y="1990"/>
                    </a:lnTo>
                    <a:lnTo>
                      <a:pt x="1789" y="2099"/>
                    </a:lnTo>
                    <a:lnTo>
                      <a:pt x="1607" y="2190"/>
                    </a:lnTo>
                    <a:lnTo>
                      <a:pt x="1406" y="2245"/>
                    </a:lnTo>
                    <a:lnTo>
                      <a:pt x="1205" y="2263"/>
                    </a:lnTo>
                    <a:lnTo>
                      <a:pt x="986" y="2245"/>
                    </a:lnTo>
                    <a:lnTo>
                      <a:pt x="803" y="2172"/>
                    </a:lnTo>
                    <a:lnTo>
                      <a:pt x="621" y="2081"/>
                    </a:lnTo>
                    <a:lnTo>
                      <a:pt x="475" y="1935"/>
                    </a:lnTo>
                    <a:lnTo>
                      <a:pt x="347" y="1789"/>
                    </a:lnTo>
                    <a:lnTo>
                      <a:pt x="256" y="1606"/>
                    </a:lnTo>
                    <a:lnTo>
                      <a:pt x="201" y="1405"/>
                    </a:lnTo>
                    <a:lnTo>
                      <a:pt x="183" y="1186"/>
                    </a:lnTo>
                    <a:lnTo>
                      <a:pt x="219" y="986"/>
                    </a:lnTo>
                    <a:lnTo>
                      <a:pt x="274" y="785"/>
                    </a:lnTo>
                    <a:lnTo>
                      <a:pt x="384" y="621"/>
                    </a:lnTo>
                    <a:lnTo>
                      <a:pt x="511" y="456"/>
                    </a:lnTo>
                    <a:lnTo>
                      <a:pt x="676" y="347"/>
                    </a:lnTo>
                    <a:lnTo>
                      <a:pt x="858" y="256"/>
                    </a:lnTo>
                    <a:lnTo>
                      <a:pt x="1059" y="183"/>
                    </a:lnTo>
                    <a:close/>
                    <a:moveTo>
                      <a:pt x="1150" y="0"/>
                    </a:moveTo>
                    <a:lnTo>
                      <a:pt x="1023" y="18"/>
                    </a:lnTo>
                    <a:lnTo>
                      <a:pt x="895" y="37"/>
                    </a:lnTo>
                    <a:lnTo>
                      <a:pt x="785" y="73"/>
                    </a:lnTo>
                    <a:lnTo>
                      <a:pt x="676" y="128"/>
                    </a:lnTo>
                    <a:lnTo>
                      <a:pt x="584" y="183"/>
                    </a:lnTo>
                    <a:lnTo>
                      <a:pt x="475" y="256"/>
                    </a:lnTo>
                    <a:lnTo>
                      <a:pt x="384" y="329"/>
                    </a:lnTo>
                    <a:lnTo>
                      <a:pt x="311" y="420"/>
                    </a:lnTo>
                    <a:lnTo>
                      <a:pt x="238" y="511"/>
                    </a:lnTo>
                    <a:lnTo>
                      <a:pt x="165" y="602"/>
                    </a:lnTo>
                    <a:lnTo>
                      <a:pt x="110" y="712"/>
                    </a:lnTo>
                    <a:lnTo>
                      <a:pt x="73" y="821"/>
                    </a:lnTo>
                    <a:lnTo>
                      <a:pt x="37" y="931"/>
                    </a:lnTo>
                    <a:lnTo>
                      <a:pt x="19" y="1059"/>
                    </a:lnTo>
                    <a:lnTo>
                      <a:pt x="0" y="1186"/>
                    </a:lnTo>
                    <a:lnTo>
                      <a:pt x="0" y="1314"/>
                    </a:lnTo>
                    <a:lnTo>
                      <a:pt x="19" y="1442"/>
                    </a:lnTo>
                    <a:lnTo>
                      <a:pt x="55" y="1551"/>
                    </a:lnTo>
                    <a:lnTo>
                      <a:pt x="92" y="1661"/>
                    </a:lnTo>
                    <a:lnTo>
                      <a:pt x="128" y="1771"/>
                    </a:lnTo>
                    <a:lnTo>
                      <a:pt x="201" y="1880"/>
                    </a:lnTo>
                    <a:lnTo>
                      <a:pt x="256" y="1971"/>
                    </a:lnTo>
                    <a:lnTo>
                      <a:pt x="347" y="2063"/>
                    </a:lnTo>
                    <a:lnTo>
                      <a:pt x="420" y="2136"/>
                    </a:lnTo>
                    <a:lnTo>
                      <a:pt x="511" y="2227"/>
                    </a:lnTo>
                    <a:lnTo>
                      <a:pt x="621" y="2282"/>
                    </a:lnTo>
                    <a:lnTo>
                      <a:pt x="712" y="2336"/>
                    </a:lnTo>
                    <a:lnTo>
                      <a:pt x="840" y="2373"/>
                    </a:lnTo>
                    <a:lnTo>
                      <a:pt x="949" y="2409"/>
                    </a:lnTo>
                    <a:lnTo>
                      <a:pt x="1077" y="2446"/>
                    </a:lnTo>
                    <a:lnTo>
                      <a:pt x="1315" y="2446"/>
                    </a:lnTo>
                    <a:lnTo>
                      <a:pt x="1442" y="2428"/>
                    </a:lnTo>
                    <a:lnTo>
                      <a:pt x="1552" y="2409"/>
                    </a:lnTo>
                    <a:lnTo>
                      <a:pt x="1680" y="2373"/>
                    </a:lnTo>
                    <a:lnTo>
                      <a:pt x="1789" y="2318"/>
                    </a:lnTo>
                    <a:lnTo>
                      <a:pt x="1880" y="2263"/>
                    </a:lnTo>
                    <a:lnTo>
                      <a:pt x="1990" y="2190"/>
                    </a:lnTo>
                    <a:lnTo>
                      <a:pt x="2063" y="2117"/>
                    </a:lnTo>
                    <a:lnTo>
                      <a:pt x="2154" y="2026"/>
                    </a:lnTo>
                    <a:lnTo>
                      <a:pt x="2227" y="1935"/>
                    </a:lnTo>
                    <a:lnTo>
                      <a:pt x="2300" y="1844"/>
                    </a:lnTo>
                    <a:lnTo>
                      <a:pt x="2355" y="1734"/>
                    </a:lnTo>
                    <a:lnTo>
                      <a:pt x="2391" y="1624"/>
                    </a:lnTo>
                    <a:lnTo>
                      <a:pt x="2428" y="1497"/>
                    </a:lnTo>
                    <a:lnTo>
                      <a:pt x="2446" y="1387"/>
                    </a:lnTo>
                    <a:lnTo>
                      <a:pt x="2464" y="1259"/>
                    </a:lnTo>
                    <a:lnTo>
                      <a:pt x="2446" y="1132"/>
                    </a:lnTo>
                    <a:lnTo>
                      <a:pt x="2446" y="1004"/>
                    </a:lnTo>
                    <a:lnTo>
                      <a:pt x="2410" y="894"/>
                    </a:lnTo>
                    <a:lnTo>
                      <a:pt x="2373" y="785"/>
                    </a:lnTo>
                    <a:lnTo>
                      <a:pt x="2318" y="675"/>
                    </a:lnTo>
                    <a:lnTo>
                      <a:pt x="2264" y="566"/>
                    </a:lnTo>
                    <a:lnTo>
                      <a:pt x="2209" y="475"/>
                    </a:lnTo>
                    <a:lnTo>
                      <a:pt x="2118" y="383"/>
                    </a:lnTo>
                    <a:lnTo>
                      <a:pt x="2045" y="292"/>
                    </a:lnTo>
                    <a:lnTo>
                      <a:pt x="1953" y="219"/>
                    </a:lnTo>
                    <a:lnTo>
                      <a:pt x="1844" y="164"/>
                    </a:lnTo>
                    <a:lnTo>
                      <a:pt x="1734" y="110"/>
                    </a:lnTo>
                    <a:lnTo>
                      <a:pt x="1625" y="55"/>
                    </a:lnTo>
                    <a:lnTo>
                      <a:pt x="1515" y="37"/>
                    </a:lnTo>
                    <a:lnTo>
                      <a:pt x="138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40"/>
              <p:cNvSpPr/>
              <p:nvPr/>
            </p:nvSpPr>
            <p:spPr>
              <a:xfrm>
                <a:off x="7792066" y="1364043"/>
                <a:ext cx="24556" cy="46774"/>
              </a:xfrm>
              <a:custGeom>
                <a:avLst/>
                <a:gdLst/>
                <a:ahLst/>
                <a:cxnLst/>
                <a:rect l="l" t="t" r="r" b="b"/>
                <a:pathLst>
                  <a:path w="767" h="1461" extrusionOk="0">
                    <a:moveTo>
                      <a:pt x="310" y="0"/>
                    </a:moveTo>
                    <a:lnTo>
                      <a:pt x="274" y="19"/>
                    </a:lnTo>
                    <a:lnTo>
                      <a:pt x="256" y="55"/>
                    </a:lnTo>
                    <a:lnTo>
                      <a:pt x="237" y="92"/>
                    </a:lnTo>
                    <a:lnTo>
                      <a:pt x="256" y="128"/>
                    </a:lnTo>
                    <a:lnTo>
                      <a:pt x="274" y="201"/>
                    </a:lnTo>
                    <a:lnTo>
                      <a:pt x="274" y="274"/>
                    </a:lnTo>
                    <a:lnTo>
                      <a:pt x="256" y="402"/>
                    </a:lnTo>
                    <a:lnTo>
                      <a:pt x="201" y="511"/>
                    </a:lnTo>
                    <a:lnTo>
                      <a:pt x="128" y="639"/>
                    </a:lnTo>
                    <a:lnTo>
                      <a:pt x="73" y="767"/>
                    </a:lnTo>
                    <a:lnTo>
                      <a:pt x="18" y="895"/>
                    </a:lnTo>
                    <a:lnTo>
                      <a:pt x="0" y="968"/>
                    </a:lnTo>
                    <a:lnTo>
                      <a:pt x="0" y="1022"/>
                    </a:lnTo>
                    <a:lnTo>
                      <a:pt x="18" y="1095"/>
                    </a:lnTo>
                    <a:lnTo>
                      <a:pt x="37" y="1168"/>
                    </a:lnTo>
                    <a:lnTo>
                      <a:pt x="91" y="1260"/>
                    </a:lnTo>
                    <a:lnTo>
                      <a:pt x="146" y="1333"/>
                    </a:lnTo>
                    <a:lnTo>
                      <a:pt x="237" y="1388"/>
                    </a:lnTo>
                    <a:lnTo>
                      <a:pt x="310" y="1442"/>
                    </a:lnTo>
                    <a:lnTo>
                      <a:pt x="402" y="1461"/>
                    </a:lnTo>
                    <a:lnTo>
                      <a:pt x="511" y="1461"/>
                    </a:lnTo>
                    <a:lnTo>
                      <a:pt x="602" y="1442"/>
                    </a:lnTo>
                    <a:lnTo>
                      <a:pt x="694" y="1406"/>
                    </a:lnTo>
                    <a:lnTo>
                      <a:pt x="730" y="1388"/>
                    </a:lnTo>
                    <a:lnTo>
                      <a:pt x="767" y="1351"/>
                    </a:lnTo>
                    <a:lnTo>
                      <a:pt x="767" y="1315"/>
                    </a:lnTo>
                    <a:lnTo>
                      <a:pt x="748" y="1260"/>
                    </a:lnTo>
                    <a:lnTo>
                      <a:pt x="730" y="1223"/>
                    </a:lnTo>
                    <a:lnTo>
                      <a:pt x="712" y="1205"/>
                    </a:lnTo>
                    <a:lnTo>
                      <a:pt x="621" y="1205"/>
                    </a:lnTo>
                    <a:lnTo>
                      <a:pt x="548" y="1223"/>
                    </a:lnTo>
                    <a:lnTo>
                      <a:pt x="493" y="1242"/>
                    </a:lnTo>
                    <a:lnTo>
                      <a:pt x="420" y="1242"/>
                    </a:lnTo>
                    <a:lnTo>
                      <a:pt x="365" y="1223"/>
                    </a:lnTo>
                    <a:lnTo>
                      <a:pt x="310" y="1187"/>
                    </a:lnTo>
                    <a:lnTo>
                      <a:pt x="274" y="1132"/>
                    </a:lnTo>
                    <a:lnTo>
                      <a:pt x="237" y="1077"/>
                    </a:lnTo>
                    <a:lnTo>
                      <a:pt x="219" y="1004"/>
                    </a:lnTo>
                    <a:lnTo>
                      <a:pt x="219" y="895"/>
                    </a:lnTo>
                    <a:lnTo>
                      <a:pt x="256" y="803"/>
                    </a:lnTo>
                    <a:lnTo>
                      <a:pt x="365" y="621"/>
                    </a:lnTo>
                    <a:lnTo>
                      <a:pt x="438" y="493"/>
                    </a:lnTo>
                    <a:lnTo>
                      <a:pt x="475" y="347"/>
                    </a:lnTo>
                    <a:lnTo>
                      <a:pt x="493" y="201"/>
                    </a:lnTo>
                    <a:lnTo>
                      <a:pt x="475" y="146"/>
                    </a:lnTo>
                    <a:lnTo>
                      <a:pt x="456" y="55"/>
                    </a:lnTo>
                    <a:lnTo>
                      <a:pt x="420" y="19"/>
                    </a:lnTo>
                    <a:lnTo>
                      <a:pt x="402" y="0"/>
                    </a:lnTo>
                    <a:close/>
                  </a:path>
                </a:pathLst>
              </a:custGeom>
              <a:solidFill>
                <a:srgbClr val="042B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40"/>
              <p:cNvSpPr/>
              <p:nvPr/>
            </p:nvSpPr>
            <p:spPr>
              <a:xfrm>
                <a:off x="7808427" y="1324887"/>
                <a:ext cx="78917" cy="78917"/>
              </a:xfrm>
              <a:custGeom>
                <a:avLst/>
                <a:gdLst/>
                <a:ahLst/>
                <a:cxnLst/>
                <a:rect l="l" t="t" r="r" b="b"/>
                <a:pathLst>
                  <a:path w="2465" h="2465" extrusionOk="0">
                    <a:moveTo>
                      <a:pt x="1260" y="183"/>
                    </a:moveTo>
                    <a:lnTo>
                      <a:pt x="1479" y="220"/>
                    </a:lnTo>
                    <a:lnTo>
                      <a:pt x="1661" y="274"/>
                    </a:lnTo>
                    <a:lnTo>
                      <a:pt x="1844" y="384"/>
                    </a:lnTo>
                    <a:lnTo>
                      <a:pt x="1990" y="512"/>
                    </a:lnTo>
                    <a:lnTo>
                      <a:pt x="2117" y="676"/>
                    </a:lnTo>
                    <a:lnTo>
                      <a:pt x="2209" y="858"/>
                    </a:lnTo>
                    <a:lnTo>
                      <a:pt x="2263" y="1059"/>
                    </a:lnTo>
                    <a:lnTo>
                      <a:pt x="2282" y="1260"/>
                    </a:lnTo>
                    <a:lnTo>
                      <a:pt x="2245" y="1479"/>
                    </a:lnTo>
                    <a:lnTo>
                      <a:pt x="2190" y="1661"/>
                    </a:lnTo>
                    <a:lnTo>
                      <a:pt x="2081" y="1844"/>
                    </a:lnTo>
                    <a:lnTo>
                      <a:pt x="1953" y="1990"/>
                    </a:lnTo>
                    <a:lnTo>
                      <a:pt x="1789" y="2118"/>
                    </a:lnTo>
                    <a:lnTo>
                      <a:pt x="1606" y="2209"/>
                    </a:lnTo>
                    <a:lnTo>
                      <a:pt x="1406" y="2264"/>
                    </a:lnTo>
                    <a:lnTo>
                      <a:pt x="1205" y="2282"/>
                    </a:lnTo>
                    <a:lnTo>
                      <a:pt x="986" y="2245"/>
                    </a:lnTo>
                    <a:lnTo>
                      <a:pt x="803" y="2191"/>
                    </a:lnTo>
                    <a:lnTo>
                      <a:pt x="621" y="2081"/>
                    </a:lnTo>
                    <a:lnTo>
                      <a:pt x="475" y="1953"/>
                    </a:lnTo>
                    <a:lnTo>
                      <a:pt x="347" y="1789"/>
                    </a:lnTo>
                    <a:lnTo>
                      <a:pt x="256" y="1607"/>
                    </a:lnTo>
                    <a:lnTo>
                      <a:pt x="201" y="1406"/>
                    </a:lnTo>
                    <a:lnTo>
                      <a:pt x="183" y="1205"/>
                    </a:lnTo>
                    <a:lnTo>
                      <a:pt x="219" y="986"/>
                    </a:lnTo>
                    <a:lnTo>
                      <a:pt x="274" y="804"/>
                    </a:lnTo>
                    <a:lnTo>
                      <a:pt x="383" y="621"/>
                    </a:lnTo>
                    <a:lnTo>
                      <a:pt x="511" y="475"/>
                    </a:lnTo>
                    <a:lnTo>
                      <a:pt x="676" y="347"/>
                    </a:lnTo>
                    <a:lnTo>
                      <a:pt x="858" y="256"/>
                    </a:lnTo>
                    <a:lnTo>
                      <a:pt x="1059" y="201"/>
                    </a:lnTo>
                    <a:lnTo>
                      <a:pt x="1260" y="183"/>
                    </a:lnTo>
                    <a:close/>
                    <a:moveTo>
                      <a:pt x="1278" y="0"/>
                    </a:moveTo>
                    <a:lnTo>
                      <a:pt x="1150" y="19"/>
                    </a:lnTo>
                    <a:lnTo>
                      <a:pt x="1022" y="19"/>
                    </a:lnTo>
                    <a:lnTo>
                      <a:pt x="913" y="55"/>
                    </a:lnTo>
                    <a:lnTo>
                      <a:pt x="785" y="92"/>
                    </a:lnTo>
                    <a:lnTo>
                      <a:pt x="676" y="147"/>
                    </a:lnTo>
                    <a:lnTo>
                      <a:pt x="584" y="201"/>
                    </a:lnTo>
                    <a:lnTo>
                      <a:pt x="475" y="274"/>
                    </a:lnTo>
                    <a:lnTo>
                      <a:pt x="383" y="347"/>
                    </a:lnTo>
                    <a:lnTo>
                      <a:pt x="310" y="420"/>
                    </a:lnTo>
                    <a:lnTo>
                      <a:pt x="237" y="512"/>
                    </a:lnTo>
                    <a:lnTo>
                      <a:pt x="164" y="621"/>
                    </a:lnTo>
                    <a:lnTo>
                      <a:pt x="110" y="731"/>
                    </a:lnTo>
                    <a:lnTo>
                      <a:pt x="73" y="840"/>
                    </a:lnTo>
                    <a:lnTo>
                      <a:pt x="37" y="950"/>
                    </a:lnTo>
                    <a:lnTo>
                      <a:pt x="18" y="1077"/>
                    </a:lnTo>
                    <a:lnTo>
                      <a:pt x="0" y="1205"/>
                    </a:lnTo>
                    <a:lnTo>
                      <a:pt x="18" y="1315"/>
                    </a:lnTo>
                    <a:lnTo>
                      <a:pt x="18" y="1442"/>
                    </a:lnTo>
                    <a:lnTo>
                      <a:pt x="55" y="1570"/>
                    </a:lnTo>
                    <a:lnTo>
                      <a:pt x="91" y="1680"/>
                    </a:lnTo>
                    <a:lnTo>
                      <a:pt x="146" y="1789"/>
                    </a:lnTo>
                    <a:lnTo>
                      <a:pt x="201" y="1880"/>
                    </a:lnTo>
                    <a:lnTo>
                      <a:pt x="256" y="1990"/>
                    </a:lnTo>
                    <a:lnTo>
                      <a:pt x="347" y="2081"/>
                    </a:lnTo>
                    <a:lnTo>
                      <a:pt x="420" y="2154"/>
                    </a:lnTo>
                    <a:lnTo>
                      <a:pt x="511" y="2227"/>
                    </a:lnTo>
                    <a:lnTo>
                      <a:pt x="621" y="2300"/>
                    </a:lnTo>
                    <a:lnTo>
                      <a:pt x="730" y="2355"/>
                    </a:lnTo>
                    <a:lnTo>
                      <a:pt x="840" y="2391"/>
                    </a:lnTo>
                    <a:lnTo>
                      <a:pt x="949" y="2428"/>
                    </a:lnTo>
                    <a:lnTo>
                      <a:pt x="1077" y="2446"/>
                    </a:lnTo>
                    <a:lnTo>
                      <a:pt x="1205" y="2465"/>
                    </a:lnTo>
                    <a:lnTo>
                      <a:pt x="1314" y="2465"/>
                    </a:lnTo>
                    <a:lnTo>
                      <a:pt x="1442" y="2446"/>
                    </a:lnTo>
                    <a:lnTo>
                      <a:pt x="1570" y="2410"/>
                    </a:lnTo>
                    <a:lnTo>
                      <a:pt x="1679" y="2373"/>
                    </a:lnTo>
                    <a:lnTo>
                      <a:pt x="1789" y="2337"/>
                    </a:lnTo>
                    <a:lnTo>
                      <a:pt x="1880" y="2264"/>
                    </a:lnTo>
                    <a:lnTo>
                      <a:pt x="1990" y="2209"/>
                    </a:lnTo>
                    <a:lnTo>
                      <a:pt x="2081" y="2118"/>
                    </a:lnTo>
                    <a:lnTo>
                      <a:pt x="2154" y="2045"/>
                    </a:lnTo>
                    <a:lnTo>
                      <a:pt x="2227" y="1953"/>
                    </a:lnTo>
                    <a:lnTo>
                      <a:pt x="2300" y="1844"/>
                    </a:lnTo>
                    <a:lnTo>
                      <a:pt x="2355" y="1753"/>
                    </a:lnTo>
                    <a:lnTo>
                      <a:pt x="2391" y="1625"/>
                    </a:lnTo>
                    <a:lnTo>
                      <a:pt x="2428" y="1515"/>
                    </a:lnTo>
                    <a:lnTo>
                      <a:pt x="2446" y="1388"/>
                    </a:lnTo>
                    <a:lnTo>
                      <a:pt x="2464" y="1278"/>
                    </a:lnTo>
                    <a:lnTo>
                      <a:pt x="2464" y="1150"/>
                    </a:lnTo>
                    <a:lnTo>
                      <a:pt x="2446" y="1023"/>
                    </a:lnTo>
                    <a:lnTo>
                      <a:pt x="2409" y="913"/>
                    </a:lnTo>
                    <a:lnTo>
                      <a:pt x="2373" y="785"/>
                    </a:lnTo>
                    <a:lnTo>
                      <a:pt x="2336" y="676"/>
                    </a:lnTo>
                    <a:lnTo>
                      <a:pt x="2263" y="585"/>
                    </a:lnTo>
                    <a:lnTo>
                      <a:pt x="2209" y="475"/>
                    </a:lnTo>
                    <a:lnTo>
                      <a:pt x="2117" y="402"/>
                    </a:lnTo>
                    <a:lnTo>
                      <a:pt x="2044" y="311"/>
                    </a:lnTo>
                    <a:lnTo>
                      <a:pt x="1953" y="238"/>
                    </a:lnTo>
                    <a:lnTo>
                      <a:pt x="1844" y="183"/>
                    </a:lnTo>
                    <a:lnTo>
                      <a:pt x="1734" y="128"/>
                    </a:lnTo>
                    <a:lnTo>
                      <a:pt x="1625" y="74"/>
                    </a:lnTo>
                    <a:lnTo>
                      <a:pt x="1515" y="37"/>
                    </a:lnTo>
                    <a:lnTo>
                      <a:pt x="1387" y="19"/>
                    </a:lnTo>
                    <a:lnTo>
                      <a:pt x="1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40"/>
              <p:cNvSpPr/>
              <p:nvPr/>
            </p:nvSpPr>
            <p:spPr>
              <a:xfrm>
                <a:off x="7788545" y="1362282"/>
                <a:ext cx="22827" cy="12902"/>
              </a:xfrm>
              <a:custGeom>
                <a:avLst/>
                <a:gdLst/>
                <a:ahLst/>
                <a:cxnLst/>
                <a:rect l="l" t="t" r="r" b="b"/>
                <a:pathLst>
                  <a:path w="713" h="403" extrusionOk="0">
                    <a:moveTo>
                      <a:pt x="475" y="1"/>
                    </a:moveTo>
                    <a:lnTo>
                      <a:pt x="384" y="19"/>
                    </a:lnTo>
                    <a:lnTo>
                      <a:pt x="293" y="37"/>
                    </a:lnTo>
                    <a:lnTo>
                      <a:pt x="220" y="74"/>
                    </a:lnTo>
                    <a:lnTo>
                      <a:pt x="147" y="128"/>
                    </a:lnTo>
                    <a:lnTo>
                      <a:pt x="74" y="201"/>
                    </a:lnTo>
                    <a:lnTo>
                      <a:pt x="19" y="274"/>
                    </a:lnTo>
                    <a:lnTo>
                      <a:pt x="1" y="311"/>
                    </a:lnTo>
                    <a:lnTo>
                      <a:pt x="1" y="347"/>
                    </a:lnTo>
                    <a:lnTo>
                      <a:pt x="55" y="384"/>
                    </a:lnTo>
                    <a:lnTo>
                      <a:pt x="74" y="402"/>
                    </a:lnTo>
                    <a:lnTo>
                      <a:pt x="110" y="402"/>
                    </a:lnTo>
                    <a:lnTo>
                      <a:pt x="128" y="384"/>
                    </a:lnTo>
                    <a:lnTo>
                      <a:pt x="147" y="366"/>
                    </a:lnTo>
                    <a:lnTo>
                      <a:pt x="201" y="293"/>
                    </a:lnTo>
                    <a:lnTo>
                      <a:pt x="238" y="256"/>
                    </a:lnTo>
                    <a:lnTo>
                      <a:pt x="293" y="220"/>
                    </a:lnTo>
                    <a:lnTo>
                      <a:pt x="347" y="183"/>
                    </a:lnTo>
                    <a:lnTo>
                      <a:pt x="420" y="165"/>
                    </a:lnTo>
                    <a:lnTo>
                      <a:pt x="493" y="165"/>
                    </a:lnTo>
                    <a:lnTo>
                      <a:pt x="548" y="183"/>
                    </a:lnTo>
                    <a:lnTo>
                      <a:pt x="621" y="201"/>
                    </a:lnTo>
                    <a:lnTo>
                      <a:pt x="694" y="201"/>
                    </a:lnTo>
                    <a:lnTo>
                      <a:pt x="712" y="183"/>
                    </a:lnTo>
                    <a:lnTo>
                      <a:pt x="712" y="147"/>
                    </a:lnTo>
                    <a:lnTo>
                      <a:pt x="712" y="92"/>
                    </a:lnTo>
                    <a:lnTo>
                      <a:pt x="694" y="74"/>
                    </a:lnTo>
                    <a:lnTo>
                      <a:pt x="676" y="55"/>
                    </a:lnTo>
                    <a:lnTo>
                      <a:pt x="585" y="19"/>
                    </a:lnTo>
                    <a:lnTo>
                      <a:pt x="47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40"/>
              <p:cNvSpPr/>
              <p:nvPr/>
            </p:nvSpPr>
            <p:spPr>
              <a:xfrm>
                <a:off x="7879118" y="1313201"/>
                <a:ext cx="39186" cy="33936"/>
              </a:xfrm>
              <a:custGeom>
                <a:avLst/>
                <a:gdLst/>
                <a:ahLst/>
                <a:cxnLst/>
                <a:rect l="l" t="t" r="r" b="b"/>
                <a:pathLst>
                  <a:path w="1224" h="1060" extrusionOk="0">
                    <a:moveTo>
                      <a:pt x="1132" y="0"/>
                    </a:moveTo>
                    <a:lnTo>
                      <a:pt x="950" y="55"/>
                    </a:lnTo>
                    <a:lnTo>
                      <a:pt x="767" y="146"/>
                    </a:lnTo>
                    <a:lnTo>
                      <a:pt x="621" y="238"/>
                    </a:lnTo>
                    <a:lnTo>
                      <a:pt x="475" y="347"/>
                    </a:lnTo>
                    <a:lnTo>
                      <a:pt x="329" y="475"/>
                    </a:lnTo>
                    <a:lnTo>
                      <a:pt x="220" y="621"/>
                    </a:lnTo>
                    <a:lnTo>
                      <a:pt x="110" y="767"/>
                    </a:lnTo>
                    <a:lnTo>
                      <a:pt x="19" y="931"/>
                    </a:lnTo>
                    <a:lnTo>
                      <a:pt x="1" y="968"/>
                    </a:lnTo>
                    <a:lnTo>
                      <a:pt x="19" y="1004"/>
                    </a:lnTo>
                    <a:lnTo>
                      <a:pt x="55" y="1059"/>
                    </a:lnTo>
                    <a:lnTo>
                      <a:pt x="128" y="1059"/>
                    </a:lnTo>
                    <a:lnTo>
                      <a:pt x="147" y="1023"/>
                    </a:lnTo>
                    <a:lnTo>
                      <a:pt x="238" y="877"/>
                    </a:lnTo>
                    <a:lnTo>
                      <a:pt x="329" y="731"/>
                    </a:lnTo>
                    <a:lnTo>
                      <a:pt x="439" y="603"/>
                    </a:lnTo>
                    <a:lnTo>
                      <a:pt x="566" y="475"/>
                    </a:lnTo>
                    <a:lnTo>
                      <a:pt x="694" y="384"/>
                    </a:lnTo>
                    <a:lnTo>
                      <a:pt x="840" y="292"/>
                    </a:lnTo>
                    <a:lnTo>
                      <a:pt x="1005" y="219"/>
                    </a:lnTo>
                    <a:lnTo>
                      <a:pt x="1169" y="165"/>
                    </a:lnTo>
                    <a:lnTo>
                      <a:pt x="1187" y="146"/>
                    </a:lnTo>
                    <a:lnTo>
                      <a:pt x="1224" y="110"/>
                    </a:lnTo>
                    <a:lnTo>
                      <a:pt x="1224" y="55"/>
                    </a:lnTo>
                    <a:lnTo>
                      <a:pt x="1205" y="37"/>
                    </a:lnTo>
                    <a:lnTo>
                      <a:pt x="1187" y="19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40"/>
              <p:cNvSpPr/>
              <p:nvPr/>
            </p:nvSpPr>
            <p:spPr>
              <a:xfrm>
                <a:off x="7243340" y="2080476"/>
                <a:ext cx="434187" cy="417251"/>
              </a:xfrm>
              <a:custGeom>
                <a:avLst/>
                <a:gdLst/>
                <a:ahLst/>
                <a:cxnLst/>
                <a:rect l="l" t="t" r="r" b="b"/>
                <a:pathLst>
                  <a:path w="13562" h="13033" extrusionOk="0">
                    <a:moveTo>
                      <a:pt x="92" y="0"/>
                    </a:moveTo>
                    <a:lnTo>
                      <a:pt x="55" y="493"/>
                    </a:lnTo>
                    <a:lnTo>
                      <a:pt x="37" y="1059"/>
                    </a:lnTo>
                    <a:lnTo>
                      <a:pt x="19" y="1789"/>
                    </a:lnTo>
                    <a:lnTo>
                      <a:pt x="1" y="2665"/>
                    </a:lnTo>
                    <a:lnTo>
                      <a:pt x="37" y="3651"/>
                    </a:lnTo>
                    <a:lnTo>
                      <a:pt x="74" y="4180"/>
                    </a:lnTo>
                    <a:lnTo>
                      <a:pt x="110" y="4727"/>
                    </a:lnTo>
                    <a:lnTo>
                      <a:pt x="165" y="5275"/>
                    </a:lnTo>
                    <a:lnTo>
                      <a:pt x="238" y="5841"/>
                    </a:lnTo>
                    <a:lnTo>
                      <a:pt x="329" y="6407"/>
                    </a:lnTo>
                    <a:lnTo>
                      <a:pt x="439" y="6972"/>
                    </a:lnTo>
                    <a:lnTo>
                      <a:pt x="585" y="7538"/>
                    </a:lnTo>
                    <a:lnTo>
                      <a:pt x="731" y="8086"/>
                    </a:lnTo>
                    <a:lnTo>
                      <a:pt x="895" y="8633"/>
                    </a:lnTo>
                    <a:lnTo>
                      <a:pt x="1096" y="9181"/>
                    </a:lnTo>
                    <a:lnTo>
                      <a:pt x="1315" y="9692"/>
                    </a:lnTo>
                    <a:lnTo>
                      <a:pt x="1570" y="10185"/>
                    </a:lnTo>
                    <a:lnTo>
                      <a:pt x="1862" y="10641"/>
                    </a:lnTo>
                    <a:lnTo>
                      <a:pt x="2008" y="10860"/>
                    </a:lnTo>
                    <a:lnTo>
                      <a:pt x="2173" y="11079"/>
                    </a:lnTo>
                    <a:lnTo>
                      <a:pt x="2337" y="11280"/>
                    </a:lnTo>
                    <a:lnTo>
                      <a:pt x="2501" y="11481"/>
                    </a:lnTo>
                    <a:lnTo>
                      <a:pt x="2702" y="11663"/>
                    </a:lnTo>
                    <a:lnTo>
                      <a:pt x="2884" y="11846"/>
                    </a:lnTo>
                    <a:lnTo>
                      <a:pt x="3085" y="12010"/>
                    </a:lnTo>
                    <a:lnTo>
                      <a:pt x="3304" y="12174"/>
                    </a:lnTo>
                    <a:lnTo>
                      <a:pt x="3523" y="12320"/>
                    </a:lnTo>
                    <a:lnTo>
                      <a:pt x="3742" y="12448"/>
                    </a:lnTo>
                    <a:lnTo>
                      <a:pt x="3980" y="12576"/>
                    </a:lnTo>
                    <a:lnTo>
                      <a:pt x="4235" y="12685"/>
                    </a:lnTo>
                    <a:lnTo>
                      <a:pt x="4491" y="12777"/>
                    </a:lnTo>
                    <a:lnTo>
                      <a:pt x="4746" y="12850"/>
                    </a:lnTo>
                    <a:lnTo>
                      <a:pt x="5020" y="12923"/>
                    </a:lnTo>
                    <a:lnTo>
                      <a:pt x="5294" y="12959"/>
                    </a:lnTo>
                    <a:lnTo>
                      <a:pt x="5549" y="12996"/>
                    </a:lnTo>
                    <a:lnTo>
                      <a:pt x="5805" y="13014"/>
                    </a:lnTo>
                    <a:lnTo>
                      <a:pt x="6060" y="13032"/>
                    </a:lnTo>
                    <a:lnTo>
                      <a:pt x="6316" y="13014"/>
                    </a:lnTo>
                    <a:lnTo>
                      <a:pt x="6553" y="12996"/>
                    </a:lnTo>
                    <a:lnTo>
                      <a:pt x="6809" y="12959"/>
                    </a:lnTo>
                    <a:lnTo>
                      <a:pt x="7046" y="12904"/>
                    </a:lnTo>
                    <a:lnTo>
                      <a:pt x="7265" y="12850"/>
                    </a:lnTo>
                    <a:lnTo>
                      <a:pt x="7502" y="12777"/>
                    </a:lnTo>
                    <a:lnTo>
                      <a:pt x="7721" y="12704"/>
                    </a:lnTo>
                    <a:lnTo>
                      <a:pt x="7940" y="12612"/>
                    </a:lnTo>
                    <a:lnTo>
                      <a:pt x="8159" y="12503"/>
                    </a:lnTo>
                    <a:lnTo>
                      <a:pt x="8579" y="12265"/>
                    </a:lnTo>
                    <a:lnTo>
                      <a:pt x="8981" y="11992"/>
                    </a:lnTo>
                    <a:lnTo>
                      <a:pt x="9382" y="11700"/>
                    </a:lnTo>
                    <a:lnTo>
                      <a:pt x="9747" y="11371"/>
                    </a:lnTo>
                    <a:lnTo>
                      <a:pt x="10094" y="11006"/>
                    </a:lnTo>
                    <a:lnTo>
                      <a:pt x="10441" y="10641"/>
                    </a:lnTo>
                    <a:lnTo>
                      <a:pt x="10751" y="10258"/>
                    </a:lnTo>
                    <a:lnTo>
                      <a:pt x="11061" y="9856"/>
                    </a:lnTo>
                    <a:lnTo>
                      <a:pt x="11335" y="9436"/>
                    </a:lnTo>
                    <a:lnTo>
                      <a:pt x="11609" y="9035"/>
                    </a:lnTo>
                    <a:lnTo>
                      <a:pt x="11864" y="8615"/>
                    </a:lnTo>
                    <a:lnTo>
                      <a:pt x="12102" y="8214"/>
                    </a:lnTo>
                    <a:lnTo>
                      <a:pt x="12321" y="7794"/>
                    </a:lnTo>
                    <a:lnTo>
                      <a:pt x="12704" y="7027"/>
                    </a:lnTo>
                    <a:lnTo>
                      <a:pt x="13014" y="6334"/>
                    </a:lnTo>
                    <a:lnTo>
                      <a:pt x="13251" y="5731"/>
                    </a:lnTo>
                    <a:lnTo>
                      <a:pt x="13434" y="5275"/>
                    </a:lnTo>
                    <a:lnTo>
                      <a:pt x="13562" y="4855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40"/>
              <p:cNvSpPr/>
              <p:nvPr/>
            </p:nvSpPr>
            <p:spPr>
              <a:xfrm>
                <a:off x="7175562" y="1666727"/>
                <a:ext cx="732183" cy="913356"/>
              </a:xfrm>
              <a:custGeom>
                <a:avLst/>
                <a:gdLst/>
                <a:ahLst/>
                <a:cxnLst/>
                <a:rect l="l" t="t" r="r" b="b"/>
                <a:pathLst>
                  <a:path w="22870" h="28529" extrusionOk="0">
                    <a:moveTo>
                      <a:pt x="11043" y="1"/>
                    </a:moveTo>
                    <a:lnTo>
                      <a:pt x="10477" y="37"/>
                    </a:lnTo>
                    <a:lnTo>
                      <a:pt x="9929" y="92"/>
                    </a:lnTo>
                    <a:lnTo>
                      <a:pt x="9364" y="183"/>
                    </a:lnTo>
                    <a:lnTo>
                      <a:pt x="8816" y="311"/>
                    </a:lnTo>
                    <a:lnTo>
                      <a:pt x="8250" y="457"/>
                    </a:lnTo>
                    <a:lnTo>
                      <a:pt x="7940" y="548"/>
                    </a:lnTo>
                    <a:lnTo>
                      <a:pt x="7812" y="585"/>
                    </a:lnTo>
                    <a:lnTo>
                      <a:pt x="7265" y="786"/>
                    </a:lnTo>
                    <a:lnTo>
                      <a:pt x="6735" y="1005"/>
                    </a:lnTo>
                    <a:lnTo>
                      <a:pt x="6224" y="1242"/>
                    </a:lnTo>
                    <a:lnTo>
                      <a:pt x="5731" y="1516"/>
                    </a:lnTo>
                    <a:lnTo>
                      <a:pt x="5257" y="1808"/>
                    </a:lnTo>
                    <a:lnTo>
                      <a:pt x="4782" y="2118"/>
                    </a:lnTo>
                    <a:lnTo>
                      <a:pt x="4344" y="2465"/>
                    </a:lnTo>
                    <a:lnTo>
                      <a:pt x="3925" y="2812"/>
                    </a:lnTo>
                    <a:lnTo>
                      <a:pt x="3505" y="3177"/>
                    </a:lnTo>
                    <a:lnTo>
                      <a:pt x="3121" y="3578"/>
                    </a:lnTo>
                    <a:lnTo>
                      <a:pt x="2756" y="3980"/>
                    </a:lnTo>
                    <a:lnTo>
                      <a:pt x="2410" y="4400"/>
                    </a:lnTo>
                    <a:lnTo>
                      <a:pt x="2081" y="4838"/>
                    </a:lnTo>
                    <a:lnTo>
                      <a:pt x="1789" y="5294"/>
                    </a:lnTo>
                    <a:lnTo>
                      <a:pt x="1497" y="5750"/>
                    </a:lnTo>
                    <a:lnTo>
                      <a:pt x="1242" y="6225"/>
                    </a:lnTo>
                    <a:lnTo>
                      <a:pt x="1004" y="6718"/>
                    </a:lnTo>
                    <a:lnTo>
                      <a:pt x="803" y="7229"/>
                    </a:lnTo>
                    <a:lnTo>
                      <a:pt x="603" y="7740"/>
                    </a:lnTo>
                    <a:lnTo>
                      <a:pt x="438" y="8251"/>
                    </a:lnTo>
                    <a:lnTo>
                      <a:pt x="311" y="8780"/>
                    </a:lnTo>
                    <a:lnTo>
                      <a:pt x="183" y="9309"/>
                    </a:lnTo>
                    <a:lnTo>
                      <a:pt x="92" y="9857"/>
                    </a:lnTo>
                    <a:lnTo>
                      <a:pt x="37" y="10404"/>
                    </a:lnTo>
                    <a:lnTo>
                      <a:pt x="0" y="10952"/>
                    </a:lnTo>
                    <a:lnTo>
                      <a:pt x="0" y="11518"/>
                    </a:lnTo>
                    <a:lnTo>
                      <a:pt x="0" y="12065"/>
                    </a:lnTo>
                    <a:lnTo>
                      <a:pt x="55" y="12631"/>
                    </a:lnTo>
                    <a:lnTo>
                      <a:pt x="128" y="13197"/>
                    </a:lnTo>
                    <a:lnTo>
                      <a:pt x="238" y="13763"/>
                    </a:lnTo>
                    <a:lnTo>
                      <a:pt x="365" y="14329"/>
                    </a:lnTo>
                    <a:lnTo>
                      <a:pt x="530" y="14876"/>
                    </a:lnTo>
                    <a:lnTo>
                      <a:pt x="639" y="15241"/>
                    </a:lnTo>
                    <a:lnTo>
                      <a:pt x="785" y="15606"/>
                    </a:lnTo>
                    <a:lnTo>
                      <a:pt x="931" y="15971"/>
                    </a:lnTo>
                    <a:lnTo>
                      <a:pt x="1077" y="16318"/>
                    </a:lnTo>
                    <a:lnTo>
                      <a:pt x="1242" y="16647"/>
                    </a:lnTo>
                    <a:lnTo>
                      <a:pt x="1424" y="16975"/>
                    </a:lnTo>
                    <a:lnTo>
                      <a:pt x="1607" y="17304"/>
                    </a:lnTo>
                    <a:lnTo>
                      <a:pt x="1807" y="17632"/>
                    </a:lnTo>
                    <a:lnTo>
                      <a:pt x="2008" y="17942"/>
                    </a:lnTo>
                    <a:lnTo>
                      <a:pt x="2227" y="18235"/>
                    </a:lnTo>
                    <a:lnTo>
                      <a:pt x="2446" y="18527"/>
                    </a:lnTo>
                    <a:lnTo>
                      <a:pt x="2683" y="18819"/>
                    </a:lnTo>
                    <a:lnTo>
                      <a:pt x="2921" y="19092"/>
                    </a:lnTo>
                    <a:lnTo>
                      <a:pt x="3176" y="19348"/>
                    </a:lnTo>
                    <a:lnTo>
                      <a:pt x="3432" y="19622"/>
                    </a:lnTo>
                    <a:lnTo>
                      <a:pt x="3706" y="19859"/>
                    </a:lnTo>
                    <a:lnTo>
                      <a:pt x="5111" y="21173"/>
                    </a:lnTo>
                    <a:lnTo>
                      <a:pt x="6516" y="22505"/>
                    </a:lnTo>
                    <a:lnTo>
                      <a:pt x="7903" y="23838"/>
                    </a:lnTo>
                    <a:lnTo>
                      <a:pt x="9254" y="25207"/>
                    </a:lnTo>
                    <a:lnTo>
                      <a:pt x="10185" y="26156"/>
                    </a:lnTo>
                    <a:lnTo>
                      <a:pt x="11098" y="27105"/>
                    </a:lnTo>
                    <a:lnTo>
                      <a:pt x="12430" y="28529"/>
                    </a:lnTo>
                    <a:lnTo>
                      <a:pt x="19055" y="26430"/>
                    </a:lnTo>
                    <a:lnTo>
                      <a:pt x="20424" y="25992"/>
                    </a:lnTo>
                    <a:lnTo>
                      <a:pt x="20844" y="23181"/>
                    </a:lnTo>
                    <a:lnTo>
                      <a:pt x="21008" y="22104"/>
                    </a:lnTo>
                    <a:lnTo>
                      <a:pt x="21173" y="21027"/>
                    </a:lnTo>
                    <a:lnTo>
                      <a:pt x="21373" y="19950"/>
                    </a:lnTo>
                    <a:lnTo>
                      <a:pt x="21556" y="18873"/>
                    </a:lnTo>
                    <a:lnTo>
                      <a:pt x="21811" y="17632"/>
                    </a:lnTo>
                    <a:lnTo>
                      <a:pt x="22049" y="16409"/>
                    </a:lnTo>
                    <a:lnTo>
                      <a:pt x="22596" y="13964"/>
                    </a:lnTo>
                    <a:lnTo>
                      <a:pt x="22669" y="13599"/>
                    </a:lnTo>
                    <a:lnTo>
                      <a:pt x="22724" y="13233"/>
                    </a:lnTo>
                    <a:lnTo>
                      <a:pt x="22779" y="12868"/>
                    </a:lnTo>
                    <a:lnTo>
                      <a:pt x="22815" y="12503"/>
                    </a:lnTo>
                    <a:lnTo>
                      <a:pt x="22852" y="12138"/>
                    </a:lnTo>
                    <a:lnTo>
                      <a:pt x="22870" y="11755"/>
                    </a:lnTo>
                    <a:lnTo>
                      <a:pt x="22870" y="11390"/>
                    </a:lnTo>
                    <a:lnTo>
                      <a:pt x="22870" y="11007"/>
                    </a:lnTo>
                    <a:lnTo>
                      <a:pt x="22852" y="10642"/>
                    </a:lnTo>
                    <a:lnTo>
                      <a:pt x="22815" y="10258"/>
                    </a:lnTo>
                    <a:lnTo>
                      <a:pt x="22760" y="9875"/>
                    </a:lnTo>
                    <a:lnTo>
                      <a:pt x="22706" y="9510"/>
                    </a:lnTo>
                    <a:lnTo>
                      <a:pt x="22633" y="9127"/>
                    </a:lnTo>
                    <a:lnTo>
                      <a:pt x="22541" y="8744"/>
                    </a:lnTo>
                    <a:lnTo>
                      <a:pt x="22450" y="8360"/>
                    </a:lnTo>
                    <a:lnTo>
                      <a:pt x="22341" y="7995"/>
                    </a:lnTo>
                    <a:lnTo>
                      <a:pt x="22158" y="7448"/>
                    </a:lnTo>
                    <a:lnTo>
                      <a:pt x="21939" y="6918"/>
                    </a:lnTo>
                    <a:lnTo>
                      <a:pt x="21702" y="6389"/>
                    </a:lnTo>
                    <a:lnTo>
                      <a:pt x="21446" y="5896"/>
                    </a:lnTo>
                    <a:lnTo>
                      <a:pt x="21154" y="5422"/>
                    </a:lnTo>
                    <a:lnTo>
                      <a:pt x="20844" y="4947"/>
                    </a:lnTo>
                    <a:lnTo>
                      <a:pt x="20534" y="4509"/>
                    </a:lnTo>
                    <a:lnTo>
                      <a:pt x="20187" y="4071"/>
                    </a:lnTo>
                    <a:lnTo>
                      <a:pt x="19822" y="3669"/>
                    </a:lnTo>
                    <a:lnTo>
                      <a:pt x="19439" y="3268"/>
                    </a:lnTo>
                    <a:lnTo>
                      <a:pt x="19037" y="2903"/>
                    </a:lnTo>
                    <a:lnTo>
                      <a:pt x="18617" y="2556"/>
                    </a:lnTo>
                    <a:lnTo>
                      <a:pt x="18198" y="2228"/>
                    </a:lnTo>
                    <a:lnTo>
                      <a:pt x="17741" y="1917"/>
                    </a:lnTo>
                    <a:lnTo>
                      <a:pt x="17285" y="1625"/>
                    </a:lnTo>
                    <a:lnTo>
                      <a:pt x="16810" y="1351"/>
                    </a:lnTo>
                    <a:lnTo>
                      <a:pt x="16336" y="1114"/>
                    </a:lnTo>
                    <a:lnTo>
                      <a:pt x="15843" y="895"/>
                    </a:lnTo>
                    <a:lnTo>
                      <a:pt x="15332" y="694"/>
                    </a:lnTo>
                    <a:lnTo>
                      <a:pt x="14821" y="530"/>
                    </a:lnTo>
                    <a:lnTo>
                      <a:pt x="14310" y="366"/>
                    </a:lnTo>
                    <a:lnTo>
                      <a:pt x="13781" y="238"/>
                    </a:lnTo>
                    <a:lnTo>
                      <a:pt x="13233" y="147"/>
                    </a:lnTo>
                    <a:lnTo>
                      <a:pt x="12685" y="74"/>
                    </a:lnTo>
                    <a:lnTo>
                      <a:pt x="12138" y="19"/>
                    </a:lnTo>
                    <a:lnTo>
                      <a:pt x="11590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0B9"/>
                  </a:gs>
                  <a:gs pos="100000">
                    <a:srgbClr val="F9D03C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40"/>
              <p:cNvSpPr/>
              <p:nvPr/>
            </p:nvSpPr>
            <p:spPr>
              <a:xfrm>
                <a:off x="7432076" y="2162855"/>
                <a:ext cx="242546" cy="393304"/>
              </a:xfrm>
              <a:custGeom>
                <a:avLst/>
                <a:gdLst/>
                <a:ahLst/>
                <a:cxnLst/>
                <a:rect l="l" t="t" r="r" b="b"/>
                <a:pathLst>
                  <a:path w="7576" h="12285" extrusionOk="0">
                    <a:moveTo>
                      <a:pt x="165" y="1"/>
                    </a:moveTo>
                    <a:lnTo>
                      <a:pt x="92" y="19"/>
                    </a:lnTo>
                    <a:lnTo>
                      <a:pt x="37" y="74"/>
                    </a:lnTo>
                    <a:lnTo>
                      <a:pt x="19" y="128"/>
                    </a:lnTo>
                    <a:lnTo>
                      <a:pt x="1" y="201"/>
                    </a:lnTo>
                    <a:lnTo>
                      <a:pt x="37" y="274"/>
                    </a:lnTo>
                    <a:lnTo>
                      <a:pt x="7210" y="12193"/>
                    </a:lnTo>
                    <a:lnTo>
                      <a:pt x="7247" y="12248"/>
                    </a:lnTo>
                    <a:lnTo>
                      <a:pt x="7302" y="12284"/>
                    </a:lnTo>
                    <a:lnTo>
                      <a:pt x="7411" y="12284"/>
                    </a:lnTo>
                    <a:lnTo>
                      <a:pt x="7484" y="12266"/>
                    </a:lnTo>
                    <a:lnTo>
                      <a:pt x="7539" y="12211"/>
                    </a:lnTo>
                    <a:lnTo>
                      <a:pt x="7576" y="12156"/>
                    </a:lnTo>
                    <a:lnTo>
                      <a:pt x="7576" y="12065"/>
                    </a:lnTo>
                    <a:lnTo>
                      <a:pt x="7539" y="12010"/>
                    </a:lnTo>
                    <a:lnTo>
                      <a:pt x="366" y="92"/>
                    </a:lnTo>
                    <a:lnTo>
                      <a:pt x="311" y="19"/>
                    </a:lnTo>
                    <a:lnTo>
                      <a:pt x="238" y="1"/>
                    </a:lnTo>
                    <a:close/>
                  </a:path>
                </a:pathLst>
              </a:custGeom>
              <a:solidFill>
                <a:srgbClr val="2222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40"/>
              <p:cNvSpPr/>
              <p:nvPr/>
            </p:nvSpPr>
            <p:spPr>
              <a:xfrm>
                <a:off x="7664674" y="2093315"/>
                <a:ext cx="87081" cy="440046"/>
              </a:xfrm>
              <a:custGeom>
                <a:avLst/>
                <a:gdLst/>
                <a:ahLst/>
                <a:cxnLst/>
                <a:rect l="l" t="t" r="r" b="b"/>
                <a:pathLst>
                  <a:path w="2720" h="13745" extrusionOk="0">
                    <a:moveTo>
                      <a:pt x="146" y="1"/>
                    </a:moveTo>
                    <a:lnTo>
                      <a:pt x="73" y="19"/>
                    </a:lnTo>
                    <a:lnTo>
                      <a:pt x="37" y="74"/>
                    </a:lnTo>
                    <a:lnTo>
                      <a:pt x="0" y="147"/>
                    </a:lnTo>
                    <a:lnTo>
                      <a:pt x="0" y="220"/>
                    </a:lnTo>
                    <a:lnTo>
                      <a:pt x="2355" y="13580"/>
                    </a:lnTo>
                    <a:lnTo>
                      <a:pt x="2373" y="13653"/>
                    </a:lnTo>
                    <a:lnTo>
                      <a:pt x="2428" y="13708"/>
                    </a:lnTo>
                    <a:lnTo>
                      <a:pt x="2482" y="13726"/>
                    </a:lnTo>
                    <a:lnTo>
                      <a:pt x="2555" y="13744"/>
                    </a:lnTo>
                    <a:lnTo>
                      <a:pt x="2574" y="13744"/>
                    </a:lnTo>
                    <a:lnTo>
                      <a:pt x="2647" y="13708"/>
                    </a:lnTo>
                    <a:lnTo>
                      <a:pt x="2702" y="13653"/>
                    </a:lnTo>
                    <a:lnTo>
                      <a:pt x="2720" y="13598"/>
                    </a:lnTo>
                    <a:lnTo>
                      <a:pt x="2720" y="13507"/>
                    </a:lnTo>
                    <a:lnTo>
                      <a:pt x="384" y="147"/>
                    </a:lnTo>
                    <a:lnTo>
                      <a:pt x="347" y="74"/>
                    </a:lnTo>
                    <a:lnTo>
                      <a:pt x="292" y="19"/>
                    </a:lnTo>
                    <a:lnTo>
                      <a:pt x="219" y="1"/>
                    </a:lnTo>
                    <a:close/>
                  </a:path>
                </a:pathLst>
              </a:custGeom>
              <a:solidFill>
                <a:srgbClr val="2222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40"/>
              <p:cNvSpPr/>
              <p:nvPr/>
            </p:nvSpPr>
            <p:spPr>
              <a:xfrm>
                <a:off x="7413378" y="2139483"/>
                <a:ext cx="58491" cy="58459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26" extrusionOk="0">
                    <a:moveTo>
                      <a:pt x="950" y="1"/>
                    </a:moveTo>
                    <a:lnTo>
                      <a:pt x="767" y="19"/>
                    </a:lnTo>
                    <a:lnTo>
                      <a:pt x="603" y="55"/>
                    </a:lnTo>
                    <a:lnTo>
                      <a:pt x="439" y="147"/>
                    </a:lnTo>
                    <a:lnTo>
                      <a:pt x="293" y="256"/>
                    </a:lnTo>
                    <a:lnTo>
                      <a:pt x="183" y="384"/>
                    </a:lnTo>
                    <a:lnTo>
                      <a:pt x="92" y="530"/>
                    </a:lnTo>
                    <a:lnTo>
                      <a:pt x="37" y="694"/>
                    </a:lnTo>
                    <a:lnTo>
                      <a:pt x="1" y="877"/>
                    </a:lnTo>
                    <a:lnTo>
                      <a:pt x="19" y="1059"/>
                    </a:lnTo>
                    <a:lnTo>
                      <a:pt x="74" y="1242"/>
                    </a:lnTo>
                    <a:lnTo>
                      <a:pt x="147" y="1406"/>
                    </a:lnTo>
                    <a:lnTo>
                      <a:pt x="256" y="1534"/>
                    </a:lnTo>
                    <a:lnTo>
                      <a:pt x="384" y="1662"/>
                    </a:lnTo>
                    <a:lnTo>
                      <a:pt x="530" y="1735"/>
                    </a:lnTo>
                    <a:lnTo>
                      <a:pt x="694" y="1808"/>
                    </a:lnTo>
                    <a:lnTo>
                      <a:pt x="877" y="1826"/>
                    </a:lnTo>
                    <a:lnTo>
                      <a:pt x="1060" y="1826"/>
                    </a:lnTo>
                    <a:lnTo>
                      <a:pt x="1242" y="1771"/>
                    </a:lnTo>
                    <a:lnTo>
                      <a:pt x="1406" y="1698"/>
                    </a:lnTo>
                    <a:lnTo>
                      <a:pt x="1534" y="1589"/>
                    </a:lnTo>
                    <a:lnTo>
                      <a:pt x="1662" y="1461"/>
                    </a:lnTo>
                    <a:lnTo>
                      <a:pt x="1753" y="1297"/>
                    </a:lnTo>
                    <a:lnTo>
                      <a:pt x="1808" y="1132"/>
                    </a:lnTo>
                    <a:lnTo>
                      <a:pt x="1826" y="950"/>
                    </a:lnTo>
                    <a:lnTo>
                      <a:pt x="1826" y="767"/>
                    </a:lnTo>
                    <a:lnTo>
                      <a:pt x="1771" y="603"/>
                    </a:lnTo>
                    <a:lnTo>
                      <a:pt x="1698" y="439"/>
                    </a:lnTo>
                    <a:lnTo>
                      <a:pt x="1589" y="293"/>
                    </a:lnTo>
                    <a:lnTo>
                      <a:pt x="1461" y="183"/>
                    </a:lnTo>
                    <a:lnTo>
                      <a:pt x="1315" y="92"/>
                    </a:lnTo>
                    <a:lnTo>
                      <a:pt x="1133" y="37"/>
                    </a:lnTo>
                    <a:lnTo>
                      <a:pt x="950" y="1"/>
                    </a:lnTo>
                    <a:close/>
                  </a:path>
                </a:pathLst>
              </a:custGeom>
              <a:solidFill>
                <a:srgbClr val="2222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40"/>
              <p:cNvSpPr/>
              <p:nvPr/>
            </p:nvSpPr>
            <p:spPr>
              <a:xfrm>
                <a:off x="7641878" y="2062931"/>
                <a:ext cx="58459" cy="58459"/>
              </a:xfrm>
              <a:custGeom>
                <a:avLst/>
                <a:gdLst/>
                <a:ahLst/>
                <a:cxnLst/>
                <a:rect l="l" t="t" r="r" b="b"/>
                <a:pathLst>
                  <a:path w="1826" h="1826" extrusionOk="0">
                    <a:moveTo>
                      <a:pt x="767" y="1"/>
                    </a:moveTo>
                    <a:lnTo>
                      <a:pt x="584" y="55"/>
                    </a:lnTo>
                    <a:lnTo>
                      <a:pt x="420" y="128"/>
                    </a:lnTo>
                    <a:lnTo>
                      <a:pt x="292" y="238"/>
                    </a:lnTo>
                    <a:lnTo>
                      <a:pt x="165" y="366"/>
                    </a:lnTo>
                    <a:lnTo>
                      <a:pt x="73" y="512"/>
                    </a:lnTo>
                    <a:lnTo>
                      <a:pt x="19" y="694"/>
                    </a:lnTo>
                    <a:lnTo>
                      <a:pt x="0" y="877"/>
                    </a:lnTo>
                    <a:lnTo>
                      <a:pt x="0" y="1059"/>
                    </a:lnTo>
                    <a:lnTo>
                      <a:pt x="55" y="1224"/>
                    </a:lnTo>
                    <a:lnTo>
                      <a:pt x="128" y="1388"/>
                    </a:lnTo>
                    <a:lnTo>
                      <a:pt x="238" y="1534"/>
                    </a:lnTo>
                    <a:lnTo>
                      <a:pt x="365" y="1643"/>
                    </a:lnTo>
                    <a:lnTo>
                      <a:pt x="511" y="1735"/>
                    </a:lnTo>
                    <a:lnTo>
                      <a:pt x="694" y="1789"/>
                    </a:lnTo>
                    <a:lnTo>
                      <a:pt x="876" y="1826"/>
                    </a:lnTo>
                    <a:lnTo>
                      <a:pt x="1059" y="1808"/>
                    </a:lnTo>
                    <a:lnTo>
                      <a:pt x="1223" y="1753"/>
                    </a:lnTo>
                    <a:lnTo>
                      <a:pt x="1388" y="1680"/>
                    </a:lnTo>
                    <a:lnTo>
                      <a:pt x="1534" y="1570"/>
                    </a:lnTo>
                    <a:lnTo>
                      <a:pt x="1643" y="1443"/>
                    </a:lnTo>
                    <a:lnTo>
                      <a:pt x="1734" y="1297"/>
                    </a:lnTo>
                    <a:lnTo>
                      <a:pt x="1789" y="1132"/>
                    </a:lnTo>
                    <a:lnTo>
                      <a:pt x="1826" y="950"/>
                    </a:lnTo>
                    <a:lnTo>
                      <a:pt x="1807" y="767"/>
                    </a:lnTo>
                    <a:lnTo>
                      <a:pt x="1753" y="585"/>
                    </a:lnTo>
                    <a:lnTo>
                      <a:pt x="1680" y="420"/>
                    </a:lnTo>
                    <a:lnTo>
                      <a:pt x="1570" y="293"/>
                    </a:lnTo>
                    <a:lnTo>
                      <a:pt x="1442" y="165"/>
                    </a:lnTo>
                    <a:lnTo>
                      <a:pt x="1296" y="92"/>
                    </a:lnTo>
                    <a:lnTo>
                      <a:pt x="1132" y="19"/>
                    </a:lnTo>
                    <a:lnTo>
                      <a:pt x="950" y="1"/>
                    </a:lnTo>
                    <a:close/>
                  </a:path>
                </a:pathLst>
              </a:custGeom>
              <a:solidFill>
                <a:srgbClr val="2222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40"/>
              <p:cNvSpPr/>
              <p:nvPr/>
            </p:nvSpPr>
            <p:spPr>
              <a:xfrm>
                <a:off x="7563567" y="2498868"/>
                <a:ext cx="299212" cy="153704"/>
              </a:xfrm>
              <a:custGeom>
                <a:avLst/>
                <a:gdLst/>
                <a:ahLst/>
                <a:cxnLst/>
                <a:rect l="l" t="t" r="r" b="b"/>
                <a:pathLst>
                  <a:path w="9346" h="4801" extrusionOk="0">
                    <a:moveTo>
                      <a:pt x="8324" y="1"/>
                    </a:moveTo>
                    <a:lnTo>
                      <a:pt x="8214" y="37"/>
                    </a:lnTo>
                    <a:lnTo>
                      <a:pt x="402" y="2501"/>
                    </a:lnTo>
                    <a:lnTo>
                      <a:pt x="293" y="2556"/>
                    </a:lnTo>
                    <a:lnTo>
                      <a:pt x="201" y="2611"/>
                    </a:lnTo>
                    <a:lnTo>
                      <a:pt x="128" y="2684"/>
                    </a:lnTo>
                    <a:lnTo>
                      <a:pt x="55" y="2793"/>
                    </a:lnTo>
                    <a:lnTo>
                      <a:pt x="19" y="2884"/>
                    </a:lnTo>
                    <a:lnTo>
                      <a:pt x="1" y="2994"/>
                    </a:lnTo>
                    <a:lnTo>
                      <a:pt x="1" y="3103"/>
                    </a:lnTo>
                    <a:lnTo>
                      <a:pt x="19" y="3231"/>
                    </a:lnTo>
                    <a:lnTo>
                      <a:pt x="402" y="4399"/>
                    </a:lnTo>
                    <a:lnTo>
                      <a:pt x="439" y="4509"/>
                    </a:lnTo>
                    <a:lnTo>
                      <a:pt x="512" y="4600"/>
                    </a:lnTo>
                    <a:lnTo>
                      <a:pt x="585" y="4673"/>
                    </a:lnTo>
                    <a:lnTo>
                      <a:pt x="676" y="4746"/>
                    </a:lnTo>
                    <a:lnTo>
                      <a:pt x="785" y="4783"/>
                    </a:lnTo>
                    <a:lnTo>
                      <a:pt x="895" y="4801"/>
                    </a:lnTo>
                    <a:lnTo>
                      <a:pt x="1005" y="4801"/>
                    </a:lnTo>
                    <a:lnTo>
                      <a:pt x="1114" y="4783"/>
                    </a:lnTo>
                    <a:lnTo>
                      <a:pt x="8944" y="2319"/>
                    </a:lnTo>
                    <a:lnTo>
                      <a:pt x="9035" y="2264"/>
                    </a:lnTo>
                    <a:lnTo>
                      <a:pt x="9145" y="2191"/>
                    </a:lnTo>
                    <a:lnTo>
                      <a:pt x="9218" y="2118"/>
                    </a:lnTo>
                    <a:lnTo>
                      <a:pt x="9273" y="2027"/>
                    </a:lnTo>
                    <a:lnTo>
                      <a:pt x="9309" y="1917"/>
                    </a:lnTo>
                    <a:lnTo>
                      <a:pt x="9346" y="1807"/>
                    </a:lnTo>
                    <a:lnTo>
                      <a:pt x="9327" y="1698"/>
                    </a:lnTo>
                    <a:lnTo>
                      <a:pt x="9309" y="1588"/>
                    </a:lnTo>
                    <a:lnTo>
                      <a:pt x="8944" y="402"/>
                    </a:lnTo>
                    <a:lnTo>
                      <a:pt x="8889" y="293"/>
                    </a:lnTo>
                    <a:lnTo>
                      <a:pt x="8835" y="201"/>
                    </a:lnTo>
                    <a:lnTo>
                      <a:pt x="8743" y="128"/>
                    </a:lnTo>
                    <a:lnTo>
                      <a:pt x="8652" y="74"/>
                    </a:lnTo>
                    <a:lnTo>
                      <a:pt x="8561" y="37"/>
                    </a:lnTo>
                    <a:lnTo>
                      <a:pt x="845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40"/>
              <p:cNvSpPr/>
              <p:nvPr/>
            </p:nvSpPr>
            <p:spPr>
              <a:xfrm>
                <a:off x="7569426" y="2527490"/>
                <a:ext cx="293353" cy="125083"/>
              </a:xfrm>
              <a:custGeom>
                <a:avLst/>
                <a:gdLst/>
                <a:ahLst/>
                <a:cxnLst/>
                <a:rect l="l" t="t" r="r" b="b"/>
                <a:pathLst>
                  <a:path w="9163" h="3907" extrusionOk="0">
                    <a:moveTo>
                      <a:pt x="8907" y="1"/>
                    </a:moveTo>
                    <a:lnTo>
                      <a:pt x="0" y="2812"/>
                    </a:lnTo>
                    <a:lnTo>
                      <a:pt x="219" y="3505"/>
                    </a:lnTo>
                    <a:lnTo>
                      <a:pt x="256" y="3615"/>
                    </a:lnTo>
                    <a:lnTo>
                      <a:pt x="329" y="3706"/>
                    </a:lnTo>
                    <a:lnTo>
                      <a:pt x="402" y="3779"/>
                    </a:lnTo>
                    <a:lnTo>
                      <a:pt x="493" y="3852"/>
                    </a:lnTo>
                    <a:lnTo>
                      <a:pt x="602" y="3889"/>
                    </a:lnTo>
                    <a:lnTo>
                      <a:pt x="712" y="3907"/>
                    </a:lnTo>
                    <a:lnTo>
                      <a:pt x="822" y="3907"/>
                    </a:lnTo>
                    <a:lnTo>
                      <a:pt x="931" y="3889"/>
                    </a:lnTo>
                    <a:lnTo>
                      <a:pt x="8761" y="1425"/>
                    </a:lnTo>
                    <a:lnTo>
                      <a:pt x="8852" y="1370"/>
                    </a:lnTo>
                    <a:lnTo>
                      <a:pt x="8962" y="1297"/>
                    </a:lnTo>
                    <a:lnTo>
                      <a:pt x="9035" y="1224"/>
                    </a:lnTo>
                    <a:lnTo>
                      <a:pt x="9090" y="1133"/>
                    </a:lnTo>
                    <a:lnTo>
                      <a:pt x="9126" y="1023"/>
                    </a:lnTo>
                    <a:lnTo>
                      <a:pt x="9163" y="913"/>
                    </a:lnTo>
                    <a:lnTo>
                      <a:pt x="9144" y="804"/>
                    </a:lnTo>
                    <a:lnTo>
                      <a:pt x="9126" y="694"/>
                    </a:lnTo>
                    <a:lnTo>
                      <a:pt x="890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40"/>
              <p:cNvSpPr/>
              <p:nvPr/>
            </p:nvSpPr>
            <p:spPr>
              <a:xfrm>
                <a:off x="7586362" y="2571929"/>
                <a:ext cx="299212" cy="153704"/>
              </a:xfrm>
              <a:custGeom>
                <a:avLst/>
                <a:gdLst/>
                <a:ahLst/>
                <a:cxnLst/>
                <a:rect l="l" t="t" r="r" b="b"/>
                <a:pathLst>
                  <a:path w="9346" h="4801" extrusionOk="0">
                    <a:moveTo>
                      <a:pt x="8342" y="0"/>
                    </a:moveTo>
                    <a:lnTo>
                      <a:pt x="8214" y="18"/>
                    </a:lnTo>
                    <a:lnTo>
                      <a:pt x="402" y="2501"/>
                    </a:lnTo>
                    <a:lnTo>
                      <a:pt x="293" y="2537"/>
                    </a:lnTo>
                    <a:lnTo>
                      <a:pt x="201" y="2610"/>
                    </a:lnTo>
                    <a:lnTo>
                      <a:pt x="128" y="2683"/>
                    </a:lnTo>
                    <a:lnTo>
                      <a:pt x="73" y="2774"/>
                    </a:lnTo>
                    <a:lnTo>
                      <a:pt x="19" y="2884"/>
                    </a:lnTo>
                    <a:lnTo>
                      <a:pt x="0" y="2993"/>
                    </a:lnTo>
                    <a:lnTo>
                      <a:pt x="0" y="3103"/>
                    </a:lnTo>
                    <a:lnTo>
                      <a:pt x="19" y="3212"/>
                    </a:lnTo>
                    <a:lnTo>
                      <a:pt x="402" y="4399"/>
                    </a:lnTo>
                    <a:lnTo>
                      <a:pt x="439" y="4490"/>
                    </a:lnTo>
                    <a:lnTo>
                      <a:pt x="493" y="4581"/>
                    </a:lnTo>
                    <a:lnTo>
                      <a:pt x="566" y="4654"/>
                    </a:lnTo>
                    <a:lnTo>
                      <a:pt x="639" y="4709"/>
                    </a:lnTo>
                    <a:lnTo>
                      <a:pt x="731" y="4764"/>
                    </a:lnTo>
                    <a:lnTo>
                      <a:pt x="822" y="4782"/>
                    </a:lnTo>
                    <a:lnTo>
                      <a:pt x="931" y="4800"/>
                    </a:lnTo>
                    <a:lnTo>
                      <a:pt x="1023" y="4800"/>
                    </a:lnTo>
                    <a:lnTo>
                      <a:pt x="1114" y="4782"/>
                    </a:lnTo>
                    <a:lnTo>
                      <a:pt x="8944" y="2300"/>
                    </a:lnTo>
                    <a:lnTo>
                      <a:pt x="9035" y="2263"/>
                    </a:lnTo>
                    <a:lnTo>
                      <a:pt x="9108" y="2209"/>
                    </a:lnTo>
                    <a:lnTo>
                      <a:pt x="9199" y="2154"/>
                    </a:lnTo>
                    <a:lnTo>
                      <a:pt x="9254" y="2063"/>
                    </a:lnTo>
                    <a:lnTo>
                      <a:pt x="9291" y="1971"/>
                    </a:lnTo>
                    <a:lnTo>
                      <a:pt x="9327" y="1880"/>
                    </a:lnTo>
                    <a:lnTo>
                      <a:pt x="9345" y="1789"/>
                    </a:lnTo>
                    <a:lnTo>
                      <a:pt x="9345" y="1679"/>
                    </a:lnTo>
                    <a:lnTo>
                      <a:pt x="9309" y="1588"/>
                    </a:lnTo>
                    <a:lnTo>
                      <a:pt x="8944" y="402"/>
                    </a:lnTo>
                    <a:lnTo>
                      <a:pt x="8907" y="292"/>
                    </a:lnTo>
                    <a:lnTo>
                      <a:pt x="8834" y="201"/>
                    </a:lnTo>
                    <a:lnTo>
                      <a:pt x="8761" y="128"/>
                    </a:lnTo>
                    <a:lnTo>
                      <a:pt x="8670" y="73"/>
                    </a:lnTo>
                    <a:lnTo>
                      <a:pt x="8561" y="18"/>
                    </a:lnTo>
                    <a:lnTo>
                      <a:pt x="845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40"/>
              <p:cNvSpPr/>
              <p:nvPr/>
            </p:nvSpPr>
            <p:spPr>
              <a:xfrm>
                <a:off x="7592189" y="2599976"/>
                <a:ext cx="293385" cy="125659"/>
              </a:xfrm>
              <a:custGeom>
                <a:avLst/>
                <a:gdLst/>
                <a:ahLst/>
                <a:cxnLst/>
                <a:rect l="l" t="t" r="r" b="b"/>
                <a:pathLst>
                  <a:path w="9164" h="3925" extrusionOk="0">
                    <a:moveTo>
                      <a:pt x="8908" y="0"/>
                    </a:moveTo>
                    <a:lnTo>
                      <a:pt x="1" y="2811"/>
                    </a:lnTo>
                    <a:lnTo>
                      <a:pt x="220" y="3523"/>
                    </a:lnTo>
                    <a:lnTo>
                      <a:pt x="257" y="3614"/>
                    </a:lnTo>
                    <a:lnTo>
                      <a:pt x="311" y="3705"/>
                    </a:lnTo>
                    <a:lnTo>
                      <a:pt x="384" y="3778"/>
                    </a:lnTo>
                    <a:lnTo>
                      <a:pt x="457" y="3833"/>
                    </a:lnTo>
                    <a:lnTo>
                      <a:pt x="549" y="3888"/>
                    </a:lnTo>
                    <a:lnTo>
                      <a:pt x="640" y="3906"/>
                    </a:lnTo>
                    <a:lnTo>
                      <a:pt x="749" y="3924"/>
                    </a:lnTo>
                    <a:lnTo>
                      <a:pt x="841" y="3924"/>
                    </a:lnTo>
                    <a:lnTo>
                      <a:pt x="8853" y="1387"/>
                    </a:lnTo>
                    <a:lnTo>
                      <a:pt x="8926" y="1333"/>
                    </a:lnTo>
                    <a:lnTo>
                      <a:pt x="9017" y="1278"/>
                    </a:lnTo>
                    <a:lnTo>
                      <a:pt x="9072" y="1187"/>
                    </a:lnTo>
                    <a:lnTo>
                      <a:pt x="9109" y="1095"/>
                    </a:lnTo>
                    <a:lnTo>
                      <a:pt x="9145" y="1004"/>
                    </a:lnTo>
                    <a:lnTo>
                      <a:pt x="9163" y="913"/>
                    </a:lnTo>
                    <a:lnTo>
                      <a:pt x="9163" y="803"/>
                    </a:lnTo>
                    <a:lnTo>
                      <a:pt x="9127" y="712"/>
                    </a:lnTo>
                    <a:lnTo>
                      <a:pt x="890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40"/>
              <p:cNvSpPr/>
              <p:nvPr/>
            </p:nvSpPr>
            <p:spPr>
              <a:xfrm>
                <a:off x="7609734" y="2644383"/>
                <a:ext cx="298636" cy="153704"/>
              </a:xfrm>
              <a:custGeom>
                <a:avLst/>
                <a:gdLst/>
                <a:ahLst/>
                <a:cxnLst/>
                <a:rect l="l" t="t" r="r" b="b"/>
                <a:pathLst>
                  <a:path w="9328" h="4801" extrusionOk="0">
                    <a:moveTo>
                      <a:pt x="8323" y="0"/>
                    </a:moveTo>
                    <a:lnTo>
                      <a:pt x="8214" y="37"/>
                    </a:lnTo>
                    <a:lnTo>
                      <a:pt x="384" y="2501"/>
                    </a:lnTo>
                    <a:lnTo>
                      <a:pt x="293" y="2537"/>
                    </a:lnTo>
                    <a:lnTo>
                      <a:pt x="201" y="2610"/>
                    </a:lnTo>
                    <a:lnTo>
                      <a:pt x="110" y="2683"/>
                    </a:lnTo>
                    <a:lnTo>
                      <a:pt x="55" y="2775"/>
                    </a:lnTo>
                    <a:lnTo>
                      <a:pt x="19" y="2884"/>
                    </a:lnTo>
                    <a:lnTo>
                      <a:pt x="1" y="2994"/>
                    </a:lnTo>
                    <a:lnTo>
                      <a:pt x="1" y="3103"/>
                    </a:lnTo>
                    <a:lnTo>
                      <a:pt x="19" y="3213"/>
                    </a:lnTo>
                    <a:lnTo>
                      <a:pt x="384" y="4399"/>
                    </a:lnTo>
                    <a:lnTo>
                      <a:pt x="420" y="4490"/>
                    </a:lnTo>
                    <a:lnTo>
                      <a:pt x="493" y="4582"/>
                    </a:lnTo>
                    <a:lnTo>
                      <a:pt x="548" y="4655"/>
                    </a:lnTo>
                    <a:lnTo>
                      <a:pt x="639" y="4709"/>
                    </a:lnTo>
                    <a:lnTo>
                      <a:pt x="731" y="4764"/>
                    </a:lnTo>
                    <a:lnTo>
                      <a:pt x="822" y="4782"/>
                    </a:lnTo>
                    <a:lnTo>
                      <a:pt x="913" y="4801"/>
                    </a:lnTo>
                    <a:lnTo>
                      <a:pt x="1023" y="4801"/>
                    </a:lnTo>
                    <a:lnTo>
                      <a:pt x="1114" y="4782"/>
                    </a:lnTo>
                    <a:lnTo>
                      <a:pt x="8926" y="2300"/>
                    </a:lnTo>
                    <a:lnTo>
                      <a:pt x="9017" y="2264"/>
                    </a:lnTo>
                    <a:lnTo>
                      <a:pt x="9108" y="2209"/>
                    </a:lnTo>
                    <a:lnTo>
                      <a:pt x="9181" y="2154"/>
                    </a:lnTo>
                    <a:lnTo>
                      <a:pt x="9236" y="2063"/>
                    </a:lnTo>
                    <a:lnTo>
                      <a:pt x="9291" y="1990"/>
                    </a:lnTo>
                    <a:lnTo>
                      <a:pt x="9327" y="1880"/>
                    </a:lnTo>
                    <a:lnTo>
                      <a:pt x="9327" y="1789"/>
                    </a:lnTo>
                    <a:lnTo>
                      <a:pt x="9327" y="1679"/>
                    </a:lnTo>
                    <a:lnTo>
                      <a:pt x="9309" y="1588"/>
                    </a:lnTo>
                    <a:lnTo>
                      <a:pt x="8944" y="402"/>
                    </a:lnTo>
                    <a:lnTo>
                      <a:pt x="8889" y="292"/>
                    </a:lnTo>
                    <a:lnTo>
                      <a:pt x="8816" y="201"/>
                    </a:lnTo>
                    <a:lnTo>
                      <a:pt x="8743" y="128"/>
                    </a:lnTo>
                    <a:lnTo>
                      <a:pt x="8652" y="73"/>
                    </a:lnTo>
                    <a:lnTo>
                      <a:pt x="8542" y="19"/>
                    </a:lnTo>
                    <a:lnTo>
                      <a:pt x="843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40"/>
              <p:cNvSpPr/>
              <p:nvPr/>
            </p:nvSpPr>
            <p:spPr>
              <a:xfrm>
                <a:off x="7614985" y="2672429"/>
                <a:ext cx="293385" cy="125659"/>
              </a:xfrm>
              <a:custGeom>
                <a:avLst/>
                <a:gdLst/>
                <a:ahLst/>
                <a:cxnLst/>
                <a:rect l="l" t="t" r="r" b="b"/>
                <a:pathLst>
                  <a:path w="9164" h="3925" extrusionOk="0">
                    <a:moveTo>
                      <a:pt x="8926" y="0"/>
                    </a:moveTo>
                    <a:lnTo>
                      <a:pt x="1" y="2811"/>
                    </a:lnTo>
                    <a:lnTo>
                      <a:pt x="220" y="3523"/>
                    </a:lnTo>
                    <a:lnTo>
                      <a:pt x="256" y="3614"/>
                    </a:lnTo>
                    <a:lnTo>
                      <a:pt x="329" y="3706"/>
                    </a:lnTo>
                    <a:lnTo>
                      <a:pt x="384" y="3779"/>
                    </a:lnTo>
                    <a:lnTo>
                      <a:pt x="475" y="3833"/>
                    </a:lnTo>
                    <a:lnTo>
                      <a:pt x="567" y="3888"/>
                    </a:lnTo>
                    <a:lnTo>
                      <a:pt x="658" y="3906"/>
                    </a:lnTo>
                    <a:lnTo>
                      <a:pt x="749" y="3925"/>
                    </a:lnTo>
                    <a:lnTo>
                      <a:pt x="859" y="3925"/>
                    </a:lnTo>
                    <a:lnTo>
                      <a:pt x="8853" y="1388"/>
                    </a:lnTo>
                    <a:lnTo>
                      <a:pt x="8944" y="1333"/>
                    </a:lnTo>
                    <a:lnTo>
                      <a:pt x="9017" y="1278"/>
                    </a:lnTo>
                    <a:lnTo>
                      <a:pt x="9072" y="1187"/>
                    </a:lnTo>
                    <a:lnTo>
                      <a:pt x="9127" y="1114"/>
                    </a:lnTo>
                    <a:lnTo>
                      <a:pt x="9163" y="1004"/>
                    </a:lnTo>
                    <a:lnTo>
                      <a:pt x="9163" y="913"/>
                    </a:lnTo>
                    <a:lnTo>
                      <a:pt x="9163" y="803"/>
                    </a:lnTo>
                    <a:lnTo>
                      <a:pt x="9145" y="712"/>
                    </a:lnTo>
                    <a:lnTo>
                      <a:pt x="8926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40"/>
              <p:cNvSpPr/>
              <p:nvPr/>
            </p:nvSpPr>
            <p:spPr>
              <a:xfrm>
                <a:off x="7698547" y="2735533"/>
                <a:ext cx="143779" cy="95277"/>
              </a:xfrm>
              <a:custGeom>
                <a:avLst/>
                <a:gdLst/>
                <a:ahLst/>
                <a:cxnLst/>
                <a:rect l="l" t="t" r="r" b="b"/>
                <a:pathLst>
                  <a:path w="4491" h="2976" extrusionOk="0">
                    <a:moveTo>
                      <a:pt x="4381" y="1"/>
                    </a:moveTo>
                    <a:lnTo>
                      <a:pt x="1" y="1388"/>
                    </a:lnTo>
                    <a:lnTo>
                      <a:pt x="92" y="1607"/>
                    </a:lnTo>
                    <a:lnTo>
                      <a:pt x="183" y="1808"/>
                    </a:lnTo>
                    <a:lnTo>
                      <a:pt x="311" y="1990"/>
                    </a:lnTo>
                    <a:lnTo>
                      <a:pt x="457" y="2173"/>
                    </a:lnTo>
                    <a:lnTo>
                      <a:pt x="603" y="2337"/>
                    </a:lnTo>
                    <a:lnTo>
                      <a:pt x="767" y="2483"/>
                    </a:lnTo>
                    <a:lnTo>
                      <a:pt x="950" y="2611"/>
                    </a:lnTo>
                    <a:lnTo>
                      <a:pt x="1132" y="2720"/>
                    </a:lnTo>
                    <a:lnTo>
                      <a:pt x="1333" y="2811"/>
                    </a:lnTo>
                    <a:lnTo>
                      <a:pt x="1552" y="2884"/>
                    </a:lnTo>
                    <a:lnTo>
                      <a:pt x="1753" y="2921"/>
                    </a:lnTo>
                    <a:lnTo>
                      <a:pt x="1972" y="2957"/>
                    </a:lnTo>
                    <a:lnTo>
                      <a:pt x="2209" y="2976"/>
                    </a:lnTo>
                    <a:lnTo>
                      <a:pt x="2428" y="2957"/>
                    </a:lnTo>
                    <a:lnTo>
                      <a:pt x="2647" y="2921"/>
                    </a:lnTo>
                    <a:lnTo>
                      <a:pt x="2885" y="2866"/>
                    </a:lnTo>
                    <a:lnTo>
                      <a:pt x="3104" y="2775"/>
                    </a:lnTo>
                    <a:lnTo>
                      <a:pt x="3304" y="2684"/>
                    </a:lnTo>
                    <a:lnTo>
                      <a:pt x="3505" y="2556"/>
                    </a:lnTo>
                    <a:lnTo>
                      <a:pt x="3669" y="2428"/>
                    </a:lnTo>
                    <a:lnTo>
                      <a:pt x="3834" y="2264"/>
                    </a:lnTo>
                    <a:lnTo>
                      <a:pt x="3980" y="2100"/>
                    </a:lnTo>
                    <a:lnTo>
                      <a:pt x="4108" y="1935"/>
                    </a:lnTo>
                    <a:lnTo>
                      <a:pt x="4217" y="1735"/>
                    </a:lnTo>
                    <a:lnTo>
                      <a:pt x="4308" y="1534"/>
                    </a:lnTo>
                    <a:lnTo>
                      <a:pt x="4381" y="1333"/>
                    </a:lnTo>
                    <a:lnTo>
                      <a:pt x="4436" y="1114"/>
                    </a:lnTo>
                    <a:lnTo>
                      <a:pt x="4473" y="895"/>
                    </a:lnTo>
                    <a:lnTo>
                      <a:pt x="4491" y="676"/>
                    </a:lnTo>
                    <a:lnTo>
                      <a:pt x="4473" y="457"/>
                    </a:lnTo>
                    <a:lnTo>
                      <a:pt x="4436" y="220"/>
                    </a:lnTo>
                    <a:lnTo>
                      <a:pt x="438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40"/>
              <p:cNvSpPr/>
              <p:nvPr/>
            </p:nvSpPr>
            <p:spPr>
              <a:xfrm>
                <a:off x="7212957" y="1715232"/>
                <a:ext cx="135584" cy="167150"/>
              </a:xfrm>
              <a:custGeom>
                <a:avLst/>
                <a:gdLst/>
                <a:ahLst/>
                <a:cxnLst/>
                <a:rect l="l" t="t" r="r" b="b"/>
                <a:pathLst>
                  <a:path w="4235" h="5221" extrusionOk="0">
                    <a:moveTo>
                      <a:pt x="2373" y="1"/>
                    </a:moveTo>
                    <a:lnTo>
                      <a:pt x="2300" y="19"/>
                    </a:lnTo>
                    <a:lnTo>
                      <a:pt x="2227" y="56"/>
                    </a:lnTo>
                    <a:lnTo>
                      <a:pt x="2154" y="92"/>
                    </a:lnTo>
                    <a:lnTo>
                      <a:pt x="2118" y="147"/>
                    </a:lnTo>
                    <a:lnTo>
                      <a:pt x="1515" y="1005"/>
                    </a:lnTo>
                    <a:lnTo>
                      <a:pt x="1461" y="1005"/>
                    </a:lnTo>
                    <a:lnTo>
                      <a:pt x="1351" y="1041"/>
                    </a:lnTo>
                    <a:lnTo>
                      <a:pt x="1260" y="1096"/>
                    </a:lnTo>
                    <a:lnTo>
                      <a:pt x="1187" y="1151"/>
                    </a:lnTo>
                    <a:lnTo>
                      <a:pt x="1096" y="1242"/>
                    </a:lnTo>
                    <a:lnTo>
                      <a:pt x="1023" y="1370"/>
                    </a:lnTo>
                    <a:lnTo>
                      <a:pt x="968" y="1497"/>
                    </a:lnTo>
                    <a:lnTo>
                      <a:pt x="931" y="1625"/>
                    </a:lnTo>
                    <a:lnTo>
                      <a:pt x="931" y="1753"/>
                    </a:lnTo>
                    <a:lnTo>
                      <a:pt x="950" y="1844"/>
                    </a:lnTo>
                    <a:lnTo>
                      <a:pt x="1004" y="2008"/>
                    </a:lnTo>
                    <a:lnTo>
                      <a:pt x="1041" y="2063"/>
                    </a:lnTo>
                    <a:lnTo>
                      <a:pt x="986" y="2063"/>
                    </a:lnTo>
                    <a:lnTo>
                      <a:pt x="840" y="2081"/>
                    </a:lnTo>
                    <a:lnTo>
                      <a:pt x="767" y="2100"/>
                    </a:lnTo>
                    <a:lnTo>
                      <a:pt x="676" y="2136"/>
                    </a:lnTo>
                    <a:lnTo>
                      <a:pt x="585" y="2191"/>
                    </a:lnTo>
                    <a:lnTo>
                      <a:pt x="493" y="2264"/>
                    </a:lnTo>
                    <a:lnTo>
                      <a:pt x="457" y="2319"/>
                    </a:lnTo>
                    <a:lnTo>
                      <a:pt x="439" y="2374"/>
                    </a:lnTo>
                    <a:lnTo>
                      <a:pt x="402" y="2538"/>
                    </a:lnTo>
                    <a:lnTo>
                      <a:pt x="402" y="2720"/>
                    </a:lnTo>
                    <a:lnTo>
                      <a:pt x="420" y="2921"/>
                    </a:lnTo>
                    <a:lnTo>
                      <a:pt x="475" y="3250"/>
                    </a:lnTo>
                    <a:lnTo>
                      <a:pt x="512" y="3396"/>
                    </a:lnTo>
                    <a:lnTo>
                      <a:pt x="439" y="3432"/>
                    </a:lnTo>
                    <a:lnTo>
                      <a:pt x="256" y="3542"/>
                    </a:lnTo>
                    <a:lnTo>
                      <a:pt x="165" y="3596"/>
                    </a:lnTo>
                    <a:lnTo>
                      <a:pt x="92" y="3688"/>
                    </a:lnTo>
                    <a:lnTo>
                      <a:pt x="37" y="3779"/>
                    </a:lnTo>
                    <a:lnTo>
                      <a:pt x="1" y="3870"/>
                    </a:lnTo>
                    <a:lnTo>
                      <a:pt x="1" y="3980"/>
                    </a:lnTo>
                    <a:lnTo>
                      <a:pt x="19" y="4107"/>
                    </a:lnTo>
                    <a:lnTo>
                      <a:pt x="55" y="4253"/>
                    </a:lnTo>
                    <a:lnTo>
                      <a:pt x="128" y="4399"/>
                    </a:lnTo>
                    <a:lnTo>
                      <a:pt x="201" y="4545"/>
                    </a:lnTo>
                    <a:lnTo>
                      <a:pt x="293" y="4673"/>
                    </a:lnTo>
                    <a:lnTo>
                      <a:pt x="420" y="4819"/>
                    </a:lnTo>
                    <a:lnTo>
                      <a:pt x="566" y="4929"/>
                    </a:lnTo>
                    <a:lnTo>
                      <a:pt x="712" y="5038"/>
                    </a:lnTo>
                    <a:lnTo>
                      <a:pt x="858" y="5111"/>
                    </a:lnTo>
                    <a:lnTo>
                      <a:pt x="1004" y="5184"/>
                    </a:lnTo>
                    <a:lnTo>
                      <a:pt x="1132" y="5221"/>
                    </a:lnTo>
                    <a:lnTo>
                      <a:pt x="1278" y="5221"/>
                    </a:lnTo>
                    <a:lnTo>
                      <a:pt x="1406" y="5203"/>
                    </a:lnTo>
                    <a:lnTo>
                      <a:pt x="1534" y="5130"/>
                    </a:lnTo>
                    <a:lnTo>
                      <a:pt x="1661" y="5020"/>
                    </a:lnTo>
                    <a:lnTo>
                      <a:pt x="1716" y="4965"/>
                    </a:lnTo>
                    <a:lnTo>
                      <a:pt x="1753" y="4892"/>
                    </a:lnTo>
                    <a:lnTo>
                      <a:pt x="1771" y="4801"/>
                    </a:lnTo>
                    <a:lnTo>
                      <a:pt x="1771" y="4728"/>
                    </a:lnTo>
                    <a:lnTo>
                      <a:pt x="1753" y="4564"/>
                    </a:lnTo>
                    <a:lnTo>
                      <a:pt x="1680" y="4381"/>
                    </a:lnTo>
                    <a:lnTo>
                      <a:pt x="1607" y="4235"/>
                    </a:lnTo>
                    <a:lnTo>
                      <a:pt x="1515" y="4126"/>
                    </a:lnTo>
                    <a:lnTo>
                      <a:pt x="1442" y="4016"/>
                    </a:lnTo>
                    <a:lnTo>
                      <a:pt x="1661" y="4144"/>
                    </a:lnTo>
                    <a:lnTo>
                      <a:pt x="1899" y="4272"/>
                    </a:lnTo>
                    <a:lnTo>
                      <a:pt x="2173" y="4418"/>
                    </a:lnTo>
                    <a:lnTo>
                      <a:pt x="2428" y="4527"/>
                    </a:lnTo>
                    <a:lnTo>
                      <a:pt x="2556" y="4564"/>
                    </a:lnTo>
                    <a:lnTo>
                      <a:pt x="2665" y="4582"/>
                    </a:lnTo>
                    <a:lnTo>
                      <a:pt x="2775" y="4600"/>
                    </a:lnTo>
                    <a:lnTo>
                      <a:pt x="2848" y="4582"/>
                    </a:lnTo>
                    <a:lnTo>
                      <a:pt x="2884" y="4527"/>
                    </a:lnTo>
                    <a:lnTo>
                      <a:pt x="2903" y="4472"/>
                    </a:lnTo>
                    <a:lnTo>
                      <a:pt x="2903" y="4381"/>
                    </a:lnTo>
                    <a:lnTo>
                      <a:pt x="2884" y="4272"/>
                    </a:lnTo>
                    <a:lnTo>
                      <a:pt x="2775" y="4053"/>
                    </a:lnTo>
                    <a:lnTo>
                      <a:pt x="2647" y="3815"/>
                    </a:lnTo>
                    <a:lnTo>
                      <a:pt x="2483" y="3578"/>
                    </a:lnTo>
                    <a:lnTo>
                      <a:pt x="2173" y="3195"/>
                    </a:lnTo>
                    <a:lnTo>
                      <a:pt x="2045" y="3031"/>
                    </a:lnTo>
                    <a:lnTo>
                      <a:pt x="2319" y="3250"/>
                    </a:lnTo>
                    <a:lnTo>
                      <a:pt x="2611" y="3450"/>
                    </a:lnTo>
                    <a:lnTo>
                      <a:pt x="2957" y="3669"/>
                    </a:lnTo>
                    <a:lnTo>
                      <a:pt x="3286" y="3852"/>
                    </a:lnTo>
                    <a:lnTo>
                      <a:pt x="3450" y="3925"/>
                    </a:lnTo>
                    <a:lnTo>
                      <a:pt x="3596" y="3980"/>
                    </a:lnTo>
                    <a:lnTo>
                      <a:pt x="3724" y="3998"/>
                    </a:lnTo>
                    <a:lnTo>
                      <a:pt x="3833" y="3998"/>
                    </a:lnTo>
                    <a:lnTo>
                      <a:pt x="3870" y="3980"/>
                    </a:lnTo>
                    <a:lnTo>
                      <a:pt x="3906" y="3961"/>
                    </a:lnTo>
                    <a:lnTo>
                      <a:pt x="3925" y="3925"/>
                    </a:lnTo>
                    <a:lnTo>
                      <a:pt x="3943" y="3870"/>
                    </a:lnTo>
                    <a:lnTo>
                      <a:pt x="3943" y="3761"/>
                    </a:lnTo>
                    <a:lnTo>
                      <a:pt x="3925" y="3615"/>
                    </a:lnTo>
                    <a:lnTo>
                      <a:pt x="3852" y="3469"/>
                    </a:lnTo>
                    <a:lnTo>
                      <a:pt x="3779" y="3286"/>
                    </a:lnTo>
                    <a:lnTo>
                      <a:pt x="3669" y="3122"/>
                    </a:lnTo>
                    <a:lnTo>
                      <a:pt x="3541" y="2939"/>
                    </a:lnTo>
                    <a:lnTo>
                      <a:pt x="3286" y="2574"/>
                    </a:lnTo>
                    <a:lnTo>
                      <a:pt x="2994" y="2246"/>
                    </a:lnTo>
                    <a:lnTo>
                      <a:pt x="2757" y="1954"/>
                    </a:lnTo>
                    <a:lnTo>
                      <a:pt x="2519" y="1698"/>
                    </a:lnTo>
                    <a:lnTo>
                      <a:pt x="2556" y="1662"/>
                    </a:lnTo>
                    <a:lnTo>
                      <a:pt x="2665" y="1607"/>
                    </a:lnTo>
                    <a:lnTo>
                      <a:pt x="2720" y="1589"/>
                    </a:lnTo>
                    <a:lnTo>
                      <a:pt x="2848" y="1589"/>
                    </a:lnTo>
                    <a:lnTo>
                      <a:pt x="2903" y="1625"/>
                    </a:lnTo>
                    <a:lnTo>
                      <a:pt x="3049" y="1789"/>
                    </a:lnTo>
                    <a:lnTo>
                      <a:pt x="3231" y="2027"/>
                    </a:lnTo>
                    <a:lnTo>
                      <a:pt x="3359" y="2154"/>
                    </a:lnTo>
                    <a:lnTo>
                      <a:pt x="3505" y="2282"/>
                    </a:lnTo>
                    <a:lnTo>
                      <a:pt x="3651" y="2374"/>
                    </a:lnTo>
                    <a:lnTo>
                      <a:pt x="3815" y="2428"/>
                    </a:lnTo>
                    <a:lnTo>
                      <a:pt x="3979" y="2465"/>
                    </a:lnTo>
                    <a:lnTo>
                      <a:pt x="4089" y="2428"/>
                    </a:lnTo>
                    <a:lnTo>
                      <a:pt x="4162" y="2392"/>
                    </a:lnTo>
                    <a:lnTo>
                      <a:pt x="4198" y="2319"/>
                    </a:lnTo>
                    <a:lnTo>
                      <a:pt x="4217" y="2246"/>
                    </a:lnTo>
                    <a:lnTo>
                      <a:pt x="4235" y="2191"/>
                    </a:lnTo>
                    <a:lnTo>
                      <a:pt x="4235" y="2118"/>
                    </a:lnTo>
                    <a:lnTo>
                      <a:pt x="4162" y="1990"/>
                    </a:lnTo>
                    <a:lnTo>
                      <a:pt x="4125" y="1862"/>
                    </a:lnTo>
                    <a:lnTo>
                      <a:pt x="4052" y="1589"/>
                    </a:lnTo>
                    <a:lnTo>
                      <a:pt x="3998" y="1315"/>
                    </a:lnTo>
                    <a:lnTo>
                      <a:pt x="3961" y="1041"/>
                    </a:lnTo>
                    <a:lnTo>
                      <a:pt x="3906" y="786"/>
                    </a:lnTo>
                    <a:lnTo>
                      <a:pt x="3833" y="585"/>
                    </a:lnTo>
                    <a:lnTo>
                      <a:pt x="3797" y="494"/>
                    </a:lnTo>
                    <a:lnTo>
                      <a:pt x="3742" y="421"/>
                    </a:lnTo>
                    <a:lnTo>
                      <a:pt x="3669" y="366"/>
                    </a:lnTo>
                    <a:lnTo>
                      <a:pt x="3578" y="329"/>
                    </a:lnTo>
                    <a:lnTo>
                      <a:pt x="3176" y="183"/>
                    </a:lnTo>
                    <a:lnTo>
                      <a:pt x="2957" y="110"/>
                    </a:lnTo>
                    <a:lnTo>
                      <a:pt x="2757" y="37"/>
                    </a:lnTo>
                    <a:lnTo>
                      <a:pt x="2556" y="1"/>
                    </a:lnTo>
                    <a:close/>
                  </a:path>
                </a:pathLst>
              </a:custGeom>
              <a:solidFill>
                <a:srgbClr val="F29B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40"/>
              <p:cNvSpPr/>
              <p:nvPr/>
            </p:nvSpPr>
            <p:spPr>
              <a:xfrm>
                <a:off x="7777435" y="1684849"/>
                <a:ext cx="653330" cy="953087"/>
              </a:xfrm>
              <a:custGeom>
                <a:avLst/>
                <a:gdLst/>
                <a:ahLst/>
                <a:cxnLst/>
                <a:rect l="l" t="t" r="r" b="b"/>
                <a:pathLst>
                  <a:path w="20407" h="29770" extrusionOk="0">
                    <a:moveTo>
                      <a:pt x="14073" y="1"/>
                    </a:moveTo>
                    <a:lnTo>
                      <a:pt x="13744" y="311"/>
                    </a:lnTo>
                    <a:lnTo>
                      <a:pt x="13434" y="639"/>
                    </a:lnTo>
                    <a:lnTo>
                      <a:pt x="13142" y="968"/>
                    </a:lnTo>
                    <a:lnTo>
                      <a:pt x="12868" y="1297"/>
                    </a:lnTo>
                    <a:lnTo>
                      <a:pt x="12613" y="1625"/>
                    </a:lnTo>
                    <a:lnTo>
                      <a:pt x="12376" y="1972"/>
                    </a:lnTo>
                    <a:lnTo>
                      <a:pt x="12138" y="2319"/>
                    </a:lnTo>
                    <a:lnTo>
                      <a:pt x="11938" y="2665"/>
                    </a:lnTo>
                    <a:lnTo>
                      <a:pt x="11737" y="3012"/>
                    </a:lnTo>
                    <a:lnTo>
                      <a:pt x="11554" y="3359"/>
                    </a:lnTo>
                    <a:lnTo>
                      <a:pt x="11390" y="3706"/>
                    </a:lnTo>
                    <a:lnTo>
                      <a:pt x="11244" y="4053"/>
                    </a:lnTo>
                    <a:lnTo>
                      <a:pt x="11098" y="4399"/>
                    </a:lnTo>
                    <a:lnTo>
                      <a:pt x="10970" y="4728"/>
                    </a:lnTo>
                    <a:lnTo>
                      <a:pt x="10861" y="5075"/>
                    </a:lnTo>
                    <a:lnTo>
                      <a:pt x="10769" y="5403"/>
                    </a:lnTo>
                    <a:lnTo>
                      <a:pt x="10696" y="5750"/>
                    </a:lnTo>
                    <a:lnTo>
                      <a:pt x="10623" y="6079"/>
                    </a:lnTo>
                    <a:lnTo>
                      <a:pt x="10569" y="6389"/>
                    </a:lnTo>
                    <a:lnTo>
                      <a:pt x="10514" y="6717"/>
                    </a:lnTo>
                    <a:lnTo>
                      <a:pt x="10477" y="7028"/>
                    </a:lnTo>
                    <a:lnTo>
                      <a:pt x="10459" y="7320"/>
                    </a:lnTo>
                    <a:lnTo>
                      <a:pt x="10459" y="7612"/>
                    </a:lnTo>
                    <a:lnTo>
                      <a:pt x="10459" y="7904"/>
                    </a:lnTo>
                    <a:lnTo>
                      <a:pt x="10477" y="8178"/>
                    </a:lnTo>
                    <a:lnTo>
                      <a:pt x="10514" y="8433"/>
                    </a:lnTo>
                    <a:lnTo>
                      <a:pt x="10550" y="8689"/>
                    </a:lnTo>
                    <a:lnTo>
                      <a:pt x="10587" y="8926"/>
                    </a:lnTo>
                    <a:lnTo>
                      <a:pt x="10660" y="9163"/>
                    </a:lnTo>
                    <a:lnTo>
                      <a:pt x="10733" y="9364"/>
                    </a:lnTo>
                    <a:lnTo>
                      <a:pt x="10806" y="9565"/>
                    </a:lnTo>
                    <a:lnTo>
                      <a:pt x="10897" y="9747"/>
                    </a:lnTo>
                    <a:lnTo>
                      <a:pt x="10988" y="9948"/>
                    </a:lnTo>
                    <a:lnTo>
                      <a:pt x="11080" y="10167"/>
                    </a:lnTo>
                    <a:lnTo>
                      <a:pt x="11244" y="10660"/>
                    </a:lnTo>
                    <a:lnTo>
                      <a:pt x="11408" y="11207"/>
                    </a:lnTo>
                    <a:lnTo>
                      <a:pt x="11554" y="11828"/>
                    </a:lnTo>
                    <a:lnTo>
                      <a:pt x="11682" y="12503"/>
                    </a:lnTo>
                    <a:lnTo>
                      <a:pt x="11773" y="13197"/>
                    </a:lnTo>
                    <a:lnTo>
                      <a:pt x="11865" y="13890"/>
                    </a:lnTo>
                    <a:lnTo>
                      <a:pt x="11938" y="14602"/>
                    </a:lnTo>
                    <a:lnTo>
                      <a:pt x="11974" y="15296"/>
                    </a:lnTo>
                    <a:lnTo>
                      <a:pt x="11992" y="15953"/>
                    </a:lnTo>
                    <a:lnTo>
                      <a:pt x="11974" y="16573"/>
                    </a:lnTo>
                    <a:lnTo>
                      <a:pt x="11938" y="17121"/>
                    </a:lnTo>
                    <a:lnTo>
                      <a:pt x="11865" y="17614"/>
                    </a:lnTo>
                    <a:lnTo>
                      <a:pt x="11828" y="17815"/>
                    </a:lnTo>
                    <a:lnTo>
                      <a:pt x="11773" y="18015"/>
                    </a:lnTo>
                    <a:lnTo>
                      <a:pt x="11700" y="18161"/>
                    </a:lnTo>
                    <a:lnTo>
                      <a:pt x="11627" y="18307"/>
                    </a:lnTo>
                    <a:lnTo>
                      <a:pt x="11554" y="18399"/>
                    </a:lnTo>
                    <a:lnTo>
                      <a:pt x="11463" y="18472"/>
                    </a:lnTo>
                    <a:lnTo>
                      <a:pt x="11372" y="18526"/>
                    </a:lnTo>
                    <a:lnTo>
                      <a:pt x="11262" y="18545"/>
                    </a:lnTo>
                    <a:lnTo>
                      <a:pt x="11153" y="18563"/>
                    </a:lnTo>
                    <a:lnTo>
                      <a:pt x="11025" y="18581"/>
                    </a:lnTo>
                    <a:lnTo>
                      <a:pt x="10897" y="18563"/>
                    </a:lnTo>
                    <a:lnTo>
                      <a:pt x="10769" y="18545"/>
                    </a:lnTo>
                    <a:lnTo>
                      <a:pt x="10459" y="18490"/>
                    </a:lnTo>
                    <a:lnTo>
                      <a:pt x="10149" y="18380"/>
                    </a:lnTo>
                    <a:lnTo>
                      <a:pt x="9784" y="18234"/>
                    </a:lnTo>
                    <a:lnTo>
                      <a:pt x="8999" y="17869"/>
                    </a:lnTo>
                    <a:lnTo>
                      <a:pt x="8105" y="17468"/>
                    </a:lnTo>
                    <a:lnTo>
                      <a:pt x="7630" y="17249"/>
                    </a:lnTo>
                    <a:lnTo>
                      <a:pt x="7119" y="17030"/>
                    </a:lnTo>
                    <a:lnTo>
                      <a:pt x="6590" y="16811"/>
                    </a:lnTo>
                    <a:lnTo>
                      <a:pt x="6042" y="16610"/>
                    </a:lnTo>
                    <a:lnTo>
                      <a:pt x="5476" y="16446"/>
                    </a:lnTo>
                    <a:lnTo>
                      <a:pt x="4892" y="16281"/>
                    </a:lnTo>
                    <a:lnTo>
                      <a:pt x="4600" y="16227"/>
                    </a:lnTo>
                    <a:lnTo>
                      <a:pt x="4308" y="16190"/>
                    </a:lnTo>
                    <a:lnTo>
                      <a:pt x="4016" y="16154"/>
                    </a:lnTo>
                    <a:lnTo>
                      <a:pt x="3742" y="16154"/>
                    </a:lnTo>
                    <a:lnTo>
                      <a:pt x="3469" y="16172"/>
                    </a:lnTo>
                    <a:lnTo>
                      <a:pt x="3195" y="16190"/>
                    </a:lnTo>
                    <a:lnTo>
                      <a:pt x="2939" y="16245"/>
                    </a:lnTo>
                    <a:lnTo>
                      <a:pt x="2684" y="16318"/>
                    </a:lnTo>
                    <a:lnTo>
                      <a:pt x="2447" y="16391"/>
                    </a:lnTo>
                    <a:lnTo>
                      <a:pt x="2209" y="16482"/>
                    </a:lnTo>
                    <a:lnTo>
                      <a:pt x="1972" y="16610"/>
                    </a:lnTo>
                    <a:lnTo>
                      <a:pt x="1753" y="16738"/>
                    </a:lnTo>
                    <a:lnTo>
                      <a:pt x="1552" y="16884"/>
                    </a:lnTo>
                    <a:lnTo>
                      <a:pt x="1351" y="17030"/>
                    </a:lnTo>
                    <a:lnTo>
                      <a:pt x="1169" y="17212"/>
                    </a:lnTo>
                    <a:lnTo>
                      <a:pt x="986" y="17395"/>
                    </a:lnTo>
                    <a:lnTo>
                      <a:pt x="840" y="17614"/>
                    </a:lnTo>
                    <a:lnTo>
                      <a:pt x="676" y="17833"/>
                    </a:lnTo>
                    <a:lnTo>
                      <a:pt x="548" y="18052"/>
                    </a:lnTo>
                    <a:lnTo>
                      <a:pt x="421" y="18307"/>
                    </a:lnTo>
                    <a:lnTo>
                      <a:pt x="311" y="18563"/>
                    </a:lnTo>
                    <a:lnTo>
                      <a:pt x="220" y="18837"/>
                    </a:lnTo>
                    <a:lnTo>
                      <a:pt x="147" y="19110"/>
                    </a:lnTo>
                    <a:lnTo>
                      <a:pt x="92" y="19402"/>
                    </a:lnTo>
                    <a:lnTo>
                      <a:pt x="37" y="19713"/>
                    </a:lnTo>
                    <a:lnTo>
                      <a:pt x="19" y="20041"/>
                    </a:lnTo>
                    <a:lnTo>
                      <a:pt x="1" y="20370"/>
                    </a:lnTo>
                    <a:lnTo>
                      <a:pt x="19" y="20717"/>
                    </a:lnTo>
                    <a:lnTo>
                      <a:pt x="37" y="21063"/>
                    </a:lnTo>
                    <a:lnTo>
                      <a:pt x="92" y="21428"/>
                    </a:lnTo>
                    <a:lnTo>
                      <a:pt x="147" y="21793"/>
                    </a:lnTo>
                    <a:lnTo>
                      <a:pt x="238" y="22195"/>
                    </a:lnTo>
                    <a:lnTo>
                      <a:pt x="366" y="22578"/>
                    </a:lnTo>
                    <a:lnTo>
                      <a:pt x="530" y="22980"/>
                    </a:lnTo>
                    <a:lnTo>
                      <a:pt x="731" y="23363"/>
                    </a:lnTo>
                    <a:lnTo>
                      <a:pt x="986" y="23765"/>
                    </a:lnTo>
                    <a:lnTo>
                      <a:pt x="1278" y="24166"/>
                    </a:lnTo>
                    <a:lnTo>
                      <a:pt x="1589" y="24568"/>
                    </a:lnTo>
                    <a:lnTo>
                      <a:pt x="1954" y="24969"/>
                    </a:lnTo>
                    <a:lnTo>
                      <a:pt x="2337" y="25353"/>
                    </a:lnTo>
                    <a:lnTo>
                      <a:pt x="2775" y="25736"/>
                    </a:lnTo>
                    <a:lnTo>
                      <a:pt x="3213" y="26119"/>
                    </a:lnTo>
                    <a:lnTo>
                      <a:pt x="3688" y="26484"/>
                    </a:lnTo>
                    <a:lnTo>
                      <a:pt x="4181" y="26831"/>
                    </a:lnTo>
                    <a:lnTo>
                      <a:pt x="4710" y="27178"/>
                    </a:lnTo>
                    <a:lnTo>
                      <a:pt x="5239" y="27506"/>
                    </a:lnTo>
                    <a:lnTo>
                      <a:pt x="5787" y="27817"/>
                    </a:lnTo>
                    <a:lnTo>
                      <a:pt x="6352" y="28109"/>
                    </a:lnTo>
                    <a:lnTo>
                      <a:pt x="6937" y="28382"/>
                    </a:lnTo>
                    <a:lnTo>
                      <a:pt x="7521" y="28638"/>
                    </a:lnTo>
                    <a:lnTo>
                      <a:pt x="8123" y="28875"/>
                    </a:lnTo>
                    <a:lnTo>
                      <a:pt x="8707" y="29094"/>
                    </a:lnTo>
                    <a:lnTo>
                      <a:pt x="9309" y="29277"/>
                    </a:lnTo>
                    <a:lnTo>
                      <a:pt x="9912" y="29441"/>
                    </a:lnTo>
                    <a:lnTo>
                      <a:pt x="10514" y="29569"/>
                    </a:lnTo>
                    <a:lnTo>
                      <a:pt x="11116" y="29660"/>
                    </a:lnTo>
                    <a:lnTo>
                      <a:pt x="11700" y="29733"/>
                    </a:lnTo>
                    <a:lnTo>
                      <a:pt x="12284" y="29770"/>
                    </a:lnTo>
                    <a:lnTo>
                      <a:pt x="12850" y="29770"/>
                    </a:lnTo>
                    <a:lnTo>
                      <a:pt x="13416" y="29733"/>
                    </a:lnTo>
                    <a:lnTo>
                      <a:pt x="13945" y="29660"/>
                    </a:lnTo>
                    <a:lnTo>
                      <a:pt x="14475" y="29550"/>
                    </a:lnTo>
                    <a:lnTo>
                      <a:pt x="14730" y="29496"/>
                    </a:lnTo>
                    <a:lnTo>
                      <a:pt x="14986" y="29404"/>
                    </a:lnTo>
                    <a:lnTo>
                      <a:pt x="15223" y="29313"/>
                    </a:lnTo>
                    <a:lnTo>
                      <a:pt x="15460" y="29222"/>
                    </a:lnTo>
                    <a:lnTo>
                      <a:pt x="15697" y="29094"/>
                    </a:lnTo>
                    <a:lnTo>
                      <a:pt x="15916" y="28985"/>
                    </a:lnTo>
                    <a:lnTo>
                      <a:pt x="16135" y="28839"/>
                    </a:lnTo>
                    <a:lnTo>
                      <a:pt x="16355" y="28711"/>
                    </a:lnTo>
                    <a:lnTo>
                      <a:pt x="16756" y="28401"/>
                    </a:lnTo>
                    <a:lnTo>
                      <a:pt x="17139" y="28054"/>
                    </a:lnTo>
                    <a:lnTo>
                      <a:pt x="17504" y="27671"/>
                    </a:lnTo>
                    <a:lnTo>
                      <a:pt x="17851" y="27269"/>
                    </a:lnTo>
                    <a:lnTo>
                      <a:pt x="18161" y="26831"/>
                    </a:lnTo>
                    <a:lnTo>
                      <a:pt x="18453" y="26356"/>
                    </a:lnTo>
                    <a:lnTo>
                      <a:pt x="18727" y="25864"/>
                    </a:lnTo>
                    <a:lnTo>
                      <a:pt x="18983" y="25353"/>
                    </a:lnTo>
                    <a:lnTo>
                      <a:pt x="19202" y="24805"/>
                    </a:lnTo>
                    <a:lnTo>
                      <a:pt x="19421" y="24239"/>
                    </a:lnTo>
                    <a:lnTo>
                      <a:pt x="19603" y="23655"/>
                    </a:lnTo>
                    <a:lnTo>
                      <a:pt x="19768" y="23053"/>
                    </a:lnTo>
                    <a:lnTo>
                      <a:pt x="19914" y="22432"/>
                    </a:lnTo>
                    <a:lnTo>
                      <a:pt x="20041" y="21812"/>
                    </a:lnTo>
                    <a:lnTo>
                      <a:pt x="20151" y="21155"/>
                    </a:lnTo>
                    <a:lnTo>
                      <a:pt x="20242" y="20498"/>
                    </a:lnTo>
                    <a:lnTo>
                      <a:pt x="20315" y="19840"/>
                    </a:lnTo>
                    <a:lnTo>
                      <a:pt x="20352" y="19165"/>
                    </a:lnTo>
                    <a:lnTo>
                      <a:pt x="20388" y="18490"/>
                    </a:lnTo>
                    <a:lnTo>
                      <a:pt x="20406" y="17796"/>
                    </a:lnTo>
                    <a:lnTo>
                      <a:pt x="20406" y="17103"/>
                    </a:lnTo>
                    <a:lnTo>
                      <a:pt x="20388" y="16409"/>
                    </a:lnTo>
                    <a:lnTo>
                      <a:pt x="20352" y="15734"/>
                    </a:lnTo>
                    <a:lnTo>
                      <a:pt x="20297" y="15040"/>
                    </a:lnTo>
                    <a:lnTo>
                      <a:pt x="20224" y="14365"/>
                    </a:lnTo>
                    <a:lnTo>
                      <a:pt x="20151" y="13671"/>
                    </a:lnTo>
                    <a:lnTo>
                      <a:pt x="20041" y="13014"/>
                    </a:lnTo>
                    <a:lnTo>
                      <a:pt x="19932" y="12339"/>
                    </a:lnTo>
                    <a:lnTo>
                      <a:pt x="19804" y="11700"/>
                    </a:lnTo>
                    <a:lnTo>
                      <a:pt x="19658" y="11061"/>
                    </a:lnTo>
                    <a:lnTo>
                      <a:pt x="19494" y="10422"/>
                    </a:lnTo>
                    <a:lnTo>
                      <a:pt x="19311" y="9820"/>
                    </a:lnTo>
                    <a:lnTo>
                      <a:pt x="19129" y="9218"/>
                    </a:lnTo>
                    <a:lnTo>
                      <a:pt x="18946" y="8634"/>
                    </a:lnTo>
                    <a:lnTo>
                      <a:pt x="18746" y="8068"/>
                    </a:lnTo>
                    <a:lnTo>
                      <a:pt x="18526" y="7520"/>
                    </a:lnTo>
                    <a:lnTo>
                      <a:pt x="18307" y="6991"/>
                    </a:lnTo>
                    <a:lnTo>
                      <a:pt x="18088" y="6480"/>
                    </a:lnTo>
                    <a:lnTo>
                      <a:pt x="17632" y="5494"/>
                    </a:lnTo>
                    <a:lnTo>
                      <a:pt x="17176" y="4582"/>
                    </a:lnTo>
                    <a:lnTo>
                      <a:pt x="16701" y="3761"/>
                    </a:lnTo>
                    <a:lnTo>
                      <a:pt x="16245" y="2994"/>
                    </a:lnTo>
                    <a:lnTo>
                      <a:pt x="15807" y="2319"/>
                    </a:lnTo>
                    <a:lnTo>
                      <a:pt x="15405" y="1716"/>
                    </a:lnTo>
                    <a:lnTo>
                      <a:pt x="15040" y="1205"/>
                    </a:lnTo>
                    <a:lnTo>
                      <a:pt x="14712" y="785"/>
                    </a:lnTo>
                    <a:lnTo>
                      <a:pt x="14237" y="201"/>
                    </a:lnTo>
                    <a:lnTo>
                      <a:pt x="1407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40"/>
              <p:cNvSpPr/>
              <p:nvPr/>
            </p:nvSpPr>
            <p:spPr>
              <a:xfrm>
                <a:off x="8089497" y="2001588"/>
                <a:ext cx="54938" cy="48535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1516" extrusionOk="0">
                    <a:moveTo>
                      <a:pt x="92" y="0"/>
                    </a:moveTo>
                    <a:lnTo>
                      <a:pt x="55" y="18"/>
                    </a:lnTo>
                    <a:lnTo>
                      <a:pt x="19" y="37"/>
                    </a:lnTo>
                    <a:lnTo>
                      <a:pt x="0" y="73"/>
                    </a:lnTo>
                    <a:lnTo>
                      <a:pt x="0" y="128"/>
                    </a:lnTo>
                    <a:lnTo>
                      <a:pt x="19" y="164"/>
                    </a:lnTo>
                    <a:lnTo>
                      <a:pt x="37" y="201"/>
                    </a:lnTo>
                    <a:lnTo>
                      <a:pt x="1533" y="1479"/>
                    </a:lnTo>
                    <a:lnTo>
                      <a:pt x="1570" y="1515"/>
                    </a:lnTo>
                    <a:lnTo>
                      <a:pt x="1607" y="1515"/>
                    </a:lnTo>
                    <a:lnTo>
                      <a:pt x="1643" y="1497"/>
                    </a:lnTo>
                    <a:lnTo>
                      <a:pt x="1680" y="1460"/>
                    </a:lnTo>
                    <a:lnTo>
                      <a:pt x="1698" y="1424"/>
                    </a:lnTo>
                    <a:lnTo>
                      <a:pt x="1716" y="1387"/>
                    </a:lnTo>
                    <a:lnTo>
                      <a:pt x="1698" y="1333"/>
                    </a:lnTo>
                    <a:lnTo>
                      <a:pt x="1661" y="1296"/>
                    </a:lnTo>
                    <a:lnTo>
                      <a:pt x="183" y="18"/>
                    </a:lnTo>
                    <a:lnTo>
                      <a:pt x="14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40"/>
              <p:cNvSpPr/>
              <p:nvPr/>
            </p:nvSpPr>
            <p:spPr>
              <a:xfrm>
                <a:off x="7838234" y="2196184"/>
                <a:ext cx="138497" cy="293353"/>
              </a:xfrm>
              <a:custGeom>
                <a:avLst/>
                <a:gdLst/>
                <a:ahLst/>
                <a:cxnLst/>
                <a:rect l="l" t="t" r="r" b="b"/>
                <a:pathLst>
                  <a:path w="4326" h="9163" extrusionOk="0">
                    <a:moveTo>
                      <a:pt x="2300" y="0"/>
                    </a:moveTo>
                    <a:lnTo>
                      <a:pt x="2263" y="18"/>
                    </a:lnTo>
                    <a:lnTo>
                      <a:pt x="2227" y="55"/>
                    </a:lnTo>
                    <a:lnTo>
                      <a:pt x="2209" y="91"/>
                    </a:lnTo>
                    <a:lnTo>
                      <a:pt x="2209" y="128"/>
                    </a:lnTo>
                    <a:lnTo>
                      <a:pt x="2227" y="183"/>
                    </a:lnTo>
                    <a:lnTo>
                      <a:pt x="2245" y="219"/>
                    </a:lnTo>
                    <a:lnTo>
                      <a:pt x="2501" y="475"/>
                    </a:lnTo>
                    <a:lnTo>
                      <a:pt x="2738" y="748"/>
                    </a:lnTo>
                    <a:lnTo>
                      <a:pt x="2975" y="1022"/>
                    </a:lnTo>
                    <a:lnTo>
                      <a:pt x="3176" y="1332"/>
                    </a:lnTo>
                    <a:lnTo>
                      <a:pt x="3358" y="1643"/>
                    </a:lnTo>
                    <a:lnTo>
                      <a:pt x="3523" y="1971"/>
                    </a:lnTo>
                    <a:lnTo>
                      <a:pt x="3687" y="2300"/>
                    </a:lnTo>
                    <a:lnTo>
                      <a:pt x="3796" y="2647"/>
                    </a:lnTo>
                    <a:lnTo>
                      <a:pt x="3906" y="2993"/>
                    </a:lnTo>
                    <a:lnTo>
                      <a:pt x="3997" y="3358"/>
                    </a:lnTo>
                    <a:lnTo>
                      <a:pt x="4052" y="3723"/>
                    </a:lnTo>
                    <a:lnTo>
                      <a:pt x="4088" y="4070"/>
                    </a:lnTo>
                    <a:lnTo>
                      <a:pt x="4107" y="4435"/>
                    </a:lnTo>
                    <a:lnTo>
                      <a:pt x="4088" y="4800"/>
                    </a:lnTo>
                    <a:lnTo>
                      <a:pt x="4034" y="5165"/>
                    </a:lnTo>
                    <a:lnTo>
                      <a:pt x="3979" y="5530"/>
                    </a:lnTo>
                    <a:lnTo>
                      <a:pt x="3869" y="5859"/>
                    </a:lnTo>
                    <a:lnTo>
                      <a:pt x="3760" y="6169"/>
                    </a:lnTo>
                    <a:lnTo>
                      <a:pt x="3614" y="6479"/>
                    </a:lnTo>
                    <a:lnTo>
                      <a:pt x="3431" y="6772"/>
                    </a:lnTo>
                    <a:lnTo>
                      <a:pt x="3249" y="7045"/>
                    </a:lnTo>
                    <a:lnTo>
                      <a:pt x="3030" y="7319"/>
                    </a:lnTo>
                    <a:lnTo>
                      <a:pt x="2793" y="7556"/>
                    </a:lnTo>
                    <a:lnTo>
                      <a:pt x="2537" y="7794"/>
                    </a:lnTo>
                    <a:lnTo>
                      <a:pt x="2263" y="8013"/>
                    </a:lnTo>
                    <a:lnTo>
                      <a:pt x="1989" y="8195"/>
                    </a:lnTo>
                    <a:lnTo>
                      <a:pt x="1679" y="8378"/>
                    </a:lnTo>
                    <a:lnTo>
                      <a:pt x="1387" y="8524"/>
                    </a:lnTo>
                    <a:lnTo>
                      <a:pt x="1059" y="8670"/>
                    </a:lnTo>
                    <a:lnTo>
                      <a:pt x="748" y="8779"/>
                    </a:lnTo>
                    <a:lnTo>
                      <a:pt x="420" y="8870"/>
                    </a:lnTo>
                    <a:lnTo>
                      <a:pt x="91" y="8925"/>
                    </a:lnTo>
                    <a:lnTo>
                      <a:pt x="37" y="8944"/>
                    </a:lnTo>
                    <a:lnTo>
                      <a:pt x="18" y="8980"/>
                    </a:lnTo>
                    <a:lnTo>
                      <a:pt x="0" y="9017"/>
                    </a:lnTo>
                    <a:lnTo>
                      <a:pt x="0" y="9053"/>
                    </a:lnTo>
                    <a:lnTo>
                      <a:pt x="0" y="9108"/>
                    </a:lnTo>
                    <a:lnTo>
                      <a:pt x="37" y="9126"/>
                    </a:lnTo>
                    <a:lnTo>
                      <a:pt x="73" y="9144"/>
                    </a:lnTo>
                    <a:lnTo>
                      <a:pt x="128" y="9163"/>
                    </a:lnTo>
                    <a:lnTo>
                      <a:pt x="456" y="9090"/>
                    </a:lnTo>
                    <a:lnTo>
                      <a:pt x="803" y="8998"/>
                    </a:lnTo>
                    <a:lnTo>
                      <a:pt x="1132" y="8889"/>
                    </a:lnTo>
                    <a:lnTo>
                      <a:pt x="1460" y="8743"/>
                    </a:lnTo>
                    <a:lnTo>
                      <a:pt x="1770" y="8597"/>
                    </a:lnTo>
                    <a:lnTo>
                      <a:pt x="2081" y="8414"/>
                    </a:lnTo>
                    <a:lnTo>
                      <a:pt x="2373" y="8213"/>
                    </a:lnTo>
                    <a:lnTo>
                      <a:pt x="2665" y="7994"/>
                    </a:lnTo>
                    <a:lnTo>
                      <a:pt x="2920" y="7757"/>
                    </a:lnTo>
                    <a:lnTo>
                      <a:pt x="3158" y="7502"/>
                    </a:lnTo>
                    <a:lnTo>
                      <a:pt x="3395" y="7228"/>
                    </a:lnTo>
                    <a:lnTo>
                      <a:pt x="3596" y="6936"/>
                    </a:lnTo>
                    <a:lnTo>
                      <a:pt x="3778" y="6644"/>
                    </a:lnTo>
                    <a:lnTo>
                      <a:pt x="3942" y="6315"/>
                    </a:lnTo>
                    <a:lnTo>
                      <a:pt x="4070" y="5987"/>
                    </a:lnTo>
                    <a:lnTo>
                      <a:pt x="4180" y="5658"/>
                    </a:lnTo>
                    <a:lnTo>
                      <a:pt x="4253" y="5275"/>
                    </a:lnTo>
                    <a:lnTo>
                      <a:pt x="4307" y="4892"/>
                    </a:lnTo>
                    <a:lnTo>
                      <a:pt x="4326" y="4508"/>
                    </a:lnTo>
                    <a:lnTo>
                      <a:pt x="4326" y="4125"/>
                    </a:lnTo>
                    <a:lnTo>
                      <a:pt x="4289" y="3742"/>
                    </a:lnTo>
                    <a:lnTo>
                      <a:pt x="4234" y="3358"/>
                    </a:lnTo>
                    <a:lnTo>
                      <a:pt x="4143" y="2975"/>
                    </a:lnTo>
                    <a:lnTo>
                      <a:pt x="4034" y="2610"/>
                    </a:lnTo>
                    <a:lnTo>
                      <a:pt x="3906" y="2245"/>
                    </a:lnTo>
                    <a:lnTo>
                      <a:pt x="3742" y="1898"/>
                    </a:lnTo>
                    <a:lnTo>
                      <a:pt x="3559" y="1551"/>
                    </a:lnTo>
                    <a:lnTo>
                      <a:pt x="3358" y="1223"/>
                    </a:lnTo>
                    <a:lnTo>
                      <a:pt x="3158" y="894"/>
                    </a:lnTo>
                    <a:lnTo>
                      <a:pt x="2920" y="584"/>
                    </a:lnTo>
                    <a:lnTo>
                      <a:pt x="2665" y="310"/>
                    </a:lnTo>
                    <a:lnTo>
                      <a:pt x="2391" y="37"/>
                    </a:lnTo>
                    <a:lnTo>
                      <a:pt x="2336" y="18"/>
                    </a:lnTo>
                    <a:lnTo>
                      <a:pt x="230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Google Shape;2202;p40"/>
              <p:cNvSpPr/>
              <p:nvPr/>
            </p:nvSpPr>
            <p:spPr>
              <a:xfrm>
                <a:off x="8276472" y="2476648"/>
                <a:ext cx="108147" cy="135616"/>
              </a:xfrm>
              <a:custGeom>
                <a:avLst/>
                <a:gdLst/>
                <a:ahLst/>
                <a:cxnLst/>
                <a:rect l="l" t="t" r="r" b="b"/>
                <a:pathLst>
                  <a:path w="3378" h="4236" extrusionOk="0">
                    <a:moveTo>
                      <a:pt x="3268" y="1"/>
                    </a:moveTo>
                    <a:lnTo>
                      <a:pt x="3213" y="19"/>
                    </a:lnTo>
                    <a:lnTo>
                      <a:pt x="2903" y="147"/>
                    </a:lnTo>
                    <a:lnTo>
                      <a:pt x="2593" y="293"/>
                    </a:lnTo>
                    <a:lnTo>
                      <a:pt x="2301" y="476"/>
                    </a:lnTo>
                    <a:lnTo>
                      <a:pt x="2009" y="676"/>
                    </a:lnTo>
                    <a:lnTo>
                      <a:pt x="1753" y="877"/>
                    </a:lnTo>
                    <a:lnTo>
                      <a:pt x="1498" y="1114"/>
                    </a:lnTo>
                    <a:lnTo>
                      <a:pt x="1260" y="1352"/>
                    </a:lnTo>
                    <a:lnTo>
                      <a:pt x="1041" y="1625"/>
                    </a:lnTo>
                    <a:lnTo>
                      <a:pt x="841" y="1899"/>
                    </a:lnTo>
                    <a:lnTo>
                      <a:pt x="658" y="2173"/>
                    </a:lnTo>
                    <a:lnTo>
                      <a:pt x="494" y="2483"/>
                    </a:lnTo>
                    <a:lnTo>
                      <a:pt x="348" y="2794"/>
                    </a:lnTo>
                    <a:lnTo>
                      <a:pt x="220" y="3104"/>
                    </a:lnTo>
                    <a:lnTo>
                      <a:pt x="129" y="3432"/>
                    </a:lnTo>
                    <a:lnTo>
                      <a:pt x="37" y="3779"/>
                    </a:lnTo>
                    <a:lnTo>
                      <a:pt x="1" y="4108"/>
                    </a:lnTo>
                    <a:lnTo>
                      <a:pt x="1" y="4162"/>
                    </a:lnTo>
                    <a:lnTo>
                      <a:pt x="19" y="4199"/>
                    </a:lnTo>
                    <a:lnTo>
                      <a:pt x="56" y="4235"/>
                    </a:lnTo>
                    <a:lnTo>
                      <a:pt x="129" y="4235"/>
                    </a:lnTo>
                    <a:lnTo>
                      <a:pt x="183" y="4217"/>
                    </a:lnTo>
                    <a:lnTo>
                      <a:pt x="202" y="4199"/>
                    </a:lnTo>
                    <a:lnTo>
                      <a:pt x="220" y="4144"/>
                    </a:lnTo>
                    <a:lnTo>
                      <a:pt x="275" y="3816"/>
                    </a:lnTo>
                    <a:lnTo>
                      <a:pt x="348" y="3487"/>
                    </a:lnTo>
                    <a:lnTo>
                      <a:pt x="439" y="3177"/>
                    </a:lnTo>
                    <a:lnTo>
                      <a:pt x="567" y="2867"/>
                    </a:lnTo>
                    <a:lnTo>
                      <a:pt x="695" y="2575"/>
                    </a:lnTo>
                    <a:lnTo>
                      <a:pt x="859" y="2301"/>
                    </a:lnTo>
                    <a:lnTo>
                      <a:pt x="1023" y="2027"/>
                    </a:lnTo>
                    <a:lnTo>
                      <a:pt x="1224" y="1753"/>
                    </a:lnTo>
                    <a:lnTo>
                      <a:pt x="1425" y="1498"/>
                    </a:lnTo>
                    <a:lnTo>
                      <a:pt x="1662" y="1279"/>
                    </a:lnTo>
                    <a:lnTo>
                      <a:pt x="1899" y="1060"/>
                    </a:lnTo>
                    <a:lnTo>
                      <a:pt x="2155" y="859"/>
                    </a:lnTo>
                    <a:lnTo>
                      <a:pt x="2428" y="658"/>
                    </a:lnTo>
                    <a:lnTo>
                      <a:pt x="2702" y="494"/>
                    </a:lnTo>
                    <a:lnTo>
                      <a:pt x="3012" y="348"/>
                    </a:lnTo>
                    <a:lnTo>
                      <a:pt x="3305" y="220"/>
                    </a:lnTo>
                    <a:lnTo>
                      <a:pt x="3359" y="202"/>
                    </a:lnTo>
                    <a:lnTo>
                      <a:pt x="3378" y="165"/>
                    </a:lnTo>
                    <a:lnTo>
                      <a:pt x="3378" y="129"/>
                    </a:lnTo>
                    <a:lnTo>
                      <a:pt x="3378" y="74"/>
                    </a:lnTo>
                    <a:lnTo>
                      <a:pt x="3341" y="37"/>
                    </a:lnTo>
                    <a:lnTo>
                      <a:pt x="3323" y="19"/>
                    </a:lnTo>
                    <a:lnTo>
                      <a:pt x="326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40"/>
              <p:cNvSpPr/>
              <p:nvPr/>
            </p:nvSpPr>
            <p:spPr>
              <a:xfrm>
                <a:off x="8128045" y="2273312"/>
                <a:ext cx="147877" cy="84167"/>
              </a:xfrm>
              <a:custGeom>
                <a:avLst/>
                <a:gdLst/>
                <a:ahLst/>
                <a:cxnLst/>
                <a:rect l="l" t="t" r="r" b="b"/>
                <a:pathLst>
                  <a:path w="4619" h="2629" extrusionOk="0">
                    <a:moveTo>
                      <a:pt x="110" y="0"/>
                    </a:moveTo>
                    <a:lnTo>
                      <a:pt x="74" y="19"/>
                    </a:lnTo>
                    <a:lnTo>
                      <a:pt x="37" y="37"/>
                    </a:lnTo>
                    <a:lnTo>
                      <a:pt x="1" y="73"/>
                    </a:lnTo>
                    <a:lnTo>
                      <a:pt x="1" y="128"/>
                    </a:lnTo>
                    <a:lnTo>
                      <a:pt x="1" y="165"/>
                    </a:lnTo>
                    <a:lnTo>
                      <a:pt x="19" y="201"/>
                    </a:lnTo>
                    <a:lnTo>
                      <a:pt x="74" y="219"/>
                    </a:lnTo>
                    <a:lnTo>
                      <a:pt x="658" y="457"/>
                    </a:lnTo>
                    <a:lnTo>
                      <a:pt x="1224" y="712"/>
                    </a:lnTo>
                    <a:lnTo>
                      <a:pt x="1790" y="986"/>
                    </a:lnTo>
                    <a:lnTo>
                      <a:pt x="2337" y="1278"/>
                    </a:lnTo>
                    <a:lnTo>
                      <a:pt x="2867" y="1588"/>
                    </a:lnTo>
                    <a:lnTo>
                      <a:pt x="3414" y="1917"/>
                    </a:lnTo>
                    <a:lnTo>
                      <a:pt x="3925" y="2264"/>
                    </a:lnTo>
                    <a:lnTo>
                      <a:pt x="4436" y="2610"/>
                    </a:lnTo>
                    <a:lnTo>
                      <a:pt x="4491" y="2629"/>
                    </a:lnTo>
                    <a:lnTo>
                      <a:pt x="4527" y="2629"/>
                    </a:lnTo>
                    <a:lnTo>
                      <a:pt x="4564" y="2610"/>
                    </a:lnTo>
                    <a:lnTo>
                      <a:pt x="4600" y="2592"/>
                    </a:lnTo>
                    <a:lnTo>
                      <a:pt x="4619" y="2556"/>
                    </a:lnTo>
                    <a:lnTo>
                      <a:pt x="4619" y="2501"/>
                    </a:lnTo>
                    <a:lnTo>
                      <a:pt x="4619" y="2464"/>
                    </a:lnTo>
                    <a:lnTo>
                      <a:pt x="4582" y="2428"/>
                    </a:lnTo>
                    <a:lnTo>
                      <a:pt x="4053" y="2063"/>
                    </a:lnTo>
                    <a:lnTo>
                      <a:pt x="3542" y="1716"/>
                    </a:lnTo>
                    <a:lnTo>
                      <a:pt x="2994" y="1387"/>
                    </a:lnTo>
                    <a:lnTo>
                      <a:pt x="2447" y="1077"/>
                    </a:lnTo>
                    <a:lnTo>
                      <a:pt x="1881" y="785"/>
                    </a:lnTo>
                    <a:lnTo>
                      <a:pt x="1315" y="511"/>
                    </a:lnTo>
                    <a:lnTo>
                      <a:pt x="749" y="256"/>
                    </a:lnTo>
                    <a:lnTo>
                      <a:pt x="165" y="19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40"/>
              <p:cNvSpPr/>
              <p:nvPr/>
            </p:nvSpPr>
            <p:spPr>
              <a:xfrm>
                <a:off x="8195247" y="2301934"/>
                <a:ext cx="84199" cy="14631"/>
              </a:xfrm>
              <a:custGeom>
                <a:avLst/>
                <a:gdLst/>
                <a:ahLst/>
                <a:cxnLst/>
                <a:rect l="l" t="t" r="r" b="b"/>
                <a:pathLst>
                  <a:path w="2630" h="457" extrusionOk="0">
                    <a:moveTo>
                      <a:pt x="713" y="1"/>
                    </a:moveTo>
                    <a:lnTo>
                      <a:pt x="402" y="19"/>
                    </a:lnTo>
                    <a:lnTo>
                      <a:pt x="92" y="55"/>
                    </a:lnTo>
                    <a:lnTo>
                      <a:pt x="56" y="74"/>
                    </a:lnTo>
                    <a:lnTo>
                      <a:pt x="19" y="92"/>
                    </a:lnTo>
                    <a:lnTo>
                      <a:pt x="1" y="128"/>
                    </a:lnTo>
                    <a:lnTo>
                      <a:pt x="1" y="183"/>
                    </a:lnTo>
                    <a:lnTo>
                      <a:pt x="19" y="220"/>
                    </a:lnTo>
                    <a:lnTo>
                      <a:pt x="37" y="256"/>
                    </a:lnTo>
                    <a:lnTo>
                      <a:pt x="74" y="274"/>
                    </a:lnTo>
                    <a:lnTo>
                      <a:pt x="129" y="274"/>
                    </a:lnTo>
                    <a:lnTo>
                      <a:pt x="439" y="256"/>
                    </a:lnTo>
                    <a:lnTo>
                      <a:pt x="731" y="238"/>
                    </a:lnTo>
                    <a:lnTo>
                      <a:pt x="1023" y="238"/>
                    </a:lnTo>
                    <a:lnTo>
                      <a:pt x="1333" y="256"/>
                    </a:lnTo>
                    <a:lnTo>
                      <a:pt x="1625" y="274"/>
                    </a:lnTo>
                    <a:lnTo>
                      <a:pt x="1917" y="311"/>
                    </a:lnTo>
                    <a:lnTo>
                      <a:pt x="2209" y="384"/>
                    </a:lnTo>
                    <a:lnTo>
                      <a:pt x="2501" y="439"/>
                    </a:lnTo>
                    <a:lnTo>
                      <a:pt x="2556" y="457"/>
                    </a:lnTo>
                    <a:lnTo>
                      <a:pt x="2593" y="439"/>
                    </a:lnTo>
                    <a:lnTo>
                      <a:pt x="2611" y="402"/>
                    </a:lnTo>
                    <a:lnTo>
                      <a:pt x="2629" y="366"/>
                    </a:lnTo>
                    <a:lnTo>
                      <a:pt x="2629" y="311"/>
                    </a:lnTo>
                    <a:lnTo>
                      <a:pt x="2611" y="274"/>
                    </a:lnTo>
                    <a:lnTo>
                      <a:pt x="2574" y="238"/>
                    </a:lnTo>
                    <a:lnTo>
                      <a:pt x="2538" y="220"/>
                    </a:lnTo>
                    <a:lnTo>
                      <a:pt x="2228" y="147"/>
                    </a:lnTo>
                    <a:lnTo>
                      <a:pt x="1936" y="92"/>
                    </a:lnTo>
                    <a:lnTo>
                      <a:pt x="1625" y="37"/>
                    </a:lnTo>
                    <a:lnTo>
                      <a:pt x="1333" y="19"/>
                    </a:lnTo>
                    <a:lnTo>
                      <a:pt x="102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40"/>
              <p:cNvSpPr/>
              <p:nvPr/>
            </p:nvSpPr>
            <p:spPr>
              <a:xfrm>
                <a:off x="7931145" y="1962431"/>
                <a:ext cx="239600" cy="312658"/>
              </a:xfrm>
              <a:custGeom>
                <a:avLst/>
                <a:gdLst/>
                <a:ahLst/>
                <a:cxnLst/>
                <a:rect l="l" t="t" r="r" b="b"/>
                <a:pathLst>
                  <a:path w="7484" h="9766" extrusionOk="0">
                    <a:moveTo>
                      <a:pt x="5731" y="0"/>
                    </a:moveTo>
                    <a:lnTo>
                      <a:pt x="5695" y="19"/>
                    </a:lnTo>
                    <a:lnTo>
                      <a:pt x="5658" y="37"/>
                    </a:lnTo>
                    <a:lnTo>
                      <a:pt x="5640" y="73"/>
                    </a:lnTo>
                    <a:lnTo>
                      <a:pt x="5622" y="110"/>
                    </a:lnTo>
                    <a:lnTo>
                      <a:pt x="5640" y="165"/>
                    </a:lnTo>
                    <a:lnTo>
                      <a:pt x="5841" y="657"/>
                    </a:lnTo>
                    <a:lnTo>
                      <a:pt x="6023" y="1150"/>
                    </a:lnTo>
                    <a:lnTo>
                      <a:pt x="6206" y="1661"/>
                    </a:lnTo>
                    <a:lnTo>
                      <a:pt x="6370" y="2172"/>
                    </a:lnTo>
                    <a:lnTo>
                      <a:pt x="6534" y="2683"/>
                    </a:lnTo>
                    <a:lnTo>
                      <a:pt x="6662" y="3194"/>
                    </a:lnTo>
                    <a:lnTo>
                      <a:pt x="6790" y="3724"/>
                    </a:lnTo>
                    <a:lnTo>
                      <a:pt x="6899" y="4235"/>
                    </a:lnTo>
                    <a:lnTo>
                      <a:pt x="7082" y="5239"/>
                    </a:lnTo>
                    <a:lnTo>
                      <a:pt x="7155" y="5750"/>
                    </a:lnTo>
                    <a:lnTo>
                      <a:pt x="7210" y="6261"/>
                    </a:lnTo>
                    <a:lnTo>
                      <a:pt x="7264" y="6790"/>
                    </a:lnTo>
                    <a:lnTo>
                      <a:pt x="7283" y="7301"/>
                    </a:lnTo>
                    <a:lnTo>
                      <a:pt x="7283" y="7812"/>
                    </a:lnTo>
                    <a:lnTo>
                      <a:pt x="7246" y="8305"/>
                    </a:lnTo>
                    <a:lnTo>
                      <a:pt x="7191" y="8579"/>
                    </a:lnTo>
                    <a:lnTo>
                      <a:pt x="7118" y="8816"/>
                    </a:lnTo>
                    <a:lnTo>
                      <a:pt x="7009" y="9035"/>
                    </a:lnTo>
                    <a:lnTo>
                      <a:pt x="6954" y="9126"/>
                    </a:lnTo>
                    <a:lnTo>
                      <a:pt x="6863" y="9218"/>
                    </a:lnTo>
                    <a:lnTo>
                      <a:pt x="6790" y="9291"/>
                    </a:lnTo>
                    <a:lnTo>
                      <a:pt x="6699" y="9364"/>
                    </a:lnTo>
                    <a:lnTo>
                      <a:pt x="6589" y="9418"/>
                    </a:lnTo>
                    <a:lnTo>
                      <a:pt x="6479" y="9473"/>
                    </a:lnTo>
                    <a:lnTo>
                      <a:pt x="6370" y="9510"/>
                    </a:lnTo>
                    <a:lnTo>
                      <a:pt x="6242" y="9528"/>
                    </a:lnTo>
                    <a:lnTo>
                      <a:pt x="6096" y="9546"/>
                    </a:lnTo>
                    <a:lnTo>
                      <a:pt x="5950" y="9546"/>
                    </a:lnTo>
                    <a:lnTo>
                      <a:pt x="5695" y="9510"/>
                    </a:lnTo>
                    <a:lnTo>
                      <a:pt x="5439" y="9473"/>
                    </a:lnTo>
                    <a:lnTo>
                      <a:pt x="5165" y="9400"/>
                    </a:lnTo>
                    <a:lnTo>
                      <a:pt x="4910" y="9327"/>
                    </a:lnTo>
                    <a:lnTo>
                      <a:pt x="4399" y="9145"/>
                    </a:lnTo>
                    <a:lnTo>
                      <a:pt x="3906" y="8962"/>
                    </a:lnTo>
                    <a:lnTo>
                      <a:pt x="2939" y="8597"/>
                    </a:lnTo>
                    <a:lnTo>
                      <a:pt x="1990" y="8195"/>
                    </a:lnTo>
                    <a:lnTo>
                      <a:pt x="1059" y="7757"/>
                    </a:lnTo>
                    <a:lnTo>
                      <a:pt x="146" y="7301"/>
                    </a:lnTo>
                    <a:lnTo>
                      <a:pt x="110" y="7283"/>
                    </a:lnTo>
                    <a:lnTo>
                      <a:pt x="55" y="7301"/>
                    </a:lnTo>
                    <a:lnTo>
                      <a:pt x="37" y="7319"/>
                    </a:lnTo>
                    <a:lnTo>
                      <a:pt x="0" y="7356"/>
                    </a:lnTo>
                    <a:lnTo>
                      <a:pt x="0" y="7392"/>
                    </a:lnTo>
                    <a:lnTo>
                      <a:pt x="0" y="7447"/>
                    </a:lnTo>
                    <a:lnTo>
                      <a:pt x="18" y="7484"/>
                    </a:lnTo>
                    <a:lnTo>
                      <a:pt x="55" y="7520"/>
                    </a:lnTo>
                    <a:lnTo>
                      <a:pt x="876" y="7940"/>
                    </a:lnTo>
                    <a:lnTo>
                      <a:pt x="1716" y="8323"/>
                    </a:lnTo>
                    <a:lnTo>
                      <a:pt x="2555" y="8688"/>
                    </a:lnTo>
                    <a:lnTo>
                      <a:pt x="3413" y="9035"/>
                    </a:lnTo>
                    <a:lnTo>
                      <a:pt x="4271" y="9345"/>
                    </a:lnTo>
                    <a:lnTo>
                      <a:pt x="4709" y="9491"/>
                    </a:lnTo>
                    <a:lnTo>
                      <a:pt x="5147" y="9619"/>
                    </a:lnTo>
                    <a:lnTo>
                      <a:pt x="5476" y="9692"/>
                    </a:lnTo>
                    <a:lnTo>
                      <a:pt x="5804" y="9765"/>
                    </a:lnTo>
                    <a:lnTo>
                      <a:pt x="6315" y="9765"/>
                    </a:lnTo>
                    <a:lnTo>
                      <a:pt x="6479" y="9729"/>
                    </a:lnTo>
                    <a:lnTo>
                      <a:pt x="6644" y="9674"/>
                    </a:lnTo>
                    <a:lnTo>
                      <a:pt x="6772" y="9601"/>
                    </a:lnTo>
                    <a:lnTo>
                      <a:pt x="6899" y="9528"/>
                    </a:lnTo>
                    <a:lnTo>
                      <a:pt x="7009" y="9437"/>
                    </a:lnTo>
                    <a:lnTo>
                      <a:pt x="7100" y="9327"/>
                    </a:lnTo>
                    <a:lnTo>
                      <a:pt x="7191" y="9218"/>
                    </a:lnTo>
                    <a:lnTo>
                      <a:pt x="7264" y="9090"/>
                    </a:lnTo>
                    <a:lnTo>
                      <a:pt x="7319" y="8962"/>
                    </a:lnTo>
                    <a:lnTo>
                      <a:pt x="7374" y="8816"/>
                    </a:lnTo>
                    <a:lnTo>
                      <a:pt x="7410" y="8688"/>
                    </a:lnTo>
                    <a:lnTo>
                      <a:pt x="7465" y="8378"/>
                    </a:lnTo>
                    <a:lnTo>
                      <a:pt x="7483" y="8086"/>
                    </a:lnTo>
                    <a:lnTo>
                      <a:pt x="7483" y="7776"/>
                    </a:lnTo>
                    <a:lnTo>
                      <a:pt x="7483" y="7301"/>
                    </a:lnTo>
                    <a:lnTo>
                      <a:pt x="7465" y="6827"/>
                    </a:lnTo>
                    <a:lnTo>
                      <a:pt x="7429" y="6352"/>
                    </a:lnTo>
                    <a:lnTo>
                      <a:pt x="7374" y="5877"/>
                    </a:lnTo>
                    <a:lnTo>
                      <a:pt x="7319" y="5403"/>
                    </a:lnTo>
                    <a:lnTo>
                      <a:pt x="7246" y="4928"/>
                    </a:lnTo>
                    <a:lnTo>
                      <a:pt x="7173" y="4472"/>
                    </a:lnTo>
                    <a:lnTo>
                      <a:pt x="7082" y="3997"/>
                    </a:lnTo>
                    <a:lnTo>
                      <a:pt x="6972" y="3486"/>
                    </a:lnTo>
                    <a:lnTo>
                      <a:pt x="6845" y="2994"/>
                    </a:lnTo>
                    <a:lnTo>
                      <a:pt x="6717" y="2501"/>
                    </a:lnTo>
                    <a:lnTo>
                      <a:pt x="6571" y="2008"/>
                    </a:lnTo>
                    <a:lnTo>
                      <a:pt x="6406" y="1515"/>
                    </a:lnTo>
                    <a:lnTo>
                      <a:pt x="6224" y="1022"/>
                    </a:lnTo>
                    <a:lnTo>
                      <a:pt x="6041" y="548"/>
                    </a:lnTo>
                    <a:lnTo>
                      <a:pt x="5841" y="73"/>
                    </a:lnTo>
                    <a:lnTo>
                      <a:pt x="5822" y="19"/>
                    </a:lnTo>
                    <a:lnTo>
                      <a:pt x="578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40"/>
              <p:cNvSpPr/>
              <p:nvPr/>
            </p:nvSpPr>
            <p:spPr>
              <a:xfrm>
                <a:off x="7861606" y="2504118"/>
                <a:ext cx="373423" cy="135039"/>
              </a:xfrm>
              <a:custGeom>
                <a:avLst/>
                <a:gdLst/>
                <a:ahLst/>
                <a:cxnLst/>
                <a:rect l="l" t="t" r="r" b="b"/>
                <a:pathLst>
                  <a:path w="11664" h="4218" extrusionOk="0">
                    <a:moveTo>
                      <a:pt x="91" y="1"/>
                    </a:moveTo>
                    <a:lnTo>
                      <a:pt x="55" y="19"/>
                    </a:lnTo>
                    <a:lnTo>
                      <a:pt x="18" y="37"/>
                    </a:lnTo>
                    <a:lnTo>
                      <a:pt x="0" y="74"/>
                    </a:lnTo>
                    <a:lnTo>
                      <a:pt x="0" y="129"/>
                    </a:lnTo>
                    <a:lnTo>
                      <a:pt x="0" y="165"/>
                    </a:lnTo>
                    <a:lnTo>
                      <a:pt x="37" y="202"/>
                    </a:lnTo>
                    <a:lnTo>
                      <a:pt x="639" y="713"/>
                    </a:lnTo>
                    <a:lnTo>
                      <a:pt x="1259" y="1169"/>
                    </a:lnTo>
                    <a:lnTo>
                      <a:pt x="1917" y="1607"/>
                    </a:lnTo>
                    <a:lnTo>
                      <a:pt x="2592" y="2009"/>
                    </a:lnTo>
                    <a:lnTo>
                      <a:pt x="3267" y="2392"/>
                    </a:lnTo>
                    <a:lnTo>
                      <a:pt x="3979" y="2720"/>
                    </a:lnTo>
                    <a:lnTo>
                      <a:pt x="4691" y="3031"/>
                    </a:lnTo>
                    <a:lnTo>
                      <a:pt x="5421" y="3304"/>
                    </a:lnTo>
                    <a:lnTo>
                      <a:pt x="6169" y="3542"/>
                    </a:lnTo>
                    <a:lnTo>
                      <a:pt x="6918" y="3742"/>
                    </a:lnTo>
                    <a:lnTo>
                      <a:pt x="7684" y="3907"/>
                    </a:lnTo>
                    <a:lnTo>
                      <a:pt x="8451" y="4034"/>
                    </a:lnTo>
                    <a:lnTo>
                      <a:pt x="9236" y="4126"/>
                    </a:lnTo>
                    <a:lnTo>
                      <a:pt x="10002" y="4199"/>
                    </a:lnTo>
                    <a:lnTo>
                      <a:pt x="10787" y="4217"/>
                    </a:lnTo>
                    <a:lnTo>
                      <a:pt x="11572" y="4199"/>
                    </a:lnTo>
                    <a:lnTo>
                      <a:pt x="11627" y="4181"/>
                    </a:lnTo>
                    <a:lnTo>
                      <a:pt x="11645" y="4162"/>
                    </a:lnTo>
                    <a:lnTo>
                      <a:pt x="11663" y="4107"/>
                    </a:lnTo>
                    <a:lnTo>
                      <a:pt x="11663" y="4071"/>
                    </a:lnTo>
                    <a:lnTo>
                      <a:pt x="11663" y="4034"/>
                    </a:lnTo>
                    <a:lnTo>
                      <a:pt x="11627" y="3998"/>
                    </a:lnTo>
                    <a:lnTo>
                      <a:pt x="11590" y="3980"/>
                    </a:lnTo>
                    <a:lnTo>
                      <a:pt x="11535" y="3961"/>
                    </a:lnTo>
                    <a:lnTo>
                      <a:pt x="10769" y="3980"/>
                    </a:lnTo>
                    <a:lnTo>
                      <a:pt x="10002" y="3961"/>
                    </a:lnTo>
                    <a:lnTo>
                      <a:pt x="9236" y="3907"/>
                    </a:lnTo>
                    <a:lnTo>
                      <a:pt x="8469" y="3815"/>
                    </a:lnTo>
                    <a:lnTo>
                      <a:pt x="7702" y="3688"/>
                    </a:lnTo>
                    <a:lnTo>
                      <a:pt x="6954" y="3523"/>
                    </a:lnTo>
                    <a:lnTo>
                      <a:pt x="6206" y="3323"/>
                    </a:lnTo>
                    <a:lnTo>
                      <a:pt x="5476" y="3085"/>
                    </a:lnTo>
                    <a:lnTo>
                      <a:pt x="4764" y="2812"/>
                    </a:lnTo>
                    <a:lnTo>
                      <a:pt x="4052" y="2501"/>
                    </a:lnTo>
                    <a:lnTo>
                      <a:pt x="3358" y="2173"/>
                    </a:lnTo>
                    <a:lnTo>
                      <a:pt x="2683" y="1808"/>
                    </a:lnTo>
                    <a:lnTo>
                      <a:pt x="2026" y="1406"/>
                    </a:lnTo>
                    <a:lnTo>
                      <a:pt x="1387" y="968"/>
                    </a:lnTo>
                    <a:lnTo>
                      <a:pt x="767" y="512"/>
                    </a:lnTo>
                    <a:lnTo>
                      <a:pt x="164" y="19"/>
                    </a:lnTo>
                    <a:lnTo>
                      <a:pt x="12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40"/>
              <p:cNvSpPr/>
              <p:nvPr/>
            </p:nvSpPr>
            <p:spPr>
              <a:xfrm>
                <a:off x="7596895" y="2164616"/>
                <a:ext cx="280483" cy="177683"/>
              </a:xfrm>
              <a:custGeom>
                <a:avLst/>
                <a:gdLst/>
                <a:ahLst/>
                <a:cxnLst/>
                <a:rect l="l" t="t" r="r" b="b"/>
                <a:pathLst>
                  <a:path w="8761" h="5550" extrusionOk="0">
                    <a:moveTo>
                      <a:pt x="1843" y="0"/>
                    </a:moveTo>
                    <a:lnTo>
                      <a:pt x="1551" y="19"/>
                    </a:lnTo>
                    <a:lnTo>
                      <a:pt x="1241" y="73"/>
                    </a:lnTo>
                    <a:lnTo>
                      <a:pt x="931" y="146"/>
                    </a:lnTo>
                    <a:lnTo>
                      <a:pt x="657" y="256"/>
                    </a:lnTo>
                    <a:lnTo>
                      <a:pt x="529" y="311"/>
                    </a:lnTo>
                    <a:lnTo>
                      <a:pt x="420" y="384"/>
                    </a:lnTo>
                    <a:lnTo>
                      <a:pt x="347" y="457"/>
                    </a:lnTo>
                    <a:lnTo>
                      <a:pt x="274" y="530"/>
                    </a:lnTo>
                    <a:lnTo>
                      <a:pt x="237" y="603"/>
                    </a:lnTo>
                    <a:lnTo>
                      <a:pt x="219" y="658"/>
                    </a:lnTo>
                    <a:lnTo>
                      <a:pt x="237" y="731"/>
                    </a:lnTo>
                    <a:lnTo>
                      <a:pt x="292" y="804"/>
                    </a:lnTo>
                    <a:lnTo>
                      <a:pt x="365" y="858"/>
                    </a:lnTo>
                    <a:lnTo>
                      <a:pt x="456" y="913"/>
                    </a:lnTo>
                    <a:lnTo>
                      <a:pt x="566" y="931"/>
                    </a:lnTo>
                    <a:lnTo>
                      <a:pt x="675" y="950"/>
                    </a:lnTo>
                    <a:lnTo>
                      <a:pt x="931" y="950"/>
                    </a:lnTo>
                    <a:lnTo>
                      <a:pt x="1205" y="931"/>
                    </a:lnTo>
                    <a:lnTo>
                      <a:pt x="1515" y="913"/>
                    </a:lnTo>
                    <a:lnTo>
                      <a:pt x="1825" y="895"/>
                    </a:lnTo>
                    <a:lnTo>
                      <a:pt x="1989" y="913"/>
                    </a:lnTo>
                    <a:lnTo>
                      <a:pt x="2135" y="931"/>
                    </a:lnTo>
                    <a:lnTo>
                      <a:pt x="2300" y="950"/>
                    </a:lnTo>
                    <a:lnTo>
                      <a:pt x="2446" y="1004"/>
                    </a:lnTo>
                    <a:lnTo>
                      <a:pt x="2975" y="1205"/>
                    </a:lnTo>
                    <a:lnTo>
                      <a:pt x="3377" y="1369"/>
                    </a:lnTo>
                    <a:lnTo>
                      <a:pt x="3614" y="1497"/>
                    </a:lnTo>
                    <a:lnTo>
                      <a:pt x="3687" y="1552"/>
                    </a:lnTo>
                    <a:lnTo>
                      <a:pt x="3212" y="1461"/>
                    </a:lnTo>
                    <a:lnTo>
                      <a:pt x="2975" y="1442"/>
                    </a:lnTo>
                    <a:lnTo>
                      <a:pt x="2701" y="1424"/>
                    </a:lnTo>
                    <a:lnTo>
                      <a:pt x="2391" y="1442"/>
                    </a:lnTo>
                    <a:lnTo>
                      <a:pt x="2062" y="1479"/>
                    </a:lnTo>
                    <a:lnTo>
                      <a:pt x="1679" y="1570"/>
                    </a:lnTo>
                    <a:lnTo>
                      <a:pt x="1241" y="1698"/>
                    </a:lnTo>
                    <a:lnTo>
                      <a:pt x="1022" y="1771"/>
                    </a:lnTo>
                    <a:lnTo>
                      <a:pt x="821" y="1862"/>
                    </a:lnTo>
                    <a:lnTo>
                      <a:pt x="657" y="1953"/>
                    </a:lnTo>
                    <a:lnTo>
                      <a:pt x="493" y="2045"/>
                    </a:lnTo>
                    <a:lnTo>
                      <a:pt x="365" y="2136"/>
                    </a:lnTo>
                    <a:lnTo>
                      <a:pt x="256" y="2245"/>
                    </a:lnTo>
                    <a:lnTo>
                      <a:pt x="164" y="2337"/>
                    </a:lnTo>
                    <a:lnTo>
                      <a:pt x="91" y="2428"/>
                    </a:lnTo>
                    <a:lnTo>
                      <a:pt x="55" y="2519"/>
                    </a:lnTo>
                    <a:lnTo>
                      <a:pt x="18" y="2592"/>
                    </a:lnTo>
                    <a:lnTo>
                      <a:pt x="0" y="2665"/>
                    </a:lnTo>
                    <a:lnTo>
                      <a:pt x="0" y="2738"/>
                    </a:lnTo>
                    <a:lnTo>
                      <a:pt x="18" y="2793"/>
                    </a:lnTo>
                    <a:lnTo>
                      <a:pt x="55" y="2848"/>
                    </a:lnTo>
                    <a:lnTo>
                      <a:pt x="110" y="2884"/>
                    </a:lnTo>
                    <a:lnTo>
                      <a:pt x="164" y="2903"/>
                    </a:lnTo>
                    <a:lnTo>
                      <a:pt x="456" y="2939"/>
                    </a:lnTo>
                    <a:lnTo>
                      <a:pt x="602" y="2939"/>
                    </a:lnTo>
                    <a:lnTo>
                      <a:pt x="785" y="2921"/>
                    </a:lnTo>
                    <a:lnTo>
                      <a:pt x="986" y="2884"/>
                    </a:lnTo>
                    <a:lnTo>
                      <a:pt x="1205" y="2848"/>
                    </a:lnTo>
                    <a:lnTo>
                      <a:pt x="1478" y="2757"/>
                    </a:lnTo>
                    <a:lnTo>
                      <a:pt x="1770" y="2665"/>
                    </a:lnTo>
                    <a:lnTo>
                      <a:pt x="1953" y="2610"/>
                    </a:lnTo>
                    <a:lnTo>
                      <a:pt x="2117" y="2574"/>
                    </a:lnTo>
                    <a:lnTo>
                      <a:pt x="2464" y="2519"/>
                    </a:lnTo>
                    <a:lnTo>
                      <a:pt x="2793" y="2519"/>
                    </a:lnTo>
                    <a:lnTo>
                      <a:pt x="3085" y="2537"/>
                    </a:lnTo>
                    <a:lnTo>
                      <a:pt x="3340" y="2574"/>
                    </a:lnTo>
                    <a:lnTo>
                      <a:pt x="3559" y="2610"/>
                    </a:lnTo>
                    <a:lnTo>
                      <a:pt x="3742" y="2647"/>
                    </a:lnTo>
                    <a:lnTo>
                      <a:pt x="3468" y="2647"/>
                    </a:lnTo>
                    <a:lnTo>
                      <a:pt x="3103" y="2684"/>
                    </a:lnTo>
                    <a:lnTo>
                      <a:pt x="2665" y="2757"/>
                    </a:lnTo>
                    <a:lnTo>
                      <a:pt x="2208" y="2848"/>
                    </a:lnTo>
                    <a:lnTo>
                      <a:pt x="1752" y="2994"/>
                    </a:lnTo>
                    <a:lnTo>
                      <a:pt x="1551" y="3067"/>
                    </a:lnTo>
                    <a:lnTo>
                      <a:pt x="1351" y="3140"/>
                    </a:lnTo>
                    <a:lnTo>
                      <a:pt x="1168" y="3231"/>
                    </a:lnTo>
                    <a:lnTo>
                      <a:pt x="1004" y="3322"/>
                    </a:lnTo>
                    <a:lnTo>
                      <a:pt x="858" y="3432"/>
                    </a:lnTo>
                    <a:lnTo>
                      <a:pt x="767" y="3523"/>
                    </a:lnTo>
                    <a:lnTo>
                      <a:pt x="694" y="3633"/>
                    </a:lnTo>
                    <a:lnTo>
                      <a:pt x="639" y="3742"/>
                    </a:lnTo>
                    <a:lnTo>
                      <a:pt x="602" y="3833"/>
                    </a:lnTo>
                    <a:lnTo>
                      <a:pt x="584" y="3906"/>
                    </a:lnTo>
                    <a:lnTo>
                      <a:pt x="602" y="3979"/>
                    </a:lnTo>
                    <a:lnTo>
                      <a:pt x="621" y="4052"/>
                    </a:lnTo>
                    <a:lnTo>
                      <a:pt x="657" y="4107"/>
                    </a:lnTo>
                    <a:lnTo>
                      <a:pt x="712" y="4162"/>
                    </a:lnTo>
                    <a:lnTo>
                      <a:pt x="767" y="4198"/>
                    </a:lnTo>
                    <a:lnTo>
                      <a:pt x="858" y="4235"/>
                    </a:lnTo>
                    <a:lnTo>
                      <a:pt x="931" y="4253"/>
                    </a:lnTo>
                    <a:lnTo>
                      <a:pt x="1132" y="4253"/>
                    </a:lnTo>
                    <a:lnTo>
                      <a:pt x="1241" y="4235"/>
                    </a:lnTo>
                    <a:lnTo>
                      <a:pt x="1369" y="4198"/>
                    </a:lnTo>
                    <a:lnTo>
                      <a:pt x="1478" y="4162"/>
                    </a:lnTo>
                    <a:lnTo>
                      <a:pt x="1606" y="4125"/>
                    </a:lnTo>
                    <a:lnTo>
                      <a:pt x="1770" y="4089"/>
                    </a:lnTo>
                    <a:lnTo>
                      <a:pt x="2135" y="4016"/>
                    </a:lnTo>
                    <a:lnTo>
                      <a:pt x="2519" y="3979"/>
                    </a:lnTo>
                    <a:lnTo>
                      <a:pt x="2920" y="3961"/>
                    </a:lnTo>
                    <a:lnTo>
                      <a:pt x="3888" y="3961"/>
                    </a:lnTo>
                    <a:lnTo>
                      <a:pt x="3322" y="4089"/>
                    </a:lnTo>
                    <a:lnTo>
                      <a:pt x="2811" y="4253"/>
                    </a:lnTo>
                    <a:lnTo>
                      <a:pt x="2537" y="4326"/>
                    </a:lnTo>
                    <a:lnTo>
                      <a:pt x="2300" y="4436"/>
                    </a:lnTo>
                    <a:lnTo>
                      <a:pt x="2135" y="4527"/>
                    </a:lnTo>
                    <a:lnTo>
                      <a:pt x="2026" y="4618"/>
                    </a:lnTo>
                    <a:lnTo>
                      <a:pt x="1935" y="4709"/>
                    </a:lnTo>
                    <a:lnTo>
                      <a:pt x="1898" y="4764"/>
                    </a:lnTo>
                    <a:lnTo>
                      <a:pt x="1880" y="4819"/>
                    </a:lnTo>
                    <a:lnTo>
                      <a:pt x="1880" y="4874"/>
                    </a:lnTo>
                    <a:lnTo>
                      <a:pt x="1880" y="4928"/>
                    </a:lnTo>
                    <a:lnTo>
                      <a:pt x="1935" y="4983"/>
                    </a:lnTo>
                    <a:lnTo>
                      <a:pt x="1989" y="5038"/>
                    </a:lnTo>
                    <a:lnTo>
                      <a:pt x="2081" y="5093"/>
                    </a:lnTo>
                    <a:lnTo>
                      <a:pt x="2208" y="5148"/>
                    </a:lnTo>
                    <a:lnTo>
                      <a:pt x="2318" y="5166"/>
                    </a:lnTo>
                    <a:lnTo>
                      <a:pt x="2446" y="5184"/>
                    </a:lnTo>
                    <a:lnTo>
                      <a:pt x="3048" y="5184"/>
                    </a:lnTo>
                    <a:lnTo>
                      <a:pt x="3413" y="5148"/>
                    </a:lnTo>
                    <a:lnTo>
                      <a:pt x="4198" y="5074"/>
                    </a:lnTo>
                    <a:lnTo>
                      <a:pt x="4599" y="5056"/>
                    </a:lnTo>
                    <a:lnTo>
                      <a:pt x="4983" y="5056"/>
                    </a:lnTo>
                    <a:lnTo>
                      <a:pt x="5147" y="5074"/>
                    </a:lnTo>
                    <a:lnTo>
                      <a:pt x="5330" y="5093"/>
                    </a:lnTo>
                    <a:lnTo>
                      <a:pt x="5676" y="5166"/>
                    </a:lnTo>
                    <a:lnTo>
                      <a:pt x="6041" y="5275"/>
                    </a:lnTo>
                    <a:lnTo>
                      <a:pt x="6388" y="5403"/>
                    </a:lnTo>
                    <a:lnTo>
                      <a:pt x="6552" y="5458"/>
                    </a:lnTo>
                    <a:lnTo>
                      <a:pt x="6717" y="5513"/>
                    </a:lnTo>
                    <a:lnTo>
                      <a:pt x="6881" y="5531"/>
                    </a:lnTo>
                    <a:lnTo>
                      <a:pt x="7045" y="5549"/>
                    </a:lnTo>
                    <a:lnTo>
                      <a:pt x="7209" y="5549"/>
                    </a:lnTo>
                    <a:lnTo>
                      <a:pt x="7374" y="5513"/>
                    </a:lnTo>
                    <a:lnTo>
                      <a:pt x="7538" y="5494"/>
                    </a:lnTo>
                    <a:lnTo>
                      <a:pt x="7684" y="5440"/>
                    </a:lnTo>
                    <a:lnTo>
                      <a:pt x="7830" y="5385"/>
                    </a:lnTo>
                    <a:lnTo>
                      <a:pt x="7976" y="5294"/>
                    </a:lnTo>
                    <a:lnTo>
                      <a:pt x="8122" y="5221"/>
                    </a:lnTo>
                    <a:lnTo>
                      <a:pt x="8232" y="5111"/>
                    </a:lnTo>
                    <a:lnTo>
                      <a:pt x="8359" y="5001"/>
                    </a:lnTo>
                    <a:lnTo>
                      <a:pt x="8469" y="4874"/>
                    </a:lnTo>
                    <a:lnTo>
                      <a:pt x="8560" y="4728"/>
                    </a:lnTo>
                    <a:lnTo>
                      <a:pt x="8633" y="4582"/>
                    </a:lnTo>
                    <a:lnTo>
                      <a:pt x="8706" y="4399"/>
                    </a:lnTo>
                    <a:lnTo>
                      <a:pt x="8743" y="4217"/>
                    </a:lnTo>
                    <a:lnTo>
                      <a:pt x="8761" y="4052"/>
                    </a:lnTo>
                    <a:lnTo>
                      <a:pt x="8724" y="3888"/>
                    </a:lnTo>
                    <a:lnTo>
                      <a:pt x="8670" y="3724"/>
                    </a:lnTo>
                    <a:lnTo>
                      <a:pt x="8578" y="3560"/>
                    </a:lnTo>
                    <a:lnTo>
                      <a:pt x="8451" y="3395"/>
                    </a:lnTo>
                    <a:lnTo>
                      <a:pt x="8305" y="3231"/>
                    </a:lnTo>
                    <a:lnTo>
                      <a:pt x="8140" y="3067"/>
                    </a:lnTo>
                    <a:lnTo>
                      <a:pt x="7958" y="2884"/>
                    </a:lnTo>
                    <a:lnTo>
                      <a:pt x="7556" y="2574"/>
                    </a:lnTo>
                    <a:lnTo>
                      <a:pt x="7155" y="2264"/>
                    </a:lnTo>
                    <a:lnTo>
                      <a:pt x="6771" y="1990"/>
                    </a:lnTo>
                    <a:lnTo>
                      <a:pt x="6443" y="1771"/>
                    </a:lnTo>
                    <a:lnTo>
                      <a:pt x="6206" y="1588"/>
                    </a:lnTo>
                    <a:lnTo>
                      <a:pt x="6023" y="1461"/>
                    </a:lnTo>
                    <a:lnTo>
                      <a:pt x="5786" y="1315"/>
                    </a:lnTo>
                    <a:lnTo>
                      <a:pt x="5275" y="1004"/>
                    </a:lnTo>
                    <a:lnTo>
                      <a:pt x="4672" y="712"/>
                    </a:lnTo>
                    <a:lnTo>
                      <a:pt x="4034" y="402"/>
                    </a:lnTo>
                    <a:lnTo>
                      <a:pt x="3723" y="274"/>
                    </a:lnTo>
                    <a:lnTo>
                      <a:pt x="3431" y="183"/>
                    </a:lnTo>
                    <a:lnTo>
                      <a:pt x="3158" y="110"/>
                    </a:lnTo>
                    <a:lnTo>
                      <a:pt x="2902" y="73"/>
                    </a:lnTo>
                    <a:lnTo>
                      <a:pt x="2647" y="37"/>
                    </a:lnTo>
                    <a:lnTo>
                      <a:pt x="2391" y="19"/>
                    </a:lnTo>
                    <a:lnTo>
                      <a:pt x="1843" y="0"/>
                    </a:lnTo>
                    <a:close/>
                  </a:path>
                </a:pathLst>
              </a:custGeom>
              <a:solidFill>
                <a:srgbClr val="F29B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40"/>
              <p:cNvSpPr/>
              <p:nvPr/>
            </p:nvSpPr>
            <p:spPr>
              <a:xfrm>
                <a:off x="7742377" y="2164616"/>
                <a:ext cx="95277" cy="83015"/>
              </a:xfrm>
              <a:custGeom>
                <a:avLst/>
                <a:gdLst/>
                <a:ahLst/>
                <a:cxnLst/>
                <a:rect l="l" t="t" r="r" b="b"/>
                <a:pathLst>
                  <a:path w="2976" h="2593" extrusionOk="0">
                    <a:moveTo>
                      <a:pt x="147" y="0"/>
                    </a:moveTo>
                    <a:lnTo>
                      <a:pt x="92" y="37"/>
                    </a:lnTo>
                    <a:lnTo>
                      <a:pt x="37" y="92"/>
                    </a:lnTo>
                    <a:lnTo>
                      <a:pt x="19" y="165"/>
                    </a:lnTo>
                    <a:lnTo>
                      <a:pt x="1" y="238"/>
                    </a:lnTo>
                    <a:lnTo>
                      <a:pt x="19" y="329"/>
                    </a:lnTo>
                    <a:lnTo>
                      <a:pt x="55" y="420"/>
                    </a:lnTo>
                    <a:lnTo>
                      <a:pt x="147" y="621"/>
                    </a:lnTo>
                    <a:lnTo>
                      <a:pt x="275" y="822"/>
                    </a:lnTo>
                    <a:lnTo>
                      <a:pt x="402" y="1023"/>
                    </a:lnTo>
                    <a:lnTo>
                      <a:pt x="530" y="1169"/>
                    </a:lnTo>
                    <a:lnTo>
                      <a:pt x="658" y="1315"/>
                    </a:lnTo>
                    <a:lnTo>
                      <a:pt x="2976" y="2592"/>
                    </a:lnTo>
                    <a:lnTo>
                      <a:pt x="2830" y="2337"/>
                    </a:lnTo>
                    <a:lnTo>
                      <a:pt x="2428" y="1771"/>
                    </a:lnTo>
                    <a:lnTo>
                      <a:pt x="2191" y="1461"/>
                    </a:lnTo>
                    <a:lnTo>
                      <a:pt x="1935" y="1169"/>
                    </a:lnTo>
                    <a:lnTo>
                      <a:pt x="1698" y="913"/>
                    </a:lnTo>
                    <a:lnTo>
                      <a:pt x="1589" y="822"/>
                    </a:lnTo>
                    <a:lnTo>
                      <a:pt x="1479" y="749"/>
                    </a:lnTo>
                    <a:lnTo>
                      <a:pt x="1260" y="621"/>
                    </a:lnTo>
                    <a:lnTo>
                      <a:pt x="1059" y="475"/>
                    </a:lnTo>
                    <a:lnTo>
                      <a:pt x="640" y="183"/>
                    </a:lnTo>
                    <a:lnTo>
                      <a:pt x="457" y="73"/>
                    </a:lnTo>
                    <a:lnTo>
                      <a:pt x="366" y="37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F29B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40"/>
              <p:cNvSpPr/>
              <p:nvPr/>
            </p:nvSpPr>
            <p:spPr>
              <a:xfrm>
                <a:off x="6351625" y="3650661"/>
                <a:ext cx="288679" cy="683104"/>
              </a:xfrm>
              <a:custGeom>
                <a:avLst/>
                <a:gdLst/>
                <a:ahLst/>
                <a:cxnLst/>
                <a:rect l="l" t="t" r="r" b="b"/>
                <a:pathLst>
                  <a:path w="9017" h="21337" extrusionOk="0">
                    <a:moveTo>
                      <a:pt x="4508" y="0"/>
                    </a:moveTo>
                    <a:lnTo>
                      <a:pt x="4308" y="55"/>
                    </a:lnTo>
                    <a:lnTo>
                      <a:pt x="4089" y="128"/>
                    </a:lnTo>
                    <a:lnTo>
                      <a:pt x="3797" y="219"/>
                    </a:lnTo>
                    <a:lnTo>
                      <a:pt x="3450" y="365"/>
                    </a:lnTo>
                    <a:lnTo>
                      <a:pt x="3085" y="566"/>
                    </a:lnTo>
                    <a:lnTo>
                      <a:pt x="2665" y="803"/>
                    </a:lnTo>
                    <a:lnTo>
                      <a:pt x="2464" y="949"/>
                    </a:lnTo>
                    <a:lnTo>
                      <a:pt x="2245" y="1113"/>
                    </a:lnTo>
                    <a:lnTo>
                      <a:pt x="2044" y="1296"/>
                    </a:lnTo>
                    <a:lnTo>
                      <a:pt x="1825" y="1478"/>
                    </a:lnTo>
                    <a:lnTo>
                      <a:pt x="1625" y="1697"/>
                    </a:lnTo>
                    <a:lnTo>
                      <a:pt x="1424" y="1916"/>
                    </a:lnTo>
                    <a:lnTo>
                      <a:pt x="1223" y="2172"/>
                    </a:lnTo>
                    <a:lnTo>
                      <a:pt x="1041" y="2428"/>
                    </a:lnTo>
                    <a:lnTo>
                      <a:pt x="858" y="2720"/>
                    </a:lnTo>
                    <a:lnTo>
                      <a:pt x="694" y="3030"/>
                    </a:lnTo>
                    <a:lnTo>
                      <a:pt x="548" y="3358"/>
                    </a:lnTo>
                    <a:lnTo>
                      <a:pt x="402" y="3705"/>
                    </a:lnTo>
                    <a:lnTo>
                      <a:pt x="292" y="4070"/>
                    </a:lnTo>
                    <a:lnTo>
                      <a:pt x="183" y="4472"/>
                    </a:lnTo>
                    <a:lnTo>
                      <a:pt x="110" y="4892"/>
                    </a:lnTo>
                    <a:lnTo>
                      <a:pt x="37" y="5330"/>
                    </a:lnTo>
                    <a:lnTo>
                      <a:pt x="0" y="5804"/>
                    </a:lnTo>
                    <a:lnTo>
                      <a:pt x="0" y="6297"/>
                    </a:lnTo>
                    <a:lnTo>
                      <a:pt x="0" y="6826"/>
                    </a:lnTo>
                    <a:lnTo>
                      <a:pt x="37" y="7374"/>
                    </a:lnTo>
                    <a:lnTo>
                      <a:pt x="110" y="7921"/>
                    </a:lnTo>
                    <a:lnTo>
                      <a:pt x="183" y="8505"/>
                    </a:lnTo>
                    <a:lnTo>
                      <a:pt x="292" y="9108"/>
                    </a:lnTo>
                    <a:lnTo>
                      <a:pt x="402" y="9710"/>
                    </a:lnTo>
                    <a:lnTo>
                      <a:pt x="548" y="10331"/>
                    </a:lnTo>
                    <a:lnTo>
                      <a:pt x="694" y="10951"/>
                    </a:lnTo>
                    <a:lnTo>
                      <a:pt x="858" y="11572"/>
                    </a:lnTo>
                    <a:lnTo>
                      <a:pt x="1041" y="12192"/>
                    </a:lnTo>
                    <a:lnTo>
                      <a:pt x="1424" y="13452"/>
                    </a:lnTo>
                    <a:lnTo>
                      <a:pt x="1825" y="14675"/>
                    </a:lnTo>
                    <a:lnTo>
                      <a:pt x="2245" y="15861"/>
                    </a:lnTo>
                    <a:lnTo>
                      <a:pt x="2665" y="16974"/>
                    </a:lnTo>
                    <a:lnTo>
                      <a:pt x="3085" y="18015"/>
                    </a:lnTo>
                    <a:lnTo>
                      <a:pt x="3450" y="18946"/>
                    </a:lnTo>
                    <a:lnTo>
                      <a:pt x="3797" y="19749"/>
                    </a:lnTo>
                    <a:lnTo>
                      <a:pt x="4308" y="20898"/>
                    </a:lnTo>
                    <a:lnTo>
                      <a:pt x="4508" y="21337"/>
                    </a:lnTo>
                    <a:lnTo>
                      <a:pt x="4691" y="20898"/>
                    </a:lnTo>
                    <a:lnTo>
                      <a:pt x="5202" y="19749"/>
                    </a:lnTo>
                    <a:lnTo>
                      <a:pt x="5549" y="18946"/>
                    </a:lnTo>
                    <a:lnTo>
                      <a:pt x="5932" y="18015"/>
                    </a:lnTo>
                    <a:lnTo>
                      <a:pt x="6334" y="16974"/>
                    </a:lnTo>
                    <a:lnTo>
                      <a:pt x="6753" y="15861"/>
                    </a:lnTo>
                    <a:lnTo>
                      <a:pt x="7173" y="14675"/>
                    </a:lnTo>
                    <a:lnTo>
                      <a:pt x="7593" y="13452"/>
                    </a:lnTo>
                    <a:lnTo>
                      <a:pt x="7958" y="12192"/>
                    </a:lnTo>
                    <a:lnTo>
                      <a:pt x="8141" y="11572"/>
                    </a:lnTo>
                    <a:lnTo>
                      <a:pt x="8305" y="10951"/>
                    </a:lnTo>
                    <a:lnTo>
                      <a:pt x="8451" y="10331"/>
                    </a:lnTo>
                    <a:lnTo>
                      <a:pt x="8597" y="9710"/>
                    </a:lnTo>
                    <a:lnTo>
                      <a:pt x="8725" y="9108"/>
                    </a:lnTo>
                    <a:lnTo>
                      <a:pt x="8816" y="8505"/>
                    </a:lnTo>
                    <a:lnTo>
                      <a:pt x="8907" y="7921"/>
                    </a:lnTo>
                    <a:lnTo>
                      <a:pt x="8962" y="7374"/>
                    </a:lnTo>
                    <a:lnTo>
                      <a:pt x="8998" y="6826"/>
                    </a:lnTo>
                    <a:lnTo>
                      <a:pt x="9017" y="6297"/>
                    </a:lnTo>
                    <a:lnTo>
                      <a:pt x="8998" y="5804"/>
                    </a:lnTo>
                    <a:lnTo>
                      <a:pt x="8962" y="5330"/>
                    </a:lnTo>
                    <a:lnTo>
                      <a:pt x="8907" y="4892"/>
                    </a:lnTo>
                    <a:lnTo>
                      <a:pt x="8816" y="4472"/>
                    </a:lnTo>
                    <a:lnTo>
                      <a:pt x="8725" y="4070"/>
                    </a:lnTo>
                    <a:lnTo>
                      <a:pt x="8597" y="3705"/>
                    </a:lnTo>
                    <a:lnTo>
                      <a:pt x="8451" y="3358"/>
                    </a:lnTo>
                    <a:lnTo>
                      <a:pt x="8305" y="3030"/>
                    </a:lnTo>
                    <a:lnTo>
                      <a:pt x="8141" y="2720"/>
                    </a:lnTo>
                    <a:lnTo>
                      <a:pt x="7958" y="2428"/>
                    </a:lnTo>
                    <a:lnTo>
                      <a:pt x="7776" y="2172"/>
                    </a:lnTo>
                    <a:lnTo>
                      <a:pt x="7593" y="1916"/>
                    </a:lnTo>
                    <a:lnTo>
                      <a:pt x="7392" y="1697"/>
                    </a:lnTo>
                    <a:lnTo>
                      <a:pt x="7173" y="1478"/>
                    </a:lnTo>
                    <a:lnTo>
                      <a:pt x="6972" y="1296"/>
                    </a:lnTo>
                    <a:lnTo>
                      <a:pt x="6753" y="1113"/>
                    </a:lnTo>
                    <a:lnTo>
                      <a:pt x="6553" y="949"/>
                    </a:lnTo>
                    <a:lnTo>
                      <a:pt x="6334" y="803"/>
                    </a:lnTo>
                    <a:lnTo>
                      <a:pt x="5932" y="566"/>
                    </a:lnTo>
                    <a:lnTo>
                      <a:pt x="5549" y="365"/>
                    </a:lnTo>
                    <a:lnTo>
                      <a:pt x="5202" y="219"/>
                    </a:lnTo>
                    <a:lnTo>
                      <a:pt x="4928" y="128"/>
                    </a:lnTo>
                    <a:lnTo>
                      <a:pt x="4691" y="55"/>
                    </a:lnTo>
                    <a:lnTo>
                      <a:pt x="4508" y="0"/>
                    </a:lnTo>
                    <a:close/>
                  </a:path>
                </a:pathLst>
              </a:custGeom>
              <a:gradFill>
                <a:gsLst>
                  <a:gs pos="0">
                    <a:srgbClr val="FFF0B9"/>
                  </a:gs>
                  <a:gs pos="100000">
                    <a:srgbClr val="F9D03C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Google Shape;2210;p40"/>
              <p:cNvSpPr/>
              <p:nvPr/>
            </p:nvSpPr>
            <p:spPr>
              <a:xfrm>
                <a:off x="7224643" y="3650661"/>
                <a:ext cx="288679" cy="683104"/>
              </a:xfrm>
              <a:custGeom>
                <a:avLst/>
                <a:gdLst/>
                <a:ahLst/>
                <a:cxnLst/>
                <a:rect l="l" t="t" r="r" b="b"/>
                <a:pathLst>
                  <a:path w="9017" h="21337" extrusionOk="0">
                    <a:moveTo>
                      <a:pt x="4509" y="0"/>
                    </a:moveTo>
                    <a:lnTo>
                      <a:pt x="4308" y="55"/>
                    </a:lnTo>
                    <a:lnTo>
                      <a:pt x="4089" y="128"/>
                    </a:lnTo>
                    <a:lnTo>
                      <a:pt x="3797" y="219"/>
                    </a:lnTo>
                    <a:lnTo>
                      <a:pt x="3450" y="365"/>
                    </a:lnTo>
                    <a:lnTo>
                      <a:pt x="3085" y="566"/>
                    </a:lnTo>
                    <a:lnTo>
                      <a:pt x="2665" y="803"/>
                    </a:lnTo>
                    <a:lnTo>
                      <a:pt x="2465" y="949"/>
                    </a:lnTo>
                    <a:lnTo>
                      <a:pt x="2246" y="1113"/>
                    </a:lnTo>
                    <a:lnTo>
                      <a:pt x="2045" y="1296"/>
                    </a:lnTo>
                    <a:lnTo>
                      <a:pt x="1826" y="1478"/>
                    </a:lnTo>
                    <a:lnTo>
                      <a:pt x="1625" y="1697"/>
                    </a:lnTo>
                    <a:lnTo>
                      <a:pt x="1424" y="1916"/>
                    </a:lnTo>
                    <a:lnTo>
                      <a:pt x="1223" y="2172"/>
                    </a:lnTo>
                    <a:lnTo>
                      <a:pt x="1041" y="2428"/>
                    </a:lnTo>
                    <a:lnTo>
                      <a:pt x="858" y="2720"/>
                    </a:lnTo>
                    <a:lnTo>
                      <a:pt x="694" y="3030"/>
                    </a:lnTo>
                    <a:lnTo>
                      <a:pt x="548" y="3358"/>
                    </a:lnTo>
                    <a:lnTo>
                      <a:pt x="402" y="3705"/>
                    </a:lnTo>
                    <a:lnTo>
                      <a:pt x="293" y="4070"/>
                    </a:lnTo>
                    <a:lnTo>
                      <a:pt x="183" y="4472"/>
                    </a:lnTo>
                    <a:lnTo>
                      <a:pt x="110" y="4892"/>
                    </a:lnTo>
                    <a:lnTo>
                      <a:pt x="37" y="5330"/>
                    </a:lnTo>
                    <a:lnTo>
                      <a:pt x="1" y="5804"/>
                    </a:lnTo>
                    <a:lnTo>
                      <a:pt x="1" y="6297"/>
                    </a:lnTo>
                    <a:lnTo>
                      <a:pt x="1" y="6826"/>
                    </a:lnTo>
                    <a:lnTo>
                      <a:pt x="37" y="7374"/>
                    </a:lnTo>
                    <a:lnTo>
                      <a:pt x="110" y="7921"/>
                    </a:lnTo>
                    <a:lnTo>
                      <a:pt x="183" y="8505"/>
                    </a:lnTo>
                    <a:lnTo>
                      <a:pt x="293" y="9108"/>
                    </a:lnTo>
                    <a:lnTo>
                      <a:pt x="402" y="9710"/>
                    </a:lnTo>
                    <a:lnTo>
                      <a:pt x="548" y="10331"/>
                    </a:lnTo>
                    <a:lnTo>
                      <a:pt x="694" y="10951"/>
                    </a:lnTo>
                    <a:lnTo>
                      <a:pt x="858" y="11572"/>
                    </a:lnTo>
                    <a:lnTo>
                      <a:pt x="1041" y="12192"/>
                    </a:lnTo>
                    <a:lnTo>
                      <a:pt x="1424" y="13452"/>
                    </a:lnTo>
                    <a:lnTo>
                      <a:pt x="1826" y="14675"/>
                    </a:lnTo>
                    <a:lnTo>
                      <a:pt x="2246" y="15861"/>
                    </a:lnTo>
                    <a:lnTo>
                      <a:pt x="2665" y="16974"/>
                    </a:lnTo>
                    <a:lnTo>
                      <a:pt x="3085" y="18015"/>
                    </a:lnTo>
                    <a:lnTo>
                      <a:pt x="3450" y="18946"/>
                    </a:lnTo>
                    <a:lnTo>
                      <a:pt x="3797" y="19749"/>
                    </a:lnTo>
                    <a:lnTo>
                      <a:pt x="4308" y="20898"/>
                    </a:lnTo>
                    <a:lnTo>
                      <a:pt x="4509" y="21337"/>
                    </a:lnTo>
                    <a:lnTo>
                      <a:pt x="4691" y="20898"/>
                    </a:lnTo>
                    <a:lnTo>
                      <a:pt x="5202" y="19749"/>
                    </a:lnTo>
                    <a:lnTo>
                      <a:pt x="5549" y="18946"/>
                    </a:lnTo>
                    <a:lnTo>
                      <a:pt x="5932" y="18015"/>
                    </a:lnTo>
                    <a:lnTo>
                      <a:pt x="6334" y="16974"/>
                    </a:lnTo>
                    <a:lnTo>
                      <a:pt x="6754" y="15861"/>
                    </a:lnTo>
                    <a:lnTo>
                      <a:pt x="7174" y="14675"/>
                    </a:lnTo>
                    <a:lnTo>
                      <a:pt x="7593" y="13452"/>
                    </a:lnTo>
                    <a:lnTo>
                      <a:pt x="7958" y="12192"/>
                    </a:lnTo>
                    <a:lnTo>
                      <a:pt x="8141" y="11572"/>
                    </a:lnTo>
                    <a:lnTo>
                      <a:pt x="8305" y="10951"/>
                    </a:lnTo>
                    <a:lnTo>
                      <a:pt x="8451" y="10331"/>
                    </a:lnTo>
                    <a:lnTo>
                      <a:pt x="8597" y="9710"/>
                    </a:lnTo>
                    <a:lnTo>
                      <a:pt x="8725" y="9108"/>
                    </a:lnTo>
                    <a:lnTo>
                      <a:pt x="8816" y="8505"/>
                    </a:lnTo>
                    <a:lnTo>
                      <a:pt x="8907" y="7921"/>
                    </a:lnTo>
                    <a:lnTo>
                      <a:pt x="8962" y="7374"/>
                    </a:lnTo>
                    <a:lnTo>
                      <a:pt x="8999" y="6826"/>
                    </a:lnTo>
                    <a:lnTo>
                      <a:pt x="9017" y="6297"/>
                    </a:lnTo>
                    <a:lnTo>
                      <a:pt x="8999" y="5804"/>
                    </a:lnTo>
                    <a:lnTo>
                      <a:pt x="8962" y="5330"/>
                    </a:lnTo>
                    <a:lnTo>
                      <a:pt x="8907" y="4892"/>
                    </a:lnTo>
                    <a:lnTo>
                      <a:pt x="8816" y="4472"/>
                    </a:lnTo>
                    <a:lnTo>
                      <a:pt x="8725" y="4070"/>
                    </a:lnTo>
                    <a:lnTo>
                      <a:pt x="8597" y="3705"/>
                    </a:lnTo>
                    <a:lnTo>
                      <a:pt x="8451" y="3358"/>
                    </a:lnTo>
                    <a:lnTo>
                      <a:pt x="8305" y="3030"/>
                    </a:lnTo>
                    <a:lnTo>
                      <a:pt x="8141" y="2720"/>
                    </a:lnTo>
                    <a:lnTo>
                      <a:pt x="7958" y="2428"/>
                    </a:lnTo>
                    <a:lnTo>
                      <a:pt x="7776" y="2172"/>
                    </a:lnTo>
                    <a:lnTo>
                      <a:pt x="7593" y="1916"/>
                    </a:lnTo>
                    <a:lnTo>
                      <a:pt x="7393" y="1697"/>
                    </a:lnTo>
                    <a:lnTo>
                      <a:pt x="7174" y="1478"/>
                    </a:lnTo>
                    <a:lnTo>
                      <a:pt x="6973" y="1296"/>
                    </a:lnTo>
                    <a:lnTo>
                      <a:pt x="6754" y="1113"/>
                    </a:lnTo>
                    <a:lnTo>
                      <a:pt x="6553" y="949"/>
                    </a:lnTo>
                    <a:lnTo>
                      <a:pt x="6334" y="803"/>
                    </a:lnTo>
                    <a:lnTo>
                      <a:pt x="5932" y="566"/>
                    </a:lnTo>
                    <a:lnTo>
                      <a:pt x="5549" y="365"/>
                    </a:lnTo>
                    <a:lnTo>
                      <a:pt x="5202" y="219"/>
                    </a:lnTo>
                    <a:lnTo>
                      <a:pt x="4910" y="128"/>
                    </a:lnTo>
                    <a:lnTo>
                      <a:pt x="4691" y="55"/>
                    </a:lnTo>
                    <a:lnTo>
                      <a:pt x="450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FF0B9"/>
                  </a:gs>
                  <a:gs pos="100000">
                    <a:srgbClr val="F9D03C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Google Shape;2211;p40"/>
              <p:cNvSpPr/>
              <p:nvPr/>
            </p:nvSpPr>
            <p:spPr>
              <a:xfrm>
                <a:off x="6493040" y="2663080"/>
                <a:ext cx="879452" cy="1356860"/>
              </a:xfrm>
              <a:custGeom>
                <a:avLst/>
                <a:gdLst/>
                <a:ahLst/>
                <a:cxnLst/>
                <a:rect l="l" t="t" r="r" b="b"/>
                <a:pathLst>
                  <a:path w="27470" h="42382" extrusionOk="0">
                    <a:moveTo>
                      <a:pt x="13379" y="0"/>
                    </a:moveTo>
                    <a:lnTo>
                      <a:pt x="13032" y="55"/>
                    </a:lnTo>
                    <a:lnTo>
                      <a:pt x="12704" y="146"/>
                    </a:lnTo>
                    <a:lnTo>
                      <a:pt x="12357" y="256"/>
                    </a:lnTo>
                    <a:lnTo>
                      <a:pt x="12046" y="420"/>
                    </a:lnTo>
                    <a:lnTo>
                      <a:pt x="11736" y="603"/>
                    </a:lnTo>
                    <a:lnTo>
                      <a:pt x="11444" y="822"/>
                    </a:lnTo>
                    <a:lnTo>
                      <a:pt x="11170" y="1077"/>
                    </a:lnTo>
                    <a:lnTo>
                      <a:pt x="10002" y="2282"/>
                    </a:lnTo>
                    <a:lnTo>
                      <a:pt x="9363" y="2957"/>
                    </a:lnTo>
                    <a:lnTo>
                      <a:pt x="8725" y="3687"/>
                    </a:lnTo>
                    <a:lnTo>
                      <a:pt x="8068" y="4436"/>
                    </a:lnTo>
                    <a:lnTo>
                      <a:pt x="7392" y="5220"/>
                    </a:lnTo>
                    <a:lnTo>
                      <a:pt x="6717" y="6042"/>
                    </a:lnTo>
                    <a:lnTo>
                      <a:pt x="6042" y="6881"/>
                    </a:lnTo>
                    <a:lnTo>
                      <a:pt x="5512" y="7538"/>
                    </a:lnTo>
                    <a:lnTo>
                      <a:pt x="5019" y="8214"/>
                    </a:lnTo>
                    <a:lnTo>
                      <a:pt x="4527" y="8907"/>
                    </a:lnTo>
                    <a:lnTo>
                      <a:pt x="4034" y="9601"/>
                    </a:lnTo>
                    <a:lnTo>
                      <a:pt x="3578" y="10294"/>
                    </a:lnTo>
                    <a:lnTo>
                      <a:pt x="3121" y="10988"/>
                    </a:lnTo>
                    <a:lnTo>
                      <a:pt x="2702" y="11700"/>
                    </a:lnTo>
                    <a:lnTo>
                      <a:pt x="2300" y="12412"/>
                    </a:lnTo>
                    <a:lnTo>
                      <a:pt x="1935" y="13123"/>
                    </a:lnTo>
                    <a:lnTo>
                      <a:pt x="1606" y="13817"/>
                    </a:lnTo>
                    <a:lnTo>
                      <a:pt x="1296" y="14529"/>
                    </a:lnTo>
                    <a:lnTo>
                      <a:pt x="1022" y="15222"/>
                    </a:lnTo>
                    <a:lnTo>
                      <a:pt x="803" y="15898"/>
                    </a:lnTo>
                    <a:lnTo>
                      <a:pt x="621" y="16573"/>
                    </a:lnTo>
                    <a:lnTo>
                      <a:pt x="475" y="17248"/>
                    </a:lnTo>
                    <a:lnTo>
                      <a:pt x="420" y="17577"/>
                    </a:lnTo>
                    <a:lnTo>
                      <a:pt x="384" y="17905"/>
                    </a:lnTo>
                    <a:lnTo>
                      <a:pt x="311" y="18672"/>
                    </a:lnTo>
                    <a:lnTo>
                      <a:pt x="237" y="19493"/>
                    </a:lnTo>
                    <a:lnTo>
                      <a:pt x="146" y="21246"/>
                    </a:lnTo>
                    <a:lnTo>
                      <a:pt x="73" y="23125"/>
                    </a:lnTo>
                    <a:lnTo>
                      <a:pt x="18" y="25097"/>
                    </a:lnTo>
                    <a:lnTo>
                      <a:pt x="0" y="27123"/>
                    </a:lnTo>
                    <a:lnTo>
                      <a:pt x="18" y="29167"/>
                    </a:lnTo>
                    <a:lnTo>
                      <a:pt x="37" y="31175"/>
                    </a:lnTo>
                    <a:lnTo>
                      <a:pt x="73" y="33146"/>
                    </a:lnTo>
                    <a:lnTo>
                      <a:pt x="164" y="36741"/>
                    </a:lnTo>
                    <a:lnTo>
                      <a:pt x="256" y="39680"/>
                    </a:lnTo>
                    <a:lnTo>
                      <a:pt x="347" y="41651"/>
                    </a:lnTo>
                    <a:lnTo>
                      <a:pt x="384" y="42381"/>
                    </a:lnTo>
                    <a:lnTo>
                      <a:pt x="27086" y="42381"/>
                    </a:lnTo>
                    <a:lnTo>
                      <a:pt x="27123" y="41651"/>
                    </a:lnTo>
                    <a:lnTo>
                      <a:pt x="27214" y="39680"/>
                    </a:lnTo>
                    <a:lnTo>
                      <a:pt x="27323" y="36741"/>
                    </a:lnTo>
                    <a:lnTo>
                      <a:pt x="27415" y="33146"/>
                    </a:lnTo>
                    <a:lnTo>
                      <a:pt x="27451" y="31175"/>
                    </a:lnTo>
                    <a:lnTo>
                      <a:pt x="27469" y="29167"/>
                    </a:lnTo>
                    <a:lnTo>
                      <a:pt x="27469" y="27123"/>
                    </a:lnTo>
                    <a:lnTo>
                      <a:pt x="27451" y="25097"/>
                    </a:lnTo>
                    <a:lnTo>
                      <a:pt x="27396" y="23125"/>
                    </a:lnTo>
                    <a:lnTo>
                      <a:pt x="27342" y="21246"/>
                    </a:lnTo>
                    <a:lnTo>
                      <a:pt x="27232" y="19493"/>
                    </a:lnTo>
                    <a:lnTo>
                      <a:pt x="27159" y="18672"/>
                    </a:lnTo>
                    <a:lnTo>
                      <a:pt x="27086" y="17905"/>
                    </a:lnTo>
                    <a:lnTo>
                      <a:pt x="27049" y="17577"/>
                    </a:lnTo>
                    <a:lnTo>
                      <a:pt x="27013" y="17267"/>
                    </a:lnTo>
                    <a:lnTo>
                      <a:pt x="26867" y="16610"/>
                    </a:lnTo>
                    <a:lnTo>
                      <a:pt x="26684" y="15952"/>
                    </a:lnTo>
                    <a:lnTo>
                      <a:pt x="26465" y="15295"/>
                    </a:lnTo>
                    <a:lnTo>
                      <a:pt x="26210" y="14620"/>
                    </a:lnTo>
                    <a:lnTo>
                      <a:pt x="25936" y="13945"/>
                    </a:lnTo>
                    <a:lnTo>
                      <a:pt x="25608" y="13251"/>
                    </a:lnTo>
                    <a:lnTo>
                      <a:pt x="25261" y="12576"/>
                    </a:lnTo>
                    <a:lnTo>
                      <a:pt x="24878" y="11882"/>
                    </a:lnTo>
                    <a:lnTo>
                      <a:pt x="24476" y="11189"/>
                    </a:lnTo>
                    <a:lnTo>
                      <a:pt x="24038" y="10513"/>
                    </a:lnTo>
                    <a:lnTo>
                      <a:pt x="23600" y="9838"/>
                    </a:lnTo>
                    <a:lnTo>
                      <a:pt x="23144" y="9163"/>
                    </a:lnTo>
                    <a:lnTo>
                      <a:pt x="22669" y="8487"/>
                    </a:lnTo>
                    <a:lnTo>
                      <a:pt x="22176" y="7830"/>
                    </a:lnTo>
                    <a:lnTo>
                      <a:pt x="21683" y="7173"/>
                    </a:lnTo>
                    <a:lnTo>
                      <a:pt x="20972" y="6297"/>
                    </a:lnTo>
                    <a:lnTo>
                      <a:pt x="20260" y="5439"/>
                    </a:lnTo>
                    <a:lnTo>
                      <a:pt x="19566" y="4600"/>
                    </a:lnTo>
                    <a:lnTo>
                      <a:pt x="18873" y="3815"/>
                    </a:lnTo>
                    <a:lnTo>
                      <a:pt x="18179" y="3048"/>
                    </a:lnTo>
                    <a:lnTo>
                      <a:pt x="17522" y="2355"/>
                    </a:lnTo>
                    <a:lnTo>
                      <a:pt x="16317" y="1077"/>
                    </a:lnTo>
                    <a:lnTo>
                      <a:pt x="16025" y="822"/>
                    </a:lnTo>
                    <a:lnTo>
                      <a:pt x="15733" y="603"/>
                    </a:lnTo>
                    <a:lnTo>
                      <a:pt x="15423" y="420"/>
                    </a:lnTo>
                    <a:lnTo>
                      <a:pt x="15113" y="256"/>
                    </a:lnTo>
                    <a:lnTo>
                      <a:pt x="14766" y="146"/>
                    </a:lnTo>
                    <a:lnTo>
                      <a:pt x="14437" y="55"/>
                    </a:lnTo>
                    <a:lnTo>
                      <a:pt x="14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Google Shape;2212;p40"/>
              <p:cNvSpPr/>
              <p:nvPr/>
            </p:nvSpPr>
            <p:spPr>
              <a:xfrm>
                <a:off x="6595300" y="2847143"/>
                <a:ext cx="196956" cy="1067028"/>
              </a:xfrm>
              <a:custGeom>
                <a:avLst/>
                <a:gdLst/>
                <a:ahLst/>
                <a:cxnLst/>
                <a:rect l="l" t="t" r="r" b="b"/>
                <a:pathLst>
                  <a:path w="6152" h="33329" extrusionOk="0">
                    <a:moveTo>
                      <a:pt x="6005" y="1"/>
                    </a:moveTo>
                    <a:lnTo>
                      <a:pt x="5969" y="19"/>
                    </a:lnTo>
                    <a:lnTo>
                      <a:pt x="5932" y="55"/>
                    </a:lnTo>
                    <a:lnTo>
                      <a:pt x="5695" y="439"/>
                    </a:lnTo>
                    <a:lnTo>
                      <a:pt x="5111" y="1406"/>
                    </a:lnTo>
                    <a:lnTo>
                      <a:pt x="4271" y="2830"/>
                    </a:lnTo>
                    <a:lnTo>
                      <a:pt x="3797" y="3669"/>
                    </a:lnTo>
                    <a:lnTo>
                      <a:pt x="3304" y="4582"/>
                    </a:lnTo>
                    <a:lnTo>
                      <a:pt x="2793" y="5531"/>
                    </a:lnTo>
                    <a:lnTo>
                      <a:pt x="2300" y="6517"/>
                    </a:lnTo>
                    <a:lnTo>
                      <a:pt x="1825" y="7520"/>
                    </a:lnTo>
                    <a:lnTo>
                      <a:pt x="1387" y="8524"/>
                    </a:lnTo>
                    <a:lnTo>
                      <a:pt x="1004" y="9492"/>
                    </a:lnTo>
                    <a:lnTo>
                      <a:pt x="822" y="9984"/>
                    </a:lnTo>
                    <a:lnTo>
                      <a:pt x="676" y="10441"/>
                    </a:lnTo>
                    <a:lnTo>
                      <a:pt x="530" y="10897"/>
                    </a:lnTo>
                    <a:lnTo>
                      <a:pt x="420" y="11335"/>
                    </a:lnTo>
                    <a:lnTo>
                      <a:pt x="329" y="11755"/>
                    </a:lnTo>
                    <a:lnTo>
                      <a:pt x="256" y="12156"/>
                    </a:lnTo>
                    <a:lnTo>
                      <a:pt x="201" y="12576"/>
                    </a:lnTo>
                    <a:lnTo>
                      <a:pt x="165" y="13069"/>
                    </a:lnTo>
                    <a:lnTo>
                      <a:pt x="92" y="14237"/>
                    </a:lnTo>
                    <a:lnTo>
                      <a:pt x="37" y="15624"/>
                    </a:lnTo>
                    <a:lnTo>
                      <a:pt x="0" y="17157"/>
                    </a:lnTo>
                    <a:lnTo>
                      <a:pt x="0" y="18837"/>
                    </a:lnTo>
                    <a:lnTo>
                      <a:pt x="0" y="20589"/>
                    </a:lnTo>
                    <a:lnTo>
                      <a:pt x="37" y="24166"/>
                    </a:lnTo>
                    <a:lnTo>
                      <a:pt x="92" y="27561"/>
                    </a:lnTo>
                    <a:lnTo>
                      <a:pt x="165" y="30427"/>
                    </a:lnTo>
                    <a:lnTo>
                      <a:pt x="256" y="33201"/>
                    </a:lnTo>
                    <a:lnTo>
                      <a:pt x="274" y="33256"/>
                    </a:lnTo>
                    <a:lnTo>
                      <a:pt x="292" y="33292"/>
                    </a:lnTo>
                    <a:lnTo>
                      <a:pt x="329" y="33310"/>
                    </a:lnTo>
                    <a:lnTo>
                      <a:pt x="384" y="33329"/>
                    </a:lnTo>
                    <a:lnTo>
                      <a:pt x="420" y="33310"/>
                    </a:lnTo>
                    <a:lnTo>
                      <a:pt x="457" y="33274"/>
                    </a:lnTo>
                    <a:lnTo>
                      <a:pt x="493" y="33237"/>
                    </a:lnTo>
                    <a:lnTo>
                      <a:pt x="493" y="33201"/>
                    </a:lnTo>
                    <a:lnTo>
                      <a:pt x="402" y="30427"/>
                    </a:lnTo>
                    <a:lnTo>
                      <a:pt x="329" y="27561"/>
                    </a:lnTo>
                    <a:lnTo>
                      <a:pt x="274" y="24166"/>
                    </a:lnTo>
                    <a:lnTo>
                      <a:pt x="238" y="20607"/>
                    </a:lnTo>
                    <a:lnTo>
                      <a:pt x="238" y="18855"/>
                    </a:lnTo>
                    <a:lnTo>
                      <a:pt x="238" y="17176"/>
                    </a:lnTo>
                    <a:lnTo>
                      <a:pt x="274" y="15643"/>
                    </a:lnTo>
                    <a:lnTo>
                      <a:pt x="329" y="14255"/>
                    </a:lnTo>
                    <a:lnTo>
                      <a:pt x="402" y="13106"/>
                    </a:lnTo>
                    <a:lnTo>
                      <a:pt x="438" y="12613"/>
                    </a:lnTo>
                    <a:lnTo>
                      <a:pt x="493" y="12193"/>
                    </a:lnTo>
                    <a:lnTo>
                      <a:pt x="566" y="11791"/>
                    </a:lnTo>
                    <a:lnTo>
                      <a:pt x="657" y="11372"/>
                    </a:lnTo>
                    <a:lnTo>
                      <a:pt x="767" y="10952"/>
                    </a:lnTo>
                    <a:lnTo>
                      <a:pt x="895" y="10496"/>
                    </a:lnTo>
                    <a:lnTo>
                      <a:pt x="1059" y="10039"/>
                    </a:lnTo>
                    <a:lnTo>
                      <a:pt x="1223" y="9565"/>
                    </a:lnTo>
                    <a:lnTo>
                      <a:pt x="1606" y="8597"/>
                    </a:lnTo>
                    <a:lnTo>
                      <a:pt x="2045" y="7593"/>
                    </a:lnTo>
                    <a:lnTo>
                      <a:pt x="2519" y="6608"/>
                    </a:lnTo>
                    <a:lnTo>
                      <a:pt x="3012" y="5622"/>
                    </a:lnTo>
                    <a:lnTo>
                      <a:pt x="3505" y="4673"/>
                    </a:lnTo>
                    <a:lnTo>
                      <a:pt x="3997" y="3779"/>
                    </a:lnTo>
                    <a:lnTo>
                      <a:pt x="4472" y="2939"/>
                    </a:lnTo>
                    <a:lnTo>
                      <a:pt x="5312" y="1516"/>
                    </a:lnTo>
                    <a:lnTo>
                      <a:pt x="5896" y="566"/>
                    </a:lnTo>
                    <a:lnTo>
                      <a:pt x="6133" y="183"/>
                    </a:lnTo>
                    <a:lnTo>
                      <a:pt x="6151" y="147"/>
                    </a:lnTo>
                    <a:lnTo>
                      <a:pt x="6151" y="92"/>
                    </a:lnTo>
                    <a:lnTo>
                      <a:pt x="6133" y="55"/>
                    </a:lnTo>
                    <a:lnTo>
                      <a:pt x="6096" y="19"/>
                    </a:lnTo>
                    <a:lnTo>
                      <a:pt x="6042" y="1"/>
                    </a:lnTo>
                    <a:close/>
                  </a:path>
                </a:pathLst>
              </a:custGeom>
              <a:solidFill>
                <a:srgbClr val="262B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2213;p40"/>
              <p:cNvSpPr/>
              <p:nvPr/>
            </p:nvSpPr>
            <p:spPr>
              <a:xfrm>
                <a:off x="7073878" y="2847143"/>
                <a:ext cx="196956" cy="1067028"/>
              </a:xfrm>
              <a:custGeom>
                <a:avLst/>
                <a:gdLst/>
                <a:ahLst/>
                <a:cxnLst/>
                <a:rect l="l" t="t" r="r" b="b"/>
                <a:pathLst>
                  <a:path w="6152" h="33329" extrusionOk="0">
                    <a:moveTo>
                      <a:pt x="110" y="1"/>
                    </a:moveTo>
                    <a:lnTo>
                      <a:pt x="55" y="19"/>
                    </a:lnTo>
                    <a:lnTo>
                      <a:pt x="19" y="55"/>
                    </a:lnTo>
                    <a:lnTo>
                      <a:pt x="1" y="92"/>
                    </a:lnTo>
                    <a:lnTo>
                      <a:pt x="1" y="147"/>
                    </a:lnTo>
                    <a:lnTo>
                      <a:pt x="19" y="183"/>
                    </a:lnTo>
                    <a:lnTo>
                      <a:pt x="256" y="566"/>
                    </a:lnTo>
                    <a:lnTo>
                      <a:pt x="840" y="1516"/>
                    </a:lnTo>
                    <a:lnTo>
                      <a:pt x="1680" y="2939"/>
                    </a:lnTo>
                    <a:lnTo>
                      <a:pt x="2136" y="3779"/>
                    </a:lnTo>
                    <a:lnTo>
                      <a:pt x="2647" y="4673"/>
                    </a:lnTo>
                    <a:lnTo>
                      <a:pt x="3140" y="5622"/>
                    </a:lnTo>
                    <a:lnTo>
                      <a:pt x="3633" y="6608"/>
                    </a:lnTo>
                    <a:lnTo>
                      <a:pt x="4107" y="7593"/>
                    </a:lnTo>
                    <a:lnTo>
                      <a:pt x="4527" y="8597"/>
                    </a:lnTo>
                    <a:lnTo>
                      <a:pt x="4929" y="9565"/>
                    </a:lnTo>
                    <a:lnTo>
                      <a:pt x="5093" y="10039"/>
                    </a:lnTo>
                    <a:lnTo>
                      <a:pt x="5257" y="10496"/>
                    </a:lnTo>
                    <a:lnTo>
                      <a:pt x="5385" y="10952"/>
                    </a:lnTo>
                    <a:lnTo>
                      <a:pt x="5494" y="11372"/>
                    </a:lnTo>
                    <a:lnTo>
                      <a:pt x="5586" y="11791"/>
                    </a:lnTo>
                    <a:lnTo>
                      <a:pt x="5659" y="12193"/>
                    </a:lnTo>
                    <a:lnTo>
                      <a:pt x="5713" y="12613"/>
                    </a:lnTo>
                    <a:lnTo>
                      <a:pt x="5750" y="13106"/>
                    </a:lnTo>
                    <a:lnTo>
                      <a:pt x="5823" y="14255"/>
                    </a:lnTo>
                    <a:lnTo>
                      <a:pt x="5878" y="15643"/>
                    </a:lnTo>
                    <a:lnTo>
                      <a:pt x="5914" y="17176"/>
                    </a:lnTo>
                    <a:lnTo>
                      <a:pt x="5914" y="18855"/>
                    </a:lnTo>
                    <a:lnTo>
                      <a:pt x="5914" y="20607"/>
                    </a:lnTo>
                    <a:lnTo>
                      <a:pt x="5878" y="24166"/>
                    </a:lnTo>
                    <a:lnTo>
                      <a:pt x="5805" y="27561"/>
                    </a:lnTo>
                    <a:lnTo>
                      <a:pt x="5732" y="30427"/>
                    </a:lnTo>
                    <a:lnTo>
                      <a:pt x="5659" y="33201"/>
                    </a:lnTo>
                    <a:lnTo>
                      <a:pt x="5659" y="33237"/>
                    </a:lnTo>
                    <a:lnTo>
                      <a:pt x="5695" y="33274"/>
                    </a:lnTo>
                    <a:lnTo>
                      <a:pt x="5732" y="33310"/>
                    </a:lnTo>
                    <a:lnTo>
                      <a:pt x="5768" y="33329"/>
                    </a:lnTo>
                    <a:lnTo>
                      <a:pt x="5823" y="33310"/>
                    </a:lnTo>
                    <a:lnTo>
                      <a:pt x="5859" y="33292"/>
                    </a:lnTo>
                    <a:lnTo>
                      <a:pt x="5878" y="33256"/>
                    </a:lnTo>
                    <a:lnTo>
                      <a:pt x="5896" y="33201"/>
                    </a:lnTo>
                    <a:lnTo>
                      <a:pt x="5987" y="30427"/>
                    </a:lnTo>
                    <a:lnTo>
                      <a:pt x="6060" y="27561"/>
                    </a:lnTo>
                    <a:lnTo>
                      <a:pt x="6115" y="24166"/>
                    </a:lnTo>
                    <a:lnTo>
                      <a:pt x="6151" y="20589"/>
                    </a:lnTo>
                    <a:lnTo>
                      <a:pt x="6151" y="18837"/>
                    </a:lnTo>
                    <a:lnTo>
                      <a:pt x="6151" y="17157"/>
                    </a:lnTo>
                    <a:lnTo>
                      <a:pt x="6115" y="15624"/>
                    </a:lnTo>
                    <a:lnTo>
                      <a:pt x="6060" y="14237"/>
                    </a:lnTo>
                    <a:lnTo>
                      <a:pt x="5987" y="13069"/>
                    </a:lnTo>
                    <a:lnTo>
                      <a:pt x="5951" y="12576"/>
                    </a:lnTo>
                    <a:lnTo>
                      <a:pt x="5896" y="12156"/>
                    </a:lnTo>
                    <a:lnTo>
                      <a:pt x="5823" y="11755"/>
                    </a:lnTo>
                    <a:lnTo>
                      <a:pt x="5732" y="11335"/>
                    </a:lnTo>
                    <a:lnTo>
                      <a:pt x="5622" y="10897"/>
                    </a:lnTo>
                    <a:lnTo>
                      <a:pt x="5476" y="10441"/>
                    </a:lnTo>
                    <a:lnTo>
                      <a:pt x="5330" y="9984"/>
                    </a:lnTo>
                    <a:lnTo>
                      <a:pt x="5148" y="9492"/>
                    </a:lnTo>
                    <a:lnTo>
                      <a:pt x="4764" y="8524"/>
                    </a:lnTo>
                    <a:lnTo>
                      <a:pt x="4326" y="7520"/>
                    </a:lnTo>
                    <a:lnTo>
                      <a:pt x="3852" y="6517"/>
                    </a:lnTo>
                    <a:lnTo>
                      <a:pt x="3359" y="5531"/>
                    </a:lnTo>
                    <a:lnTo>
                      <a:pt x="2848" y="4582"/>
                    </a:lnTo>
                    <a:lnTo>
                      <a:pt x="2355" y="3669"/>
                    </a:lnTo>
                    <a:lnTo>
                      <a:pt x="1881" y="2830"/>
                    </a:lnTo>
                    <a:lnTo>
                      <a:pt x="1041" y="1406"/>
                    </a:lnTo>
                    <a:lnTo>
                      <a:pt x="457" y="439"/>
                    </a:lnTo>
                    <a:lnTo>
                      <a:pt x="220" y="55"/>
                    </a:lnTo>
                    <a:lnTo>
                      <a:pt x="183" y="19"/>
                    </a:lnTo>
                    <a:lnTo>
                      <a:pt x="147" y="1"/>
                    </a:lnTo>
                    <a:close/>
                  </a:path>
                </a:pathLst>
              </a:custGeom>
              <a:solidFill>
                <a:srgbClr val="262B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Google Shape;2214;p40"/>
              <p:cNvSpPr/>
              <p:nvPr/>
            </p:nvSpPr>
            <p:spPr>
              <a:xfrm>
                <a:off x="6500628" y="3914188"/>
                <a:ext cx="864277" cy="247796"/>
              </a:xfrm>
              <a:custGeom>
                <a:avLst/>
                <a:gdLst/>
                <a:ahLst/>
                <a:cxnLst/>
                <a:rect l="l" t="t" r="r" b="b"/>
                <a:pathLst>
                  <a:path w="26996" h="7740" extrusionOk="0">
                    <a:moveTo>
                      <a:pt x="0" y="1"/>
                    </a:moveTo>
                    <a:lnTo>
                      <a:pt x="0" y="7739"/>
                    </a:lnTo>
                    <a:lnTo>
                      <a:pt x="26995" y="7739"/>
                    </a:lnTo>
                    <a:lnTo>
                      <a:pt x="26995" y="1"/>
                    </a:lnTo>
                    <a:close/>
                  </a:path>
                </a:pathLst>
              </a:custGeom>
              <a:gradFill>
                <a:gsLst>
                  <a:gs pos="0">
                    <a:srgbClr val="36D5E6"/>
                  </a:gs>
                  <a:gs pos="100000">
                    <a:srgbClr val="17788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Google Shape;2215;p40"/>
              <p:cNvSpPr/>
              <p:nvPr/>
            </p:nvSpPr>
            <p:spPr>
              <a:xfrm>
                <a:off x="6500628" y="4022308"/>
                <a:ext cx="864277" cy="15815"/>
              </a:xfrm>
              <a:custGeom>
                <a:avLst/>
                <a:gdLst/>
                <a:ahLst/>
                <a:cxnLst/>
                <a:rect l="l" t="t" r="r" b="b"/>
                <a:pathLst>
                  <a:path w="26996" h="494" extrusionOk="0">
                    <a:moveTo>
                      <a:pt x="0" y="0"/>
                    </a:moveTo>
                    <a:lnTo>
                      <a:pt x="0" y="475"/>
                    </a:lnTo>
                    <a:lnTo>
                      <a:pt x="26995" y="493"/>
                    </a:lnTo>
                    <a:lnTo>
                      <a:pt x="26995" y="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F8E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Google Shape;2216;p40"/>
              <p:cNvSpPr/>
              <p:nvPr/>
            </p:nvSpPr>
            <p:spPr>
              <a:xfrm>
                <a:off x="6788134" y="3621430"/>
                <a:ext cx="288679" cy="682528"/>
              </a:xfrm>
              <a:custGeom>
                <a:avLst/>
                <a:gdLst/>
                <a:ahLst/>
                <a:cxnLst/>
                <a:rect l="l" t="t" r="r" b="b"/>
                <a:pathLst>
                  <a:path w="9017" h="21319" extrusionOk="0">
                    <a:moveTo>
                      <a:pt x="4509" y="0"/>
                    </a:moveTo>
                    <a:lnTo>
                      <a:pt x="4326" y="37"/>
                    </a:lnTo>
                    <a:lnTo>
                      <a:pt x="4107" y="110"/>
                    </a:lnTo>
                    <a:lnTo>
                      <a:pt x="3815" y="219"/>
                    </a:lnTo>
                    <a:lnTo>
                      <a:pt x="3468" y="365"/>
                    </a:lnTo>
                    <a:lnTo>
                      <a:pt x="3085" y="548"/>
                    </a:lnTo>
                    <a:lnTo>
                      <a:pt x="2683" y="804"/>
                    </a:lnTo>
                    <a:lnTo>
                      <a:pt x="2464" y="950"/>
                    </a:lnTo>
                    <a:lnTo>
                      <a:pt x="2264" y="1096"/>
                    </a:lnTo>
                    <a:lnTo>
                      <a:pt x="2045" y="1278"/>
                    </a:lnTo>
                    <a:lnTo>
                      <a:pt x="1844" y="1479"/>
                    </a:lnTo>
                    <a:lnTo>
                      <a:pt x="1625" y="1680"/>
                    </a:lnTo>
                    <a:lnTo>
                      <a:pt x="1424" y="1917"/>
                    </a:lnTo>
                    <a:lnTo>
                      <a:pt x="1242" y="2154"/>
                    </a:lnTo>
                    <a:lnTo>
                      <a:pt x="1059" y="2428"/>
                    </a:lnTo>
                    <a:lnTo>
                      <a:pt x="877" y="2702"/>
                    </a:lnTo>
                    <a:lnTo>
                      <a:pt x="712" y="3012"/>
                    </a:lnTo>
                    <a:lnTo>
                      <a:pt x="566" y="3341"/>
                    </a:lnTo>
                    <a:lnTo>
                      <a:pt x="420" y="3687"/>
                    </a:lnTo>
                    <a:lnTo>
                      <a:pt x="292" y="4071"/>
                    </a:lnTo>
                    <a:lnTo>
                      <a:pt x="201" y="4454"/>
                    </a:lnTo>
                    <a:lnTo>
                      <a:pt x="110" y="4874"/>
                    </a:lnTo>
                    <a:lnTo>
                      <a:pt x="55" y="5330"/>
                    </a:lnTo>
                    <a:lnTo>
                      <a:pt x="19" y="5786"/>
                    </a:lnTo>
                    <a:lnTo>
                      <a:pt x="0" y="6297"/>
                    </a:lnTo>
                    <a:lnTo>
                      <a:pt x="19" y="6808"/>
                    </a:lnTo>
                    <a:lnTo>
                      <a:pt x="55" y="7356"/>
                    </a:lnTo>
                    <a:lnTo>
                      <a:pt x="110" y="7922"/>
                    </a:lnTo>
                    <a:lnTo>
                      <a:pt x="201" y="8506"/>
                    </a:lnTo>
                    <a:lnTo>
                      <a:pt x="292" y="9090"/>
                    </a:lnTo>
                    <a:lnTo>
                      <a:pt x="420" y="9692"/>
                    </a:lnTo>
                    <a:lnTo>
                      <a:pt x="566" y="10313"/>
                    </a:lnTo>
                    <a:lnTo>
                      <a:pt x="712" y="10933"/>
                    </a:lnTo>
                    <a:lnTo>
                      <a:pt x="877" y="11554"/>
                    </a:lnTo>
                    <a:lnTo>
                      <a:pt x="1059" y="12193"/>
                    </a:lnTo>
                    <a:lnTo>
                      <a:pt x="1424" y="13434"/>
                    </a:lnTo>
                    <a:lnTo>
                      <a:pt x="1844" y="14657"/>
                    </a:lnTo>
                    <a:lnTo>
                      <a:pt x="2264" y="15843"/>
                    </a:lnTo>
                    <a:lnTo>
                      <a:pt x="2683" y="16956"/>
                    </a:lnTo>
                    <a:lnTo>
                      <a:pt x="3085" y="17997"/>
                    </a:lnTo>
                    <a:lnTo>
                      <a:pt x="3468" y="18928"/>
                    </a:lnTo>
                    <a:lnTo>
                      <a:pt x="3815" y="19731"/>
                    </a:lnTo>
                    <a:lnTo>
                      <a:pt x="4326" y="20899"/>
                    </a:lnTo>
                    <a:lnTo>
                      <a:pt x="4509" y="21319"/>
                    </a:lnTo>
                    <a:lnTo>
                      <a:pt x="4709" y="20899"/>
                    </a:lnTo>
                    <a:lnTo>
                      <a:pt x="5220" y="19731"/>
                    </a:lnTo>
                    <a:lnTo>
                      <a:pt x="5567" y="18928"/>
                    </a:lnTo>
                    <a:lnTo>
                      <a:pt x="5951" y="17997"/>
                    </a:lnTo>
                    <a:lnTo>
                      <a:pt x="6352" y="16956"/>
                    </a:lnTo>
                    <a:lnTo>
                      <a:pt x="6772" y="15843"/>
                    </a:lnTo>
                    <a:lnTo>
                      <a:pt x="7192" y="14657"/>
                    </a:lnTo>
                    <a:lnTo>
                      <a:pt x="7593" y="13434"/>
                    </a:lnTo>
                    <a:lnTo>
                      <a:pt x="7976" y="12193"/>
                    </a:lnTo>
                    <a:lnTo>
                      <a:pt x="8159" y="11554"/>
                    </a:lnTo>
                    <a:lnTo>
                      <a:pt x="8323" y="10933"/>
                    </a:lnTo>
                    <a:lnTo>
                      <a:pt x="8469" y="10313"/>
                    </a:lnTo>
                    <a:lnTo>
                      <a:pt x="8615" y="9692"/>
                    </a:lnTo>
                    <a:lnTo>
                      <a:pt x="8725" y="9090"/>
                    </a:lnTo>
                    <a:lnTo>
                      <a:pt x="8834" y="8506"/>
                    </a:lnTo>
                    <a:lnTo>
                      <a:pt x="8907" y="7922"/>
                    </a:lnTo>
                    <a:lnTo>
                      <a:pt x="8980" y="7356"/>
                    </a:lnTo>
                    <a:lnTo>
                      <a:pt x="9017" y="6808"/>
                    </a:lnTo>
                    <a:lnTo>
                      <a:pt x="9017" y="6297"/>
                    </a:lnTo>
                    <a:lnTo>
                      <a:pt x="9017" y="5786"/>
                    </a:lnTo>
                    <a:lnTo>
                      <a:pt x="8980" y="5330"/>
                    </a:lnTo>
                    <a:lnTo>
                      <a:pt x="8907" y="4874"/>
                    </a:lnTo>
                    <a:lnTo>
                      <a:pt x="8834" y="4454"/>
                    </a:lnTo>
                    <a:lnTo>
                      <a:pt x="8725" y="4071"/>
                    </a:lnTo>
                    <a:lnTo>
                      <a:pt x="8615" y="3687"/>
                    </a:lnTo>
                    <a:lnTo>
                      <a:pt x="8469" y="3341"/>
                    </a:lnTo>
                    <a:lnTo>
                      <a:pt x="8323" y="3012"/>
                    </a:lnTo>
                    <a:lnTo>
                      <a:pt x="8159" y="2702"/>
                    </a:lnTo>
                    <a:lnTo>
                      <a:pt x="7976" y="2428"/>
                    </a:lnTo>
                    <a:lnTo>
                      <a:pt x="7794" y="2154"/>
                    </a:lnTo>
                    <a:lnTo>
                      <a:pt x="7593" y="1917"/>
                    </a:lnTo>
                    <a:lnTo>
                      <a:pt x="7392" y="1680"/>
                    </a:lnTo>
                    <a:lnTo>
                      <a:pt x="7192" y="1479"/>
                    </a:lnTo>
                    <a:lnTo>
                      <a:pt x="6973" y="1278"/>
                    </a:lnTo>
                    <a:lnTo>
                      <a:pt x="6772" y="1096"/>
                    </a:lnTo>
                    <a:lnTo>
                      <a:pt x="6553" y="950"/>
                    </a:lnTo>
                    <a:lnTo>
                      <a:pt x="6352" y="804"/>
                    </a:lnTo>
                    <a:lnTo>
                      <a:pt x="5951" y="548"/>
                    </a:lnTo>
                    <a:lnTo>
                      <a:pt x="5567" y="365"/>
                    </a:lnTo>
                    <a:lnTo>
                      <a:pt x="5220" y="219"/>
                    </a:lnTo>
                    <a:lnTo>
                      <a:pt x="4928" y="110"/>
                    </a:lnTo>
                    <a:lnTo>
                      <a:pt x="4709" y="37"/>
                    </a:lnTo>
                    <a:lnTo>
                      <a:pt x="450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FF0B9"/>
                  </a:gs>
                  <a:gs pos="100000">
                    <a:srgbClr val="F9D03C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Google Shape;2217;p40"/>
              <p:cNvSpPr/>
              <p:nvPr/>
            </p:nvSpPr>
            <p:spPr>
              <a:xfrm>
                <a:off x="6737292" y="3136988"/>
                <a:ext cx="390935" cy="390967"/>
              </a:xfrm>
              <a:custGeom>
                <a:avLst/>
                <a:gdLst/>
                <a:ahLst/>
                <a:cxnLst/>
                <a:rect l="l" t="t" r="r" b="b"/>
                <a:pathLst>
                  <a:path w="12211" h="12212" extrusionOk="0">
                    <a:moveTo>
                      <a:pt x="6097" y="238"/>
                    </a:moveTo>
                    <a:lnTo>
                      <a:pt x="6407" y="256"/>
                    </a:lnTo>
                    <a:lnTo>
                      <a:pt x="6699" y="274"/>
                    </a:lnTo>
                    <a:lnTo>
                      <a:pt x="6991" y="311"/>
                    </a:lnTo>
                    <a:lnTo>
                      <a:pt x="7283" y="366"/>
                    </a:lnTo>
                    <a:lnTo>
                      <a:pt x="7575" y="420"/>
                    </a:lnTo>
                    <a:lnTo>
                      <a:pt x="7849" y="512"/>
                    </a:lnTo>
                    <a:lnTo>
                      <a:pt x="8123" y="603"/>
                    </a:lnTo>
                    <a:lnTo>
                      <a:pt x="8378" y="712"/>
                    </a:lnTo>
                    <a:lnTo>
                      <a:pt x="8652" y="822"/>
                    </a:lnTo>
                    <a:lnTo>
                      <a:pt x="8889" y="950"/>
                    </a:lnTo>
                    <a:lnTo>
                      <a:pt x="9145" y="1096"/>
                    </a:lnTo>
                    <a:lnTo>
                      <a:pt x="9382" y="1242"/>
                    </a:lnTo>
                    <a:lnTo>
                      <a:pt x="9619" y="1406"/>
                    </a:lnTo>
                    <a:lnTo>
                      <a:pt x="9838" y="1589"/>
                    </a:lnTo>
                    <a:lnTo>
                      <a:pt x="10039" y="1771"/>
                    </a:lnTo>
                    <a:lnTo>
                      <a:pt x="10258" y="1972"/>
                    </a:lnTo>
                    <a:lnTo>
                      <a:pt x="10441" y="2173"/>
                    </a:lnTo>
                    <a:lnTo>
                      <a:pt x="10623" y="2373"/>
                    </a:lnTo>
                    <a:lnTo>
                      <a:pt x="10806" y="2592"/>
                    </a:lnTo>
                    <a:lnTo>
                      <a:pt x="10970" y="2830"/>
                    </a:lnTo>
                    <a:lnTo>
                      <a:pt x="11116" y="3067"/>
                    </a:lnTo>
                    <a:lnTo>
                      <a:pt x="11262" y="3322"/>
                    </a:lnTo>
                    <a:lnTo>
                      <a:pt x="11390" y="3560"/>
                    </a:lnTo>
                    <a:lnTo>
                      <a:pt x="11517" y="3834"/>
                    </a:lnTo>
                    <a:lnTo>
                      <a:pt x="11609" y="4089"/>
                    </a:lnTo>
                    <a:lnTo>
                      <a:pt x="11700" y="4363"/>
                    </a:lnTo>
                    <a:lnTo>
                      <a:pt x="11791" y="4637"/>
                    </a:lnTo>
                    <a:lnTo>
                      <a:pt x="11846" y="4929"/>
                    </a:lnTo>
                    <a:lnTo>
                      <a:pt x="11901" y="5221"/>
                    </a:lnTo>
                    <a:lnTo>
                      <a:pt x="11937" y="5513"/>
                    </a:lnTo>
                    <a:lnTo>
                      <a:pt x="11955" y="5805"/>
                    </a:lnTo>
                    <a:lnTo>
                      <a:pt x="11974" y="6115"/>
                    </a:lnTo>
                    <a:lnTo>
                      <a:pt x="11955" y="6407"/>
                    </a:lnTo>
                    <a:lnTo>
                      <a:pt x="11937" y="6717"/>
                    </a:lnTo>
                    <a:lnTo>
                      <a:pt x="11901" y="7009"/>
                    </a:lnTo>
                    <a:lnTo>
                      <a:pt x="11846" y="7283"/>
                    </a:lnTo>
                    <a:lnTo>
                      <a:pt x="11791" y="7575"/>
                    </a:lnTo>
                    <a:lnTo>
                      <a:pt x="11700" y="7849"/>
                    </a:lnTo>
                    <a:lnTo>
                      <a:pt x="11609" y="8123"/>
                    </a:lnTo>
                    <a:lnTo>
                      <a:pt x="11517" y="8396"/>
                    </a:lnTo>
                    <a:lnTo>
                      <a:pt x="11390" y="8652"/>
                    </a:lnTo>
                    <a:lnTo>
                      <a:pt x="11262" y="8908"/>
                    </a:lnTo>
                    <a:lnTo>
                      <a:pt x="11116" y="9145"/>
                    </a:lnTo>
                    <a:lnTo>
                      <a:pt x="10970" y="9382"/>
                    </a:lnTo>
                    <a:lnTo>
                      <a:pt x="10806" y="9619"/>
                    </a:lnTo>
                    <a:lnTo>
                      <a:pt x="10623" y="9838"/>
                    </a:lnTo>
                    <a:lnTo>
                      <a:pt x="10441" y="10057"/>
                    </a:lnTo>
                    <a:lnTo>
                      <a:pt x="10258" y="10258"/>
                    </a:lnTo>
                    <a:lnTo>
                      <a:pt x="10039" y="10459"/>
                    </a:lnTo>
                    <a:lnTo>
                      <a:pt x="9838" y="10641"/>
                    </a:lnTo>
                    <a:lnTo>
                      <a:pt x="9619" y="10806"/>
                    </a:lnTo>
                    <a:lnTo>
                      <a:pt x="9382" y="10970"/>
                    </a:lnTo>
                    <a:lnTo>
                      <a:pt x="9145" y="11134"/>
                    </a:lnTo>
                    <a:lnTo>
                      <a:pt x="8889" y="11262"/>
                    </a:lnTo>
                    <a:lnTo>
                      <a:pt x="8652" y="11390"/>
                    </a:lnTo>
                    <a:lnTo>
                      <a:pt x="8378" y="11518"/>
                    </a:lnTo>
                    <a:lnTo>
                      <a:pt x="8123" y="11627"/>
                    </a:lnTo>
                    <a:lnTo>
                      <a:pt x="7849" y="11718"/>
                    </a:lnTo>
                    <a:lnTo>
                      <a:pt x="7575" y="11791"/>
                    </a:lnTo>
                    <a:lnTo>
                      <a:pt x="7283" y="11864"/>
                    </a:lnTo>
                    <a:lnTo>
                      <a:pt x="6991" y="11901"/>
                    </a:lnTo>
                    <a:lnTo>
                      <a:pt x="6699" y="11956"/>
                    </a:lnTo>
                    <a:lnTo>
                      <a:pt x="6407" y="11974"/>
                    </a:lnTo>
                    <a:lnTo>
                      <a:pt x="5805" y="11974"/>
                    </a:lnTo>
                    <a:lnTo>
                      <a:pt x="5513" y="11956"/>
                    </a:lnTo>
                    <a:lnTo>
                      <a:pt x="5202" y="11901"/>
                    </a:lnTo>
                    <a:lnTo>
                      <a:pt x="4929" y="11864"/>
                    </a:lnTo>
                    <a:lnTo>
                      <a:pt x="4636" y="11791"/>
                    </a:lnTo>
                    <a:lnTo>
                      <a:pt x="4363" y="11718"/>
                    </a:lnTo>
                    <a:lnTo>
                      <a:pt x="4089" y="11627"/>
                    </a:lnTo>
                    <a:lnTo>
                      <a:pt x="3815" y="11518"/>
                    </a:lnTo>
                    <a:lnTo>
                      <a:pt x="3560" y="11390"/>
                    </a:lnTo>
                    <a:lnTo>
                      <a:pt x="3304" y="11262"/>
                    </a:lnTo>
                    <a:lnTo>
                      <a:pt x="3067" y="11134"/>
                    </a:lnTo>
                    <a:lnTo>
                      <a:pt x="2830" y="10970"/>
                    </a:lnTo>
                    <a:lnTo>
                      <a:pt x="2592" y="10806"/>
                    </a:lnTo>
                    <a:lnTo>
                      <a:pt x="2373" y="10641"/>
                    </a:lnTo>
                    <a:lnTo>
                      <a:pt x="2154" y="10459"/>
                    </a:lnTo>
                    <a:lnTo>
                      <a:pt x="1953" y="10258"/>
                    </a:lnTo>
                    <a:lnTo>
                      <a:pt x="1753" y="10057"/>
                    </a:lnTo>
                    <a:lnTo>
                      <a:pt x="1570" y="9838"/>
                    </a:lnTo>
                    <a:lnTo>
                      <a:pt x="1406" y="9619"/>
                    </a:lnTo>
                    <a:lnTo>
                      <a:pt x="1242" y="9382"/>
                    </a:lnTo>
                    <a:lnTo>
                      <a:pt x="1077" y="9145"/>
                    </a:lnTo>
                    <a:lnTo>
                      <a:pt x="950" y="8908"/>
                    </a:lnTo>
                    <a:lnTo>
                      <a:pt x="822" y="8652"/>
                    </a:lnTo>
                    <a:lnTo>
                      <a:pt x="694" y="8396"/>
                    </a:lnTo>
                    <a:lnTo>
                      <a:pt x="585" y="8123"/>
                    </a:lnTo>
                    <a:lnTo>
                      <a:pt x="493" y="7849"/>
                    </a:lnTo>
                    <a:lnTo>
                      <a:pt x="420" y="7575"/>
                    </a:lnTo>
                    <a:lnTo>
                      <a:pt x="347" y="7283"/>
                    </a:lnTo>
                    <a:lnTo>
                      <a:pt x="311" y="7009"/>
                    </a:lnTo>
                    <a:lnTo>
                      <a:pt x="274" y="6717"/>
                    </a:lnTo>
                    <a:lnTo>
                      <a:pt x="238" y="6407"/>
                    </a:lnTo>
                    <a:lnTo>
                      <a:pt x="238" y="6115"/>
                    </a:lnTo>
                    <a:lnTo>
                      <a:pt x="238" y="5805"/>
                    </a:lnTo>
                    <a:lnTo>
                      <a:pt x="274" y="5513"/>
                    </a:lnTo>
                    <a:lnTo>
                      <a:pt x="311" y="5221"/>
                    </a:lnTo>
                    <a:lnTo>
                      <a:pt x="347" y="4929"/>
                    </a:lnTo>
                    <a:lnTo>
                      <a:pt x="420" y="4637"/>
                    </a:lnTo>
                    <a:lnTo>
                      <a:pt x="493" y="4363"/>
                    </a:lnTo>
                    <a:lnTo>
                      <a:pt x="585" y="4089"/>
                    </a:lnTo>
                    <a:lnTo>
                      <a:pt x="694" y="3834"/>
                    </a:lnTo>
                    <a:lnTo>
                      <a:pt x="822" y="3560"/>
                    </a:lnTo>
                    <a:lnTo>
                      <a:pt x="950" y="3322"/>
                    </a:lnTo>
                    <a:lnTo>
                      <a:pt x="1077" y="3067"/>
                    </a:lnTo>
                    <a:lnTo>
                      <a:pt x="1242" y="2830"/>
                    </a:lnTo>
                    <a:lnTo>
                      <a:pt x="1406" y="2592"/>
                    </a:lnTo>
                    <a:lnTo>
                      <a:pt x="1570" y="2373"/>
                    </a:lnTo>
                    <a:lnTo>
                      <a:pt x="1753" y="2173"/>
                    </a:lnTo>
                    <a:lnTo>
                      <a:pt x="1953" y="1972"/>
                    </a:lnTo>
                    <a:lnTo>
                      <a:pt x="2154" y="1771"/>
                    </a:lnTo>
                    <a:lnTo>
                      <a:pt x="2373" y="1589"/>
                    </a:lnTo>
                    <a:lnTo>
                      <a:pt x="2592" y="1406"/>
                    </a:lnTo>
                    <a:lnTo>
                      <a:pt x="2830" y="1242"/>
                    </a:lnTo>
                    <a:lnTo>
                      <a:pt x="3067" y="1096"/>
                    </a:lnTo>
                    <a:lnTo>
                      <a:pt x="3304" y="950"/>
                    </a:lnTo>
                    <a:lnTo>
                      <a:pt x="3560" y="822"/>
                    </a:lnTo>
                    <a:lnTo>
                      <a:pt x="3815" y="712"/>
                    </a:lnTo>
                    <a:lnTo>
                      <a:pt x="4089" y="603"/>
                    </a:lnTo>
                    <a:lnTo>
                      <a:pt x="4363" y="512"/>
                    </a:lnTo>
                    <a:lnTo>
                      <a:pt x="4636" y="420"/>
                    </a:lnTo>
                    <a:lnTo>
                      <a:pt x="4929" y="366"/>
                    </a:lnTo>
                    <a:lnTo>
                      <a:pt x="5202" y="311"/>
                    </a:lnTo>
                    <a:lnTo>
                      <a:pt x="5513" y="274"/>
                    </a:lnTo>
                    <a:lnTo>
                      <a:pt x="5805" y="256"/>
                    </a:lnTo>
                    <a:lnTo>
                      <a:pt x="6097" y="238"/>
                    </a:lnTo>
                    <a:close/>
                    <a:moveTo>
                      <a:pt x="6097" y="1"/>
                    </a:moveTo>
                    <a:lnTo>
                      <a:pt x="5786" y="19"/>
                    </a:lnTo>
                    <a:lnTo>
                      <a:pt x="5476" y="37"/>
                    </a:lnTo>
                    <a:lnTo>
                      <a:pt x="5166" y="74"/>
                    </a:lnTo>
                    <a:lnTo>
                      <a:pt x="4874" y="128"/>
                    </a:lnTo>
                    <a:lnTo>
                      <a:pt x="4582" y="201"/>
                    </a:lnTo>
                    <a:lnTo>
                      <a:pt x="4290" y="274"/>
                    </a:lnTo>
                    <a:lnTo>
                      <a:pt x="3998" y="366"/>
                    </a:lnTo>
                    <a:lnTo>
                      <a:pt x="3724" y="475"/>
                    </a:lnTo>
                    <a:lnTo>
                      <a:pt x="3450" y="603"/>
                    </a:lnTo>
                    <a:lnTo>
                      <a:pt x="3195" y="749"/>
                    </a:lnTo>
                    <a:lnTo>
                      <a:pt x="2939" y="895"/>
                    </a:lnTo>
                    <a:lnTo>
                      <a:pt x="2684" y="1041"/>
                    </a:lnTo>
                    <a:lnTo>
                      <a:pt x="2446" y="1224"/>
                    </a:lnTo>
                    <a:lnTo>
                      <a:pt x="2227" y="1406"/>
                    </a:lnTo>
                    <a:lnTo>
                      <a:pt x="2008" y="1589"/>
                    </a:lnTo>
                    <a:lnTo>
                      <a:pt x="1789" y="1789"/>
                    </a:lnTo>
                    <a:lnTo>
                      <a:pt x="1588" y="2008"/>
                    </a:lnTo>
                    <a:lnTo>
                      <a:pt x="1388" y="2227"/>
                    </a:lnTo>
                    <a:lnTo>
                      <a:pt x="1205" y="2465"/>
                    </a:lnTo>
                    <a:lnTo>
                      <a:pt x="1041" y="2702"/>
                    </a:lnTo>
                    <a:lnTo>
                      <a:pt x="877" y="2939"/>
                    </a:lnTo>
                    <a:lnTo>
                      <a:pt x="731" y="3195"/>
                    </a:lnTo>
                    <a:lnTo>
                      <a:pt x="603" y="3468"/>
                    </a:lnTo>
                    <a:lnTo>
                      <a:pt x="475" y="3742"/>
                    </a:lnTo>
                    <a:lnTo>
                      <a:pt x="366" y="4016"/>
                    </a:lnTo>
                    <a:lnTo>
                      <a:pt x="274" y="4290"/>
                    </a:lnTo>
                    <a:lnTo>
                      <a:pt x="183" y="4582"/>
                    </a:lnTo>
                    <a:lnTo>
                      <a:pt x="128" y="4874"/>
                    </a:lnTo>
                    <a:lnTo>
                      <a:pt x="74" y="5184"/>
                    </a:lnTo>
                    <a:lnTo>
                      <a:pt x="19" y="5494"/>
                    </a:lnTo>
                    <a:lnTo>
                      <a:pt x="1" y="5805"/>
                    </a:lnTo>
                    <a:lnTo>
                      <a:pt x="1" y="6115"/>
                    </a:lnTo>
                    <a:lnTo>
                      <a:pt x="1" y="6425"/>
                    </a:lnTo>
                    <a:lnTo>
                      <a:pt x="19" y="6736"/>
                    </a:lnTo>
                    <a:lnTo>
                      <a:pt x="74" y="7046"/>
                    </a:lnTo>
                    <a:lnTo>
                      <a:pt x="128" y="7338"/>
                    </a:lnTo>
                    <a:lnTo>
                      <a:pt x="183" y="7630"/>
                    </a:lnTo>
                    <a:lnTo>
                      <a:pt x="274" y="7922"/>
                    </a:lnTo>
                    <a:lnTo>
                      <a:pt x="366" y="8214"/>
                    </a:lnTo>
                    <a:lnTo>
                      <a:pt x="475" y="8488"/>
                    </a:lnTo>
                    <a:lnTo>
                      <a:pt x="603" y="8762"/>
                    </a:lnTo>
                    <a:lnTo>
                      <a:pt x="731" y="9017"/>
                    </a:lnTo>
                    <a:lnTo>
                      <a:pt x="877" y="9273"/>
                    </a:lnTo>
                    <a:lnTo>
                      <a:pt x="1041" y="9528"/>
                    </a:lnTo>
                    <a:lnTo>
                      <a:pt x="1205" y="9765"/>
                    </a:lnTo>
                    <a:lnTo>
                      <a:pt x="1388" y="9984"/>
                    </a:lnTo>
                    <a:lnTo>
                      <a:pt x="1588" y="10222"/>
                    </a:lnTo>
                    <a:lnTo>
                      <a:pt x="1789" y="10422"/>
                    </a:lnTo>
                    <a:lnTo>
                      <a:pt x="2008" y="10623"/>
                    </a:lnTo>
                    <a:lnTo>
                      <a:pt x="2227" y="10824"/>
                    </a:lnTo>
                    <a:lnTo>
                      <a:pt x="2446" y="11007"/>
                    </a:lnTo>
                    <a:lnTo>
                      <a:pt x="2684" y="11171"/>
                    </a:lnTo>
                    <a:lnTo>
                      <a:pt x="2939" y="11335"/>
                    </a:lnTo>
                    <a:lnTo>
                      <a:pt x="3195" y="11481"/>
                    </a:lnTo>
                    <a:lnTo>
                      <a:pt x="3450" y="11609"/>
                    </a:lnTo>
                    <a:lnTo>
                      <a:pt x="3724" y="11737"/>
                    </a:lnTo>
                    <a:lnTo>
                      <a:pt x="3998" y="11846"/>
                    </a:lnTo>
                    <a:lnTo>
                      <a:pt x="4290" y="11937"/>
                    </a:lnTo>
                    <a:lnTo>
                      <a:pt x="4582" y="12029"/>
                    </a:lnTo>
                    <a:lnTo>
                      <a:pt x="4874" y="12083"/>
                    </a:lnTo>
                    <a:lnTo>
                      <a:pt x="5166" y="12138"/>
                    </a:lnTo>
                    <a:lnTo>
                      <a:pt x="5476" y="12193"/>
                    </a:lnTo>
                    <a:lnTo>
                      <a:pt x="5786" y="12211"/>
                    </a:lnTo>
                    <a:lnTo>
                      <a:pt x="6425" y="12211"/>
                    </a:lnTo>
                    <a:lnTo>
                      <a:pt x="6735" y="12193"/>
                    </a:lnTo>
                    <a:lnTo>
                      <a:pt x="7027" y="12138"/>
                    </a:lnTo>
                    <a:lnTo>
                      <a:pt x="7338" y="12083"/>
                    </a:lnTo>
                    <a:lnTo>
                      <a:pt x="7630" y="12029"/>
                    </a:lnTo>
                    <a:lnTo>
                      <a:pt x="7922" y="11937"/>
                    </a:lnTo>
                    <a:lnTo>
                      <a:pt x="8196" y="11846"/>
                    </a:lnTo>
                    <a:lnTo>
                      <a:pt x="8469" y="11737"/>
                    </a:lnTo>
                    <a:lnTo>
                      <a:pt x="8743" y="11609"/>
                    </a:lnTo>
                    <a:lnTo>
                      <a:pt x="9017" y="11481"/>
                    </a:lnTo>
                    <a:lnTo>
                      <a:pt x="9272" y="11335"/>
                    </a:lnTo>
                    <a:lnTo>
                      <a:pt x="9510" y="11171"/>
                    </a:lnTo>
                    <a:lnTo>
                      <a:pt x="9747" y="11007"/>
                    </a:lnTo>
                    <a:lnTo>
                      <a:pt x="9984" y="10824"/>
                    </a:lnTo>
                    <a:lnTo>
                      <a:pt x="10203" y="10623"/>
                    </a:lnTo>
                    <a:lnTo>
                      <a:pt x="10422" y="10422"/>
                    </a:lnTo>
                    <a:lnTo>
                      <a:pt x="10623" y="10222"/>
                    </a:lnTo>
                    <a:lnTo>
                      <a:pt x="10806" y="9984"/>
                    </a:lnTo>
                    <a:lnTo>
                      <a:pt x="10988" y="9765"/>
                    </a:lnTo>
                    <a:lnTo>
                      <a:pt x="11171" y="9528"/>
                    </a:lnTo>
                    <a:lnTo>
                      <a:pt x="11317" y="9273"/>
                    </a:lnTo>
                    <a:lnTo>
                      <a:pt x="11463" y="9017"/>
                    </a:lnTo>
                    <a:lnTo>
                      <a:pt x="11609" y="8762"/>
                    </a:lnTo>
                    <a:lnTo>
                      <a:pt x="11736" y="8488"/>
                    </a:lnTo>
                    <a:lnTo>
                      <a:pt x="11846" y="8214"/>
                    </a:lnTo>
                    <a:lnTo>
                      <a:pt x="11937" y="7922"/>
                    </a:lnTo>
                    <a:lnTo>
                      <a:pt x="12010" y="7630"/>
                    </a:lnTo>
                    <a:lnTo>
                      <a:pt x="12083" y="7338"/>
                    </a:lnTo>
                    <a:lnTo>
                      <a:pt x="12138" y="7046"/>
                    </a:lnTo>
                    <a:lnTo>
                      <a:pt x="12175" y="6736"/>
                    </a:lnTo>
                    <a:lnTo>
                      <a:pt x="12193" y="6425"/>
                    </a:lnTo>
                    <a:lnTo>
                      <a:pt x="12211" y="6115"/>
                    </a:lnTo>
                    <a:lnTo>
                      <a:pt x="12193" y="5805"/>
                    </a:lnTo>
                    <a:lnTo>
                      <a:pt x="12175" y="5494"/>
                    </a:lnTo>
                    <a:lnTo>
                      <a:pt x="12138" y="5184"/>
                    </a:lnTo>
                    <a:lnTo>
                      <a:pt x="12083" y="4874"/>
                    </a:lnTo>
                    <a:lnTo>
                      <a:pt x="12010" y="4582"/>
                    </a:lnTo>
                    <a:lnTo>
                      <a:pt x="11937" y="4290"/>
                    </a:lnTo>
                    <a:lnTo>
                      <a:pt x="11846" y="4016"/>
                    </a:lnTo>
                    <a:lnTo>
                      <a:pt x="11736" y="3742"/>
                    </a:lnTo>
                    <a:lnTo>
                      <a:pt x="11609" y="3468"/>
                    </a:lnTo>
                    <a:lnTo>
                      <a:pt x="11463" y="3195"/>
                    </a:lnTo>
                    <a:lnTo>
                      <a:pt x="11317" y="2939"/>
                    </a:lnTo>
                    <a:lnTo>
                      <a:pt x="11171" y="2702"/>
                    </a:lnTo>
                    <a:lnTo>
                      <a:pt x="10988" y="2465"/>
                    </a:lnTo>
                    <a:lnTo>
                      <a:pt x="10806" y="2227"/>
                    </a:lnTo>
                    <a:lnTo>
                      <a:pt x="10623" y="2008"/>
                    </a:lnTo>
                    <a:lnTo>
                      <a:pt x="10422" y="1789"/>
                    </a:lnTo>
                    <a:lnTo>
                      <a:pt x="10203" y="1589"/>
                    </a:lnTo>
                    <a:lnTo>
                      <a:pt x="9984" y="1406"/>
                    </a:lnTo>
                    <a:lnTo>
                      <a:pt x="9747" y="1224"/>
                    </a:lnTo>
                    <a:lnTo>
                      <a:pt x="9510" y="1041"/>
                    </a:lnTo>
                    <a:lnTo>
                      <a:pt x="9272" y="895"/>
                    </a:lnTo>
                    <a:lnTo>
                      <a:pt x="9017" y="749"/>
                    </a:lnTo>
                    <a:lnTo>
                      <a:pt x="8743" y="603"/>
                    </a:lnTo>
                    <a:lnTo>
                      <a:pt x="8469" y="475"/>
                    </a:lnTo>
                    <a:lnTo>
                      <a:pt x="8196" y="366"/>
                    </a:lnTo>
                    <a:lnTo>
                      <a:pt x="7922" y="274"/>
                    </a:lnTo>
                    <a:lnTo>
                      <a:pt x="7630" y="201"/>
                    </a:lnTo>
                    <a:lnTo>
                      <a:pt x="7338" y="128"/>
                    </a:lnTo>
                    <a:lnTo>
                      <a:pt x="7027" y="74"/>
                    </a:lnTo>
                    <a:lnTo>
                      <a:pt x="6735" y="37"/>
                    </a:lnTo>
                    <a:lnTo>
                      <a:pt x="6425" y="19"/>
                    </a:lnTo>
                    <a:lnTo>
                      <a:pt x="6097" y="1"/>
                    </a:lnTo>
                    <a:close/>
                  </a:path>
                </a:pathLst>
              </a:custGeom>
              <a:solidFill>
                <a:srgbClr val="262B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Google Shape;2218;p40"/>
              <p:cNvSpPr/>
              <p:nvPr/>
            </p:nvSpPr>
            <p:spPr>
              <a:xfrm>
                <a:off x="6785796" y="3185493"/>
                <a:ext cx="293962" cy="293962"/>
              </a:xfrm>
              <a:custGeom>
                <a:avLst/>
                <a:gdLst/>
                <a:ahLst/>
                <a:cxnLst/>
                <a:rect l="l" t="t" r="r" b="b"/>
                <a:pathLst>
                  <a:path w="9182" h="9182" extrusionOk="0">
                    <a:moveTo>
                      <a:pt x="4344" y="1"/>
                    </a:moveTo>
                    <a:lnTo>
                      <a:pt x="4125" y="19"/>
                    </a:lnTo>
                    <a:lnTo>
                      <a:pt x="3888" y="55"/>
                    </a:lnTo>
                    <a:lnTo>
                      <a:pt x="3669" y="92"/>
                    </a:lnTo>
                    <a:lnTo>
                      <a:pt x="3432" y="147"/>
                    </a:lnTo>
                    <a:lnTo>
                      <a:pt x="3231" y="201"/>
                    </a:lnTo>
                    <a:lnTo>
                      <a:pt x="3012" y="274"/>
                    </a:lnTo>
                    <a:lnTo>
                      <a:pt x="2793" y="366"/>
                    </a:lnTo>
                    <a:lnTo>
                      <a:pt x="2391" y="548"/>
                    </a:lnTo>
                    <a:lnTo>
                      <a:pt x="2026" y="785"/>
                    </a:lnTo>
                    <a:lnTo>
                      <a:pt x="1661" y="1059"/>
                    </a:lnTo>
                    <a:lnTo>
                      <a:pt x="1333" y="1351"/>
                    </a:lnTo>
                    <a:lnTo>
                      <a:pt x="1041" y="1680"/>
                    </a:lnTo>
                    <a:lnTo>
                      <a:pt x="785" y="2026"/>
                    </a:lnTo>
                    <a:lnTo>
                      <a:pt x="548" y="2410"/>
                    </a:lnTo>
                    <a:lnTo>
                      <a:pt x="347" y="2811"/>
                    </a:lnTo>
                    <a:lnTo>
                      <a:pt x="274" y="3012"/>
                    </a:lnTo>
                    <a:lnTo>
                      <a:pt x="201" y="3231"/>
                    </a:lnTo>
                    <a:lnTo>
                      <a:pt x="146" y="3450"/>
                    </a:lnTo>
                    <a:lnTo>
                      <a:pt x="92" y="3669"/>
                    </a:lnTo>
                    <a:lnTo>
                      <a:pt x="55" y="3888"/>
                    </a:lnTo>
                    <a:lnTo>
                      <a:pt x="19" y="4125"/>
                    </a:lnTo>
                    <a:lnTo>
                      <a:pt x="0" y="4363"/>
                    </a:lnTo>
                    <a:lnTo>
                      <a:pt x="0" y="4600"/>
                    </a:lnTo>
                    <a:lnTo>
                      <a:pt x="0" y="4837"/>
                    </a:lnTo>
                    <a:lnTo>
                      <a:pt x="19" y="5056"/>
                    </a:lnTo>
                    <a:lnTo>
                      <a:pt x="55" y="5294"/>
                    </a:lnTo>
                    <a:lnTo>
                      <a:pt x="92" y="5513"/>
                    </a:lnTo>
                    <a:lnTo>
                      <a:pt x="146" y="5750"/>
                    </a:lnTo>
                    <a:lnTo>
                      <a:pt x="201" y="5969"/>
                    </a:lnTo>
                    <a:lnTo>
                      <a:pt x="274" y="6170"/>
                    </a:lnTo>
                    <a:lnTo>
                      <a:pt x="347" y="6389"/>
                    </a:lnTo>
                    <a:lnTo>
                      <a:pt x="548" y="6790"/>
                    </a:lnTo>
                    <a:lnTo>
                      <a:pt x="785" y="7155"/>
                    </a:lnTo>
                    <a:lnTo>
                      <a:pt x="1041" y="7520"/>
                    </a:lnTo>
                    <a:lnTo>
                      <a:pt x="1333" y="7849"/>
                    </a:lnTo>
                    <a:lnTo>
                      <a:pt x="1661" y="8141"/>
                    </a:lnTo>
                    <a:lnTo>
                      <a:pt x="2026" y="8396"/>
                    </a:lnTo>
                    <a:lnTo>
                      <a:pt x="2391" y="8634"/>
                    </a:lnTo>
                    <a:lnTo>
                      <a:pt x="2793" y="8834"/>
                    </a:lnTo>
                    <a:lnTo>
                      <a:pt x="3012" y="8907"/>
                    </a:lnTo>
                    <a:lnTo>
                      <a:pt x="3231" y="8980"/>
                    </a:lnTo>
                    <a:lnTo>
                      <a:pt x="3432" y="9035"/>
                    </a:lnTo>
                    <a:lnTo>
                      <a:pt x="3669" y="9090"/>
                    </a:lnTo>
                    <a:lnTo>
                      <a:pt x="3888" y="9126"/>
                    </a:lnTo>
                    <a:lnTo>
                      <a:pt x="4125" y="9163"/>
                    </a:lnTo>
                    <a:lnTo>
                      <a:pt x="4344" y="9181"/>
                    </a:lnTo>
                    <a:lnTo>
                      <a:pt x="4819" y="9181"/>
                    </a:lnTo>
                    <a:lnTo>
                      <a:pt x="5056" y="9163"/>
                    </a:lnTo>
                    <a:lnTo>
                      <a:pt x="5293" y="9126"/>
                    </a:lnTo>
                    <a:lnTo>
                      <a:pt x="5512" y="9090"/>
                    </a:lnTo>
                    <a:lnTo>
                      <a:pt x="5731" y="9035"/>
                    </a:lnTo>
                    <a:lnTo>
                      <a:pt x="5951" y="8980"/>
                    </a:lnTo>
                    <a:lnTo>
                      <a:pt x="6170" y="8907"/>
                    </a:lnTo>
                    <a:lnTo>
                      <a:pt x="6370" y="8834"/>
                    </a:lnTo>
                    <a:lnTo>
                      <a:pt x="6772" y="8634"/>
                    </a:lnTo>
                    <a:lnTo>
                      <a:pt x="7155" y="8396"/>
                    </a:lnTo>
                    <a:lnTo>
                      <a:pt x="7502" y="8141"/>
                    </a:lnTo>
                    <a:lnTo>
                      <a:pt x="7830" y="7849"/>
                    </a:lnTo>
                    <a:lnTo>
                      <a:pt x="8141" y="7520"/>
                    </a:lnTo>
                    <a:lnTo>
                      <a:pt x="8396" y="7155"/>
                    </a:lnTo>
                    <a:lnTo>
                      <a:pt x="8634" y="6790"/>
                    </a:lnTo>
                    <a:lnTo>
                      <a:pt x="8816" y="6389"/>
                    </a:lnTo>
                    <a:lnTo>
                      <a:pt x="8907" y="6170"/>
                    </a:lnTo>
                    <a:lnTo>
                      <a:pt x="8980" y="5969"/>
                    </a:lnTo>
                    <a:lnTo>
                      <a:pt x="9035" y="5750"/>
                    </a:lnTo>
                    <a:lnTo>
                      <a:pt x="9090" y="5513"/>
                    </a:lnTo>
                    <a:lnTo>
                      <a:pt x="9126" y="5294"/>
                    </a:lnTo>
                    <a:lnTo>
                      <a:pt x="9163" y="5056"/>
                    </a:lnTo>
                    <a:lnTo>
                      <a:pt x="9181" y="4837"/>
                    </a:lnTo>
                    <a:lnTo>
                      <a:pt x="9181" y="4600"/>
                    </a:lnTo>
                    <a:lnTo>
                      <a:pt x="9181" y="4363"/>
                    </a:lnTo>
                    <a:lnTo>
                      <a:pt x="9163" y="4125"/>
                    </a:lnTo>
                    <a:lnTo>
                      <a:pt x="9126" y="3888"/>
                    </a:lnTo>
                    <a:lnTo>
                      <a:pt x="9090" y="3669"/>
                    </a:lnTo>
                    <a:lnTo>
                      <a:pt x="9035" y="3450"/>
                    </a:lnTo>
                    <a:lnTo>
                      <a:pt x="8980" y="3231"/>
                    </a:lnTo>
                    <a:lnTo>
                      <a:pt x="8907" y="3012"/>
                    </a:lnTo>
                    <a:lnTo>
                      <a:pt x="8816" y="2811"/>
                    </a:lnTo>
                    <a:lnTo>
                      <a:pt x="8634" y="2410"/>
                    </a:lnTo>
                    <a:lnTo>
                      <a:pt x="8396" y="2026"/>
                    </a:lnTo>
                    <a:lnTo>
                      <a:pt x="8141" y="1680"/>
                    </a:lnTo>
                    <a:lnTo>
                      <a:pt x="7830" y="1351"/>
                    </a:lnTo>
                    <a:lnTo>
                      <a:pt x="7502" y="1059"/>
                    </a:lnTo>
                    <a:lnTo>
                      <a:pt x="7155" y="785"/>
                    </a:lnTo>
                    <a:lnTo>
                      <a:pt x="6772" y="548"/>
                    </a:lnTo>
                    <a:lnTo>
                      <a:pt x="6370" y="366"/>
                    </a:lnTo>
                    <a:lnTo>
                      <a:pt x="6170" y="274"/>
                    </a:lnTo>
                    <a:lnTo>
                      <a:pt x="5951" y="201"/>
                    </a:lnTo>
                    <a:lnTo>
                      <a:pt x="5731" y="147"/>
                    </a:lnTo>
                    <a:lnTo>
                      <a:pt x="5512" y="92"/>
                    </a:lnTo>
                    <a:lnTo>
                      <a:pt x="5293" y="55"/>
                    </a:lnTo>
                    <a:lnTo>
                      <a:pt x="5056" y="19"/>
                    </a:lnTo>
                    <a:lnTo>
                      <a:pt x="48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36D5E6"/>
                  </a:gs>
                  <a:gs pos="100000">
                    <a:srgbClr val="17788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Google Shape;2219;p40"/>
              <p:cNvSpPr/>
              <p:nvPr/>
            </p:nvSpPr>
            <p:spPr>
              <a:xfrm>
                <a:off x="6686450" y="2663080"/>
                <a:ext cx="500811" cy="279907"/>
              </a:xfrm>
              <a:custGeom>
                <a:avLst/>
                <a:gdLst/>
                <a:ahLst/>
                <a:cxnLst/>
                <a:rect l="l" t="t" r="r" b="b"/>
                <a:pathLst>
                  <a:path w="15643" h="8743" extrusionOk="0">
                    <a:moveTo>
                      <a:pt x="7338" y="0"/>
                    </a:moveTo>
                    <a:lnTo>
                      <a:pt x="6991" y="55"/>
                    </a:lnTo>
                    <a:lnTo>
                      <a:pt x="6663" y="146"/>
                    </a:lnTo>
                    <a:lnTo>
                      <a:pt x="6316" y="256"/>
                    </a:lnTo>
                    <a:lnTo>
                      <a:pt x="6005" y="420"/>
                    </a:lnTo>
                    <a:lnTo>
                      <a:pt x="5695" y="603"/>
                    </a:lnTo>
                    <a:lnTo>
                      <a:pt x="5403" y="822"/>
                    </a:lnTo>
                    <a:lnTo>
                      <a:pt x="5129" y="1077"/>
                    </a:lnTo>
                    <a:lnTo>
                      <a:pt x="4272" y="1953"/>
                    </a:lnTo>
                    <a:lnTo>
                      <a:pt x="3359" y="2939"/>
                    </a:lnTo>
                    <a:lnTo>
                      <a:pt x="2373" y="4016"/>
                    </a:lnTo>
                    <a:lnTo>
                      <a:pt x="1388" y="5166"/>
                    </a:lnTo>
                    <a:lnTo>
                      <a:pt x="1242" y="5348"/>
                    </a:lnTo>
                    <a:lnTo>
                      <a:pt x="621" y="6096"/>
                    </a:lnTo>
                    <a:lnTo>
                      <a:pt x="1" y="6881"/>
                    </a:lnTo>
                    <a:lnTo>
                      <a:pt x="676" y="7210"/>
                    </a:lnTo>
                    <a:lnTo>
                      <a:pt x="1041" y="7374"/>
                    </a:lnTo>
                    <a:lnTo>
                      <a:pt x="1424" y="7538"/>
                    </a:lnTo>
                    <a:lnTo>
                      <a:pt x="1844" y="7703"/>
                    </a:lnTo>
                    <a:lnTo>
                      <a:pt x="2282" y="7849"/>
                    </a:lnTo>
                    <a:lnTo>
                      <a:pt x="2738" y="7995"/>
                    </a:lnTo>
                    <a:lnTo>
                      <a:pt x="3213" y="8141"/>
                    </a:lnTo>
                    <a:lnTo>
                      <a:pt x="3706" y="8268"/>
                    </a:lnTo>
                    <a:lnTo>
                      <a:pt x="4217" y="8378"/>
                    </a:lnTo>
                    <a:lnTo>
                      <a:pt x="4746" y="8487"/>
                    </a:lnTo>
                    <a:lnTo>
                      <a:pt x="5312" y="8579"/>
                    </a:lnTo>
                    <a:lnTo>
                      <a:pt x="5878" y="8633"/>
                    </a:lnTo>
                    <a:lnTo>
                      <a:pt x="6480" y="8688"/>
                    </a:lnTo>
                    <a:lnTo>
                      <a:pt x="7082" y="8725"/>
                    </a:lnTo>
                    <a:lnTo>
                      <a:pt x="7721" y="8743"/>
                    </a:lnTo>
                    <a:lnTo>
                      <a:pt x="8287" y="8725"/>
                    </a:lnTo>
                    <a:lnTo>
                      <a:pt x="8834" y="8706"/>
                    </a:lnTo>
                    <a:lnTo>
                      <a:pt x="9400" y="8670"/>
                    </a:lnTo>
                    <a:lnTo>
                      <a:pt x="9948" y="8597"/>
                    </a:lnTo>
                    <a:lnTo>
                      <a:pt x="10477" y="8542"/>
                    </a:lnTo>
                    <a:lnTo>
                      <a:pt x="11006" y="8451"/>
                    </a:lnTo>
                    <a:lnTo>
                      <a:pt x="11518" y="8360"/>
                    </a:lnTo>
                    <a:lnTo>
                      <a:pt x="12029" y="8250"/>
                    </a:lnTo>
                    <a:lnTo>
                      <a:pt x="12521" y="8141"/>
                    </a:lnTo>
                    <a:lnTo>
                      <a:pt x="13014" y="8013"/>
                    </a:lnTo>
                    <a:lnTo>
                      <a:pt x="13945" y="7757"/>
                    </a:lnTo>
                    <a:lnTo>
                      <a:pt x="14821" y="7465"/>
                    </a:lnTo>
                    <a:lnTo>
                      <a:pt x="15642" y="7173"/>
                    </a:lnTo>
                    <a:lnTo>
                      <a:pt x="14949" y="6315"/>
                    </a:lnTo>
                    <a:lnTo>
                      <a:pt x="14274" y="5494"/>
                    </a:lnTo>
                    <a:lnTo>
                      <a:pt x="14128" y="5312"/>
                    </a:lnTo>
                    <a:lnTo>
                      <a:pt x="13105" y="4125"/>
                    </a:lnTo>
                    <a:lnTo>
                      <a:pt x="12102" y="3012"/>
                    </a:lnTo>
                    <a:lnTo>
                      <a:pt x="11152" y="1990"/>
                    </a:lnTo>
                    <a:lnTo>
                      <a:pt x="10276" y="1077"/>
                    </a:lnTo>
                    <a:lnTo>
                      <a:pt x="9984" y="822"/>
                    </a:lnTo>
                    <a:lnTo>
                      <a:pt x="9692" y="603"/>
                    </a:lnTo>
                    <a:lnTo>
                      <a:pt x="9382" y="420"/>
                    </a:lnTo>
                    <a:lnTo>
                      <a:pt x="9072" y="256"/>
                    </a:lnTo>
                    <a:lnTo>
                      <a:pt x="8725" y="146"/>
                    </a:lnTo>
                    <a:lnTo>
                      <a:pt x="8396" y="55"/>
                    </a:lnTo>
                    <a:lnTo>
                      <a:pt x="8050" y="0"/>
                    </a:lnTo>
                    <a:close/>
                  </a:path>
                </a:pathLst>
              </a:custGeom>
              <a:gradFill>
                <a:gsLst>
                  <a:gs pos="0">
                    <a:srgbClr val="34629B"/>
                  </a:gs>
                  <a:gs pos="100000">
                    <a:srgbClr val="16243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Google Shape;2220;p40"/>
              <p:cNvSpPr/>
              <p:nvPr/>
            </p:nvSpPr>
            <p:spPr>
              <a:xfrm>
                <a:off x="6726182" y="2828445"/>
                <a:ext cx="417251" cy="56122"/>
              </a:xfrm>
              <a:custGeom>
                <a:avLst/>
                <a:gdLst/>
                <a:ahLst/>
                <a:cxnLst/>
                <a:rect l="l" t="t" r="r" b="b"/>
                <a:pathLst>
                  <a:path w="13033" h="1753" extrusionOk="0">
                    <a:moveTo>
                      <a:pt x="147" y="1"/>
                    </a:moveTo>
                    <a:lnTo>
                      <a:pt x="1" y="183"/>
                    </a:lnTo>
                    <a:lnTo>
                      <a:pt x="548" y="475"/>
                    </a:lnTo>
                    <a:lnTo>
                      <a:pt x="840" y="621"/>
                    </a:lnTo>
                    <a:lnTo>
                      <a:pt x="1169" y="749"/>
                    </a:lnTo>
                    <a:lnTo>
                      <a:pt x="1516" y="895"/>
                    </a:lnTo>
                    <a:lnTo>
                      <a:pt x="1862" y="1023"/>
                    </a:lnTo>
                    <a:lnTo>
                      <a:pt x="2246" y="1150"/>
                    </a:lnTo>
                    <a:lnTo>
                      <a:pt x="2647" y="1260"/>
                    </a:lnTo>
                    <a:lnTo>
                      <a:pt x="3067" y="1370"/>
                    </a:lnTo>
                    <a:lnTo>
                      <a:pt x="3505" y="1461"/>
                    </a:lnTo>
                    <a:lnTo>
                      <a:pt x="3961" y="1534"/>
                    </a:lnTo>
                    <a:lnTo>
                      <a:pt x="4436" y="1607"/>
                    </a:lnTo>
                    <a:lnTo>
                      <a:pt x="4947" y="1662"/>
                    </a:lnTo>
                    <a:lnTo>
                      <a:pt x="5458" y="1716"/>
                    </a:lnTo>
                    <a:lnTo>
                      <a:pt x="6006" y="1735"/>
                    </a:lnTo>
                    <a:lnTo>
                      <a:pt x="6571" y="1753"/>
                    </a:lnTo>
                    <a:lnTo>
                      <a:pt x="7137" y="1735"/>
                    </a:lnTo>
                    <a:lnTo>
                      <a:pt x="7667" y="1716"/>
                    </a:lnTo>
                    <a:lnTo>
                      <a:pt x="8178" y="1680"/>
                    </a:lnTo>
                    <a:lnTo>
                      <a:pt x="8670" y="1625"/>
                    </a:lnTo>
                    <a:lnTo>
                      <a:pt x="9145" y="1552"/>
                    </a:lnTo>
                    <a:lnTo>
                      <a:pt x="9583" y="1479"/>
                    </a:lnTo>
                    <a:lnTo>
                      <a:pt x="10021" y="1406"/>
                    </a:lnTo>
                    <a:lnTo>
                      <a:pt x="10423" y="1297"/>
                    </a:lnTo>
                    <a:lnTo>
                      <a:pt x="10824" y="1205"/>
                    </a:lnTo>
                    <a:lnTo>
                      <a:pt x="11189" y="1096"/>
                    </a:lnTo>
                    <a:lnTo>
                      <a:pt x="11554" y="968"/>
                    </a:lnTo>
                    <a:lnTo>
                      <a:pt x="11883" y="840"/>
                    </a:lnTo>
                    <a:lnTo>
                      <a:pt x="12485" y="585"/>
                    </a:lnTo>
                    <a:lnTo>
                      <a:pt x="13033" y="329"/>
                    </a:lnTo>
                    <a:lnTo>
                      <a:pt x="12887" y="147"/>
                    </a:lnTo>
                    <a:lnTo>
                      <a:pt x="12357" y="402"/>
                    </a:lnTo>
                    <a:lnTo>
                      <a:pt x="11755" y="658"/>
                    </a:lnTo>
                    <a:lnTo>
                      <a:pt x="11426" y="767"/>
                    </a:lnTo>
                    <a:lnTo>
                      <a:pt x="11080" y="895"/>
                    </a:lnTo>
                    <a:lnTo>
                      <a:pt x="10715" y="986"/>
                    </a:lnTo>
                    <a:lnTo>
                      <a:pt x="10331" y="1096"/>
                    </a:lnTo>
                    <a:lnTo>
                      <a:pt x="9930" y="1187"/>
                    </a:lnTo>
                    <a:lnTo>
                      <a:pt x="9510" y="1278"/>
                    </a:lnTo>
                    <a:lnTo>
                      <a:pt x="9072" y="1351"/>
                    </a:lnTo>
                    <a:lnTo>
                      <a:pt x="8616" y="1406"/>
                    </a:lnTo>
                    <a:lnTo>
                      <a:pt x="8141" y="1461"/>
                    </a:lnTo>
                    <a:lnTo>
                      <a:pt x="7630" y="1497"/>
                    </a:lnTo>
                    <a:lnTo>
                      <a:pt x="7119" y="1516"/>
                    </a:lnTo>
                    <a:lnTo>
                      <a:pt x="6024" y="1516"/>
                    </a:lnTo>
                    <a:lnTo>
                      <a:pt x="5495" y="1479"/>
                    </a:lnTo>
                    <a:lnTo>
                      <a:pt x="4983" y="1443"/>
                    </a:lnTo>
                    <a:lnTo>
                      <a:pt x="4491" y="1388"/>
                    </a:lnTo>
                    <a:lnTo>
                      <a:pt x="4016" y="1315"/>
                    </a:lnTo>
                    <a:lnTo>
                      <a:pt x="3578" y="1242"/>
                    </a:lnTo>
                    <a:lnTo>
                      <a:pt x="3140" y="1150"/>
                    </a:lnTo>
                    <a:lnTo>
                      <a:pt x="2739" y="1041"/>
                    </a:lnTo>
                    <a:lnTo>
                      <a:pt x="2355" y="931"/>
                    </a:lnTo>
                    <a:lnTo>
                      <a:pt x="1972" y="822"/>
                    </a:lnTo>
                    <a:lnTo>
                      <a:pt x="1625" y="694"/>
                    </a:lnTo>
                    <a:lnTo>
                      <a:pt x="1297" y="566"/>
                    </a:lnTo>
                    <a:lnTo>
                      <a:pt x="676" y="293"/>
                    </a:lnTo>
                    <a:lnTo>
                      <a:pt x="147" y="1"/>
                    </a:lnTo>
                    <a:close/>
                  </a:path>
                </a:pathLst>
              </a:custGeom>
              <a:solidFill>
                <a:srgbClr val="FBF8E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21" name="Google Shape;2221;p40"/>
          <p:cNvGrpSpPr/>
          <p:nvPr/>
        </p:nvGrpSpPr>
        <p:grpSpPr>
          <a:xfrm>
            <a:off x="6177055" y="1140790"/>
            <a:ext cx="611648" cy="365223"/>
            <a:chOff x="4504125" y="1762525"/>
            <a:chExt cx="985575" cy="588500"/>
          </a:xfrm>
        </p:grpSpPr>
        <p:sp>
          <p:nvSpPr>
            <p:cNvPr id="2222" name="Google Shape;2222;p40"/>
            <p:cNvSpPr/>
            <p:nvPr/>
          </p:nvSpPr>
          <p:spPr>
            <a:xfrm>
              <a:off x="4691775" y="2150600"/>
              <a:ext cx="87950" cy="105425"/>
            </a:xfrm>
            <a:custGeom>
              <a:avLst/>
              <a:gdLst/>
              <a:ahLst/>
              <a:cxnLst/>
              <a:rect l="l" t="t" r="r" b="b"/>
              <a:pathLst>
                <a:path w="3518" h="4217" extrusionOk="0">
                  <a:moveTo>
                    <a:pt x="1910" y="0"/>
                  </a:moveTo>
                  <a:lnTo>
                    <a:pt x="1" y="4216"/>
                  </a:lnTo>
                  <a:lnTo>
                    <a:pt x="3517" y="1607"/>
                  </a:lnTo>
                  <a:lnTo>
                    <a:pt x="3498" y="1569"/>
                  </a:lnTo>
                  <a:lnTo>
                    <a:pt x="191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0"/>
            <p:cNvSpPr/>
            <p:nvPr/>
          </p:nvSpPr>
          <p:spPr>
            <a:xfrm>
              <a:off x="4504125" y="1762525"/>
              <a:ext cx="985575" cy="310100"/>
            </a:xfrm>
            <a:custGeom>
              <a:avLst/>
              <a:gdLst/>
              <a:ahLst/>
              <a:cxnLst/>
              <a:rect l="l" t="t" r="r" b="b"/>
              <a:pathLst>
                <a:path w="39423" h="12404" extrusionOk="0">
                  <a:moveTo>
                    <a:pt x="39422" y="0"/>
                  </a:moveTo>
                  <a:lnTo>
                    <a:pt x="0" y="4859"/>
                  </a:lnTo>
                  <a:lnTo>
                    <a:pt x="6372" y="12403"/>
                  </a:lnTo>
                  <a:lnTo>
                    <a:pt x="39422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EFEFE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0"/>
            <p:cNvSpPr/>
            <p:nvPr/>
          </p:nvSpPr>
          <p:spPr>
            <a:xfrm>
              <a:off x="4663425" y="1762525"/>
              <a:ext cx="826275" cy="588500"/>
            </a:xfrm>
            <a:custGeom>
              <a:avLst/>
              <a:gdLst/>
              <a:ahLst/>
              <a:cxnLst/>
              <a:rect l="l" t="t" r="r" b="b"/>
              <a:pathLst>
                <a:path w="33051" h="235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4632" y="17092"/>
                  </a:lnTo>
                  <a:lnTo>
                    <a:pt x="10513" y="23540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0"/>
            <p:cNvSpPr/>
            <p:nvPr/>
          </p:nvSpPr>
          <p:spPr>
            <a:xfrm>
              <a:off x="4663425" y="1762525"/>
              <a:ext cx="826275" cy="493500"/>
            </a:xfrm>
            <a:custGeom>
              <a:avLst/>
              <a:gdLst/>
              <a:ahLst/>
              <a:cxnLst/>
              <a:rect l="l" t="t" r="r" b="b"/>
              <a:pathLst>
                <a:path w="33051" h="197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6" name="Google Shape;2226;p40"/>
          <p:cNvGrpSpPr/>
          <p:nvPr/>
        </p:nvGrpSpPr>
        <p:grpSpPr>
          <a:xfrm>
            <a:off x="649261" y="3761249"/>
            <a:ext cx="745923" cy="742920"/>
            <a:chOff x="778525" y="3588975"/>
            <a:chExt cx="1073425" cy="1068950"/>
          </a:xfrm>
        </p:grpSpPr>
        <p:sp>
          <p:nvSpPr>
            <p:cNvPr id="2227" name="Google Shape;2227;p40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28" name="Google Shape;2228;p40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2229" name="Google Shape;2229;p40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Google Shape;2230;p40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Google Shape;2231;p40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Google Shape;2232;p40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Google Shape;2233;p40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Google Shape;2234;p40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Google Shape;2235;p40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Google Shape;2236;p40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Google Shape;2237;p40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Google Shape;2238;p40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Google Shape;2239;p40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Google Shape;2240;p40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41" name="Google Shape;2241;p40"/>
          <p:cNvGrpSpPr/>
          <p:nvPr/>
        </p:nvGrpSpPr>
        <p:grpSpPr>
          <a:xfrm flipH="1">
            <a:off x="4745954" y="3761256"/>
            <a:ext cx="560435" cy="558099"/>
            <a:chOff x="778525" y="3588975"/>
            <a:chExt cx="1073425" cy="1068950"/>
          </a:xfrm>
        </p:grpSpPr>
        <p:sp>
          <p:nvSpPr>
            <p:cNvPr id="2242" name="Google Shape;2242;p40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43" name="Google Shape;2243;p40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2244" name="Google Shape;2244;p40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Google Shape;2245;p40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Google Shape;2246;p40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Google Shape;2247;p40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Google Shape;2248;p40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Google Shape;2249;p40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Google Shape;2250;p40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Google Shape;2251;p40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Google Shape;2252;p40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Google Shape;2253;p40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Google Shape;2254;p40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Google Shape;2255;p40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56" name="Google Shape;2256;p40"/>
          <p:cNvGrpSpPr/>
          <p:nvPr/>
        </p:nvGrpSpPr>
        <p:grpSpPr>
          <a:xfrm>
            <a:off x="7920435" y="3718174"/>
            <a:ext cx="930353" cy="829089"/>
            <a:chOff x="2236010" y="3967511"/>
            <a:chExt cx="930353" cy="829089"/>
          </a:xfrm>
        </p:grpSpPr>
        <p:sp>
          <p:nvSpPr>
            <p:cNvPr id="2257" name="Google Shape;2257;p40"/>
            <p:cNvSpPr/>
            <p:nvPr/>
          </p:nvSpPr>
          <p:spPr>
            <a:xfrm>
              <a:off x="2265825" y="4694000"/>
              <a:ext cx="767100" cy="1026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58" name="Google Shape;2258;p40"/>
            <p:cNvGrpSpPr/>
            <p:nvPr/>
          </p:nvGrpSpPr>
          <p:grpSpPr>
            <a:xfrm>
              <a:off x="2236010" y="3967511"/>
              <a:ext cx="930353" cy="794959"/>
              <a:chOff x="1627375" y="-1981850"/>
              <a:chExt cx="1305575" cy="1115575"/>
            </a:xfrm>
          </p:grpSpPr>
          <p:sp>
            <p:nvSpPr>
              <p:cNvPr id="2259" name="Google Shape;2259;p40"/>
              <p:cNvSpPr/>
              <p:nvPr/>
            </p:nvSpPr>
            <p:spPr>
              <a:xfrm>
                <a:off x="1627375" y="-1981850"/>
                <a:ext cx="1115075" cy="1115575"/>
              </a:xfrm>
              <a:custGeom>
                <a:avLst/>
                <a:gdLst/>
                <a:ahLst/>
                <a:cxnLst/>
                <a:rect l="l" t="t" r="r" b="b"/>
                <a:pathLst>
                  <a:path w="44603" h="44623" extrusionOk="0">
                    <a:moveTo>
                      <a:pt x="21725" y="1"/>
                    </a:moveTo>
                    <a:lnTo>
                      <a:pt x="21158" y="39"/>
                    </a:lnTo>
                    <a:lnTo>
                      <a:pt x="20590" y="57"/>
                    </a:lnTo>
                    <a:lnTo>
                      <a:pt x="20023" y="114"/>
                    </a:lnTo>
                    <a:lnTo>
                      <a:pt x="19456" y="190"/>
                    </a:lnTo>
                    <a:lnTo>
                      <a:pt x="18908" y="265"/>
                    </a:lnTo>
                    <a:lnTo>
                      <a:pt x="18359" y="341"/>
                    </a:lnTo>
                    <a:lnTo>
                      <a:pt x="17811" y="455"/>
                    </a:lnTo>
                    <a:lnTo>
                      <a:pt x="17263" y="568"/>
                    </a:lnTo>
                    <a:lnTo>
                      <a:pt x="16733" y="700"/>
                    </a:lnTo>
                    <a:lnTo>
                      <a:pt x="16204" y="852"/>
                    </a:lnTo>
                    <a:lnTo>
                      <a:pt x="15674" y="1003"/>
                    </a:lnTo>
                    <a:lnTo>
                      <a:pt x="15145" y="1173"/>
                    </a:lnTo>
                    <a:lnTo>
                      <a:pt x="14634" y="1362"/>
                    </a:lnTo>
                    <a:lnTo>
                      <a:pt x="14124" y="1551"/>
                    </a:lnTo>
                    <a:lnTo>
                      <a:pt x="13613" y="1759"/>
                    </a:lnTo>
                    <a:lnTo>
                      <a:pt x="13122" y="1967"/>
                    </a:lnTo>
                    <a:lnTo>
                      <a:pt x="12630" y="2194"/>
                    </a:lnTo>
                    <a:lnTo>
                      <a:pt x="12139" y="2440"/>
                    </a:lnTo>
                    <a:lnTo>
                      <a:pt x="11666" y="2686"/>
                    </a:lnTo>
                    <a:lnTo>
                      <a:pt x="11193" y="2950"/>
                    </a:lnTo>
                    <a:lnTo>
                      <a:pt x="10740" y="3234"/>
                    </a:lnTo>
                    <a:lnTo>
                      <a:pt x="10286" y="3517"/>
                    </a:lnTo>
                    <a:lnTo>
                      <a:pt x="9832" y="3820"/>
                    </a:lnTo>
                    <a:lnTo>
                      <a:pt x="9397" y="4123"/>
                    </a:lnTo>
                    <a:lnTo>
                      <a:pt x="8962" y="4425"/>
                    </a:lnTo>
                    <a:lnTo>
                      <a:pt x="8527" y="4765"/>
                    </a:lnTo>
                    <a:lnTo>
                      <a:pt x="8111" y="5087"/>
                    </a:lnTo>
                    <a:lnTo>
                      <a:pt x="7696" y="5446"/>
                    </a:lnTo>
                    <a:lnTo>
                      <a:pt x="7298" y="5805"/>
                    </a:lnTo>
                    <a:lnTo>
                      <a:pt x="6920" y="6165"/>
                    </a:lnTo>
                    <a:lnTo>
                      <a:pt x="6523" y="6543"/>
                    </a:lnTo>
                    <a:lnTo>
                      <a:pt x="6164" y="6921"/>
                    </a:lnTo>
                    <a:lnTo>
                      <a:pt x="5786" y="7318"/>
                    </a:lnTo>
                    <a:lnTo>
                      <a:pt x="5427" y="7715"/>
                    </a:lnTo>
                    <a:lnTo>
                      <a:pt x="5086" y="8112"/>
                    </a:lnTo>
                    <a:lnTo>
                      <a:pt x="4746" y="8528"/>
                    </a:lnTo>
                    <a:lnTo>
                      <a:pt x="4425" y="8963"/>
                    </a:lnTo>
                    <a:lnTo>
                      <a:pt x="4103" y="9398"/>
                    </a:lnTo>
                    <a:lnTo>
                      <a:pt x="3801" y="9833"/>
                    </a:lnTo>
                    <a:lnTo>
                      <a:pt x="3517" y="10286"/>
                    </a:lnTo>
                    <a:lnTo>
                      <a:pt x="3233" y="10740"/>
                    </a:lnTo>
                    <a:lnTo>
                      <a:pt x="2950" y="11213"/>
                    </a:lnTo>
                    <a:lnTo>
                      <a:pt x="2685" y="11685"/>
                    </a:lnTo>
                    <a:lnTo>
                      <a:pt x="2439" y="12158"/>
                    </a:lnTo>
                    <a:lnTo>
                      <a:pt x="2193" y="12631"/>
                    </a:lnTo>
                    <a:lnTo>
                      <a:pt x="1967" y="13122"/>
                    </a:lnTo>
                    <a:lnTo>
                      <a:pt x="1740" y="13633"/>
                    </a:lnTo>
                    <a:lnTo>
                      <a:pt x="1551" y="14125"/>
                    </a:lnTo>
                    <a:lnTo>
                      <a:pt x="1343" y="14635"/>
                    </a:lnTo>
                    <a:lnTo>
                      <a:pt x="1172" y="15164"/>
                    </a:lnTo>
                    <a:lnTo>
                      <a:pt x="1002" y="15675"/>
                    </a:lnTo>
                    <a:lnTo>
                      <a:pt x="832" y="16204"/>
                    </a:lnTo>
                    <a:lnTo>
                      <a:pt x="700" y="16734"/>
                    </a:lnTo>
                    <a:lnTo>
                      <a:pt x="567" y="17263"/>
                    </a:lnTo>
                    <a:lnTo>
                      <a:pt x="454" y="17811"/>
                    </a:lnTo>
                    <a:lnTo>
                      <a:pt x="341" y="18360"/>
                    </a:lnTo>
                    <a:lnTo>
                      <a:pt x="246" y="18908"/>
                    </a:lnTo>
                    <a:lnTo>
                      <a:pt x="170" y="19475"/>
                    </a:lnTo>
                    <a:lnTo>
                      <a:pt x="114" y="20024"/>
                    </a:lnTo>
                    <a:lnTo>
                      <a:pt x="57" y="20591"/>
                    </a:lnTo>
                    <a:lnTo>
                      <a:pt x="19" y="21158"/>
                    </a:lnTo>
                    <a:lnTo>
                      <a:pt x="0" y="21725"/>
                    </a:lnTo>
                    <a:lnTo>
                      <a:pt x="0" y="22311"/>
                    </a:lnTo>
                    <a:lnTo>
                      <a:pt x="0" y="22879"/>
                    </a:lnTo>
                    <a:lnTo>
                      <a:pt x="19" y="23465"/>
                    </a:lnTo>
                    <a:lnTo>
                      <a:pt x="57" y="24032"/>
                    </a:lnTo>
                    <a:lnTo>
                      <a:pt x="114" y="24599"/>
                    </a:lnTo>
                    <a:lnTo>
                      <a:pt x="170" y="25147"/>
                    </a:lnTo>
                    <a:lnTo>
                      <a:pt x="246" y="25715"/>
                    </a:lnTo>
                    <a:lnTo>
                      <a:pt x="341" y="26263"/>
                    </a:lnTo>
                    <a:lnTo>
                      <a:pt x="454" y="26811"/>
                    </a:lnTo>
                    <a:lnTo>
                      <a:pt x="567" y="27341"/>
                    </a:lnTo>
                    <a:lnTo>
                      <a:pt x="700" y="27889"/>
                    </a:lnTo>
                    <a:lnTo>
                      <a:pt x="832" y="28418"/>
                    </a:lnTo>
                    <a:lnTo>
                      <a:pt x="1002" y="28948"/>
                    </a:lnTo>
                    <a:lnTo>
                      <a:pt x="1172" y="29458"/>
                    </a:lnTo>
                    <a:lnTo>
                      <a:pt x="1343" y="29988"/>
                    </a:lnTo>
                    <a:lnTo>
                      <a:pt x="1551" y="30498"/>
                    </a:lnTo>
                    <a:lnTo>
                      <a:pt x="1740" y="30990"/>
                    </a:lnTo>
                    <a:lnTo>
                      <a:pt x="1967" y="31481"/>
                    </a:lnTo>
                    <a:lnTo>
                      <a:pt x="2193" y="31973"/>
                    </a:lnTo>
                    <a:lnTo>
                      <a:pt x="2439" y="32465"/>
                    </a:lnTo>
                    <a:lnTo>
                      <a:pt x="2685" y="32937"/>
                    </a:lnTo>
                    <a:lnTo>
                      <a:pt x="2950" y="33410"/>
                    </a:lnTo>
                    <a:lnTo>
                      <a:pt x="3233" y="33883"/>
                    </a:lnTo>
                    <a:lnTo>
                      <a:pt x="3517" y="34336"/>
                    </a:lnTo>
                    <a:lnTo>
                      <a:pt x="3801" y="34790"/>
                    </a:lnTo>
                    <a:lnTo>
                      <a:pt x="4103" y="35225"/>
                    </a:lnTo>
                    <a:lnTo>
                      <a:pt x="4425" y="35660"/>
                    </a:lnTo>
                    <a:lnTo>
                      <a:pt x="4746" y="36076"/>
                    </a:lnTo>
                    <a:lnTo>
                      <a:pt x="5086" y="36492"/>
                    </a:lnTo>
                    <a:lnTo>
                      <a:pt x="5427" y="36908"/>
                    </a:lnTo>
                    <a:lnTo>
                      <a:pt x="5786" y="37305"/>
                    </a:lnTo>
                    <a:lnTo>
                      <a:pt x="6164" y="37702"/>
                    </a:lnTo>
                    <a:lnTo>
                      <a:pt x="6523" y="38080"/>
                    </a:lnTo>
                    <a:lnTo>
                      <a:pt x="6920" y="38458"/>
                    </a:lnTo>
                    <a:lnTo>
                      <a:pt x="7298" y="38817"/>
                    </a:lnTo>
                    <a:lnTo>
                      <a:pt x="7696" y="39177"/>
                    </a:lnTo>
                    <a:lnTo>
                      <a:pt x="8111" y="39517"/>
                    </a:lnTo>
                    <a:lnTo>
                      <a:pt x="8527" y="39857"/>
                    </a:lnTo>
                    <a:lnTo>
                      <a:pt x="8962" y="40179"/>
                    </a:lnTo>
                    <a:lnTo>
                      <a:pt x="9397" y="40500"/>
                    </a:lnTo>
                    <a:lnTo>
                      <a:pt x="9832" y="40803"/>
                    </a:lnTo>
                    <a:lnTo>
                      <a:pt x="10286" y="41105"/>
                    </a:lnTo>
                    <a:lnTo>
                      <a:pt x="10740" y="41389"/>
                    </a:lnTo>
                    <a:lnTo>
                      <a:pt x="11193" y="41654"/>
                    </a:lnTo>
                    <a:lnTo>
                      <a:pt x="11666" y="41918"/>
                    </a:lnTo>
                    <a:lnTo>
                      <a:pt x="12139" y="42183"/>
                    </a:lnTo>
                    <a:lnTo>
                      <a:pt x="12630" y="42410"/>
                    </a:lnTo>
                    <a:lnTo>
                      <a:pt x="13122" y="42656"/>
                    </a:lnTo>
                    <a:lnTo>
                      <a:pt x="13613" y="42864"/>
                    </a:lnTo>
                    <a:lnTo>
                      <a:pt x="14124" y="43072"/>
                    </a:lnTo>
                    <a:lnTo>
                      <a:pt x="14634" y="43261"/>
                    </a:lnTo>
                    <a:lnTo>
                      <a:pt x="15145" y="43450"/>
                    </a:lnTo>
                    <a:lnTo>
                      <a:pt x="15674" y="43620"/>
                    </a:lnTo>
                    <a:lnTo>
                      <a:pt x="16204" y="43771"/>
                    </a:lnTo>
                    <a:lnTo>
                      <a:pt x="16733" y="43922"/>
                    </a:lnTo>
                    <a:lnTo>
                      <a:pt x="17263" y="44055"/>
                    </a:lnTo>
                    <a:lnTo>
                      <a:pt x="17811" y="44168"/>
                    </a:lnTo>
                    <a:lnTo>
                      <a:pt x="18359" y="44263"/>
                    </a:lnTo>
                    <a:lnTo>
                      <a:pt x="18908" y="44357"/>
                    </a:lnTo>
                    <a:lnTo>
                      <a:pt x="19456" y="44433"/>
                    </a:lnTo>
                    <a:lnTo>
                      <a:pt x="20023" y="44509"/>
                    </a:lnTo>
                    <a:lnTo>
                      <a:pt x="20590" y="44546"/>
                    </a:lnTo>
                    <a:lnTo>
                      <a:pt x="21158" y="44584"/>
                    </a:lnTo>
                    <a:lnTo>
                      <a:pt x="21725" y="44603"/>
                    </a:lnTo>
                    <a:lnTo>
                      <a:pt x="22311" y="44622"/>
                    </a:lnTo>
                    <a:lnTo>
                      <a:pt x="22878" y="44603"/>
                    </a:lnTo>
                    <a:lnTo>
                      <a:pt x="23445" y="44584"/>
                    </a:lnTo>
                    <a:lnTo>
                      <a:pt x="24013" y="44546"/>
                    </a:lnTo>
                    <a:lnTo>
                      <a:pt x="24580" y="44509"/>
                    </a:lnTo>
                    <a:lnTo>
                      <a:pt x="25147" y="44433"/>
                    </a:lnTo>
                    <a:lnTo>
                      <a:pt x="25695" y="44357"/>
                    </a:lnTo>
                    <a:lnTo>
                      <a:pt x="26244" y="44263"/>
                    </a:lnTo>
                    <a:lnTo>
                      <a:pt x="26792" y="44168"/>
                    </a:lnTo>
                    <a:lnTo>
                      <a:pt x="27340" y="44055"/>
                    </a:lnTo>
                    <a:lnTo>
                      <a:pt x="27870" y="43922"/>
                    </a:lnTo>
                    <a:lnTo>
                      <a:pt x="28418" y="43771"/>
                    </a:lnTo>
                    <a:lnTo>
                      <a:pt x="28928" y="43620"/>
                    </a:lnTo>
                    <a:lnTo>
                      <a:pt x="29458" y="43450"/>
                    </a:lnTo>
                    <a:lnTo>
                      <a:pt x="29968" y="43261"/>
                    </a:lnTo>
                    <a:lnTo>
                      <a:pt x="30479" y="43072"/>
                    </a:lnTo>
                    <a:lnTo>
                      <a:pt x="30989" y="42864"/>
                    </a:lnTo>
                    <a:lnTo>
                      <a:pt x="31481" y="42656"/>
                    </a:lnTo>
                    <a:lnTo>
                      <a:pt x="31972" y="42410"/>
                    </a:lnTo>
                    <a:lnTo>
                      <a:pt x="32464" y="42183"/>
                    </a:lnTo>
                    <a:lnTo>
                      <a:pt x="32937" y="41918"/>
                    </a:lnTo>
                    <a:lnTo>
                      <a:pt x="33409" y="41654"/>
                    </a:lnTo>
                    <a:lnTo>
                      <a:pt x="33863" y="41389"/>
                    </a:lnTo>
                    <a:lnTo>
                      <a:pt x="34336" y="41105"/>
                    </a:lnTo>
                    <a:lnTo>
                      <a:pt x="34771" y="40803"/>
                    </a:lnTo>
                    <a:lnTo>
                      <a:pt x="35225" y="40500"/>
                    </a:lnTo>
                    <a:lnTo>
                      <a:pt x="35659" y="40179"/>
                    </a:lnTo>
                    <a:lnTo>
                      <a:pt x="36075" y="39857"/>
                    </a:lnTo>
                    <a:lnTo>
                      <a:pt x="36491" y="39517"/>
                    </a:lnTo>
                    <a:lnTo>
                      <a:pt x="36907" y="39177"/>
                    </a:lnTo>
                    <a:lnTo>
                      <a:pt x="37304" y="38817"/>
                    </a:lnTo>
                    <a:lnTo>
                      <a:pt x="37701" y="38458"/>
                    </a:lnTo>
                    <a:lnTo>
                      <a:pt x="38080" y="38080"/>
                    </a:lnTo>
                    <a:lnTo>
                      <a:pt x="38458" y="37702"/>
                    </a:lnTo>
                    <a:lnTo>
                      <a:pt x="38817" y="37305"/>
                    </a:lnTo>
                    <a:lnTo>
                      <a:pt x="39176" y="36908"/>
                    </a:lnTo>
                    <a:lnTo>
                      <a:pt x="39517" y="36492"/>
                    </a:lnTo>
                    <a:lnTo>
                      <a:pt x="39857" y="36076"/>
                    </a:lnTo>
                    <a:lnTo>
                      <a:pt x="40178" y="35660"/>
                    </a:lnTo>
                    <a:lnTo>
                      <a:pt x="40500" y="35225"/>
                    </a:lnTo>
                    <a:lnTo>
                      <a:pt x="40802" y="34790"/>
                    </a:lnTo>
                    <a:lnTo>
                      <a:pt x="41105" y="34336"/>
                    </a:lnTo>
                    <a:lnTo>
                      <a:pt x="41388" y="33883"/>
                    </a:lnTo>
                    <a:lnTo>
                      <a:pt x="41653" y="33410"/>
                    </a:lnTo>
                    <a:lnTo>
                      <a:pt x="41918" y="32937"/>
                    </a:lnTo>
                    <a:lnTo>
                      <a:pt x="42164" y="32465"/>
                    </a:lnTo>
                    <a:lnTo>
                      <a:pt x="42409" y="31973"/>
                    </a:lnTo>
                    <a:lnTo>
                      <a:pt x="42636" y="31481"/>
                    </a:lnTo>
                    <a:lnTo>
                      <a:pt x="42863" y="30990"/>
                    </a:lnTo>
                    <a:lnTo>
                      <a:pt x="43071" y="30498"/>
                    </a:lnTo>
                    <a:lnTo>
                      <a:pt x="43260" y="29988"/>
                    </a:lnTo>
                    <a:lnTo>
                      <a:pt x="43430" y="29458"/>
                    </a:lnTo>
                    <a:lnTo>
                      <a:pt x="43600" y="28948"/>
                    </a:lnTo>
                    <a:lnTo>
                      <a:pt x="43771" y="28418"/>
                    </a:lnTo>
                    <a:lnTo>
                      <a:pt x="43903" y="27889"/>
                    </a:lnTo>
                    <a:lnTo>
                      <a:pt x="44035" y="27341"/>
                    </a:lnTo>
                    <a:lnTo>
                      <a:pt x="44149" y="26811"/>
                    </a:lnTo>
                    <a:lnTo>
                      <a:pt x="44262" y="26263"/>
                    </a:lnTo>
                    <a:lnTo>
                      <a:pt x="44357" y="25715"/>
                    </a:lnTo>
                    <a:lnTo>
                      <a:pt x="44432" y="25147"/>
                    </a:lnTo>
                    <a:lnTo>
                      <a:pt x="44489" y="24599"/>
                    </a:lnTo>
                    <a:lnTo>
                      <a:pt x="44546" y="24032"/>
                    </a:lnTo>
                    <a:lnTo>
                      <a:pt x="44584" y="23465"/>
                    </a:lnTo>
                    <a:lnTo>
                      <a:pt x="44603" y="22879"/>
                    </a:lnTo>
                    <a:lnTo>
                      <a:pt x="44603" y="22311"/>
                    </a:lnTo>
                    <a:lnTo>
                      <a:pt x="44603" y="21725"/>
                    </a:lnTo>
                    <a:lnTo>
                      <a:pt x="44584" y="21158"/>
                    </a:lnTo>
                    <a:lnTo>
                      <a:pt x="44546" y="20591"/>
                    </a:lnTo>
                    <a:lnTo>
                      <a:pt x="44489" y="20024"/>
                    </a:lnTo>
                    <a:lnTo>
                      <a:pt x="44432" y="19475"/>
                    </a:lnTo>
                    <a:lnTo>
                      <a:pt x="44357" y="18908"/>
                    </a:lnTo>
                    <a:lnTo>
                      <a:pt x="44262" y="18360"/>
                    </a:lnTo>
                    <a:lnTo>
                      <a:pt x="44149" y="17811"/>
                    </a:lnTo>
                    <a:lnTo>
                      <a:pt x="44035" y="17263"/>
                    </a:lnTo>
                    <a:lnTo>
                      <a:pt x="43903" y="16734"/>
                    </a:lnTo>
                    <a:lnTo>
                      <a:pt x="43771" y="16204"/>
                    </a:lnTo>
                    <a:lnTo>
                      <a:pt x="43600" y="15675"/>
                    </a:lnTo>
                    <a:lnTo>
                      <a:pt x="43430" y="15164"/>
                    </a:lnTo>
                    <a:lnTo>
                      <a:pt x="43260" y="14635"/>
                    </a:lnTo>
                    <a:lnTo>
                      <a:pt x="43071" y="14125"/>
                    </a:lnTo>
                    <a:lnTo>
                      <a:pt x="42863" y="13633"/>
                    </a:lnTo>
                    <a:lnTo>
                      <a:pt x="42636" y="13122"/>
                    </a:lnTo>
                    <a:lnTo>
                      <a:pt x="42409" y="12631"/>
                    </a:lnTo>
                    <a:lnTo>
                      <a:pt x="42164" y="12158"/>
                    </a:lnTo>
                    <a:lnTo>
                      <a:pt x="41918" y="11685"/>
                    </a:lnTo>
                    <a:lnTo>
                      <a:pt x="41653" y="11213"/>
                    </a:lnTo>
                    <a:lnTo>
                      <a:pt x="41388" y="10740"/>
                    </a:lnTo>
                    <a:lnTo>
                      <a:pt x="41105" y="10286"/>
                    </a:lnTo>
                    <a:lnTo>
                      <a:pt x="40802" y="9833"/>
                    </a:lnTo>
                    <a:lnTo>
                      <a:pt x="40500" y="9398"/>
                    </a:lnTo>
                    <a:lnTo>
                      <a:pt x="40178" y="8963"/>
                    </a:lnTo>
                    <a:lnTo>
                      <a:pt x="39857" y="8528"/>
                    </a:lnTo>
                    <a:lnTo>
                      <a:pt x="39517" y="8112"/>
                    </a:lnTo>
                    <a:lnTo>
                      <a:pt x="39176" y="7715"/>
                    </a:lnTo>
                    <a:lnTo>
                      <a:pt x="38817" y="7318"/>
                    </a:lnTo>
                    <a:lnTo>
                      <a:pt x="38458" y="6921"/>
                    </a:lnTo>
                    <a:lnTo>
                      <a:pt x="38080" y="6543"/>
                    </a:lnTo>
                    <a:lnTo>
                      <a:pt x="37701" y="6165"/>
                    </a:lnTo>
                    <a:lnTo>
                      <a:pt x="37304" y="5805"/>
                    </a:lnTo>
                    <a:lnTo>
                      <a:pt x="36907" y="5446"/>
                    </a:lnTo>
                    <a:lnTo>
                      <a:pt x="36491" y="5087"/>
                    </a:lnTo>
                    <a:lnTo>
                      <a:pt x="36075" y="4765"/>
                    </a:lnTo>
                    <a:lnTo>
                      <a:pt x="35659" y="4425"/>
                    </a:lnTo>
                    <a:lnTo>
                      <a:pt x="35225" y="4123"/>
                    </a:lnTo>
                    <a:lnTo>
                      <a:pt x="34771" y="3820"/>
                    </a:lnTo>
                    <a:lnTo>
                      <a:pt x="34336" y="3517"/>
                    </a:lnTo>
                    <a:lnTo>
                      <a:pt x="33863" y="3234"/>
                    </a:lnTo>
                    <a:lnTo>
                      <a:pt x="33409" y="2950"/>
                    </a:lnTo>
                    <a:lnTo>
                      <a:pt x="32937" y="2686"/>
                    </a:lnTo>
                    <a:lnTo>
                      <a:pt x="32464" y="2440"/>
                    </a:lnTo>
                    <a:lnTo>
                      <a:pt x="31972" y="2194"/>
                    </a:lnTo>
                    <a:lnTo>
                      <a:pt x="31481" y="1967"/>
                    </a:lnTo>
                    <a:lnTo>
                      <a:pt x="30989" y="1759"/>
                    </a:lnTo>
                    <a:lnTo>
                      <a:pt x="30479" y="1551"/>
                    </a:lnTo>
                    <a:lnTo>
                      <a:pt x="29968" y="1362"/>
                    </a:lnTo>
                    <a:lnTo>
                      <a:pt x="29458" y="1173"/>
                    </a:lnTo>
                    <a:lnTo>
                      <a:pt x="28928" y="1003"/>
                    </a:lnTo>
                    <a:lnTo>
                      <a:pt x="28418" y="852"/>
                    </a:lnTo>
                    <a:lnTo>
                      <a:pt x="27870" y="700"/>
                    </a:lnTo>
                    <a:lnTo>
                      <a:pt x="27340" y="568"/>
                    </a:lnTo>
                    <a:lnTo>
                      <a:pt x="26792" y="455"/>
                    </a:lnTo>
                    <a:lnTo>
                      <a:pt x="26244" y="341"/>
                    </a:lnTo>
                    <a:lnTo>
                      <a:pt x="25695" y="265"/>
                    </a:lnTo>
                    <a:lnTo>
                      <a:pt x="25147" y="190"/>
                    </a:lnTo>
                    <a:lnTo>
                      <a:pt x="24580" y="114"/>
                    </a:lnTo>
                    <a:lnTo>
                      <a:pt x="24013" y="57"/>
                    </a:lnTo>
                    <a:lnTo>
                      <a:pt x="23445" y="39"/>
                    </a:lnTo>
                    <a:lnTo>
                      <a:pt x="22878" y="1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Google Shape;2260;p40"/>
              <p:cNvSpPr/>
              <p:nvPr/>
            </p:nvSpPr>
            <p:spPr>
              <a:xfrm>
                <a:off x="1764450" y="-1858000"/>
                <a:ext cx="854150" cy="854625"/>
              </a:xfrm>
              <a:custGeom>
                <a:avLst/>
                <a:gdLst/>
                <a:ahLst/>
                <a:cxnLst/>
                <a:rect l="l" t="t" r="r" b="b"/>
                <a:pathLst>
                  <a:path w="34166" h="34185" extrusionOk="0">
                    <a:moveTo>
                      <a:pt x="17093" y="0"/>
                    </a:moveTo>
                    <a:lnTo>
                      <a:pt x="16204" y="19"/>
                    </a:lnTo>
                    <a:lnTo>
                      <a:pt x="15334" y="95"/>
                    </a:lnTo>
                    <a:lnTo>
                      <a:pt x="14483" y="208"/>
                    </a:lnTo>
                    <a:lnTo>
                      <a:pt x="13651" y="360"/>
                    </a:lnTo>
                    <a:lnTo>
                      <a:pt x="12820" y="549"/>
                    </a:lnTo>
                    <a:lnTo>
                      <a:pt x="12006" y="776"/>
                    </a:lnTo>
                    <a:lnTo>
                      <a:pt x="11212" y="1040"/>
                    </a:lnTo>
                    <a:lnTo>
                      <a:pt x="10437" y="1343"/>
                    </a:lnTo>
                    <a:lnTo>
                      <a:pt x="9681" y="1683"/>
                    </a:lnTo>
                    <a:lnTo>
                      <a:pt x="8944" y="2061"/>
                    </a:lnTo>
                    <a:lnTo>
                      <a:pt x="8225" y="2477"/>
                    </a:lnTo>
                    <a:lnTo>
                      <a:pt x="7525" y="2931"/>
                    </a:lnTo>
                    <a:lnTo>
                      <a:pt x="6864" y="3404"/>
                    </a:lnTo>
                    <a:lnTo>
                      <a:pt x="6221" y="3914"/>
                    </a:lnTo>
                    <a:lnTo>
                      <a:pt x="5597" y="4444"/>
                    </a:lnTo>
                    <a:lnTo>
                      <a:pt x="5011" y="5011"/>
                    </a:lnTo>
                    <a:lnTo>
                      <a:pt x="4444" y="5597"/>
                    </a:lnTo>
                    <a:lnTo>
                      <a:pt x="3895" y="6221"/>
                    </a:lnTo>
                    <a:lnTo>
                      <a:pt x="3404" y="6864"/>
                    </a:lnTo>
                    <a:lnTo>
                      <a:pt x="2912" y="7544"/>
                    </a:lnTo>
                    <a:lnTo>
                      <a:pt x="2477" y="8225"/>
                    </a:lnTo>
                    <a:lnTo>
                      <a:pt x="2061" y="8944"/>
                    </a:lnTo>
                    <a:lnTo>
                      <a:pt x="1683" y="9681"/>
                    </a:lnTo>
                    <a:lnTo>
                      <a:pt x="1343" y="10437"/>
                    </a:lnTo>
                    <a:lnTo>
                      <a:pt x="1040" y="11213"/>
                    </a:lnTo>
                    <a:lnTo>
                      <a:pt x="776" y="12007"/>
                    </a:lnTo>
                    <a:lnTo>
                      <a:pt x="530" y="12820"/>
                    </a:lnTo>
                    <a:lnTo>
                      <a:pt x="341" y="13652"/>
                    </a:lnTo>
                    <a:lnTo>
                      <a:pt x="189" y="14483"/>
                    </a:lnTo>
                    <a:lnTo>
                      <a:pt x="95" y="15334"/>
                    </a:lnTo>
                    <a:lnTo>
                      <a:pt x="19" y="16204"/>
                    </a:lnTo>
                    <a:lnTo>
                      <a:pt x="0" y="17093"/>
                    </a:lnTo>
                    <a:lnTo>
                      <a:pt x="19" y="17962"/>
                    </a:lnTo>
                    <a:lnTo>
                      <a:pt x="95" y="18832"/>
                    </a:lnTo>
                    <a:lnTo>
                      <a:pt x="189" y="19683"/>
                    </a:lnTo>
                    <a:lnTo>
                      <a:pt x="341" y="20534"/>
                    </a:lnTo>
                    <a:lnTo>
                      <a:pt x="530" y="21366"/>
                    </a:lnTo>
                    <a:lnTo>
                      <a:pt x="776" y="22179"/>
                    </a:lnTo>
                    <a:lnTo>
                      <a:pt x="1040" y="22973"/>
                    </a:lnTo>
                    <a:lnTo>
                      <a:pt x="1343" y="23748"/>
                    </a:lnTo>
                    <a:lnTo>
                      <a:pt x="1683" y="24504"/>
                    </a:lnTo>
                    <a:lnTo>
                      <a:pt x="2061" y="25242"/>
                    </a:lnTo>
                    <a:lnTo>
                      <a:pt x="2477" y="25941"/>
                    </a:lnTo>
                    <a:lnTo>
                      <a:pt x="2912" y="26641"/>
                    </a:lnTo>
                    <a:lnTo>
                      <a:pt x="3404" y="27322"/>
                    </a:lnTo>
                    <a:lnTo>
                      <a:pt x="3895" y="27964"/>
                    </a:lnTo>
                    <a:lnTo>
                      <a:pt x="4444" y="28569"/>
                    </a:lnTo>
                    <a:lnTo>
                      <a:pt x="5011" y="29174"/>
                    </a:lnTo>
                    <a:lnTo>
                      <a:pt x="5597" y="29742"/>
                    </a:lnTo>
                    <a:lnTo>
                      <a:pt x="6221" y="30271"/>
                    </a:lnTo>
                    <a:lnTo>
                      <a:pt x="6864" y="30782"/>
                    </a:lnTo>
                    <a:lnTo>
                      <a:pt x="7525" y="31254"/>
                    </a:lnTo>
                    <a:lnTo>
                      <a:pt x="8225" y="31708"/>
                    </a:lnTo>
                    <a:lnTo>
                      <a:pt x="8944" y="32105"/>
                    </a:lnTo>
                    <a:lnTo>
                      <a:pt x="9681" y="32483"/>
                    </a:lnTo>
                    <a:lnTo>
                      <a:pt x="10437" y="32824"/>
                    </a:lnTo>
                    <a:lnTo>
                      <a:pt x="11212" y="33145"/>
                    </a:lnTo>
                    <a:lnTo>
                      <a:pt x="12006" y="33410"/>
                    </a:lnTo>
                    <a:lnTo>
                      <a:pt x="12820" y="33637"/>
                    </a:lnTo>
                    <a:lnTo>
                      <a:pt x="13651" y="33826"/>
                    </a:lnTo>
                    <a:lnTo>
                      <a:pt x="14483" y="33977"/>
                    </a:lnTo>
                    <a:lnTo>
                      <a:pt x="15334" y="34090"/>
                    </a:lnTo>
                    <a:lnTo>
                      <a:pt x="16204" y="34147"/>
                    </a:lnTo>
                    <a:lnTo>
                      <a:pt x="17093" y="34185"/>
                    </a:lnTo>
                    <a:lnTo>
                      <a:pt x="17962" y="34147"/>
                    </a:lnTo>
                    <a:lnTo>
                      <a:pt x="18832" y="34090"/>
                    </a:lnTo>
                    <a:lnTo>
                      <a:pt x="19683" y="33977"/>
                    </a:lnTo>
                    <a:lnTo>
                      <a:pt x="20534" y="33826"/>
                    </a:lnTo>
                    <a:lnTo>
                      <a:pt x="21347" y="33637"/>
                    </a:lnTo>
                    <a:lnTo>
                      <a:pt x="22160" y="33410"/>
                    </a:lnTo>
                    <a:lnTo>
                      <a:pt x="22954" y="33145"/>
                    </a:lnTo>
                    <a:lnTo>
                      <a:pt x="23729" y="32824"/>
                    </a:lnTo>
                    <a:lnTo>
                      <a:pt x="24485" y="32483"/>
                    </a:lnTo>
                    <a:lnTo>
                      <a:pt x="25223" y="32105"/>
                    </a:lnTo>
                    <a:lnTo>
                      <a:pt x="25941" y="31708"/>
                    </a:lnTo>
                    <a:lnTo>
                      <a:pt x="26641" y="31254"/>
                    </a:lnTo>
                    <a:lnTo>
                      <a:pt x="27303" y="30782"/>
                    </a:lnTo>
                    <a:lnTo>
                      <a:pt x="27945" y="30271"/>
                    </a:lnTo>
                    <a:lnTo>
                      <a:pt x="28569" y="29742"/>
                    </a:lnTo>
                    <a:lnTo>
                      <a:pt x="29174" y="29174"/>
                    </a:lnTo>
                    <a:lnTo>
                      <a:pt x="29723" y="28569"/>
                    </a:lnTo>
                    <a:lnTo>
                      <a:pt x="30271" y="27964"/>
                    </a:lnTo>
                    <a:lnTo>
                      <a:pt x="30781" y="27322"/>
                    </a:lnTo>
                    <a:lnTo>
                      <a:pt x="31254" y="26641"/>
                    </a:lnTo>
                    <a:lnTo>
                      <a:pt x="31689" y="25941"/>
                    </a:lnTo>
                    <a:lnTo>
                      <a:pt x="32105" y="25242"/>
                    </a:lnTo>
                    <a:lnTo>
                      <a:pt x="32483" y="24504"/>
                    </a:lnTo>
                    <a:lnTo>
                      <a:pt x="32823" y="23748"/>
                    </a:lnTo>
                    <a:lnTo>
                      <a:pt x="33126" y="22973"/>
                    </a:lnTo>
                    <a:lnTo>
                      <a:pt x="33410" y="22179"/>
                    </a:lnTo>
                    <a:lnTo>
                      <a:pt x="33636" y="21366"/>
                    </a:lnTo>
                    <a:lnTo>
                      <a:pt x="33826" y="20534"/>
                    </a:lnTo>
                    <a:lnTo>
                      <a:pt x="33977" y="19683"/>
                    </a:lnTo>
                    <a:lnTo>
                      <a:pt x="34090" y="18832"/>
                    </a:lnTo>
                    <a:lnTo>
                      <a:pt x="34147" y="17962"/>
                    </a:lnTo>
                    <a:lnTo>
                      <a:pt x="34166" y="17093"/>
                    </a:lnTo>
                    <a:lnTo>
                      <a:pt x="34147" y="16204"/>
                    </a:lnTo>
                    <a:lnTo>
                      <a:pt x="34090" y="15334"/>
                    </a:lnTo>
                    <a:lnTo>
                      <a:pt x="33977" y="14483"/>
                    </a:lnTo>
                    <a:lnTo>
                      <a:pt x="33826" y="13652"/>
                    </a:lnTo>
                    <a:lnTo>
                      <a:pt x="33636" y="12820"/>
                    </a:lnTo>
                    <a:lnTo>
                      <a:pt x="33410" y="12007"/>
                    </a:lnTo>
                    <a:lnTo>
                      <a:pt x="33126" y="11213"/>
                    </a:lnTo>
                    <a:lnTo>
                      <a:pt x="32823" y="10437"/>
                    </a:lnTo>
                    <a:lnTo>
                      <a:pt x="32483" y="9681"/>
                    </a:lnTo>
                    <a:lnTo>
                      <a:pt x="32105" y="8944"/>
                    </a:lnTo>
                    <a:lnTo>
                      <a:pt x="31689" y="8225"/>
                    </a:lnTo>
                    <a:lnTo>
                      <a:pt x="31254" y="7544"/>
                    </a:lnTo>
                    <a:lnTo>
                      <a:pt x="30781" y="6864"/>
                    </a:lnTo>
                    <a:lnTo>
                      <a:pt x="30271" y="6221"/>
                    </a:lnTo>
                    <a:lnTo>
                      <a:pt x="29723" y="5597"/>
                    </a:lnTo>
                    <a:lnTo>
                      <a:pt x="29174" y="5011"/>
                    </a:lnTo>
                    <a:lnTo>
                      <a:pt x="28569" y="4444"/>
                    </a:lnTo>
                    <a:lnTo>
                      <a:pt x="27945" y="3914"/>
                    </a:lnTo>
                    <a:lnTo>
                      <a:pt x="27303" y="3404"/>
                    </a:lnTo>
                    <a:lnTo>
                      <a:pt x="26641" y="2931"/>
                    </a:lnTo>
                    <a:lnTo>
                      <a:pt x="25941" y="2477"/>
                    </a:lnTo>
                    <a:lnTo>
                      <a:pt x="25223" y="2061"/>
                    </a:lnTo>
                    <a:lnTo>
                      <a:pt x="24485" y="1683"/>
                    </a:lnTo>
                    <a:lnTo>
                      <a:pt x="23729" y="1343"/>
                    </a:lnTo>
                    <a:lnTo>
                      <a:pt x="22954" y="1040"/>
                    </a:lnTo>
                    <a:lnTo>
                      <a:pt x="22160" y="776"/>
                    </a:lnTo>
                    <a:lnTo>
                      <a:pt x="21347" y="549"/>
                    </a:lnTo>
                    <a:lnTo>
                      <a:pt x="20534" y="360"/>
                    </a:lnTo>
                    <a:lnTo>
                      <a:pt x="19683" y="208"/>
                    </a:lnTo>
                    <a:lnTo>
                      <a:pt x="18832" y="95"/>
                    </a:lnTo>
                    <a:lnTo>
                      <a:pt x="17962" y="19"/>
                    </a:lnTo>
                    <a:lnTo>
                      <a:pt x="170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Google Shape;2261;p40"/>
              <p:cNvSpPr/>
              <p:nvPr/>
            </p:nvSpPr>
            <p:spPr>
              <a:xfrm>
                <a:off x="1875050" y="-1734150"/>
                <a:ext cx="619725" cy="619700"/>
              </a:xfrm>
              <a:custGeom>
                <a:avLst/>
                <a:gdLst/>
                <a:ahLst/>
                <a:cxnLst/>
                <a:rect l="l" t="t" r="r" b="b"/>
                <a:pathLst>
                  <a:path w="24789" h="24788" extrusionOk="0">
                    <a:moveTo>
                      <a:pt x="12404" y="0"/>
                    </a:moveTo>
                    <a:lnTo>
                      <a:pt x="11761" y="19"/>
                    </a:lnTo>
                    <a:lnTo>
                      <a:pt x="11137" y="76"/>
                    </a:lnTo>
                    <a:lnTo>
                      <a:pt x="10513" y="151"/>
                    </a:lnTo>
                    <a:lnTo>
                      <a:pt x="9889" y="265"/>
                    </a:lnTo>
                    <a:lnTo>
                      <a:pt x="9303" y="397"/>
                    </a:lnTo>
                    <a:lnTo>
                      <a:pt x="8717" y="567"/>
                    </a:lnTo>
                    <a:lnTo>
                      <a:pt x="8131" y="756"/>
                    </a:lnTo>
                    <a:lnTo>
                      <a:pt x="7564" y="983"/>
                    </a:lnTo>
                    <a:lnTo>
                      <a:pt x="7015" y="1229"/>
                    </a:lnTo>
                    <a:lnTo>
                      <a:pt x="6486" y="1513"/>
                    </a:lnTo>
                    <a:lnTo>
                      <a:pt x="5975" y="1796"/>
                    </a:lnTo>
                    <a:lnTo>
                      <a:pt x="5465" y="2118"/>
                    </a:lnTo>
                    <a:lnTo>
                      <a:pt x="4973" y="2477"/>
                    </a:lnTo>
                    <a:lnTo>
                      <a:pt x="4520" y="2836"/>
                    </a:lnTo>
                    <a:lnTo>
                      <a:pt x="4066" y="3233"/>
                    </a:lnTo>
                    <a:lnTo>
                      <a:pt x="3631" y="3630"/>
                    </a:lnTo>
                    <a:lnTo>
                      <a:pt x="3215" y="4065"/>
                    </a:lnTo>
                    <a:lnTo>
                      <a:pt x="2837" y="4519"/>
                    </a:lnTo>
                    <a:lnTo>
                      <a:pt x="2459" y="4992"/>
                    </a:lnTo>
                    <a:lnTo>
                      <a:pt x="2118" y="5464"/>
                    </a:lnTo>
                    <a:lnTo>
                      <a:pt x="1797" y="5975"/>
                    </a:lnTo>
                    <a:lnTo>
                      <a:pt x="1494" y="6485"/>
                    </a:lnTo>
                    <a:lnTo>
                      <a:pt x="1230" y="7034"/>
                    </a:lnTo>
                    <a:lnTo>
                      <a:pt x="984" y="7582"/>
                    </a:lnTo>
                    <a:lnTo>
                      <a:pt x="757" y="8149"/>
                    </a:lnTo>
                    <a:lnTo>
                      <a:pt x="568" y="8716"/>
                    </a:lnTo>
                    <a:lnTo>
                      <a:pt x="398" y="9303"/>
                    </a:lnTo>
                    <a:lnTo>
                      <a:pt x="246" y="9908"/>
                    </a:lnTo>
                    <a:lnTo>
                      <a:pt x="152" y="10513"/>
                    </a:lnTo>
                    <a:lnTo>
                      <a:pt x="57" y="11137"/>
                    </a:lnTo>
                    <a:lnTo>
                      <a:pt x="20" y="11761"/>
                    </a:lnTo>
                    <a:lnTo>
                      <a:pt x="1" y="12403"/>
                    </a:lnTo>
                    <a:lnTo>
                      <a:pt x="20" y="13046"/>
                    </a:lnTo>
                    <a:lnTo>
                      <a:pt x="57" y="13670"/>
                    </a:lnTo>
                    <a:lnTo>
                      <a:pt x="152" y="14294"/>
                    </a:lnTo>
                    <a:lnTo>
                      <a:pt x="246" y="14899"/>
                    </a:lnTo>
                    <a:lnTo>
                      <a:pt x="398" y="15504"/>
                    </a:lnTo>
                    <a:lnTo>
                      <a:pt x="568" y="16090"/>
                    </a:lnTo>
                    <a:lnTo>
                      <a:pt x="757" y="16658"/>
                    </a:lnTo>
                    <a:lnTo>
                      <a:pt x="984" y="17225"/>
                    </a:lnTo>
                    <a:lnTo>
                      <a:pt x="1230" y="17773"/>
                    </a:lnTo>
                    <a:lnTo>
                      <a:pt x="1494" y="18302"/>
                    </a:lnTo>
                    <a:lnTo>
                      <a:pt x="1797" y="18832"/>
                    </a:lnTo>
                    <a:lnTo>
                      <a:pt x="2118" y="19323"/>
                    </a:lnTo>
                    <a:lnTo>
                      <a:pt x="2459" y="19815"/>
                    </a:lnTo>
                    <a:lnTo>
                      <a:pt x="2837" y="20288"/>
                    </a:lnTo>
                    <a:lnTo>
                      <a:pt x="3215" y="20742"/>
                    </a:lnTo>
                    <a:lnTo>
                      <a:pt x="3631" y="21157"/>
                    </a:lnTo>
                    <a:lnTo>
                      <a:pt x="4066" y="21573"/>
                    </a:lnTo>
                    <a:lnTo>
                      <a:pt x="4520" y="21971"/>
                    </a:lnTo>
                    <a:lnTo>
                      <a:pt x="4973" y="22330"/>
                    </a:lnTo>
                    <a:lnTo>
                      <a:pt x="5465" y="22670"/>
                    </a:lnTo>
                    <a:lnTo>
                      <a:pt x="5975" y="22991"/>
                    </a:lnTo>
                    <a:lnTo>
                      <a:pt x="6486" y="23294"/>
                    </a:lnTo>
                    <a:lnTo>
                      <a:pt x="7015" y="23578"/>
                    </a:lnTo>
                    <a:lnTo>
                      <a:pt x="7564" y="23823"/>
                    </a:lnTo>
                    <a:lnTo>
                      <a:pt x="8131" y="24050"/>
                    </a:lnTo>
                    <a:lnTo>
                      <a:pt x="8717" y="24239"/>
                    </a:lnTo>
                    <a:lnTo>
                      <a:pt x="9303" y="24410"/>
                    </a:lnTo>
                    <a:lnTo>
                      <a:pt x="9889" y="24542"/>
                    </a:lnTo>
                    <a:lnTo>
                      <a:pt x="10513" y="24655"/>
                    </a:lnTo>
                    <a:lnTo>
                      <a:pt x="11137" y="24731"/>
                    </a:lnTo>
                    <a:lnTo>
                      <a:pt x="11761" y="24788"/>
                    </a:lnTo>
                    <a:lnTo>
                      <a:pt x="13028" y="24788"/>
                    </a:lnTo>
                    <a:lnTo>
                      <a:pt x="13671" y="24731"/>
                    </a:lnTo>
                    <a:lnTo>
                      <a:pt x="14276" y="24655"/>
                    </a:lnTo>
                    <a:lnTo>
                      <a:pt x="14900" y="24542"/>
                    </a:lnTo>
                    <a:lnTo>
                      <a:pt x="15486" y="24410"/>
                    </a:lnTo>
                    <a:lnTo>
                      <a:pt x="16072" y="24239"/>
                    </a:lnTo>
                    <a:lnTo>
                      <a:pt x="16658" y="24050"/>
                    </a:lnTo>
                    <a:lnTo>
                      <a:pt x="17225" y="23823"/>
                    </a:lnTo>
                    <a:lnTo>
                      <a:pt x="17774" y="23578"/>
                    </a:lnTo>
                    <a:lnTo>
                      <a:pt x="18303" y="23294"/>
                    </a:lnTo>
                    <a:lnTo>
                      <a:pt x="18813" y="22991"/>
                    </a:lnTo>
                    <a:lnTo>
                      <a:pt x="19324" y="22670"/>
                    </a:lnTo>
                    <a:lnTo>
                      <a:pt x="19816" y="22330"/>
                    </a:lnTo>
                    <a:lnTo>
                      <a:pt x="20288" y="21971"/>
                    </a:lnTo>
                    <a:lnTo>
                      <a:pt x="20723" y="21573"/>
                    </a:lnTo>
                    <a:lnTo>
                      <a:pt x="21158" y="21157"/>
                    </a:lnTo>
                    <a:lnTo>
                      <a:pt x="21574" y="20742"/>
                    </a:lnTo>
                    <a:lnTo>
                      <a:pt x="21952" y="20288"/>
                    </a:lnTo>
                    <a:lnTo>
                      <a:pt x="22330" y="19815"/>
                    </a:lnTo>
                    <a:lnTo>
                      <a:pt x="22671" y="19323"/>
                    </a:lnTo>
                    <a:lnTo>
                      <a:pt x="22992" y="18832"/>
                    </a:lnTo>
                    <a:lnTo>
                      <a:pt x="23294" y="18302"/>
                    </a:lnTo>
                    <a:lnTo>
                      <a:pt x="23559" y="17773"/>
                    </a:lnTo>
                    <a:lnTo>
                      <a:pt x="23824" y="17225"/>
                    </a:lnTo>
                    <a:lnTo>
                      <a:pt x="24032" y="16658"/>
                    </a:lnTo>
                    <a:lnTo>
                      <a:pt x="24240" y="16090"/>
                    </a:lnTo>
                    <a:lnTo>
                      <a:pt x="24391" y="15504"/>
                    </a:lnTo>
                    <a:lnTo>
                      <a:pt x="24542" y="14899"/>
                    </a:lnTo>
                    <a:lnTo>
                      <a:pt x="24656" y="14294"/>
                    </a:lnTo>
                    <a:lnTo>
                      <a:pt x="24731" y="13670"/>
                    </a:lnTo>
                    <a:lnTo>
                      <a:pt x="24769" y="13046"/>
                    </a:lnTo>
                    <a:lnTo>
                      <a:pt x="24788" y="12403"/>
                    </a:lnTo>
                    <a:lnTo>
                      <a:pt x="24769" y="11761"/>
                    </a:lnTo>
                    <a:lnTo>
                      <a:pt x="24731" y="11137"/>
                    </a:lnTo>
                    <a:lnTo>
                      <a:pt x="24656" y="10513"/>
                    </a:lnTo>
                    <a:lnTo>
                      <a:pt x="24542" y="9908"/>
                    </a:lnTo>
                    <a:lnTo>
                      <a:pt x="24391" y="9303"/>
                    </a:lnTo>
                    <a:lnTo>
                      <a:pt x="24240" y="8716"/>
                    </a:lnTo>
                    <a:lnTo>
                      <a:pt x="24032" y="8149"/>
                    </a:lnTo>
                    <a:lnTo>
                      <a:pt x="23824" y="7582"/>
                    </a:lnTo>
                    <a:lnTo>
                      <a:pt x="23559" y="7034"/>
                    </a:lnTo>
                    <a:lnTo>
                      <a:pt x="23294" y="6485"/>
                    </a:lnTo>
                    <a:lnTo>
                      <a:pt x="22992" y="5975"/>
                    </a:lnTo>
                    <a:lnTo>
                      <a:pt x="22671" y="5464"/>
                    </a:lnTo>
                    <a:lnTo>
                      <a:pt x="22330" y="4992"/>
                    </a:lnTo>
                    <a:lnTo>
                      <a:pt x="21952" y="4519"/>
                    </a:lnTo>
                    <a:lnTo>
                      <a:pt x="21574" y="4065"/>
                    </a:lnTo>
                    <a:lnTo>
                      <a:pt x="21158" y="3630"/>
                    </a:lnTo>
                    <a:lnTo>
                      <a:pt x="20723" y="3233"/>
                    </a:lnTo>
                    <a:lnTo>
                      <a:pt x="20288" y="2836"/>
                    </a:lnTo>
                    <a:lnTo>
                      <a:pt x="19816" y="2477"/>
                    </a:lnTo>
                    <a:lnTo>
                      <a:pt x="19324" y="2118"/>
                    </a:lnTo>
                    <a:lnTo>
                      <a:pt x="18813" y="1796"/>
                    </a:lnTo>
                    <a:lnTo>
                      <a:pt x="18303" y="1513"/>
                    </a:lnTo>
                    <a:lnTo>
                      <a:pt x="17774" y="1229"/>
                    </a:lnTo>
                    <a:lnTo>
                      <a:pt x="17225" y="983"/>
                    </a:lnTo>
                    <a:lnTo>
                      <a:pt x="16658" y="756"/>
                    </a:lnTo>
                    <a:lnTo>
                      <a:pt x="16072" y="567"/>
                    </a:lnTo>
                    <a:lnTo>
                      <a:pt x="15486" y="397"/>
                    </a:lnTo>
                    <a:lnTo>
                      <a:pt x="14900" y="265"/>
                    </a:lnTo>
                    <a:lnTo>
                      <a:pt x="14276" y="151"/>
                    </a:lnTo>
                    <a:lnTo>
                      <a:pt x="13671" y="76"/>
                    </a:lnTo>
                    <a:lnTo>
                      <a:pt x="13028" y="19"/>
                    </a:lnTo>
                    <a:lnTo>
                      <a:pt x="1240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Google Shape;2262;p40"/>
              <p:cNvSpPr/>
              <p:nvPr/>
            </p:nvSpPr>
            <p:spPr>
              <a:xfrm>
                <a:off x="1974325" y="-1634425"/>
                <a:ext cx="421175" cy="420725"/>
              </a:xfrm>
              <a:custGeom>
                <a:avLst/>
                <a:gdLst/>
                <a:ahLst/>
                <a:cxnLst/>
                <a:rect l="l" t="t" r="r" b="b"/>
                <a:pathLst>
                  <a:path w="16847" h="16829" extrusionOk="0">
                    <a:moveTo>
                      <a:pt x="7998" y="1"/>
                    </a:moveTo>
                    <a:lnTo>
                      <a:pt x="7563" y="38"/>
                    </a:lnTo>
                    <a:lnTo>
                      <a:pt x="7147" y="95"/>
                    </a:lnTo>
                    <a:lnTo>
                      <a:pt x="6731" y="171"/>
                    </a:lnTo>
                    <a:lnTo>
                      <a:pt x="6315" y="265"/>
                    </a:lnTo>
                    <a:lnTo>
                      <a:pt x="5918" y="379"/>
                    </a:lnTo>
                    <a:lnTo>
                      <a:pt x="5521" y="511"/>
                    </a:lnTo>
                    <a:lnTo>
                      <a:pt x="5143" y="662"/>
                    </a:lnTo>
                    <a:lnTo>
                      <a:pt x="4765" y="814"/>
                    </a:lnTo>
                    <a:lnTo>
                      <a:pt x="4406" y="1003"/>
                    </a:lnTo>
                    <a:lnTo>
                      <a:pt x="4065" y="1211"/>
                    </a:lnTo>
                    <a:lnTo>
                      <a:pt x="3725" y="1438"/>
                    </a:lnTo>
                    <a:lnTo>
                      <a:pt x="3385" y="1664"/>
                    </a:lnTo>
                    <a:lnTo>
                      <a:pt x="3063" y="1910"/>
                    </a:lnTo>
                    <a:lnTo>
                      <a:pt x="2761" y="2175"/>
                    </a:lnTo>
                    <a:lnTo>
                      <a:pt x="2477" y="2459"/>
                    </a:lnTo>
                    <a:lnTo>
                      <a:pt x="2193" y="2742"/>
                    </a:lnTo>
                    <a:lnTo>
                      <a:pt x="1929" y="3064"/>
                    </a:lnTo>
                    <a:lnTo>
                      <a:pt x="1683" y="3366"/>
                    </a:lnTo>
                    <a:lnTo>
                      <a:pt x="1437" y="3706"/>
                    </a:lnTo>
                    <a:lnTo>
                      <a:pt x="1229" y="4047"/>
                    </a:lnTo>
                    <a:lnTo>
                      <a:pt x="1021" y="4406"/>
                    </a:lnTo>
                    <a:lnTo>
                      <a:pt x="832" y="4765"/>
                    </a:lnTo>
                    <a:lnTo>
                      <a:pt x="662" y="5143"/>
                    </a:lnTo>
                    <a:lnTo>
                      <a:pt x="511" y="5522"/>
                    </a:lnTo>
                    <a:lnTo>
                      <a:pt x="378" y="5900"/>
                    </a:lnTo>
                    <a:lnTo>
                      <a:pt x="265" y="6316"/>
                    </a:lnTo>
                    <a:lnTo>
                      <a:pt x="170" y="6713"/>
                    </a:lnTo>
                    <a:lnTo>
                      <a:pt x="95" y="7129"/>
                    </a:lnTo>
                    <a:lnTo>
                      <a:pt x="38" y="7545"/>
                    </a:lnTo>
                    <a:lnTo>
                      <a:pt x="19" y="7980"/>
                    </a:lnTo>
                    <a:lnTo>
                      <a:pt x="0" y="8414"/>
                    </a:lnTo>
                    <a:lnTo>
                      <a:pt x="19" y="8849"/>
                    </a:lnTo>
                    <a:lnTo>
                      <a:pt x="38" y="9265"/>
                    </a:lnTo>
                    <a:lnTo>
                      <a:pt x="95" y="9700"/>
                    </a:lnTo>
                    <a:lnTo>
                      <a:pt x="170" y="10116"/>
                    </a:lnTo>
                    <a:lnTo>
                      <a:pt x="265" y="10513"/>
                    </a:lnTo>
                    <a:lnTo>
                      <a:pt x="378" y="10910"/>
                    </a:lnTo>
                    <a:lnTo>
                      <a:pt x="511" y="11307"/>
                    </a:lnTo>
                    <a:lnTo>
                      <a:pt x="662" y="11685"/>
                    </a:lnTo>
                    <a:lnTo>
                      <a:pt x="832" y="12064"/>
                    </a:lnTo>
                    <a:lnTo>
                      <a:pt x="1021" y="12423"/>
                    </a:lnTo>
                    <a:lnTo>
                      <a:pt x="1229" y="12782"/>
                    </a:lnTo>
                    <a:lnTo>
                      <a:pt x="1437" y="13122"/>
                    </a:lnTo>
                    <a:lnTo>
                      <a:pt x="1683" y="13444"/>
                    </a:lnTo>
                    <a:lnTo>
                      <a:pt x="1929" y="13765"/>
                    </a:lnTo>
                    <a:lnTo>
                      <a:pt x="2193" y="14068"/>
                    </a:lnTo>
                    <a:lnTo>
                      <a:pt x="2477" y="14370"/>
                    </a:lnTo>
                    <a:lnTo>
                      <a:pt x="2761" y="14654"/>
                    </a:lnTo>
                    <a:lnTo>
                      <a:pt x="3063" y="14919"/>
                    </a:lnTo>
                    <a:lnTo>
                      <a:pt x="3385" y="15164"/>
                    </a:lnTo>
                    <a:lnTo>
                      <a:pt x="3725" y="15391"/>
                    </a:lnTo>
                    <a:lnTo>
                      <a:pt x="4065" y="15618"/>
                    </a:lnTo>
                    <a:lnTo>
                      <a:pt x="4406" y="15826"/>
                    </a:lnTo>
                    <a:lnTo>
                      <a:pt x="4765" y="15996"/>
                    </a:lnTo>
                    <a:lnTo>
                      <a:pt x="5143" y="16166"/>
                    </a:lnTo>
                    <a:lnTo>
                      <a:pt x="5521" y="16318"/>
                    </a:lnTo>
                    <a:lnTo>
                      <a:pt x="5918" y="16450"/>
                    </a:lnTo>
                    <a:lnTo>
                      <a:pt x="6315" y="16563"/>
                    </a:lnTo>
                    <a:lnTo>
                      <a:pt x="6731" y="16658"/>
                    </a:lnTo>
                    <a:lnTo>
                      <a:pt x="7147" y="16734"/>
                    </a:lnTo>
                    <a:lnTo>
                      <a:pt x="7563" y="16790"/>
                    </a:lnTo>
                    <a:lnTo>
                      <a:pt x="7998" y="16828"/>
                    </a:lnTo>
                    <a:lnTo>
                      <a:pt x="8849" y="16828"/>
                    </a:lnTo>
                    <a:lnTo>
                      <a:pt x="9284" y="16790"/>
                    </a:lnTo>
                    <a:lnTo>
                      <a:pt x="9700" y="16734"/>
                    </a:lnTo>
                    <a:lnTo>
                      <a:pt x="10116" y="16658"/>
                    </a:lnTo>
                    <a:lnTo>
                      <a:pt x="10532" y="16563"/>
                    </a:lnTo>
                    <a:lnTo>
                      <a:pt x="10929" y="16450"/>
                    </a:lnTo>
                    <a:lnTo>
                      <a:pt x="11326" y="16318"/>
                    </a:lnTo>
                    <a:lnTo>
                      <a:pt x="11704" y="16166"/>
                    </a:lnTo>
                    <a:lnTo>
                      <a:pt x="12082" y="15996"/>
                    </a:lnTo>
                    <a:lnTo>
                      <a:pt x="12441" y="15826"/>
                    </a:lnTo>
                    <a:lnTo>
                      <a:pt x="12800" y="15618"/>
                    </a:lnTo>
                    <a:lnTo>
                      <a:pt x="13141" y="15391"/>
                    </a:lnTo>
                    <a:lnTo>
                      <a:pt x="13462" y="15164"/>
                    </a:lnTo>
                    <a:lnTo>
                      <a:pt x="13784" y="14919"/>
                    </a:lnTo>
                    <a:lnTo>
                      <a:pt x="14086" y="14654"/>
                    </a:lnTo>
                    <a:lnTo>
                      <a:pt x="14389" y="14370"/>
                    </a:lnTo>
                    <a:lnTo>
                      <a:pt x="14653" y="14068"/>
                    </a:lnTo>
                    <a:lnTo>
                      <a:pt x="14918" y="13765"/>
                    </a:lnTo>
                    <a:lnTo>
                      <a:pt x="15183" y="13444"/>
                    </a:lnTo>
                    <a:lnTo>
                      <a:pt x="15410" y="13122"/>
                    </a:lnTo>
                    <a:lnTo>
                      <a:pt x="15637" y="12782"/>
                    </a:lnTo>
                    <a:lnTo>
                      <a:pt x="15826" y="12423"/>
                    </a:lnTo>
                    <a:lnTo>
                      <a:pt x="16015" y="12064"/>
                    </a:lnTo>
                    <a:lnTo>
                      <a:pt x="16185" y="11685"/>
                    </a:lnTo>
                    <a:lnTo>
                      <a:pt x="16336" y="11307"/>
                    </a:lnTo>
                    <a:lnTo>
                      <a:pt x="16468" y="10910"/>
                    </a:lnTo>
                    <a:lnTo>
                      <a:pt x="16582" y="10513"/>
                    </a:lnTo>
                    <a:lnTo>
                      <a:pt x="16676" y="10116"/>
                    </a:lnTo>
                    <a:lnTo>
                      <a:pt x="16752" y="9700"/>
                    </a:lnTo>
                    <a:lnTo>
                      <a:pt x="16809" y="9265"/>
                    </a:lnTo>
                    <a:lnTo>
                      <a:pt x="16828" y="8849"/>
                    </a:lnTo>
                    <a:lnTo>
                      <a:pt x="16847" y="8414"/>
                    </a:lnTo>
                    <a:lnTo>
                      <a:pt x="16828" y="7980"/>
                    </a:lnTo>
                    <a:lnTo>
                      <a:pt x="16809" y="7545"/>
                    </a:lnTo>
                    <a:lnTo>
                      <a:pt x="16752" y="7129"/>
                    </a:lnTo>
                    <a:lnTo>
                      <a:pt x="16676" y="6713"/>
                    </a:lnTo>
                    <a:lnTo>
                      <a:pt x="16582" y="6316"/>
                    </a:lnTo>
                    <a:lnTo>
                      <a:pt x="16468" y="5900"/>
                    </a:lnTo>
                    <a:lnTo>
                      <a:pt x="16336" y="5522"/>
                    </a:lnTo>
                    <a:lnTo>
                      <a:pt x="16185" y="5143"/>
                    </a:lnTo>
                    <a:lnTo>
                      <a:pt x="16015" y="4765"/>
                    </a:lnTo>
                    <a:lnTo>
                      <a:pt x="15826" y="4406"/>
                    </a:lnTo>
                    <a:lnTo>
                      <a:pt x="15637" y="4047"/>
                    </a:lnTo>
                    <a:lnTo>
                      <a:pt x="15410" y="3706"/>
                    </a:lnTo>
                    <a:lnTo>
                      <a:pt x="15183" y="3366"/>
                    </a:lnTo>
                    <a:lnTo>
                      <a:pt x="14918" y="3064"/>
                    </a:lnTo>
                    <a:lnTo>
                      <a:pt x="14653" y="2742"/>
                    </a:lnTo>
                    <a:lnTo>
                      <a:pt x="14389" y="2459"/>
                    </a:lnTo>
                    <a:lnTo>
                      <a:pt x="14086" y="2175"/>
                    </a:lnTo>
                    <a:lnTo>
                      <a:pt x="13784" y="1910"/>
                    </a:lnTo>
                    <a:lnTo>
                      <a:pt x="13462" y="1664"/>
                    </a:lnTo>
                    <a:lnTo>
                      <a:pt x="13141" y="1438"/>
                    </a:lnTo>
                    <a:lnTo>
                      <a:pt x="12800" y="1211"/>
                    </a:lnTo>
                    <a:lnTo>
                      <a:pt x="12441" y="1003"/>
                    </a:lnTo>
                    <a:lnTo>
                      <a:pt x="12082" y="814"/>
                    </a:lnTo>
                    <a:lnTo>
                      <a:pt x="11704" y="662"/>
                    </a:lnTo>
                    <a:lnTo>
                      <a:pt x="11326" y="511"/>
                    </a:lnTo>
                    <a:lnTo>
                      <a:pt x="10929" y="379"/>
                    </a:lnTo>
                    <a:lnTo>
                      <a:pt x="10532" y="265"/>
                    </a:lnTo>
                    <a:lnTo>
                      <a:pt x="10116" y="171"/>
                    </a:lnTo>
                    <a:lnTo>
                      <a:pt x="9700" y="95"/>
                    </a:lnTo>
                    <a:lnTo>
                      <a:pt x="9284" y="38"/>
                    </a:lnTo>
                    <a:lnTo>
                      <a:pt x="88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Google Shape;2263;p40"/>
              <p:cNvSpPr/>
              <p:nvPr/>
            </p:nvSpPr>
            <p:spPr>
              <a:xfrm>
                <a:off x="2074050" y="-1535150"/>
                <a:ext cx="221725" cy="222175"/>
              </a:xfrm>
              <a:custGeom>
                <a:avLst/>
                <a:gdLst/>
                <a:ahLst/>
                <a:cxnLst/>
                <a:rect l="l" t="t" r="r" b="b"/>
                <a:pathLst>
                  <a:path w="8869" h="8887" extrusionOk="0">
                    <a:moveTo>
                      <a:pt x="4444" y="0"/>
                    </a:moveTo>
                    <a:lnTo>
                      <a:pt x="4198" y="19"/>
                    </a:lnTo>
                    <a:lnTo>
                      <a:pt x="3990" y="19"/>
                    </a:lnTo>
                    <a:lnTo>
                      <a:pt x="3536" y="95"/>
                    </a:lnTo>
                    <a:lnTo>
                      <a:pt x="3120" y="208"/>
                    </a:lnTo>
                    <a:lnTo>
                      <a:pt x="2704" y="359"/>
                    </a:lnTo>
                    <a:lnTo>
                      <a:pt x="2326" y="548"/>
                    </a:lnTo>
                    <a:lnTo>
                      <a:pt x="1948" y="756"/>
                    </a:lnTo>
                    <a:lnTo>
                      <a:pt x="1608" y="1021"/>
                    </a:lnTo>
                    <a:lnTo>
                      <a:pt x="1305" y="1305"/>
                    </a:lnTo>
                    <a:lnTo>
                      <a:pt x="1003" y="1626"/>
                    </a:lnTo>
                    <a:lnTo>
                      <a:pt x="757" y="1967"/>
                    </a:lnTo>
                    <a:lnTo>
                      <a:pt x="530" y="2326"/>
                    </a:lnTo>
                    <a:lnTo>
                      <a:pt x="341" y="2723"/>
                    </a:lnTo>
                    <a:lnTo>
                      <a:pt x="190" y="3120"/>
                    </a:lnTo>
                    <a:lnTo>
                      <a:pt x="95" y="3555"/>
                    </a:lnTo>
                    <a:lnTo>
                      <a:pt x="20" y="3990"/>
                    </a:lnTo>
                    <a:lnTo>
                      <a:pt x="1" y="4217"/>
                    </a:lnTo>
                    <a:lnTo>
                      <a:pt x="1" y="4443"/>
                    </a:lnTo>
                    <a:lnTo>
                      <a:pt x="1" y="4670"/>
                    </a:lnTo>
                    <a:lnTo>
                      <a:pt x="20" y="4897"/>
                    </a:lnTo>
                    <a:lnTo>
                      <a:pt x="95" y="5332"/>
                    </a:lnTo>
                    <a:lnTo>
                      <a:pt x="190" y="5767"/>
                    </a:lnTo>
                    <a:lnTo>
                      <a:pt x="341" y="6164"/>
                    </a:lnTo>
                    <a:lnTo>
                      <a:pt x="530" y="6561"/>
                    </a:lnTo>
                    <a:lnTo>
                      <a:pt x="757" y="6920"/>
                    </a:lnTo>
                    <a:lnTo>
                      <a:pt x="1003" y="7261"/>
                    </a:lnTo>
                    <a:lnTo>
                      <a:pt x="1305" y="7582"/>
                    </a:lnTo>
                    <a:lnTo>
                      <a:pt x="1608" y="7866"/>
                    </a:lnTo>
                    <a:lnTo>
                      <a:pt x="1948" y="8130"/>
                    </a:lnTo>
                    <a:lnTo>
                      <a:pt x="2326" y="8338"/>
                    </a:lnTo>
                    <a:lnTo>
                      <a:pt x="2704" y="8527"/>
                    </a:lnTo>
                    <a:lnTo>
                      <a:pt x="3120" y="8679"/>
                    </a:lnTo>
                    <a:lnTo>
                      <a:pt x="3536" y="8792"/>
                    </a:lnTo>
                    <a:lnTo>
                      <a:pt x="3990" y="8849"/>
                    </a:lnTo>
                    <a:lnTo>
                      <a:pt x="4198" y="8868"/>
                    </a:lnTo>
                    <a:lnTo>
                      <a:pt x="4444" y="8887"/>
                    </a:lnTo>
                    <a:lnTo>
                      <a:pt x="4671" y="8868"/>
                    </a:lnTo>
                    <a:lnTo>
                      <a:pt x="4898" y="8849"/>
                    </a:lnTo>
                    <a:lnTo>
                      <a:pt x="5333" y="8792"/>
                    </a:lnTo>
                    <a:lnTo>
                      <a:pt x="5748" y="8679"/>
                    </a:lnTo>
                    <a:lnTo>
                      <a:pt x="6164" y="8527"/>
                    </a:lnTo>
                    <a:lnTo>
                      <a:pt x="6543" y="8338"/>
                    </a:lnTo>
                    <a:lnTo>
                      <a:pt x="6921" y="8130"/>
                    </a:lnTo>
                    <a:lnTo>
                      <a:pt x="7261" y="7866"/>
                    </a:lnTo>
                    <a:lnTo>
                      <a:pt x="7582" y="7582"/>
                    </a:lnTo>
                    <a:lnTo>
                      <a:pt x="7866" y="7261"/>
                    </a:lnTo>
                    <a:lnTo>
                      <a:pt x="8112" y="6920"/>
                    </a:lnTo>
                    <a:lnTo>
                      <a:pt x="8339" y="6561"/>
                    </a:lnTo>
                    <a:lnTo>
                      <a:pt x="8528" y="6164"/>
                    </a:lnTo>
                    <a:lnTo>
                      <a:pt x="8679" y="5767"/>
                    </a:lnTo>
                    <a:lnTo>
                      <a:pt x="8793" y="5332"/>
                    </a:lnTo>
                    <a:lnTo>
                      <a:pt x="8849" y="4897"/>
                    </a:lnTo>
                    <a:lnTo>
                      <a:pt x="8868" y="4670"/>
                    </a:lnTo>
                    <a:lnTo>
                      <a:pt x="8868" y="4443"/>
                    </a:lnTo>
                    <a:lnTo>
                      <a:pt x="8868" y="4217"/>
                    </a:lnTo>
                    <a:lnTo>
                      <a:pt x="8849" y="3990"/>
                    </a:lnTo>
                    <a:lnTo>
                      <a:pt x="8793" y="3555"/>
                    </a:lnTo>
                    <a:lnTo>
                      <a:pt x="8679" y="3120"/>
                    </a:lnTo>
                    <a:lnTo>
                      <a:pt x="8528" y="2723"/>
                    </a:lnTo>
                    <a:lnTo>
                      <a:pt x="8339" y="2326"/>
                    </a:lnTo>
                    <a:lnTo>
                      <a:pt x="8112" y="1967"/>
                    </a:lnTo>
                    <a:lnTo>
                      <a:pt x="7866" y="1626"/>
                    </a:lnTo>
                    <a:lnTo>
                      <a:pt x="7582" y="1305"/>
                    </a:lnTo>
                    <a:lnTo>
                      <a:pt x="7261" y="1021"/>
                    </a:lnTo>
                    <a:lnTo>
                      <a:pt x="6921" y="756"/>
                    </a:lnTo>
                    <a:lnTo>
                      <a:pt x="6543" y="548"/>
                    </a:lnTo>
                    <a:lnTo>
                      <a:pt x="6164" y="359"/>
                    </a:lnTo>
                    <a:lnTo>
                      <a:pt x="5748" y="208"/>
                    </a:lnTo>
                    <a:lnTo>
                      <a:pt x="5333" y="95"/>
                    </a:lnTo>
                    <a:lnTo>
                      <a:pt x="4898" y="19"/>
                    </a:lnTo>
                    <a:lnTo>
                      <a:pt x="4671" y="19"/>
                    </a:lnTo>
                    <a:lnTo>
                      <a:pt x="444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Google Shape;2264;p40"/>
              <p:cNvSpPr/>
              <p:nvPr/>
            </p:nvSpPr>
            <p:spPr>
              <a:xfrm>
                <a:off x="2192700" y="-1659475"/>
                <a:ext cx="515250" cy="237775"/>
              </a:xfrm>
              <a:custGeom>
                <a:avLst/>
                <a:gdLst/>
                <a:ahLst/>
                <a:cxnLst/>
                <a:rect l="l" t="t" r="r" b="b"/>
                <a:pathLst>
                  <a:path w="20610" h="9511" extrusionOk="0">
                    <a:moveTo>
                      <a:pt x="19815" y="1"/>
                    </a:moveTo>
                    <a:lnTo>
                      <a:pt x="0" y="9114"/>
                    </a:lnTo>
                    <a:lnTo>
                      <a:pt x="152" y="9511"/>
                    </a:lnTo>
                    <a:lnTo>
                      <a:pt x="20609" y="1040"/>
                    </a:lnTo>
                    <a:lnTo>
                      <a:pt x="19815" y="1"/>
                    </a:lnTo>
                    <a:close/>
                  </a:path>
                </a:pathLst>
              </a:custGeom>
              <a:gradFill>
                <a:gsLst>
                  <a:gs pos="0">
                    <a:srgbClr val="575757"/>
                  </a:gs>
                  <a:gs pos="100000">
                    <a:srgbClr val="16161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Google Shape;2265;p40"/>
              <p:cNvSpPr/>
              <p:nvPr/>
            </p:nvSpPr>
            <p:spPr>
              <a:xfrm>
                <a:off x="2620475" y="-1822550"/>
                <a:ext cx="312475" cy="245350"/>
              </a:xfrm>
              <a:custGeom>
                <a:avLst/>
                <a:gdLst/>
                <a:ahLst/>
                <a:cxnLst/>
                <a:rect l="l" t="t" r="r" b="b"/>
                <a:pathLst>
                  <a:path w="12499" h="9814" extrusionOk="0">
                    <a:moveTo>
                      <a:pt x="8509" y="1"/>
                    </a:moveTo>
                    <a:lnTo>
                      <a:pt x="1078" y="4803"/>
                    </a:lnTo>
                    <a:lnTo>
                      <a:pt x="0" y="8358"/>
                    </a:lnTo>
                    <a:lnTo>
                      <a:pt x="3820" y="9813"/>
                    </a:lnTo>
                    <a:lnTo>
                      <a:pt x="12498" y="5862"/>
                    </a:lnTo>
                    <a:lnTo>
                      <a:pt x="8376" y="4160"/>
                    </a:lnTo>
                    <a:lnTo>
                      <a:pt x="8509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0B9"/>
                  </a:gs>
                  <a:gs pos="100000">
                    <a:srgbClr val="F9D03C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66" name="Google Shape;2266;p40"/>
          <p:cNvGrpSpPr/>
          <p:nvPr/>
        </p:nvGrpSpPr>
        <p:grpSpPr>
          <a:xfrm>
            <a:off x="7920430" y="1072890"/>
            <a:ext cx="611648" cy="365223"/>
            <a:chOff x="4504125" y="1762525"/>
            <a:chExt cx="985575" cy="588500"/>
          </a:xfrm>
        </p:grpSpPr>
        <p:sp>
          <p:nvSpPr>
            <p:cNvPr id="2267" name="Google Shape;2267;p40"/>
            <p:cNvSpPr/>
            <p:nvPr/>
          </p:nvSpPr>
          <p:spPr>
            <a:xfrm>
              <a:off x="4691775" y="2150600"/>
              <a:ext cx="87950" cy="105425"/>
            </a:xfrm>
            <a:custGeom>
              <a:avLst/>
              <a:gdLst/>
              <a:ahLst/>
              <a:cxnLst/>
              <a:rect l="l" t="t" r="r" b="b"/>
              <a:pathLst>
                <a:path w="3518" h="4217" extrusionOk="0">
                  <a:moveTo>
                    <a:pt x="1910" y="0"/>
                  </a:moveTo>
                  <a:lnTo>
                    <a:pt x="1" y="4216"/>
                  </a:lnTo>
                  <a:lnTo>
                    <a:pt x="3517" y="1607"/>
                  </a:lnTo>
                  <a:lnTo>
                    <a:pt x="3498" y="1569"/>
                  </a:lnTo>
                  <a:lnTo>
                    <a:pt x="191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40"/>
            <p:cNvSpPr/>
            <p:nvPr/>
          </p:nvSpPr>
          <p:spPr>
            <a:xfrm>
              <a:off x="4504125" y="1762525"/>
              <a:ext cx="985575" cy="310100"/>
            </a:xfrm>
            <a:custGeom>
              <a:avLst/>
              <a:gdLst/>
              <a:ahLst/>
              <a:cxnLst/>
              <a:rect l="l" t="t" r="r" b="b"/>
              <a:pathLst>
                <a:path w="39423" h="12404" extrusionOk="0">
                  <a:moveTo>
                    <a:pt x="39422" y="0"/>
                  </a:moveTo>
                  <a:lnTo>
                    <a:pt x="0" y="4859"/>
                  </a:lnTo>
                  <a:lnTo>
                    <a:pt x="6372" y="12403"/>
                  </a:lnTo>
                  <a:lnTo>
                    <a:pt x="39422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EFEFE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40"/>
            <p:cNvSpPr/>
            <p:nvPr/>
          </p:nvSpPr>
          <p:spPr>
            <a:xfrm>
              <a:off x="4663425" y="1762525"/>
              <a:ext cx="826275" cy="588500"/>
            </a:xfrm>
            <a:custGeom>
              <a:avLst/>
              <a:gdLst/>
              <a:ahLst/>
              <a:cxnLst/>
              <a:rect l="l" t="t" r="r" b="b"/>
              <a:pathLst>
                <a:path w="33051" h="235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4632" y="17092"/>
                  </a:lnTo>
                  <a:lnTo>
                    <a:pt x="10513" y="23540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40"/>
            <p:cNvSpPr/>
            <p:nvPr/>
          </p:nvSpPr>
          <p:spPr>
            <a:xfrm>
              <a:off x="4663425" y="1762525"/>
              <a:ext cx="826275" cy="493500"/>
            </a:xfrm>
            <a:custGeom>
              <a:avLst/>
              <a:gdLst/>
              <a:ahLst/>
              <a:cxnLst/>
              <a:rect l="l" t="t" r="r" b="b"/>
              <a:pathLst>
                <a:path w="33051" h="197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71" name="Google Shape;2271;p40"/>
          <p:cNvSpPr/>
          <p:nvPr/>
        </p:nvSpPr>
        <p:spPr>
          <a:xfrm>
            <a:off x="3573150" y="1359850"/>
            <a:ext cx="611597" cy="279296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9" name="Google Shape;4519;p60"/>
          <p:cNvGrpSpPr/>
          <p:nvPr/>
        </p:nvGrpSpPr>
        <p:grpSpPr>
          <a:xfrm>
            <a:off x="1314532" y="481275"/>
            <a:ext cx="6514936" cy="573648"/>
            <a:chOff x="1119355" y="481275"/>
            <a:chExt cx="6514936" cy="573648"/>
          </a:xfrm>
        </p:grpSpPr>
        <p:sp>
          <p:nvSpPr>
            <p:cNvPr id="4520" name="Google Shape;4520;p60"/>
            <p:cNvSpPr/>
            <p:nvPr/>
          </p:nvSpPr>
          <p:spPr>
            <a:xfrm flipH="1">
              <a:off x="6897980" y="481275"/>
              <a:ext cx="736311" cy="573648"/>
            </a:xfrm>
            <a:custGeom>
              <a:avLst/>
              <a:gdLst/>
              <a:ahLst/>
              <a:cxnLst/>
              <a:rect l="l" t="t" r="r" b="b"/>
              <a:pathLst>
                <a:path w="52332" h="40771" extrusionOk="0">
                  <a:moveTo>
                    <a:pt x="0" y="0"/>
                  </a:moveTo>
                  <a:lnTo>
                    <a:pt x="16432" y="20386"/>
                  </a:lnTo>
                  <a:lnTo>
                    <a:pt x="0" y="40771"/>
                  </a:lnTo>
                  <a:lnTo>
                    <a:pt x="52331" y="40771"/>
                  </a:lnTo>
                  <a:lnTo>
                    <a:pt x="5233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60"/>
            <p:cNvSpPr/>
            <p:nvPr/>
          </p:nvSpPr>
          <p:spPr>
            <a:xfrm>
              <a:off x="1119355" y="481275"/>
              <a:ext cx="736311" cy="573648"/>
            </a:xfrm>
            <a:custGeom>
              <a:avLst/>
              <a:gdLst/>
              <a:ahLst/>
              <a:cxnLst/>
              <a:rect l="l" t="t" r="r" b="b"/>
              <a:pathLst>
                <a:path w="52332" h="40771" extrusionOk="0">
                  <a:moveTo>
                    <a:pt x="0" y="0"/>
                  </a:moveTo>
                  <a:lnTo>
                    <a:pt x="16432" y="20386"/>
                  </a:lnTo>
                  <a:lnTo>
                    <a:pt x="0" y="40771"/>
                  </a:lnTo>
                  <a:lnTo>
                    <a:pt x="52331" y="40771"/>
                  </a:lnTo>
                  <a:lnTo>
                    <a:pt x="5233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60"/>
            <p:cNvSpPr/>
            <p:nvPr/>
          </p:nvSpPr>
          <p:spPr>
            <a:xfrm>
              <a:off x="1849800" y="481300"/>
              <a:ext cx="5444400" cy="573600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23" name="Google Shape;4523;p6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Три принципа бизнес-активизации</a:t>
            </a:r>
          </a:p>
        </p:txBody>
      </p:sp>
      <p:graphicFrame>
        <p:nvGraphicFramePr>
          <p:cNvPr id="4524" name="Google Shape;4524;p60"/>
          <p:cNvGraphicFramePr/>
          <p:nvPr>
            <p:extLst>
              <p:ext uri="{D42A27DB-BD31-4B8C-83A1-F6EECF244321}">
                <p14:modId xmlns:p14="http://schemas.microsoft.com/office/powerpoint/2010/main" val="782210517"/>
              </p:ext>
            </p:extLst>
          </p:nvPr>
        </p:nvGraphicFramePr>
        <p:xfrm>
          <a:off x="795488" y="2003775"/>
          <a:ext cx="7553025" cy="27253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17675"/>
                <a:gridCol w="2517675"/>
                <a:gridCol w="2517675"/>
              </a:tblGrid>
              <a:tr h="744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Денежное измерение ценности</a:t>
                      </a:r>
                      <a:endParaRPr sz="1800" b="1" dirty="0">
                        <a:solidFill>
                          <a:schemeClr val="accent4"/>
                        </a:solidFill>
                        <a:latin typeface="Times New Roman" panose="02020603050405020304" pitchFamily="18" charset="0"/>
                        <a:ea typeface="Days One"/>
                        <a:cs typeface="Times New Roman" panose="02020603050405020304" pitchFamily="18" charset="0"/>
                        <a:sym typeface="Days One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Решения на основе данных</a:t>
                      </a:r>
                      <a:endParaRPr sz="1800" b="1" dirty="0">
                        <a:solidFill>
                          <a:schemeClr val="accent4"/>
                        </a:solidFill>
                        <a:latin typeface="Times New Roman" panose="02020603050405020304" pitchFamily="18" charset="0"/>
                        <a:ea typeface="Days One"/>
                        <a:cs typeface="Times New Roman" panose="02020603050405020304" pitchFamily="18" charset="0"/>
                        <a:sym typeface="Days One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 Спринт как инвестиция</a:t>
                      </a:r>
                      <a:endParaRPr sz="1800" b="1" dirty="0">
                        <a:solidFill>
                          <a:schemeClr val="accent4"/>
                        </a:solidFill>
                        <a:latin typeface="Times New Roman" panose="02020603050405020304" pitchFamily="18" charset="0"/>
                        <a:ea typeface="Days One"/>
                        <a:cs typeface="Times New Roman" panose="02020603050405020304" pitchFamily="18" charset="0"/>
                        <a:sym typeface="Days One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44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Отказ от размытых формулировок в пользу четких финансовых метрик.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Jost"/>
                        <a:cs typeface="Times New Roman" panose="02020603050405020304" pitchFamily="18" charset="0"/>
                        <a:sym typeface="Jost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u="none" strike="noStrike" cap="none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Приоритизация</a:t>
                      </a:r>
                      <a:r>
                        <a:rPr lang="ru-RU" sz="16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на основе A/B-тестов, аналитики и бизнес-метрик, а не мнений.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Jost"/>
                        <a:cs typeface="Times New Roman" panose="02020603050405020304" pitchFamily="18" charset="0"/>
                        <a:sym typeface="Jost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Время команды — это капитал, который должен принести финансовую отдачу.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Jost"/>
                        <a:cs typeface="Times New Roman" panose="02020603050405020304" pitchFamily="18" charset="0"/>
                        <a:sym typeface="Jost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44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Вместо «улучшили </a:t>
                      </a:r>
                      <a:r>
                        <a:rPr lang="ru-RU" sz="1600" b="0" i="0" u="none" strike="noStrike" cap="none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юзабилити</a:t>
                      </a:r>
                      <a:r>
                        <a:rPr lang="ru-RU" sz="16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» — «повысили конверсию на 2%».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Jost"/>
                        <a:cs typeface="Times New Roman" panose="02020603050405020304" pitchFamily="18" charset="0"/>
                        <a:sym typeface="Jost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Гипотеза подтвержденная данными, а не «</a:t>
                      </a:r>
                      <a:r>
                        <a:rPr lang="ru-RU" sz="1600" b="0" i="0" u="none" strike="noStrike" cap="none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хотелка</a:t>
                      </a:r>
                      <a:r>
                        <a:rPr lang="ru-RU" sz="16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» </a:t>
                      </a:r>
                      <a:r>
                        <a:rPr lang="ru-RU" sz="1600" b="0" i="0" u="none" strike="noStrike" cap="none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стейкхолдера</a:t>
                      </a:r>
                      <a:r>
                        <a:rPr lang="ru-RU" sz="16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.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Jost"/>
                        <a:cs typeface="Times New Roman" panose="02020603050405020304" pitchFamily="18" charset="0"/>
                        <a:sym typeface="Jost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Ожидание ROI после каждого спринта.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Jost"/>
                        <a:cs typeface="Times New Roman" panose="02020603050405020304" pitchFamily="18" charset="0"/>
                        <a:sym typeface="Jost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525" name="Google Shape;4525;p60"/>
          <p:cNvSpPr/>
          <p:nvPr/>
        </p:nvSpPr>
        <p:spPr>
          <a:xfrm>
            <a:off x="1685577" y="1255442"/>
            <a:ext cx="718800" cy="7188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6" name="Google Shape;4526;p60"/>
          <p:cNvSpPr/>
          <p:nvPr/>
        </p:nvSpPr>
        <p:spPr>
          <a:xfrm>
            <a:off x="4166839" y="1243879"/>
            <a:ext cx="718800" cy="7188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7" name="Google Shape;4527;p60"/>
          <p:cNvSpPr/>
          <p:nvPr/>
        </p:nvSpPr>
        <p:spPr>
          <a:xfrm>
            <a:off x="6770577" y="1243879"/>
            <a:ext cx="718800" cy="7188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28" name="Google Shape;4528;p60"/>
          <p:cNvGrpSpPr/>
          <p:nvPr/>
        </p:nvGrpSpPr>
        <p:grpSpPr>
          <a:xfrm>
            <a:off x="4354337" y="1420409"/>
            <a:ext cx="343803" cy="365740"/>
            <a:chOff x="5411925" y="2602550"/>
            <a:chExt cx="481450" cy="510525"/>
          </a:xfrm>
        </p:grpSpPr>
        <p:sp>
          <p:nvSpPr>
            <p:cNvPr id="4529" name="Google Shape;4529;p60"/>
            <p:cNvSpPr/>
            <p:nvPr/>
          </p:nvSpPr>
          <p:spPr>
            <a:xfrm>
              <a:off x="5821950" y="3075150"/>
              <a:ext cx="15200" cy="37925"/>
            </a:xfrm>
            <a:custGeom>
              <a:avLst/>
              <a:gdLst/>
              <a:ahLst/>
              <a:cxnLst/>
              <a:rect l="l" t="t" r="r" b="b"/>
              <a:pathLst>
                <a:path w="608" h="1517" extrusionOk="0">
                  <a:moveTo>
                    <a:pt x="304" y="0"/>
                  </a:moveTo>
                  <a:lnTo>
                    <a:pt x="177" y="25"/>
                  </a:lnTo>
                  <a:lnTo>
                    <a:pt x="76" y="101"/>
                  </a:lnTo>
                  <a:lnTo>
                    <a:pt x="26" y="202"/>
                  </a:lnTo>
                  <a:lnTo>
                    <a:pt x="1" y="329"/>
                  </a:lnTo>
                  <a:lnTo>
                    <a:pt x="1" y="1188"/>
                  </a:lnTo>
                  <a:lnTo>
                    <a:pt x="26" y="1314"/>
                  </a:lnTo>
                  <a:lnTo>
                    <a:pt x="76" y="1415"/>
                  </a:lnTo>
                  <a:lnTo>
                    <a:pt x="177" y="1466"/>
                  </a:lnTo>
                  <a:lnTo>
                    <a:pt x="304" y="1516"/>
                  </a:lnTo>
                  <a:lnTo>
                    <a:pt x="430" y="1491"/>
                  </a:lnTo>
                  <a:lnTo>
                    <a:pt x="531" y="1415"/>
                  </a:lnTo>
                  <a:lnTo>
                    <a:pt x="582" y="1314"/>
                  </a:lnTo>
                  <a:lnTo>
                    <a:pt x="607" y="1188"/>
                  </a:lnTo>
                  <a:lnTo>
                    <a:pt x="607" y="303"/>
                  </a:lnTo>
                  <a:lnTo>
                    <a:pt x="582" y="177"/>
                  </a:lnTo>
                  <a:lnTo>
                    <a:pt x="531" y="76"/>
                  </a:lnTo>
                  <a:lnTo>
                    <a:pt x="430" y="25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60"/>
            <p:cNvSpPr/>
            <p:nvPr/>
          </p:nvSpPr>
          <p:spPr>
            <a:xfrm>
              <a:off x="5813750" y="2723875"/>
              <a:ext cx="31600" cy="41700"/>
            </a:xfrm>
            <a:custGeom>
              <a:avLst/>
              <a:gdLst/>
              <a:ahLst/>
              <a:cxnLst/>
              <a:rect l="l" t="t" r="r" b="b"/>
              <a:pathLst>
                <a:path w="1264" h="1668" extrusionOk="0">
                  <a:moveTo>
                    <a:pt x="607" y="0"/>
                  </a:moveTo>
                  <a:lnTo>
                    <a:pt x="480" y="25"/>
                  </a:lnTo>
                  <a:lnTo>
                    <a:pt x="379" y="51"/>
                  </a:lnTo>
                  <a:lnTo>
                    <a:pt x="278" y="101"/>
                  </a:lnTo>
                  <a:lnTo>
                    <a:pt x="177" y="177"/>
                  </a:lnTo>
                  <a:lnTo>
                    <a:pt x="101" y="278"/>
                  </a:lnTo>
                  <a:lnTo>
                    <a:pt x="51" y="379"/>
                  </a:lnTo>
                  <a:lnTo>
                    <a:pt x="0" y="505"/>
                  </a:lnTo>
                  <a:lnTo>
                    <a:pt x="0" y="632"/>
                  </a:lnTo>
                  <a:lnTo>
                    <a:pt x="0" y="1668"/>
                  </a:lnTo>
                  <a:lnTo>
                    <a:pt x="1264" y="1668"/>
                  </a:lnTo>
                  <a:lnTo>
                    <a:pt x="1264" y="632"/>
                  </a:lnTo>
                  <a:lnTo>
                    <a:pt x="1264" y="505"/>
                  </a:lnTo>
                  <a:lnTo>
                    <a:pt x="1213" y="379"/>
                  </a:lnTo>
                  <a:lnTo>
                    <a:pt x="1163" y="278"/>
                  </a:lnTo>
                  <a:lnTo>
                    <a:pt x="1087" y="177"/>
                  </a:lnTo>
                  <a:lnTo>
                    <a:pt x="1011" y="101"/>
                  </a:lnTo>
                  <a:lnTo>
                    <a:pt x="885" y="51"/>
                  </a:lnTo>
                  <a:lnTo>
                    <a:pt x="783" y="25"/>
                  </a:lnTo>
                  <a:lnTo>
                    <a:pt x="657" y="0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60"/>
            <p:cNvSpPr/>
            <p:nvPr/>
          </p:nvSpPr>
          <p:spPr>
            <a:xfrm>
              <a:off x="5813750" y="3032800"/>
              <a:ext cx="31600" cy="57525"/>
            </a:xfrm>
            <a:custGeom>
              <a:avLst/>
              <a:gdLst/>
              <a:ahLst/>
              <a:cxnLst/>
              <a:rect l="l" t="t" r="r" b="b"/>
              <a:pathLst>
                <a:path w="1264" h="2301" extrusionOk="0">
                  <a:moveTo>
                    <a:pt x="0" y="1"/>
                  </a:moveTo>
                  <a:lnTo>
                    <a:pt x="0" y="1694"/>
                  </a:lnTo>
                  <a:lnTo>
                    <a:pt x="0" y="1820"/>
                  </a:lnTo>
                  <a:lnTo>
                    <a:pt x="51" y="1922"/>
                  </a:lnTo>
                  <a:lnTo>
                    <a:pt x="101" y="2048"/>
                  </a:lnTo>
                  <a:lnTo>
                    <a:pt x="177" y="2124"/>
                  </a:lnTo>
                  <a:lnTo>
                    <a:pt x="278" y="2200"/>
                  </a:lnTo>
                  <a:lnTo>
                    <a:pt x="379" y="2250"/>
                  </a:lnTo>
                  <a:lnTo>
                    <a:pt x="480" y="2301"/>
                  </a:lnTo>
                  <a:lnTo>
                    <a:pt x="809" y="2301"/>
                  </a:lnTo>
                  <a:lnTo>
                    <a:pt x="935" y="2250"/>
                  </a:lnTo>
                  <a:lnTo>
                    <a:pt x="1087" y="2149"/>
                  </a:lnTo>
                  <a:lnTo>
                    <a:pt x="1188" y="2023"/>
                  </a:lnTo>
                  <a:lnTo>
                    <a:pt x="1238" y="1871"/>
                  </a:lnTo>
                  <a:lnTo>
                    <a:pt x="1264" y="1694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60"/>
            <p:cNvSpPr/>
            <p:nvPr/>
          </p:nvSpPr>
          <p:spPr>
            <a:xfrm>
              <a:off x="5805525" y="2755450"/>
              <a:ext cx="48050" cy="193350"/>
            </a:xfrm>
            <a:custGeom>
              <a:avLst/>
              <a:gdLst/>
              <a:ahLst/>
              <a:cxnLst/>
              <a:rect l="l" t="t" r="r" b="b"/>
              <a:pathLst>
                <a:path w="1922" h="7734" extrusionOk="0">
                  <a:moveTo>
                    <a:pt x="278" y="1"/>
                  </a:moveTo>
                  <a:lnTo>
                    <a:pt x="177" y="26"/>
                  </a:lnTo>
                  <a:lnTo>
                    <a:pt x="76" y="102"/>
                  </a:lnTo>
                  <a:lnTo>
                    <a:pt x="26" y="178"/>
                  </a:lnTo>
                  <a:lnTo>
                    <a:pt x="0" y="304"/>
                  </a:lnTo>
                  <a:lnTo>
                    <a:pt x="0" y="7329"/>
                  </a:lnTo>
                  <a:lnTo>
                    <a:pt x="405" y="7734"/>
                  </a:lnTo>
                  <a:lnTo>
                    <a:pt x="1643" y="7734"/>
                  </a:lnTo>
                  <a:lnTo>
                    <a:pt x="1921" y="7329"/>
                  </a:lnTo>
                  <a:lnTo>
                    <a:pt x="1921" y="304"/>
                  </a:lnTo>
                  <a:lnTo>
                    <a:pt x="1896" y="178"/>
                  </a:lnTo>
                  <a:lnTo>
                    <a:pt x="1845" y="102"/>
                  </a:lnTo>
                  <a:lnTo>
                    <a:pt x="1744" y="26"/>
                  </a:lnTo>
                  <a:lnTo>
                    <a:pt x="1643" y="1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60"/>
            <p:cNvSpPr/>
            <p:nvPr/>
          </p:nvSpPr>
          <p:spPr>
            <a:xfrm>
              <a:off x="5411925" y="2634775"/>
              <a:ext cx="350650" cy="478300"/>
            </a:xfrm>
            <a:custGeom>
              <a:avLst/>
              <a:gdLst/>
              <a:ahLst/>
              <a:cxnLst/>
              <a:rect l="l" t="t" r="r" b="b"/>
              <a:pathLst>
                <a:path w="14026" h="19132" extrusionOk="0">
                  <a:moveTo>
                    <a:pt x="177" y="1"/>
                  </a:moveTo>
                  <a:lnTo>
                    <a:pt x="76" y="77"/>
                  </a:lnTo>
                  <a:lnTo>
                    <a:pt x="25" y="152"/>
                  </a:lnTo>
                  <a:lnTo>
                    <a:pt x="0" y="279"/>
                  </a:lnTo>
                  <a:lnTo>
                    <a:pt x="0" y="18853"/>
                  </a:lnTo>
                  <a:lnTo>
                    <a:pt x="25" y="18955"/>
                  </a:lnTo>
                  <a:lnTo>
                    <a:pt x="76" y="19030"/>
                  </a:lnTo>
                  <a:lnTo>
                    <a:pt x="177" y="19106"/>
                  </a:lnTo>
                  <a:lnTo>
                    <a:pt x="278" y="19131"/>
                  </a:lnTo>
                  <a:lnTo>
                    <a:pt x="13748" y="19131"/>
                  </a:lnTo>
                  <a:lnTo>
                    <a:pt x="13849" y="19106"/>
                  </a:lnTo>
                  <a:lnTo>
                    <a:pt x="13950" y="19030"/>
                  </a:lnTo>
                  <a:lnTo>
                    <a:pt x="14001" y="18955"/>
                  </a:lnTo>
                  <a:lnTo>
                    <a:pt x="14026" y="18853"/>
                  </a:lnTo>
                  <a:lnTo>
                    <a:pt x="14026" y="279"/>
                  </a:lnTo>
                  <a:lnTo>
                    <a:pt x="14001" y="152"/>
                  </a:lnTo>
                  <a:lnTo>
                    <a:pt x="13950" y="77"/>
                  </a:lnTo>
                  <a:lnTo>
                    <a:pt x="13849" y="1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60"/>
            <p:cNvSpPr/>
            <p:nvPr/>
          </p:nvSpPr>
          <p:spPr>
            <a:xfrm>
              <a:off x="5444125" y="2666375"/>
              <a:ext cx="286875" cy="414475"/>
            </a:xfrm>
            <a:custGeom>
              <a:avLst/>
              <a:gdLst/>
              <a:ahLst/>
              <a:cxnLst/>
              <a:rect l="l" t="t" r="r" b="b"/>
              <a:pathLst>
                <a:path w="11475" h="16579" extrusionOk="0">
                  <a:moveTo>
                    <a:pt x="279" y="0"/>
                  </a:moveTo>
                  <a:lnTo>
                    <a:pt x="153" y="26"/>
                  </a:lnTo>
                  <a:lnTo>
                    <a:pt x="77" y="76"/>
                  </a:lnTo>
                  <a:lnTo>
                    <a:pt x="1" y="177"/>
                  </a:lnTo>
                  <a:lnTo>
                    <a:pt x="1" y="278"/>
                  </a:lnTo>
                  <a:lnTo>
                    <a:pt x="1" y="16301"/>
                  </a:lnTo>
                  <a:lnTo>
                    <a:pt x="1" y="16402"/>
                  </a:lnTo>
                  <a:lnTo>
                    <a:pt x="77" y="16503"/>
                  </a:lnTo>
                  <a:lnTo>
                    <a:pt x="153" y="16553"/>
                  </a:lnTo>
                  <a:lnTo>
                    <a:pt x="279" y="16579"/>
                  </a:lnTo>
                  <a:lnTo>
                    <a:pt x="11196" y="16579"/>
                  </a:lnTo>
                  <a:lnTo>
                    <a:pt x="11297" y="16553"/>
                  </a:lnTo>
                  <a:lnTo>
                    <a:pt x="11399" y="16503"/>
                  </a:lnTo>
                  <a:lnTo>
                    <a:pt x="11449" y="16402"/>
                  </a:lnTo>
                  <a:lnTo>
                    <a:pt x="11474" y="16301"/>
                  </a:lnTo>
                  <a:lnTo>
                    <a:pt x="11474" y="278"/>
                  </a:lnTo>
                  <a:lnTo>
                    <a:pt x="11449" y="177"/>
                  </a:lnTo>
                  <a:lnTo>
                    <a:pt x="11399" y="76"/>
                  </a:lnTo>
                  <a:lnTo>
                    <a:pt x="11297" y="26"/>
                  </a:lnTo>
                  <a:lnTo>
                    <a:pt x="111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60"/>
            <p:cNvSpPr/>
            <p:nvPr/>
          </p:nvSpPr>
          <p:spPr>
            <a:xfrm>
              <a:off x="5482675" y="2754200"/>
              <a:ext cx="41100" cy="41075"/>
            </a:xfrm>
            <a:custGeom>
              <a:avLst/>
              <a:gdLst/>
              <a:ahLst/>
              <a:cxnLst/>
              <a:rect l="l" t="t" r="r" b="b"/>
              <a:pathLst>
                <a:path w="1644" h="1643" extrusionOk="0">
                  <a:moveTo>
                    <a:pt x="658" y="0"/>
                  </a:moveTo>
                  <a:lnTo>
                    <a:pt x="506" y="51"/>
                  </a:lnTo>
                  <a:lnTo>
                    <a:pt x="380" y="126"/>
                  </a:lnTo>
                  <a:lnTo>
                    <a:pt x="253" y="228"/>
                  </a:lnTo>
                  <a:lnTo>
                    <a:pt x="152" y="354"/>
                  </a:lnTo>
                  <a:lnTo>
                    <a:pt x="76" y="506"/>
                  </a:lnTo>
                  <a:lnTo>
                    <a:pt x="26" y="657"/>
                  </a:lnTo>
                  <a:lnTo>
                    <a:pt x="1" y="809"/>
                  </a:lnTo>
                  <a:lnTo>
                    <a:pt x="26" y="986"/>
                  </a:lnTo>
                  <a:lnTo>
                    <a:pt x="76" y="1137"/>
                  </a:lnTo>
                  <a:lnTo>
                    <a:pt x="152" y="1289"/>
                  </a:lnTo>
                  <a:lnTo>
                    <a:pt x="253" y="1390"/>
                  </a:lnTo>
                  <a:lnTo>
                    <a:pt x="380" y="1491"/>
                  </a:lnTo>
                  <a:lnTo>
                    <a:pt x="506" y="1567"/>
                  </a:lnTo>
                  <a:lnTo>
                    <a:pt x="658" y="1617"/>
                  </a:lnTo>
                  <a:lnTo>
                    <a:pt x="834" y="1643"/>
                  </a:lnTo>
                  <a:lnTo>
                    <a:pt x="986" y="1617"/>
                  </a:lnTo>
                  <a:lnTo>
                    <a:pt x="1163" y="1567"/>
                  </a:lnTo>
                  <a:lnTo>
                    <a:pt x="1289" y="1491"/>
                  </a:lnTo>
                  <a:lnTo>
                    <a:pt x="1416" y="1390"/>
                  </a:lnTo>
                  <a:lnTo>
                    <a:pt x="1517" y="1289"/>
                  </a:lnTo>
                  <a:lnTo>
                    <a:pt x="1593" y="1137"/>
                  </a:lnTo>
                  <a:lnTo>
                    <a:pt x="1643" y="986"/>
                  </a:lnTo>
                  <a:lnTo>
                    <a:pt x="1643" y="809"/>
                  </a:lnTo>
                  <a:lnTo>
                    <a:pt x="1643" y="657"/>
                  </a:lnTo>
                  <a:lnTo>
                    <a:pt x="1593" y="506"/>
                  </a:lnTo>
                  <a:lnTo>
                    <a:pt x="1517" y="354"/>
                  </a:lnTo>
                  <a:lnTo>
                    <a:pt x="1416" y="228"/>
                  </a:lnTo>
                  <a:lnTo>
                    <a:pt x="1289" y="126"/>
                  </a:lnTo>
                  <a:lnTo>
                    <a:pt x="1163" y="51"/>
                  </a:lnTo>
                  <a:lnTo>
                    <a:pt x="986" y="0"/>
                  </a:lnTo>
                  <a:close/>
                </a:path>
              </a:pathLst>
            </a:custGeom>
            <a:solidFill>
              <a:srgbClr val="9EE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60"/>
            <p:cNvSpPr/>
            <p:nvPr/>
          </p:nvSpPr>
          <p:spPr>
            <a:xfrm>
              <a:off x="5521850" y="2826225"/>
              <a:ext cx="53725" cy="53075"/>
            </a:xfrm>
            <a:custGeom>
              <a:avLst/>
              <a:gdLst/>
              <a:ahLst/>
              <a:cxnLst/>
              <a:rect l="l" t="t" r="r" b="b"/>
              <a:pathLst>
                <a:path w="2149" h="2123" extrusionOk="0">
                  <a:moveTo>
                    <a:pt x="304" y="0"/>
                  </a:moveTo>
                  <a:lnTo>
                    <a:pt x="203" y="25"/>
                  </a:lnTo>
                  <a:lnTo>
                    <a:pt x="101" y="76"/>
                  </a:lnTo>
                  <a:lnTo>
                    <a:pt x="26" y="177"/>
                  </a:lnTo>
                  <a:lnTo>
                    <a:pt x="0" y="303"/>
                  </a:lnTo>
                  <a:lnTo>
                    <a:pt x="26" y="404"/>
                  </a:lnTo>
                  <a:lnTo>
                    <a:pt x="101" y="505"/>
                  </a:lnTo>
                  <a:lnTo>
                    <a:pt x="632" y="1061"/>
                  </a:lnTo>
                  <a:lnTo>
                    <a:pt x="101" y="1592"/>
                  </a:lnTo>
                  <a:lnTo>
                    <a:pt x="26" y="1719"/>
                  </a:lnTo>
                  <a:lnTo>
                    <a:pt x="0" y="1820"/>
                  </a:lnTo>
                  <a:lnTo>
                    <a:pt x="26" y="1946"/>
                  </a:lnTo>
                  <a:lnTo>
                    <a:pt x="101" y="2047"/>
                  </a:lnTo>
                  <a:lnTo>
                    <a:pt x="203" y="2098"/>
                  </a:lnTo>
                  <a:lnTo>
                    <a:pt x="304" y="2123"/>
                  </a:lnTo>
                  <a:lnTo>
                    <a:pt x="430" y="2098"/>
                  </a:lnTo>
                  <a:lnTo>
                    <a:pt x="531" y="2047"/>
                  </a:lnTo>
                  <a:lnTo>
                    <a:pt x="1062" y="1491"/>
                  </a:lnTo>
                  <a:lnTo>
                    <a:pt x="1618" y="2047"/>
                  </a:lnTo>
                  <a:lnTo>
                    <a:pt x="1719" y="2098"/>
                  </a:lnTo>
                  <a:lnTo>
                    <a:pt x="1845" y="2123"/>
                  </a:lnTo>
                  <a:lnTo>
                    <a:pt x="1946" y="2098"/>
                  </a:lnTo>
                  <a:lnTo>
                    <a:pt x="2047" y="2047"/>
                  </a:lnTo>
                  <a:lnTo>
                    <a:pt x="2123" y="1946"/>
                  </a:lnTo>
                  <a:lnTo>
                    <a:pt x="2148" y="1820"/>
                  </a:lnTo>
                  <a:lnTo>
                    <a:pt x="2123" y="1719"/>
                  </a:lnTo>
                  <a:lnTo>
                    <a:pt x="2047" y="1592"/>
                  </a:lnTo>
                  <a:lnTo>
                    <a:pt x="1517" y="1061"/>
                  </a:lnTo>
                  <a:lnTo>
                    <a:pt x="2047" y="505"/>
                  </a:lnTo>
                  <a:lnTo>
                    <a:pt x="2123" y="404"/>
                  </a:lnTo>
                  <a:lnTo>
                    <a:pt x="2148" y="303"/>
                  </a:lnTo>
                  <a:lnTo>
                    <a:pt x="2123" y="177"/>
                  </a:lnTo>
                  <a:lnTo>
                    <a:pt x="2047" y="76"/>
                  </a:lnTo>
                  <a:lnTo>
                    <a:pt x="1946" y="25"/>
                  </a:lnTo>
                  <a:lnTo>
                    <a:pt x="1845" y="0"/>
                  </a:lnTo>
                  <a:lnTo>
                    <a:pt x="1719" y="25"/>
                  </a:lnTo>
                  <a:lnTo>
                    <a:pt x="1618" y="76"/>
                  </a:lnTo>
                  <a:lnTo>
                    <a:pt x="1062" y="632"/>
                  </a:lnTo>
                  <a:lnTo>
                    <a:pt x="531" y="76"/>
                  </a:lnTo>
                  <a:lnTo>
                    <a:pt x="430" y="25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18B0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60"/>
            <p:cNvSpPr/>
            <p:nvPr/>
          </p:nvSpPr>
          <p:spPr>
            <a:xfrm>
              <a:off x="5475725" y="2902025"/>
              <a:ext cx="53725" cy="53725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304" y="1"/>
                  </a:moveTo>
                  <a:lnTo>
                    <a:pt x="203" y="26"/>
                  </a:lnTo>
                  <a:lnTo>
                    <a:pt x="102" y="102"/>
                  </a:lnTo>
                  <a:lnTo>
                    <a:pt x="26" y="203"/>
                  </a:lnTo>
                  <a:lnTo>
                    <a:pt x="1" y="329"/>
                  </a:lnTo>
                  <a:lnTo>
                    <a:pt x="26" y="430"/>
                  </a:lnTo>
                  <a:lnTo>
                    <a:pt x="102" y="531"/>
                  </a:lnTo>
                  <a:lnTo>
                    <a:pt x="632" y="1087"/>
                  </a:lnTo>
                  <a:lnTo>
                    <a:pt x="102" y="1618"/>
                  </a:lnTo>
                  <a:lnTo>
                    <a:pt x="26" y="1719"/>
                  </a:lnTo>
                  <a:lnTo>
                    <a:pt x="1" y="1846"/>
                  </a:lnTo>
                  <a:lnTo>
                    <a:pt x="26" y="1947"/>
                  </a:lnTo>
                  <a:lnTo>
                    <a:pt x="102" y="2048"/>
                  </a:lnTo>
                  <a:lnTo>
                    <a:pt x="203" y="2123"/>
                  </a:lnTo>
                  <a:lnTo>
                    <a:pt x="304" y="2149"/>
                  </a:lnTo>
                  <a:lnTo>
                    <a:pt x="430" y="2123"/>
                  </a:lnTo>
                  <a:lnTo>
                    <a:pt x="531" y="2048"/>
                  </a:lnTo>
                  <a:lnTo>
                    <a:pt x="1062" y="1517"/>
                  </a:lnTo>
                  <a:lnTo>
                    <a:pt x="1618" y="2048"/>
                  </a:lnTo>
                  <a:lnTo>
                    <a:pt x="1719" y="2123"/>
                  </a:lnTo>
                  <a:lnTo>
                    <a:pt x="1845" y="2149"/>
                  </a:lnTo>
                  <a:lnTo>
                    <a:pt x="1946" y="2123"/>
                  </a:lnTo>
                  <a:lnTo>
                    <a:pt x="2048" y="2048"/>
                  </a:lnTo>
                  <a:lnTo>
                    <a:pt x="2123" y="1947"/>
                  </a:lnTo>
                  <a:lnTo>
                    <a:pt x="2149" y="1846"/>
                  </a:lnTo>
                  <a:lnTo>
                    <a:pt x="2123" y="1719"/>
                  </a:lnTo>
                  <a:lnTo>
                    <a:pt x="2048" y="1618"/>
                  </a:lnTo>
                  <a:lnTo>
                    <a:pt x="1517" y="1087"/>
                  </a:lnTo>
                  <a:lnTo>
                    <a:pt x="2048" y="531"/>
                  </a:lnTo>
                  <a:lnTo>
                    <a:pt x="2123" y="430"/>
                  </a:lnTo>
                  <a:lnTo>
                    <a:pt x="2149" y="329"/>
                  </a:lnTo>
                  <a:lnTo>
                    <a:pt x="2123" y="203"/>
                  </a:lnTo>
                  <a:lnTo>
                    <a:pt x="2048" y="102"/>
                  </a:lnTo>
                  <a:lnTo>
                    <a:pt x="1946" y="26"/>
                  </a:lnTo>
                  <a:lnTo>
                    <a:pt x="1845" y="1"/>
                  </a:lnTo>
                  <a:lnTo>
                    <a:pt x="1719" y="26"/>
                  </a:lnTo>
                  <a:lnTo>
                    <a:pt x="1618" y="102"/>
                  </a:lnTo>
                  <a:lnTo>
                    <a:pt x="1062" y="632"/>
                  </a:lnTo>
                  <a:lnTo>
                    <a:pt x="531" y="102"/>
                  </a:lnTo>
                  <a:lnTo>
                    <a:pt x="430" y="26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18B0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60"/>
            <p:cNvSpPr/>
            <p:nvPr/>
          </p:nvSpPr>
          <p:spPr>
            <a:xfrm>
              <a:off x="5646300" y="2762400"/>
              <a:ext cx="53750" cy="53725"/>
            </a:xfrm>
            <a:custGeom>
              <a:avLst/>
              <a:gdLst/>
              <a:ahLst/>
              <a:cxnLst/>
              <a:rect l="l" t="t" r="r" b="b"/>
              <a:pathLst>
                <a:path w="2150" h="2149" extrusionOk="0">
                  <a:moveTo>
                    <a:pt x="329" y="1"/>
                  </a:moveTo>
                  <a:lnTo>
                    <a:pt x="203" y="26"/>
                  </a:lnTo>
                  <a:lnTo>
                    <a:pt x="102" y="102"/>
                  </a:lnTo>
                  <a:lnTo>
                    <a:pt x="26" y="203"/>
                  </a:lnTo>
                  <a:lnTo>
                    <a:pt x="1" y="329"/>
                  </a:lnTo>
                  <a:lnTo>
                    <a:pt x="26" y="430"/>
                  </a:lnTo>
                  <a:lnTo>
                    <a:pt x="102" y="531"/>
                  </a:lnTo>
                  <a:lnTo>
                    <a:pt x="633" y="1087"/>
                  </a:lnTo>
                  <a:lnTo>
                    <a:pt x="102" y="1618"/>
                  </a:lnTo>
                  <a:lnTo>
                    <a:pt x="26" y="1719"/>
                  </a:lnTo>
                  <a:lnTo>
                    <a:pt x="1" y="1845"/>
                  </a:lnTo>
                  <a:lnTo>
                    <a:pt x="26" y="1972"/>
                  </a:lnTo>
                  <a:lnTo>
                    <a:pt x="102" y="2073"/>
                  </a:lnTo>
                  <a:lnTo>
                    <a:pt x="203" y="2123"/>
                  </a:lnTo>
                  <a:lnTo>
                    <a:pt x="329" y="2149"/>
                  </a:lnTo>
                  <a:lnTo>
                    <a:pt x="431" y="2123"/>
                  </a:lnTo>
                  <a:lnTo>
                    <a:pt x="532" y="2073"/>
                  </a:lnTo>
                  <a:lnTo>
                    <a:pt x="1088" y="1517"/>
                  </a:lnTo>
                  <a:lnTo>
                    <a:pt x="1618" y="2073"/>
                  </a:lnTo>
                  <a:lnTo>
                    <a:pt x="1719" y="2123"/>
                  </a:lnTo>
                  <a:lnTo>
                    <a:pt x="1846" y="2149"/>
                  </a:lnTo>
                  <a:lnTo>
                    <a:pt x="1947" y="2123"/>
                  </a:lnTo>
                  <a:lnTo>
                    <a:pt x="2048" y="2073"/>
                  </a:lnTo>
                  <a:lnTo>
                    <a:pt x="2124" y="1972"/>
                  </a:lnTo>
                  <a:lnTo>
                    <a:pt x="2149" y="1845"/>
                  </a:lnTo>
                  <a:lnTo>
                    <a:pt x="2124" y="1719"/>
                  </a:lnTo>
                  <a:lnTo>
                    <a:pt x="2048" y="1618"/>
                  </a:lnTo>
                  <a:lnTo>
                    <a:pt x="1517" y="1087"/>
                  </a:lnTo>
                  <a:lnTo>
                    <a:pt x="2048" y="531"/>
                  </a:lnTo>
                  <a:lnTo>
                    <a:pt x="2124" y="430"/>
                  </a:lnTo>
                  <a:lnTo>
                    <a:pt x="2149" y="329"/>
                  </a:lnTo>
                  <a:lnTo>
                    <a:pt x="2124" y="203"/>
                  </a:lnTo>
                  <a:lnTo>
                    <a:pt x="2048" y="102"/>
                  </a:lnTo>
                  <a:lnTo>
                    <a:pt x="1947" y="26"/>
                  </a:lnTo>
                  <a:lnTo>
                    <a:pt x="1846" y="1"/>
                  </a:lnTo>
                  <a:lnTo>
                    <a:pt x="1719" y="26"/>
                  </a:lnTo>
                  <a:lnTo>
                    <a:pt x="1618" y="102"/>
                  </a:lnTo>
                  <a:lnTo>
                    <a:pt x="1088" y="658"/>
                  </a:lnTo>
                  <a:lnTo>
                    <a:pt x="532" y="102"/>
                  </a:lnTo>
                  <a:lnTo>
                    <a:pt x="431" y="26"/>
                  </a:lnTo>
                  <a:lnTo>
                    <a:pt x="329" y="1"/>
                  </a:lnTo>
                  <a:close/>
                </a:path>
              </a:pathLst>
            </a:custGeom>
            <a:solidFill>
              <a:srgbClr val="18B0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60"/>
            <p:cNvSpPr/>
            <p:nvPr/>
          </p:nvSpPr>
          <p:spPr>
            <a:xfrm>
              <a:off x="5646300" y="2838850"/>
              <a:ext cx="53750" cy="53725"/>
            </a:xfrm>
            <a:custGeom>
              <a:avLst/>
              <a:gdLst/>
              <a:ahLst/>
              <a:cxnLst/>
              <a:rect l="l" t="t" r="r" b="b"/>
              <a:pathLst>
                <a:path w="2150" h="2149" extrusionOk="0">
                  <a:moveTo>
                    <a:pt x="329" y="0"/>
                  </a:moveTo>
                  <a:lnTo>
                    <a:pt x="203" y="26"/>
                  </a:lnTo>
                  <a:lnTo>
                    <a:pt x="102" y="102"/>
                  </a:lnTo>
                  <a:lnTo>
                    <a:pt x="26" y="203"/>
                  </a:lnTo>
                  <a:lnTo>
                    <a:pt x="1" y="304"/>
                  </a:lnTo>
                  <a:lnTo>
                    <a:pt x="26" y="430"/>
                  </a:lnTo>
                  <a:lnTo>
                    <a:pt x="102" y="531"/>
                  </a:lnTo>
                  <a:lnTo>
                    <a:pt x="633" y="1087"/>
                  </a:lnTo>
                  <a:lnTo>
                    <a:pt x="102" y="1618"/>
                  </a:lnTo>
                  <a:lnTo>
                    <a:pt x="26" y="1719"/>
                  </a:lnTo>
                  <a:lnTo>
                    <a:pt x="1" y="1845"/>
                  </a:lnTo>
                  <a:lnTo>
                    <a:pt x="26" y="1946"/>
                  </a:lnTo>
                  <a:lnTo>
                    <a:pt x="102" y="2047"/>
                  </a:lnTo>
                  <a:lnTo>
                    <a:pt x="203" y="2123"/>
                  </a:lnTo>
                  <a:lnTo>
                    <a:pt x="329" y="2149"/>
                  </a:lnTo>
                  <a:lnTo>
                    <a:pt x="431" y="2123"/>
                  </a:lnTo>
                  <a:lnTo>
                    <a:pt x="532" y="2047"/>
                  </a:lnTo>
                  <a:lnTo>
                    <a:pt x="1088" y="1517"/>
                  </a:lnTo>
                  <a:lnTo>
                    <a:pt x="1618" y="2047"/>
                  </a:lnTo>
                  <a:lnTo>
                    <a:pt x="1719" y="2123"/>
                  </a:lnTo>
                  <a:lnTo>
                    <a:pt x="1846" y="2149"/>
                  </a:lnTo>
                  <a:lnTo>
                    <a:pt x="1947" y="2123"/>
                  </a:lnTo>
                  <a:lnTo>
                    <a:pt x="2048" y="2047"/>
                  </a:lnTo>
                  <a:lnTo>
                    <a:pt x="2124" y="1946"/>
                  </a:lnTo>
                  <a:lnTo>
                    <a:pt x="2149" y="1845"/>
                  </a:lnTo>
                  <a:lnTo>
                    <a:pt x="2124" y="1719"/>
                  </a:lnTo>
                  <a:lnTo>
                    <a:pt x="2048" y="1618"/>
                  </a:lnTo>
                  <a:lnTo>
                    <a:pt x="1517" y="1087"/>
                  </a:lnTo>
                  <a:lnTo>
                    <a:pt x="2048" y="531"/>
                  </a:lnTo>
                  <a:lnTo>
                    <a:pt x="2124" y="430"/>
                  </a:lnTo>
                  <a:lnTo>
                    <a:pt x="2149" y="304"/>
                  </a:lnTo>
                  <a:lnTo>
                    <a:pt x="2124" y="203"/>
                  </a:lnTo>
                  <a:lnTo>
                    <a:pt x="2048" y="102"/>
                  </a:lnTo>
                  <a:lnTo>
                    <a:pt x="1947" y="26"/>
                  </a:lnTo>
                  <a:lnTo>
                    <a:pt x="1846" y="0"/>
                  </a:lnTo>
                  <a:lnTo>
                    <a:pt x="1719" y="26"/>
                  </a:lnTo>
                  <a:lnTo>
                    <a:pt x="1618" y="102"/>
                  </a:lnTo>
                  <a:lnTo>
                    <a:pt x="1088" y="632"/>
                  </a:lnTo>
                  <a:lnTo>
                    <a:pt x="532" y="102"/>
                  </a:lnTo>
                  <a:lnTo>
                    <a:pt x="431" y="26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18B0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60"/>
            <p:cNvSpPr/>
            <p:nvPr/>
          </p:nvSpPr>
          <p:spPr>
            <a:xfrm>
              <a:off x="5543950" y="2750400"/>
              <a:ext cx="115650" cy="197775"/>
            </a:xfrm>
            <a:custGeom>
              <a:avLst/>
              <a:gdLst/>
              <a:ahLst/>
              <a:cxnLst/>
              <a:rect l="l" t="t" r="r" b="b"/>
              <a:pathLst>
                <a:path w="4626" h="7911" extrusionOk="0">
                  <a:moveTo>
                    <a:pt x="1189" y="0"/>
                  </a:moveTo>
                  <a:lnTo>
                    <a:pt x="1062" y="26"/>
                  </a:lnTo>
                  <a:lnTo>
                    <a:pt x="961" y="102"/>
                  </a:lnTo>
                  <a:lnTo>
                    <a:pt x="102" y="885"/>
                  </a:lnTo>
                  <a:lnTo>
                    <a:pt x="26" y="986"/>
                  </a:lnTo>
                  <a:lnTo>
                    <a:pt x="1" y="1112"/>
                  </a:lnTo>
                  <a:lnTo>
                    <a:pt x="26" y="1239"/>
                  </a:lnTo>
                  <a:lnTo>
                    <a:pt x="102" y="1340"/>
                  </a:lnTo>
                  <a:lnTo>
                    <a:pt x="961" y="2149"/>
                  </a:lnTo>
                  <a:lnTo>
                    <a:pt x="1062" y="2199"/>
                  </a:lnTo>
                  <a:lnTo>
                    <a:pt x="1163" y="2224"/>
                  </a:lnTo>
                  <a:lnTo>
                    <a:pt x="1290" y="2199"/>
                  </a:lnTo>
                  <a:lnTo>
                    <a:pt x="1391" y="2123"/>
                  </a:lnTo>
                  <a:lnTo>
                    <a:pt x="1467" y="2022"/>
                  </a:lnTo>
                  <a:lnTo>
                    <a:pt x="1467" y="1896"/>
                  </a:lnTo>
                  <a:lnTo>
                    <a:pt x="1441" y="1795"/>
                  </a:lnTo>
                  <a:lnTo>
                    <a:pt x="1391" y="1694"/>
                  </a:lnTo>
                  <a:lnTo>
                    <a:pt x="1088" y="1416"/>
                  </a:lnTo>
                  <a:lnTo>
                    <a:pt x="1138" y="1416"/>
                  </a:lnTo>
                  <a:lnTo>
                    <a:pt x="1340" y="1441"/>
                  </a:lnTo>
                  <a:lnTo>
                    <a:pt x="1568" y="1517"/>
                  </a:lnTo>
                  <a:lnTo>
                    <a:pt x="1745" y="1618"/>
                  </a:lnTo>
                  <a:lnTo>
                    <a:pt x="1922" y="1744"/>
                  </a:lnTo>
                  <a:lnTo>
                    <a:pt x="2048" y="1921"/>
                  </a:lnTo>
                  <a:lnTo>
                    <a:pt x="2149" y="2098"/>
                  </a:lnTo>
                  <a:lnTo>
                    <a:pt x="2200" y="2300"/>
                  </a:lnTo>
                  <a:lnTo>
                    <a:pt x="2225" y="2528"/>
                  </a:lnTo>
                  <a:lnTo>
                    <a:pt x="2225" y="6217"/>
                  </a:lnTo>
                  <a:lnTo>
                    <a:pt x="2250" y="6369"/>
                  </a:lnTo>
                  <a:lnTo>
                    <a:pt x="2275" y="6546"/>
                  </a:lnTo>
                  <a:lnTo>
                    <a:pt x="2301" y="6723"/>
                  </a:lnTo>
                  <a:lnTo>
                    <a:pt x="2376" y="6874"/>
                  </a:lnTo>
                  <a:lnTo>
                    <a:pt x="2452" y="7026"/>
                  </a:lnTo>
                  <a:lnTo>
                    <a:pt x="2528" y="7152"/>
                  </a:lnTo>
                  <a:lnTo>
                    <a:pt x="2629" y="7304"/>
                  </a:lnTo>
                  <a:lnTo>
                    <a:pt x="2730" y="7430"/>
                  </a:lnTo>
                  <a:lnTo>
                    <a:pt x="2857" y="7531"/>
                  </a:lnTo>
                  <a:lnTo>
                    <a:pt x="2983" y="7633"/>
                  </a:lnTo>
                  <a:lnTo>
                    <a:pt x="3135" y="7708"/>
                  </a:lnTo>
                  <a:lnTo>
                    <a:pt x="3286" y="7784"/>
                  </a:lnTo>
                  <a:lnTo>
                    <a:pt x="3438" y="7835"/>
                  </a:lnTo>
                  <a:lnTo>
                    <a:pt x="3615" y="7885"/>
                  </a:lnTo>
                  <a:lnTo>
                    <a:pt x="3766" y="7911"/>
                  </a:lnTo>
                  <a:lnTo>
                    <a:pt x="4423" y="7911"/>
                  </a:lnTo>
                  <a:lnTo>
                    <a:pt x="4525" y="7835"/>
                  </a:lnTo>
                  <a:lnTo>
                    <a:pt x="4600" y="7734"/>
                  </a:lnTo>
                  <a:lnTo>
                    <a:pt x="4626" y="7607"/>
                  </a:lnTo>
                  <a:lnTo>
                    <a:pt x="4600" y="7506"/>
                  </a:lnTo>
                  <a:lnTo>
                    <a:pt x="4525" y="7405"/>
                  </a:lnTo>
                  <a:lnTo>
                    <a:pt x="4423" y="7329"/>
                  </a:lnTo>
                  <a:lnTo>
                    <a:pt x="4297" y="7304"/>
                  </a:lnTo>
                  <a:lnTo>
                    <a:pt x="3943" y="7304"/>
                  </a:lnTo>
                  <a:lnTo>
                    <a:pt x="3741" y="7279"/>
                  </a:lnTo>
                  <a:lnTo>
                    <a:pt x="3514" y="7228"/>
                  </a:lnTo>
                  <a:lnTo>
                    <a:pt x="3337" y="7127"/>
                  </a:lnTo>
                  <a:lnTo>
                    <a:pt x="3160" y="6975"/>
                  </a:lnTo>
                  <a:lnTo>
                    <a:pt x="3034" y="6824"/>
                  </a:lnTo>
                  <a:lnTo>
                    <a:pt x="2932" y="6622"/>
                  </a:lnTo>
                  <a:lnTo>
                    <a:pt x="2882" y="6419"/>
                  </a:lnTo>
                  <a:lnTo>
                    <a:pt x="2857" y="6217"/>
                  </a:lnTo>
                  <a:lnTo>
                    <a:pt x="2857" y="2528"/>
                  </a:lnTo>
                  <a:lnTo>
                    <a:pt x="2831" y="2351"/>
                  </a:lnTo>
                  <a:lnTo>
                    <a:pt x="2806" y="2174"/>
                  </a:lnTo>
                  <a:lnTo>
                    <a:pt x="2781" y="2022"/>
                  </a:lnTo>
                  <a:lnTo>
                    <a:pt x="2705" y="1845"/>
                  </a:lnTo>
                  <a:lnTo>
                    <a:pt x="2629" y="1719"/>
                  </a:lnTo>
                  <a:lnTo>
                    <a:pt x="2553" y="1567"/>
                  </a:lnTo>
                  <a:lnTo>
                    <a:pt x="2452" y="1441"/>
                  </a:lnTo>
                  <a:lnTo>
                    <a:pt x="2351" y="1315"/>
                  </a:lnTo>
                  <a:lnTo>
                    <a:pt x="2225" y="1188"/>
                  </a:lnTo>
                  <a:lnTo>
                    <a:pt x="2098" y="1112"/>
                  </a:lnTo>
                  <a:lnTo>
                    <a:pt x="1947" y="1011"/>
                  </a:lnTo>
                  <a:lnTo>
                    <a:pt x="1795" y="935"/>
                  </a:lnTo>
                  <a:lnTo>
                    <a:pt x="1644" y="885"/>
                  </a:lnTo>
                  <a:lnTo>
                    <a:pt x="1467" y="834"/>
                  </a:lnTo>
                  <a:lnTo>
                    <a:pt x="1315" y="809"/>
                  </a:lnTo>
                  <a:lnTo>
                    <a:pt x="1088" y="809"/>
                  </a:lnTo>
                  <a:lnTo>
                    <a:pt x="1391" y="556"/>
                  </a:lnTo>
                  <a:lnTo>
                    <a:pt x="1441" y="455"/>
                  </a:lnTo>
                  <a:lnTo>
                    <a:pt x="1467" y="329"/>
                  </a:lnTo>
                  <a:lnTo>
                    <a:pt x="1467" y="203"/>
                  </a:lnTo>
                  <a:lnTo>
                    <a:pt x="1391" y="102"/>
                  </a:lnTo>
                  <a:lnTo>
                    <a:pt x="1290" y="51"/>
                  </a:lnTo>
                  <a:lnTo>
                    <a:pt x="1189" y="0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60"/>
            <p:cNvSpPr/>
            <p:nvPr/>
          </p:nvSpPr>
          <p:spPr>
            <a:xfrm>
              <a:off x="5797950" y="2795900"/>
              <a:ext cx="95425" cy="111200"/>
            </a:xfrm>
            <a:custGeom>
              <a:avLst/>
              <a:gdLst/>
              <a:ahLst/>
              <a:cxnLst/>
              <a:rect l="l" t="t" r="r" b="b"/>
              <a:pathLst>
                <a:path w="3817" h="4448" extrusionOk="0">
                  <a:moveTo>
                    <a:pt x="329" y="0"/>
                  </a:moveTo>
                  <a:lnTo>
                    <a:pt x="202" y="25"/>
                  </a:lnTo>
                  <a:lnTo>
                    <a:pt x="101" y="101"/>
                  </a:lnTo>
                  <a:lnTo>
                    <a:pt x="25" y="177"/>
                  </a:lnTo>
                  <a:lnTo>
                    <a:pt x="0" y="303"/>
                  </a:lnTo>
                  <a:lnTo>
                    <a:pt x="25" y="430"/>
                  </a:lnTo>
                  <a:lnTo>
                    <a:pt x="101" y="531"/>
                  </a:lnTo>
                  <a:lnTo>
                    <a:pt x="202" y="581"/>
                  </a:lnTo>
                  <a:lnTo>
                    <a:pt x="329" y="607"/>
                  </a:lnTo>
                  <a:lnTo>
                    <a:pt x="2881" y="607"/>
                  </a:lnTo>
                  <a:lnTo>
                    <a:pt x="3008" y="632"/>
                  </a:lnTo>
                  <a:lnTo>
                    <a:pt x="3109" y="708"/>
                  </a:lnTo>
                  <a:lnTo>
                    <a:pt x="3184" y="809"/>
                  </a:lnTo>
                  <a:lnTo>
                    <a:pt x="3210" y="935"/>
                  </a:lnTo>
                  <a:lnTo>
                    <a:pt x="3210" y="4145"/>
                  </a:lnTo>
                  <a:lnTo>
                    <a:pt x="3210" y="4246"/>
                  </a:lnTo>
                  <a:lnTo>
                    <a:pt x="3286" y="4347"/>
                  </a:lnTo>
                  <a:lnTo>
                    <a:pt x="3387" y="4423"/>
                  </a:lnTo>
                  <a:lnTo>
                    <a:pt x="3513" y="4448"/>
                  </a:lnTo>
                  <a:lnTo>
                    <a:pt x="3614" y="4423"/>
                  </a:lnTo>
                  <a:lnTo>
                    <a:pt x="3715" y="4347"/>
                  </a:lnTo>
                  <a:lnTo>
                    <a:pt x="3791" y="4246"/>
                  </a:lnTo>
                  <a:lnTo>
                    <a:pt x="3816" y="4145"/>
                  </a:lnTo>
                  <a:lnTo>
                    <a:pt x="3816" y="935"/>
                  </a:lnTo>
                  <a:lnTo>
                    <a:pt x="3791" y="733"/>
                  </a:lnTo>
                  <a:lnTo>
                    <a:pt x="3740" y="556"/>
                  </a:lnTo>
                  <a:lnTo>
                    <a:pt x="3665" y="404"/>
                  </a:lnTo>
                  <a:lnTo>
                    <a:pt x="3538" y="278"/>
                  </a:lnTo>
                  <a:lnTo>
                    <a:pt x="3412" y="152"/>
                  </a:lnTo>
                  <a:lnTo>
                    <a:pt x="3260" y="76"/>
                  </a:lnTo>
                  <a:lnTo>
                    <a:pt x="3083" y="25"/>
                  </a:lnTo>
                  <a:lnTo>
                    <a:pt x="2881" y="0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60"/>
            <p:cNvSpPr/>
            <p:nvPr/>
          </p:nvSpPr>
          <p:spPr>
            <a:xfrm>
              <a:off x="5497200" y="2602550"/>
              <a:ext cx="180100" cy="73950"/>
            </a:xfrm>
            <a:custGeom>
              <a:avLst/>
              <a:gdLst/>
              <a:ahLst/>
              <a:cxnLst/>
              <a:rect l="l" t="t" r="r" b="b"/>
              <a:pathLst>
                <a:path w="7204" h="2958" extrusionOk="0">
                  <a:moveTo>
                    <a:pt x="2301" y="1"/>
                  </a:moveTo>
                  <a:lnTo>
                    <a:pt x="2149" y="26"/>
                  </a:lnTo>
                  <a:lnTo>
                    <a:pt x="1997" y="77"/>
                  </a:lnTo>
                  <a:lnTo>
                    <a:pt x="1846" y="152"/>
                  </a:lnTo>
                  <a:lnTo>
                    <a:pt x="1745" y="254"/>
                  </a:lnTo>
                  <a:lnTo>
                    <a:pt x="1643" y="355"/>
                  </a:lnTo>
                  <a:lnTo>
                    <a:pt x="1568" y="506"/>
                  </a:lnTo>
                  <a:lnTo>
                    <a:pt x="1517" y="658"/>
                  </a:lnTo>
                  <a:lnTo>
                    <a:pt x="1492" y="810"/>
                  </a:lnTo>
                  <a:lnTo>
                    <a:pt x="1492" y="1290"/>
                  </a:lnTo>
                  <a:lnTo>
                    <a:pt x="1" y="1290"/>
                  </a:lnTo>
                  <a:lnTo>
                    <a:pt x="1" y="2680"/>
                  </a:lnTo>
                  <a:lnTo>
                    <a:pt x="26" y="2781"/>
                  </a:lnTo>
                  <a:lnTo>
                    <a:pt x="77" y="2857"/>
                  </a:lnTo>
                  <a:lnTo>
                    <a:pt x="178" y="2932"/>
                  </a:lnTo>
                  <a:lnTo>
                    <a:pt x="279" y="2958"/>
                  </a:lnTo>
                  <a:lnTo>
                    <a:pt x="6925" y="2958"/>
                  </a:lnTo>
                  <a:lnTo>
                    <a:pt x="7026" y="2932"/>
                  </a:lnTo>
                  <a:lnTo>
                    <a:pt x="7127" y="2857"/>
                  </a:lnTo>
                  <a:lnTo>
                    <a:pt x="7178" y="2781"/>
                  </a:lnTo>
                  <a:lnTo>
                    <a:pt x="7203" y="2680"/>
                  </a:lnTo>
                  <a:lnTo>
                    <a:pt x="7203" y="1290"/>
                  </a:lnTo>
                  <a:lnTo>
                    <a:pt x="5308" y="1290"/>
                  </a:lnTo>
                  <a:lnTo>
                    <a:pt x="5308" y="810"/>
                  </a:lnTo>
                  <a:lnTo>
                    <a:pt x="5308" y="658"/>
                  </a:lnTo>
                  <a:lnTo>
                    <a:pt x="5257" y="506"/>
                  </a:lnTo>
                  <a:lnTo>
                    <a:pt x="5182" y="355"/>
                  </a:lnTo>
                  <a:lnTo>
                    <a:pt x="5080" y="254"/>
                  </a:lnTo>
                  <a:lnTo>
                    <a:pt x="4954" y="152"/>
                  </a:lnTo>
                  <a:lnTo>
                    <a:pt x="4828" y="77"/>
                  </a:lnTo>
                  <a:lnTo>
                    <a:pt x="4676" y="26"/>
                  </a:lnTo>
                  <a:lnTo>
                    <a:pt x="4499" y="1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60"/>
            <p:cNvSpPr/>
            <p:nvPr/>
          </p:nvSpPr>
          <p:spPr>
            <a:xfrm>
              <a:off x="5805525" y="2938675"/>
              <a:ext cx="48050" cy="104275"/>
            </a:xfrm>
            <a:custGeom>
              <a:avLst/>
              <a:gdLst/>
              <a:ahLst/>
              <a:cxnLst/>
              <a:rect l="l" t="t" r="r" b="b"/>
              <a:pathLst>
                <a:path w="1922" h="4171" extrusionOk="0">
                  <a:moveTo>
                    <a:pt x="0" y="0"/>
                  </a:moveTo>
                  <a:lnTo>
                    <a:pt x="0" y="3892"/>
                  </a:lnTo>
                  <a:lnTo>
                    <a:pt x="26" y="3993"/>
                  </a:lnTo>
                  <a:lnTo>
                    <a:pt x="76" y="4069"/>
                  </a:lnTo>
                  <a:lnTo>
                    <a:pt x="177" y="4145"/>
                  </a:lnTo>
                  <a:lnTo>
                    <a:pt x="278" y="4170"/>
                  </a:lnTo>
                  <a:lnTo>
                    <a:pt x="1643" y="4170"/>
                  </a:lnTo>
                  <a:lnTo>
                    <a:pt x="1744" y="4145"/>
                  </a:lnTo>
                  <a:lnTo>
                    <a:pt x="1845" y="4069"/>
                  </a:lnTo>
                  <a:lnTo>
                    <a:pt x="1896" y="3993"/>
                  </a:lnTo>
                  <a:lnTo>
                    <a:pt x="1921" y="3892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60"/>
            <p:cNvSpPr/>
            <p:nvPr/>
          </p:nvSpPr>
          <p:spPr>
            <a:xfrm>
              <a:off x="5651375" y="2920350"/>
              <a:ext cx="41075" cy="41100"/>
            </a:xfrm>
            <a:custGeom>
              <a:avLst/>
              <a:gdLst/>
              <a:ahLst/>
              <a:cxnLst/>
              <a:rect l="l" t="t" r="r" b="b"/>
              <a:pathLst>
                <a:path w="1643" h="1644" extrusionOk="0">
                  <a:moveTo>
                    <a:pt x="657" y="1"/>
                  </a:moveTo>
                  <a:lnTo>
                    <a:pt x="506" y="51"/>
                  </a:lnTo>
                  <a:lnTo>
                    <a:pt x="379" y="127"/>
                  </a:lnTo>
                  <a:lnTo>
                    <a:pt x="253" y="228"/>
                  </a:lnTo>
                  <a:lnTo>
                    <a:pt x="152" y="354"/>
                  </a:lnTo>
                  <a:lnTo>
                    <a:pt x="76" y="506"/>
                  </a:lnTo>
                  <a:lnTo>
                    <a:pt x="25" y="658"/>
                  </a:lnTo>
                  <a:lnTo>
                    <a:pt x="0" y="809"/>
                  </a:lnTo>
                  <a:lnTo>
                    <a:pt x="25" y="986"/>
                  </a:lnTo>
                  <a:lnTo>
                    <a:pt x="76" y="1138"/>
                  </a:lnTo>
                  <a:lnTo>
                    <a:pt x="152" y="1289"/>
                  </a:lnTo>
                  <a:lnTo>
                    <a:pt x="253" y="1390"/>
                  </a:lnTo>
                  <a:lnTo>
                    <a:pt x="379" y="1492"/>
                  </a:lnTo>
                  <a:lnTo>
                    <a:pt x="506" y="1567"/>
                  </a:lnTo>
                  <a:lnTo>
                    <a:pt x="657" y="1618"/>
                  </a:lnTo>
                  <a:lnTo>
                    <a:pt x="834" y="1643"/>
                  </a:lnTo>
                  <a:lnTo>
                    <a:pt x="1011" y="1618"/>
                  </a:lnTo>
                  <a:lnTo>
                    <a:pt x="1163" y="1567"/>
                  </a:lnTo>
                  <a:lnTo>
                    <a:pt x="1289" y="1492"/>
                  </a:lnTo>
                  <a:lnTo>
                    <a:pt x="1415" y="1390"/>
                  </a:lnTo>
                  <a:lnTo>
                    <a:pt x="1516" y="1289"/>
                  </a:lnTo>
                  <a:lnTo>
                    <a:pt x="1592" y="1138"/>
                  </a:lnTo>
                  <a:lnTo>
                    <a:pt x="1643" y="986"/>
                  </a:lnTo>
                  <a:lnTo>
                    <a:pt x="1643" y="809"/>
                  </a:lnTo>
                  <a:lnTo>
                    <a:pt x="1643" y="658"/>
                  </a:lnTo>
                  <a:lnTo>
                    <a:pt x="1592" y="506"/>
                  </a:lnTo>
                  <a:lnTo>
                    <a:pt x="1516" y="354"/>
                  </a:lnTo>
                  <a:lnTo>
                    <a:pt x="1415" y="228"/>
                  </a:lnTo>
                  <a:lnTo>
                    <a:pt x="1289" y="127"/>
                  </a:lnTo>
                  <a:lnTo>
                    <a:pt x="1163" y="51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9EE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45" name="Google Shape;4545;p60"/>
          <p:cNvGrpSpPr/>
          <p:nvPr/>
        </p:nvGrpSpPr>
        <p:grpSpPr>
          <a:xfrm>
            <a:off x="1878524" y="1431951"/>
            <a:ext cx="332928" cy="365784"/>
            <a:chOff x="2472150" y="3282375"/>
            <a:chExt cx="464400" cy="509875"/>
          </a:xfrm>
        </p:grpSpPr>
        <p:sp>
          <p:nvSpPr>
            <p:cNvPr id="4546" name="Google Shape;4546;p60"/>
            <p:cNvSpPr/>
            <p:nvPr/>
          </p:nvSpPr>
          <p:spPr>
            <a:xfrm>
              <a:off x="2734975" y="3352500"/>
              <a:ext cx="96075" cy="116275"/>
            </a:xfrm>
            <a:custGeom>
              <a:avLst/>
              <a:gdLst/>
              <a:ahLst/>
              <a:cxnLst/>
              <a:rect l="l" t="t" r="r" b="b"/>
              <a:pathLst>
                <a:path w="3843" h="4651" extrusionOk="0">
                  <a:moveTo>
                    <a:pt x="1214" y="0"/>
                  </a:moveTo>
                  <a:lnTo>
                    <a:pt x="633" y="405"/>
                  </a:lnTo>
                  <a:lnTo>
                    <a:pt x="1" y="4246"/>
                  </a:lnTo>
                  <a:lnTo>
                    <a:pt x="405" y="4650"/>
                  </a:lnTo>
                  <a:lnTo>
                    <a:pt x="3286" y="4650"/>
                  </a:lnTo>
                  <a:lnTo>
                    <a:pt x="3842" y="4246"/>
                  </a:lnTo>
                  <a:lnTo>
                    <a:pt x="3286" y="1213"/>
                  </a:lnTo>
                  <a:lnTo>
                    <a:pt x="3134" y="405"/>
                  </a:lnTo>
                  <a:lnTo>
                    <a:pt x="2452" y="0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60"/>
            <p:cNvSpPr/>
            <p:nvPr/>
          </p:nvSpPr>
          <p:spPr>
            <a:xfrm>
              <a:off x="2718550" y="3458650"/>
              <a:ext cx="128275" cy="42350"/>
            </a:xfrm>
            <a:custGeom>
              <a:avLst/>
              <a:gdLst/>
              <a:ahLst/>
              <a:cxnLst/>
              <a:rect l="l" t="t" r="r" b="b"/>
              <a:pathLst>
                <a:path w="5131" h="1694" extrusionOk="0">
                  <a:moveTo>
                    <a:pt x="304" y="0"/>
                  </a:moveTo>
                  <a:lnTo>
                    <a:pt x="178" y="25"/>
                  </a:lnTo>
                  <a:lnTo>
                    <a:pt x="102" y="76"/>
                  </a:lnTo>
                  <a:lnTo>
                    <a:pt x="26" y="177"/>
                  </a:lnTo>
                  <a:lnTo>
                    <a:pt x="1" y="278"/>
                  </a:lnTo>
                  <a:lnTo>
                    <a:pt x="1" y="1693"/>
                  </a:lnTo>
                  <a:lnTo>
                    <a:pt x="5131" y="1693"/>
                  </a:lnTo>
                  <a:lnTo>
                    <a:pt x="5131" y="278"/>
                  </a:lnTo>
                  <a:lnTo>
                    <a:pt x="5131" y="177"/>
                  </a:lnTo>
                  <a:lnTo>
                    <a:pt x="5055" y="76"/>
                  </a:lnTo>
                  <a:lnTo>
                    <a:pt x="4979" y="25"/>
                  </a:lnTo>
                  <a:lnTo>
                    <a:pt x="4853" y="0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60"/>
            <p:cNvSpPr/>
            <p:nvPr/>
          </p:nvSpPr>
          <p:spPr>
            <a:xfrm>
              <a:off x="2702750" y="3490850"/>
              <a:ext cx="160500" cy="48050"/>
            </a:xfrm>
            <a:custGeom>
              <a:avLst/>
              <a:gdLst/>
              <a:ahLst/>
              <a:cxnLst/>
              <a:rect l="l" t="t" r="r" b="b"/>
              <a:pathLst>
                <a:path w="6420" h="1922" extrusionOk="0">
                  <a:moveTo>
                    <a:pt x="279" y="1"/>
                  </a:moveTo>
                  <a:lnTo>
                    <a:pt x="178" y="26"/>
                  </a:lnTo>
                  <a:lnTo>
                    <a:pt x="77" y="77"/>
                  </a:lnTo>
                  <a:lnTo>
                    <a:pt x="26" y="153"/>
                  </a:lnTo>
                  <a:lnTo>
                    <a:pt x="1" y="279"/>
                  </a:lnTo>
                  <a:lnTo>
                    <a:pt x="1" y="1644"/>
                  </a:lnTo>
                  <a:lnTo>
                    <a:pt x="26" y="1745"/>
                  </a:lnTo>
                  <a:lnTo>
                    <a:pt x="77" y="1846"/>
                  </a:lnTo>
                  <a:lnTo>
                    <a:pt x="178" y="1896"/>
                  </a:lnTo>
                  <a:lnTo>
                    <a:pt x="279" y="1922"/>
                  </a:lnTo>
                  <a:lnTo>
                    <a:pt x="6142" y="1922"/>
                  </a:lnTo>
                  <a:lnTo>
                    <a:pt x="6243" y="1896"/>
                  </a:lnTo>
                  <a:lnTo>
                    <a:pt x="6344" y="1846"/>
                  </a:lnTo>
                  <a:lnTo>
                    <a:pt x="6395" y="1745"/>
                  </a:lnTo>
                  <a:lnTo>
                    <a:pt x="6420" y="1644"/>
                  </a:lnTo>
                  <a:lnTo>
                    <a:pt x="6420" y="279"/>
                  </a:lnTo>
                  <a:lnTo>
                    <a:pt x="6395" y="153"/>
                  </a:lnTo>
                  <a:lnTo>
                    <a:pt x="6344" y="77"/>
                  </a:lnTo>
                  <a:lnTo>
                    <a:pt x="6243" y="26"/>
                  </a:lnTo>
                  <a:lnTo>
                    <a:pt x="6142" y="1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60"/>
            <p:cNvSpPr/>
            <p:nvPr/>
          </p:nvSpPr>
          <p:spPr>
            <a:xfrm>
              <a:off x="2573875" y="3547725"/>
              <a:ext cx="362675" cy="151025"/>
            </a:xfrm>
            <a:custGeom>
              <a:avLst/>
              <a:gdLst/>
              <a:ahLst/>
              <a:cxnLst/>
              <a:rect l="l" t="t" r="r" b="b"/>
              <a:pathLst>
                <a:path w="14507" h="6041" extrusionOk="0">
                  <a:moveTo>
                    <a:pt x="13571" y="0"/>
                  </a:moveTo>
                  <a:lnTo>
                    <a:pt x="13420" y="26"/>
                  </a:lnTo>
                  <a:lnTo>
                    <a:pt x="13268" y="102"/>
                  </a:lnTo>
                  <a:lnTo>
                    <a:pt x="10412" y="1744"/>
                  </a:lnTo>
                  <a:lnTo>
                    <a:pt x="9124" y="2502"/>
                  </a:lnTo>
                  <a:lnTo>
                    <a:pt x="8846" y="2654"/>
                  </a:lnTo>
                  <a:lnTo>
                    <a:pt x="8871" y="2502"/>
                  </a:lnTo>
                  <a:lnTo>
                    <a:pt x="8896" y="2427"/>
                  </a:lnTo>
                  <a:lnTo>
                    <a:pt x="8896" y="2351"/>
                  </a:lnTo>
                  <a:lnTo>
                    <a:pt x="8871" y="2199"/>
                  </a:lnTo>
                  <a:lnTo>
                    <a:pt x="8795" y="2047"/>
                  </a:lnTo>
                  <a:lnTo>
                    <a:pt x="8719" y="1921"/>
                  </a:lnTo>
                  <a:lnTo>
                    <a:pt x="8618" y="1820"/>
                  </a:lnTo>
                  <a:lnTo>
                    <a:pt x="8517" y="1719"/>
                  </a:lnTo>
                  <a:lnTo>
                    <a:pt x="8365" y="1643"/>
                  </a:lnTo>
                  <a:lnTo>
                    <a:pt x="8214" y="1618"/>
                  </a:lnTo>
                  <a:lnTo>
                    <a:pt x="8062" y="1593"/>
                  </a:lnTo>
                  <a:lnTo>
                    <a:pt x="6116" y="1593"/>
                  </a:lnTo>
                  <a:lnTo>
                    <a:pt x="5131" y="1213"/>
                  </a:lnTo>
                  <a:lnTo>
                    <a:pt x="4802" y="1087"/>
                  </a:lnTo>
                  <a:lnTo>
                    <a:pt x="4448" y="1011"/>
                  </a:lnTo>
                  <a:lnTo>
                    <a:pt x="4094" y="961"/>
                  </a:lnTo>
                  <a:lnTo>
                    <a:pt x="3513" y="961"/>
                  </a:lnTo>
                  <a:lnTo>
                    <a:pt x="3286" y="986"/>
                  </a:lnTo>
                  <a:lnTo>
                    <a:pt x="2881" y="1062"/>
                  </a:lnTo>
                  <a:lnTo>
                    <a:pt x="2477" y="1188"/>
                  </a:lnTo>
                  <a:lnTo>
                    <a:pt x="2123" y="1365"/>
                  </a:lnTo>
                  <a:lnTo>
                    <a:pt x="1769" y="1567"/>
                  </a:lnTo>
                  <a:lnTo>
                    <a:pt x="1466" y="1795"/>
                  </a:lnTo>
                  <a:lnTo>
                    <a:pt x="1188" y="2047"/>
                  </a:lnTo>
                  <a:lnTo>
                    <a:pt x="935" y="2275"/>
                  </a:lnTo>
                  <a:lnTo>
                    <a:pt x="733" y="2528"/>
                  </a:lnTo>
                  <a:lnTo>
                    <a:pt x="531" y="2780"/>
                  </a:lnTo>
                  <a:lnTo>
                    <a:pt x="228" y="3210"/>
                  </a:lnTo>
                  <a:lnTo>
                    <a:pt x="51" y="3513"/>
                  </a:lnTo>
                  <a:lnTo>
                    <a:pt x="0" y="3614"/>
                  </a:lnTo>
                  <a:lnTo>
                    <a:pt x="26" y="4322"/>
                  </a:lnTo>
                  <a:lnTo>
                    <a:pt x="1744" y="6040"/>
                  </a:lnTo>
                  <a:lnTo>
                    <a:pt x="7607" y="6040"/>
                  </a:lnTo>
                  <a:lnTo>
                    <a:pt x="7961" y="6015"/>
                  </a:lnTo>
                  <a:lnTo>
                    <a:pt x="8290" y="5939"/>
                  </a:lnTo>
                  <a:lnTo>
                    <a:pt x="8593" y="5788"/>
                  </a:lnTo>
                  <a:lnTo>
                    <a:pt x="8871" y="5611"/>
                  </a:lnTo>
                  <a:lnTo>
                    <a:pt x="14102" y="1542"/>
                  </a:lnTo>
                  <a:lnTo>
                    <a:pt x="14229" y="1441"/>
                  </a:lnTo>
                  <a:lnTo>
                    <a:pt x="14330" y="1315"/>
                  </a:lnTo>
                  <a:lnTo>
                    <a:pt x="14405" y="1188"/>
                  </a:lnTo>
                  <a:lnTo>
                    <a:pt x="14481" y="1037"/>
                  </a:lnTo>
                  <a:lnTo>
                    <a:pt x="14507" y="860"/>
                  </a:lnTo>
                  <a:lnTo>
                    <a:pt x="14507" y="708"/>
                  </a:lnTo>
                  <a:lnTo>
                    <a:pt x="14456" y="556"/>
                  </a:lnTo>
                  <a:lnTo>
                    <a:pt x="14405" y="405"/>
                  </a:lnTo>
                  <a:lnTo>
                    <a:pt x="14304" y="278"/>
                  </a:lnTo>
                  <a:lnTo>
                    <a:pt x="14178" y="152"/>
                  </a:lnTo>
                  <a:lnTo>
                    <a:pt x="14052" y="76"/>
                  </a:lnTo>
                  <a:lnTo>
                    <a:pt x="13900" y="26"/>
                  </a:lnTo>
                  <a:lnTo>
                    <a:pt x="13748" y="0"/>
                  </a:ln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60"/>
            <p:cNvSpPr/>
            <p:nvPr/>
          </p:nvSpPr>
          <p:spPr>
            <a:xfrm>
              <a:off x="2762775" y="3547725"/>
              <a:ext cx="168100" cy="88475"/>
            </a:xfrm>
            <a:custGeom>
              <a:avLst/>
              <a:gdLst/>
              <a:ahLst/>
              <a:cxnLst/>
              <a:rect l="l" t="t" r="r" b="b"/>
              <a:pathLst>
                <a:path w="6724" h="3539" extrusionOk="0">
                  <a:moveTo>
                    <a:pt x="5990" y="0"/>
                  </a:moveTo>
                  <a:lnTo>
                    <a:pt x="5839" y="51"/>
                  </a:lnTo>
                  <a:lnTo>
                    <a:pt x="5712" y="102"/>
                  </a:lnTo>
                  <a:lnTo>
                    <a:pt x="2856" y="1744"/>
                  </a:lnTo>
                  <a:lnTo>
                    <a:pt x="1290" y="2654"/>
                  </a:lnTo>
                  <a:lnTo>
                    <a:pt x="1239" y="2755"/>
                  </a:lnTo>
                  <a:lnTo>
                    <a:pt x="1189" y="2881"/>
                  </a:lnTo>
                  <a:lnTo>
                    <a:pt x="1012" y="3058"/>
                  </a:lnTo>
                  <a:lnTo>
                    <a:pt x="784" y="3210"/>
                  </a:lnTo>
                  <a:lnTo>
                    <a:pt x="557" y="3336"/>
                  </a:lnTo>
                  <a:lnTo>
                    <a:pt x="355" y="3437"/>
                  </a:lnTo>
                  <a:lnTo>
                    <a:pt x="178" y="3488"/>
                  </a:lnTo>
                  <a:lnTo>
                    <a:pt x="1" y="3538"/>
                  </a:lnTo>
                  <a:lnTo>
                    <a:pt x="1012" y="3538"/>
                  </a:lnTo>
                  <a:lnTo>
                    <a:pt x="1087" y="3513"/>
                  </a:lnTo>
                  <a:lnTo>
                    <a:pt x="4095" y="1744"/>
                  </a:lnTo>
                  <a:lnTo>
                    <a:pt x="6723" y="253"/>
                  </a:lnTo>
                  <a:lnTo>
                    <a:pt x="6622" y="152"/>
                  </a:lnTo>
                  <a:lnTo>
                    <a:pt x="6496" y="76"/>
                  </a:lnTo>
                  <a:lnTo>
                    <a:pt x="6369" y="26"/>
                  </a:lnTo>
                  <a:lnTo>
                    <a:pt x="6243" y="0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60"/>
            <p:cNvSpPr/>
            <p:nvPr/>
          </p:nvSpPr>
          <p:spPr>
            <a:xfrm>
              <a:off x="2573875" y="3571725"/>
              <a:ext cx="109950" cy="127025"/>
            </a:xfrm>
            <a:custGeom>
              <a:avLst/>
              <a:gdLst/>
              <a:ahLst/>
              <a:cxnLst/>
              <a:rect l="l" t="t" r="r" b="b"/>
              <a:pathLst>
                <a:path w="4398" h="5081" extrusionOk="0">
                  <a:moveTo>
                    <a:pt x="3513" y="1"/>
                  </a:moveTo>
                  <a:lnTo>
                    <a:pt x="3286" y="26"/>
                  </a:lnTo>
                  <a:lnTo>
                    <a:pt x="2881" y="102"/>
                  </a:lnTo>
                  <a:lnTo>
                    <a:pt x="2477" y="228"/>
                  </a:lnTo>
                  <a:lnTo>
                    <a:pt x="2123" y="405"/>
                  </a:lnTo>
                  <a:lnTo>
                    <a:pt x="1769" y="607"/>
                  </a:lnTo>
                  <a:lnTo>
                    <a:pt x="1466" y="835"/>
                  </a:lnTo>
                  <a:lnTo>
                    <a:pt x="1188" y="1087"/>
                  </a:lnTo>
                  <a:lnTo>
                    <a:pt x="935" y="1315"/>
                  </a:lnTo>
                  <a:lnTo>
                    <a:pt x="733" y="1568"/>
                  </a:lnTo>
                  <a:lnTo>
                    <a:pt x="531" y="1820"/>
                  </a:lnTo>
                  <a:lnTo>
                    <a:pt x="228" y="2250"/>
                  </a:lnTo>
                  <a:lnTo>
                    <a:pt x="51" y="2553"/>
                  </a:lnTo>
                  <a:lnTo>
                    <a:pt x="0" y="2654"/>
                  </a:lnTo>
                  <a:lnTo>
                    <a:pt x="26" y="3362"/>
                  </a:lnTo>
                  <a:lnTo>
                    <a:pt x="1744" y="5080"/>
                  </a:lnTo>
                  <a:lnTo>
                    <a:pt x="3665" y="5080"/>
                  </a:lnTo>
                  <a:lnTo>
                    <a:pt x="1719" y="3134"/>
                  </a:lnTo>
                  <a:lnTo>
                    <a:pt x="1618" y="3008"/>
                  </a:lnTo>
                  <a:lnTo>
                    <a:pt x="1542" y="2882"/>
                  </a:lnTo>
                  <a:lnTo>
                    <a:pt x="1491" y="2755"/>
                  </a:lnTo>
                  <a:lnTo>
                    <a:pt x="1466" y="2604"/>
                  </a:lnTo>
                  <a:lnTo>
                    <a:pt x="1466" y="2452"/>
                  </a:lnTo>
                  <a:lnTo>
                    <a:pt x="1491" y="2300"/>
                  </a:lnTo>
                  <a:lnTo>
                    <a:pt x="1542" y="2149"/>
                  </a:lnTo>
                  <a:lnTo>
                    <a:pt x="1618" y="2022"/>
                  </a:lnTo>
                  <a:lnTo>
                    <a:pt x="1871" y="1694"/>
                  </a:lnTo>
                  <a:lnTo>
                    <a:pt x="2174" y="1315"/>
                  </a:lnTo>
                  <a:lnTo>
                    <a:pt x="2376" y="1113"/>
                  </a:lnTo>
                  <a:lnTo>
                    <a:pt x="2603" y="911"/>
                  </a:lnTo>
                  <a:lnTo>
                    <a:pt x="2856" y="734"/>
                  </a:lnTo>
                  <a:lnTo>
                    <a:pt x="3134" y="531"/>
                  </a:lnTo>
                  <a:lnTo>
                    <a:pt x="3412" y="380"/>
                  </a:lnTo>
                  <a:lnTo>
                    <a:pt x="3715" y="228"/>
                  </a:lnTo>
                  <a:lnTo>
                    <a:pt x="4044" y="127"/>
                  </a:lnTo>
                  <a:lnTo>
                    <a:pt x="4398" y="51"/>
                  </a:lnTo>
                  <a:lnTo>
                    <a:pt x="4069" y="1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60"/>
            <p:cNvSpPr/>
            <p:nvPr/>
          </p:nvSpPr>
          <p:spPr>
            <a:xfrm>
              <a:off x="2527750" y="3618475"/>
              <a:ext cx="132075" cy="130825"/>
            </a:xfrm>
            <a:custGeom>
              <a:avLst/>
              <a:gdLst/>
              <a:ahLst/>
              <a:cxnLst/>
              <a:rect l="l" t="t" r="r" b="b"/>
              <a:pathLst>
                <a:path w="5283" h="5233" extrusionOk="0">
                  <a:moveTo>
                    <a:pt x="936" y="1"/>
                  </a:moveTo>
                  <a:lnTo>
                    <a:pt x="835" y="26"/>
                  </a:lnTo>
                  <a:lnTo>
                    <a:pt x="759" y="77"/>
                  </a:lnTo>
                  <a:lnTo>
                    <a:pt x="76" y="759"/>
                  </a:lnTo>
                  <a:lnTo>
                    <a:pt x="1" y="1568"/>
                  </a:lnTo>
                  <a:lnTo>
                    <a:pt x="3665" y="5232"/>
                  </a:lnTo>
                  <a:lnTo>
                    <a:pt x="4524" y="5232"/>
                  </a:lnTo>
                  <a:lnTo>
                    <a:pt x="5207" y="4550"/>
                  </a:lnTo>
                  <a:lnTo>
                    <a:pt x="5282" y="4449"/>
                  </a:lnTo>
                  <a:lnTo>
                    <a:pt x="5282" y="4348"/>
                  </a:lnTo>
                  <a:lnTo>
                    <a:pt x="5282" y="4247"/>
                  </a:lnTo>
                  <a:lnTo>
                    <a:pt x="5207" y="4145"/>
                  </a:lnTo>
                  <a:lnTo>
                    <a:pt x="1138" y="77"/>
                  </a:lnTo>
                  <a:lnTo>
                    <a:pt x="1062" y="26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60"/>
            <p:cNvSpPr/>
            <p:nvPr/>
          </p:nvSpPr>
          <p:spPr>
            <a:xfrm>
              <a:off x="2674325" y="3606475"/>
              <a:ext cx="128925" cy="29725"/>
            </a:xfrm>
            <a:custGeom>
              <a:avLst/>
              <a:gdLst/>
              <a:ahLst/>
              <a:cxnLst/>
              <a:rect l="l" t="t" r="r" b="b"/>
              <a:pathLst>
                <a:path w="5157" h="1189" extrusionOk="0">
                  <a:moveTo>
                    <a:pt x="4752" y="1"/>
                  </a:moveTo>
                  <a:lnTo>
                    <a:pt x="4676" y="51"/>
                  </a:lnTo>
                  <a:lnTo>
                    <a:pt x="4600" y="127"/>
                  </a:lnTo>
                  <a:lnTo>
                    <a:pt x="4550" y="228"/>
                  </a:lnTo>
                  <a:lnTo>
                    <a:pt x="4474" y="354"/>
                  </a:lnTo>
                  <a:lnTo>
                    <a:pt x="4347" y="481"/>
                  </a:lnTo>
                  <a:lnTo>
                    <a:pt x="4221" y="557"/>
                  </a:lnTo>
                  <a:lnTo>
                    <a:pt x="4044" y="582"/>
                  </a:lnTo>
                  <a:lnTo>
                    <a:pt x="304" y="582"/>
                  </a:lnTo>
                  <a:lnTo>
                    <a:pt x="178" y="607"/>
                  </a:lnTo>
                  <a:lnTo>
                    <a:pt x="102" y="683"/>
                  </a:lnTo>
                  <a:lnTo>
                    <a:pt x="26" y="759"/>
                  </a:lnTo>
                  <a:lnTo>
                    <a:pt x="1" y="885"/>
                  </a:lnTo>
                  <a:lnTo>
                    <a:pt x="26" y="1012"/>
                  </a:lnTo>
                  <a:lnTo>
                    <a:pt x="102" y="1113"/>
                  </a:lnTo>
                  <a:lnTo>
                    <a:pt x="178" y="1163"/>
                  </a:lnTo>
                  <a:lnTo>
                    <a:pt x="304" y="1188"/>
                  </a:lnTo>
                  <a:lnTo>
                    <a:pt x="4221" y="1188"/>
                  </a:lnTo>
                  <a:lnTo>
                    <a:pt x="4398" y="1138"/>
                  </a:lnTo>
                  <a:lnTo>
                    <a:pt x="4575" y="1062"/>
                  </a:lnTo>
                  <a:lnTo>
                    <a:pt x="4727" y="986"/>
                  </a:lnTo>
                  <a:lnTo>
                    <a:pt x="4853" y="860"/>
                  </a:lnTo>
                  <a:lnTo>
                    <a:pt x="4979" y="734"/>
                  </a:lnTo>
                  <a:lnTo>
                    <a:pt x="5055" y="582"/>
                  </a:lnTo>
                  <a:lnTo>
                    <a:pt x="5131" y="405"/>
                  </a:lnTo>
                  <a:lnTo>
                    <a:pt x="5156" y="279"/>
                  </a:lnTo>
                  <a:lnTo>
                    <a:pt x="5106" y="152"/>
                  </a:lnTo>
                  <a:lnTo>
                    <a:pt x="4828" y="304"/>
                  </a:lnTo>
                  <a:lnTo>
                    <a:pt x="4853" y="152"/>
                  </a:lnTo>
                  <a:lnTo>
                    <a:pt x="4878" y="77"/>
                  </a:lnTo>
                  <a:lnTo>
                    <a:pt x="4878" y="1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60"/>
            <p:cNvSpPr/>
            <p:nvPr/>
          </p:nvSpPr>
          <p:spPr>
            <a:xfrm>
              <a:off x="2702750" y="3282375"/>
              <a:ext cx="160500" cy="80250"/>
            </a:xfrm>
            <a:custGeom>
              <a:avLst/>
              <a:gdLst/>
              <a:ahLst/>
              <a:cxnLst/>
              <a:rect l="l" t="t" r="r" b="b"/>
              <a:pathLst>
                <a:path w="6420" h="3210" extrusionOk="0">
                  <a:moveTo>
                    <a:pt x="279" y="0"/>
                  </a:moveTo>
                  <a:lnTo>
                    <a:pt x="178" y="26"/>
                  </a:lnTo>
                  <a:lnTo>
                    <a:pt x="77" y="76"/>
                  </a:lnTo>
                  <a:lnTo>
                    <a:pt x="26" y="177"/>
                  </a:lnTo>
                  <a:lnTo>
                    <a:pt x="1" y="278"/>
                  </a:lnTo>
                  <a:lnTo>
                    <a:pt x="1" y="1289"/>
                  </a:lnTo>
                  <a:lnTo>
                    <a:pt x="1214" y="3083"/>
                  </a:lnTo>
                  <a:lnTo>
                    <a:pt x="1239" y="3134"/>
                  </a:lnTo>
                  <a:lnTo>
                    <a:pt x="1315" y="3185"/>
                  </a:lnTo>
                  <a:lnTo>
                    <a:pt x="1366" y="3185"/>
                  </a:lnTo>
                  <a:lnTo>
                    <a:pt x="1441" y="3210"/>
                  </a:lnTo>
                  <a:lnTo>
                    <a:pt x="4979" y="3210"/>
                  </a:lnTo>
                  <a:lnTo>
                    <a:pt x="5055" y="3185"/>
                  </a:lnTo>
                  <a:lnTo>
                    <a:pt x="5106" y="3185"/>
                  </a:lnTo>
                  <a:lnTo>
                    <a:pt x="5182" y="3134"/>
                  </a:lnTo>
                  <a:lnTo>
                    <a:pt x="5207" y="3083"/>
                  </a:lnTo>
                  <a:lnTo>
                    <a:pt x="6420" y="1289"/>
                  </a:lnTo>
                  <a:lnTo>
                    <a:pt x="6420" y="278"/>
                  </a:lnTo>
                  <a:lnTo>
                    <a:pt x="6395" y="177"/>
                  </a:lnTo>
                  <a:lnTo>
                    <a:pt x="6344" y="76"/>
                  </a:lnTo>
                  <a:lnTo>
                    <a:pt x="6243" y="26"/>
                  </a:lnTo>
                  <a:lnTo>
                    <a:pt x="6142" y="0"/>
                  </a:lnTo>
                  <a:lnTo>
                    <a:pt x="5460" y="0"/>
                  </a:lnTo>
                  <a:lnTo>
                    <a:pt x="5333" y="26"/>
                  </a:lnTo>
                  <a:lnTo>
                    <a:pt x="5257" y="76"/>
                  </a:lnTo>
                  <a:lnTo>
                    <a:pt x="5182" y="177"/>
                  </a:lnTo>
                  <a:lnTo>
                    <a:pt x="5182" y="278"/>
                  </a:lnTo>
                  <a:lnTo>
                    <a:pt x="5182" y="1289"/>
                  </a:lnTo>
                  <a:lnTo>
                    <a:pt x="3842" y="1289"/>
                  </a:lnTo>
                  <a:lnTo>
                    <a:pt x="3842" y="278"/>
                  </a:lnTo>
                  <a:lnTo>
                    <a:pt x="3817" y="177"/>
                  </a:lnTo>
                  <a:lnTo>
                    <a:pt x="3766" y="76"/>
                  </a:lnTo>
                  <a:lnTo>
                    <a:pt x="3691" y="26"/>
                  </a:lnTo>
                  <a:lnTo>
                    <a:pt x="3564" y="0"/>
                  </a:lnTo>
                  <a:lnTo>
                    <a:pt x="2857" y="0"/>
                  </a:lnTo>
                  <a:lnTo>
                    <a:pt x="2730" y="26"/>
                  </a:lnTo>
                  <a:lnTo>
                    <a:pt x="2654" y="76"/>
                  </a:lnTo>
                  <a:lnTo>
                    <a:pt x="2579" y="177"/>
                  </a:lnTo>
                  <a:lnTo>
                    <a:pt x="2579" y="278"/>
                  </a:lnTo>
                  <a:lnTo>
                    <a:pt x="2579" y="1289"/>
                  </a:lnTo>
                  <a:lnTo>
                    <a:pt x="1290" y="1289"/>
                  </a:lnTo>
                  <a:lnTo>
                    <a:pt x="1290" y="278"/>
                  </a:lnTo>
                  <a:lnTo>
                    <a:pt x="1264" y="177"/>
                  </a:lnTo>
                  <a:lnTo>
                    <a:pt x="1214" y="76"/>
                  </a:lnTo>
                  <a:lnTo>
                    <a:pt x="1113" y="26"/>
                  </a:lnTo>
                  <a:lnTo>
                    <a:pt x="1012" y="0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60"/>
            <p:cNvSpPr/>
            <p:nvPr/>
          </p:nvSpPr>
          <p:spPr>
            <a:xfrm>
              <a:off x="2472150" y="3626700"/>
              <a:ext cx="168725" cy="165550"/>
            </a:xfrm>
            <a:custGeom>
              <a:avLst/>
              <a:gdLst/>
              <a:ahLst/>
              <a:cxnLst/>
              <a:rect l="l" t="t" r="r" b="b"/>
              <a:pathLst>
                <a:path w="6749" h="6622" extrusionOk="0">
                  <a:moveTo>
                    <a:pt x="1744" y="0"/>
                  </a:moveTo>
                  <a:lnTo>
                    <a:pt x="1618" y="26"/>
                  </a:lnTo>
                  <a:lnTo>
                    <a:pt x="1542" y="76"/>
                  </a:lnTo>
                  <a:lnTo>
                    <a:pt x="76" y="1542"/>
                  </a:lnTo>
                  <a:lnTo>
                    <a:pt x="26" y="1618"/>
                  </a:lnTo>
                  <a:lnTo>
                    <a:pt x="1" y="1719"/>
                  </a:lnTo>
                  <a:lnTo>
                    <a:pt x="26" y="1845"/>
                  </a:lnTo>
                  <a:lnTo>
                    <a:pt x="76" y="1921"/>
                  </a:lnTo>
                  <a:lnTo>
                    <a:pt x="4701" y="6546"/>
                  </a:lnTo>
                  <a:lnTo>
                    <a:pt x="4802" y="6622"/>
                  </a:lnTo>
                  <a:lnTo>
                    <a:pt x="5004" y="6622"/>
                  </a:lnTo>
                  <a:lnTo>
                    <a:pt x="5106" y="6546"/>
                  </a:lnTo>
                  <a:lnTo>
                    <a:pt x="6748" y="4903"/>
                  </a:lnTo>
                  <a:lnTo>
                    <a:pt x="1921" y="76"/>
                  </a:lnTo>
                  <a:lnTo>
                    <a:pt x="1845" y="26"/>
                  </a:lnTo>
                  <a:lnTo>
                    <a:pt x="1744" y="0"/>
                  </a:lnTo>
                  <a:close/>
                </a:path>
              </a:pathLst>
            </a:custGeom>
            <a:solidFill>
              <a:srgbClr val="60B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56" name="Google Shape;4556;p60"/>
          <p:cNvGrpSpPr/>
          <p:nvPr/>
        </p:nvGrpSpPr>
        <p:grpSpPr>
          <a:xfrm>
            <a:off x="6946974" y="1420401"/>
            <a:ext cx="365995" cy="365784"/>
            <a:chOff x="3186075" y="3282375"/>
            <a:chExt cx="510525" cy="509875"/>
          </a:xfrm>
        </p:grpSpPr>
        <p:sp>
          <p:nvSpPr>
            <p:cNvPr id="4557" name="Google Shape;4557;p60"/>
            <p:cNvSpPr/>
            <p:nvPr/>
          </p:nvSpPr>
          <p:spPr>
            <a:xfrm>
              <a:off x="3186075" y="3752425"/>
              <a:ext cx="137775" cy="39825"/>
            </a:xfrm>
            <a:custGeom>
              <a:avLst/>
              <a:gdLst/>
              <a:ahLst/>
              <a:cxnLst/>
              <a:rect l="l" t="t" r="r" b="b"/>
              <a:pathLst>
                <a:path w="5511" h="1593" extrusionOk="0">
                  <a:moveTo>
                    <a:pt x="279" y="0"/>
                  </a:moveTo>
                  <a:lnTo>
                    <a:pt x="178" y="26"/>
                  </a:lnTo>
                  <a:lnTo>
                    <a:pt x="102" y="76"/>
                  </a:lnTo>
                  <a:lnTo>
                    <a:pt x="26" y="177"/>
                  </a:lnTo>
                  <a:lnTo>
                    <a:pt x="1" y="278"/>
                  </a:lnTo>
                  <a:lnTo>
                    <a:pt x="1" y="1593"/>
                  </a:lnTo>
                  <a:lnTo>
                    <a:pt x="5510" y="1593"/>
                  </a:lnTo>
                  <a:lnTo>
                    <a:pt x="5510" y="0"/>
                  </a:lnTo>
                  <a:close/>
                </a:path>
              </a:pathLst>
            </a:custGeom>
            <a:solidFill>
              <a:srgbClr val="18B0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60"/>
            <p:cNvSpPr/>
            <p:nvPr/>
          </p:nvSpPr>
          <p:spPr>
            <a:xfrm>
              <a:off x="3622650" y="3327850"/>
              <a:ext cx="32250" cy="32250"/>
            </a:xfrm>
            <a:custGeom>
              <a:avLst/>
              <a:gdLst/>
              <a:ahLst/>
              <a:cxnLst/>
              <a:rect l="l" t="t" r="r" b="b"/>
              <a:pathLst>
                <a:path w="1290" h="1290" extrusionOk="0">
                  <a:moveTo>
                    <a:pt x="1" y="1"/>
                  </a:moveTo>
                  <a:lnTo>
                    <a:pt x="1" y="1012"/>
                  </a:lnTo>
                  <a:lnTo>
                    <a:pt x="26" y="1113"/>
                  </a:lnTo>
                  <a:lnTo>
                    <a:pt x="77" y="1189"/>
                  </a:lnTo>
                  <a:lnTo>
                    <a:pt x="178" y="1264"/>
                  </a:lnTo>
                  <a:lnTo>
                    <a:pt x="279" y="1290"/>
                  </a:lnTo>
                  <a:lnTo>
                    <a:pt x="1012" y="1290"/>
                  </a:lnTo>
                  <a:lnTo>
                    <a:pt x="1113" y="1264"/>
                  </a:lnTo>
                  <a:lnTo>
                    <a:pt x="1189" y="1189"/>
                  </a:lnTo>
                  <a:lnTo>
                    <a:pt x="1264" y="1113"/>
                  </a:lnTo>
                  <a:lnTo>
                    <a:pt x="1290" y="1012"/>
                  </a:lnTo>
                  <a:lnTo>
                    <a:pt x="1290" y="279"/>
                  </a:lnTo>
                  <a:lnTo>
                    <a:pt x="1264" y="178"/>
                  </a:lnTo>
                  <a:lnTo>
                    <a:pt x="1189" y="77"/>
                  </a:lnTo>
                  <a:lnTo>
                    <a:pt x="1113" y="26"/>
                  </a:lnTo>
                  <a:lnTo>
                    <a:pt x="1012" y="1"/>
                  </a:lnTo>
                  <a:close/>
                </a:path>
              </a:pathLst>
            </a:custGeom>
            <a:solidFill>
              <a:srgbClr val="18B0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60"/>
            <p:cNvSpPr/>
            <p:nvPr/>
          </p:nvSpPr>
          <p:spPr>
            <a:xfrm>
              <a:off x="3584750" y="3305750"/>
              <a:ext cx="48050" cy="32250"/>
            </a:xfrm>
            <a:custGeom>
              <a:avLst/>
              <a:gdLst/>
              <a:ahLst/>
              <a:cxnLst/>
              <a:rect l="l" t="t" r="r" b="b"/>
              <a:pathLst>
                <a:path w="1922" h="1290" extrusionOk="0">
                  <a:moveTo>
                    <a:pt x="1" y="0"/>
                  </a:moveTo>
                  <a:lnTo>
                    <a:pt x="1" y="1289"/>
                  </a:lnTo>
                  <a:lnTo>
                    <a:pt x="1921" y="1289"/>
                  </a:lnTo>
                  <a:lnTo>
                    <a:pt x="1921" y="278"/>
                  </a:lnTo>
                  <a:lnTo>
                    <a:pt x="1896" y="177"/>
                  </a:lnTo>
                  <a:lnTo>
                    <a:pt x="1845" y="101"/>
                  </a:lnTo>
                  <a:lnTo>
                    <a:pt x="1744" y="26"/>
                  </a:lnTo>
                  <a:lnTo>
                    <a:pt x="1643" y="0"/>
                  </a:lnTo>
                  <a:close/>
                </a:path>
              </a:pathLst>
            </a:custGeom>
            <a:solidFill>
              <a:srgbClr val="18B0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60"/>
            <p:cNvSpPr/>
            <p:nvPr/>
          </p:nvSpPr>
          <p:spPr>
            <a:xfrm>
              <a:off x="3577175" y="3282375"/>
              <a:ext cx="15825" cy="95425"/>
            </a:xfrm>
            <a:custGeom>
              <a:avLst/>
              <a:gdLst/>
              <a:ahLst/>
              <a:cxnLst/>
              <a:rect l="l" t="t" r="r" b="b"/>
              <a:pathLst>
                <a:path w="633" h="3817" extrusionOk="0">
                  <a:moveTo>
                    <a:pt x="304" y="0"/>
                  </a:moveTo>
                  <a:lnTo>
                    <a:pt x="202" y="26"/>
                  </a:lnTo>
                  <a:lnTo>
                    <a:pt x="101" y="101"/>
                  </a:lnTo>
                  <a:lnTo>
                    <a:pt x="26" y="177"/>
                  </a:lnTo>
                  <a:lnTo>
                    <a:pt x="0" y="304"/>
                  </a:lnTo>
                  <a:lnTo>
                    <a:pt x="0" y="3488"/>
                  </a:lnTo>
                  <a:lnTo>
                    <a:pt x="26" y="3614"/>
                  </a:lnTo>
                  <a:lnTo>
                    <a:pt x="101" y="3715"/>
                  </a:lnTo>
                  <a:lnTo>
                    <a:pt x="202" y="3791"/>
                  </a:lnTo>
                  <a:lnTo>
                    <a:pt x="304" y="3816"/>
                  </a:lnTo>
                  <a:lnTo>
                    <a:pt x="430" y="3791"/>
                  </a:lnTo>
                  <a:lnTo>
                    <a:pt x="531" y="3715"/>
                  </a:lnTo>
                  <a:lnTo>
                    <a:pt x="607" y="3614"/>
                  </a:lnTo>
                  <a:lnTo>
                    <a:pt x="632" y="3488"/>
                  </a:lnTo>
                  <a:lnTo>
                    <a:pt x="632" y="304"/>
                  </a:lnTo>
                  <a:lnTo>
                    <a:pt x="607" y="177"/>
                  </a:lnTo>
                  <a:lnTo>
                    <a:pt x="531" y="101"/>
                  </a:lnTo>
                  <a:lnTo>
                    <a:pt x="430" y="26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60"/>
            <p:cNvSpPr/>
            <p:nvPr/>
          </p:nvSpPr>
          <p:spPr>
            <a:xfrm>
              <a:off x="3481125" y="3358825"/>
              <a:ext cx="48050" cy="63825"/>
            </a:xfrm>
            <a:custGeom>
              <a:avLst/>
              <a:gdLst/>
              <a:ahLst/>
              <a:cxnLst/>
              <a:rect l="l" t="t" r="r" b="b"/>
              <a:pathLst>
                <a:path w="1922" h="2553" extrusionOk="0">
                  <a:moveTo>
                    <a:pt x="961" y="0"/>
                  </a:moveTo>
                  <a:lnTo>
                    <a:pt x="759" y="25"/>
                  </a:lnTo>
                  <a:lnTo>
                    <a:pt x="582" y="76"/>
                  </a:lnTo>
                  <a:lnTo>
                    <a:pt x="431" y="152"/>
                  </a:lnTo>
                  <a:lnTo>
                    <a:pt x="279" y="278"/>
                  </a:lnTo>
                  <a:lnTo>
                    <a:pt x="178" y="430"/>
                  </a:lnTo>
                  <a:lnTo>
                    <a:pt x="77" y="581"/>
                  </a:lnTo>
                  <a:lnTo>
                    <a:pt x="26" y="758"/>
                  </a:lnTo>
                  <a:lnTo>
                    <a:pt x="1" y="960"/>
                  </a:lnTo>
                  <a:lnTo>
                    <a:pt x="1" y="1592"/>
                  </a:lnTo>
                  <a:lnTo>
                    <a:pt x="26" y="1794"/>
                  </a:lnTo>
                  <a:lnTo>
                    <a:pt x="77" y="1971"/>
                  </a:lnTo>
                  <a:lnTo>
                    <a:pt x="178" y="2123"/>
                  </a:lnTo>
                  <a:lnTo>
                    <a:pt x="279" y="2275"/>
                  </a:lnTo>
                  <a:lnTo>
                    <a:pt x="431" y="2376"/>
                  </a:lnTo>
                  <a:lnTo>
                    <a:pt x="582" y="2477"/>
                  </a:lnTo>
                  <a:lnTo>
                    <a:pt x="759" y="2527"/>
                  </a:lnTo>
                  <a:lnTo>
                    <a:pt x="961" y="2553"/>
                  </a:lnTo>
                  <a:lnTo>
                    <a:pt x="1163" y="2527"/>
                  </a:lnTo>
                  <a:lnTo>
                    <a:pt x="1340" y="2477"/>
                  </a:lnTo>
                  <a:lnTo>
                    <a:pt x="1492" y="2376"/>
                  </a:lnTo>
                  <a:lnTo>
                    <a:pt x="1644" y="2275"/>
                  </a:lnTo>
                  <a:lnTo>
                    <a:pt x="1745" y="2123"/>
                  </a:lnTo>
                  <a:lnTo>
                    <a:pt x="1846" y="1971"/>
                  </a:lnTo>
                  <a:lnTo>
                    <a:pt x="1896" y="1794"/>
                  </a:lnTo>
                  <a:lnTo>
                    <a:pt x="1922" y="1592"/>
                  </a:lnTo>
                  <a:lnTo>
                    <a:pt x="1922" y="960"/>
                  </a:lnTo>
                  <a:lnTo>
                    <a:pt x="1896" y="758"/>
                  </a:lnTo>
                  <a:lnTo>
                    <a:pt x="1846" y="581"/>
                  </a:lnTo>
                  <a:lnTo>
                    <a:pt x="1745" y="430"/>
                  </a:lnTo>
                  <a:lnTo>
                    <a:pt x="1644" y="278"/>
                  </a:lnTo>
                  <a:lnTo>
                    <a:pt x="1492" y="152"/>
                  </a:lnTo>
                  <a:lnTo>
                    <a:pt x="1340" y="76"/>
                  </a:lnTo>
                  <a:lnTo>
                    <a:pt x="1163" y="25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60"/>
            <p:cNvSpPr/>
            <p:nvPr/>
          </p:nvSpPr>
          <p:spPr>
            <a:xfrm>
              <a:off x="3258100" y="3422625"/>
              <a:ext cx="48050" cy="63850"/>
            </a:xfrm>
            <a:custGeom>
              <a:avLst/>
              <a:gdLst/>
              <a:ahLst/>
              <a:cxnLst/>
              <a:rect l="l" t="t" r="r" b="b"/>
              <a:pathLst>
                <a:path w="1922" h="2554" extrusionOk="0">
                  <a:moveTo>
                    <a:pt x="961" y="1"/>
                  </a:moveTo>
                  <a:lnTo>
                    <a:pt x="759" y="26"/>
                  </a:lnTo>
                  <a:lnTo>
                    <a:pt x="582" y="76"/>
                  </a:lnTo>
                  <a:lnTo>
                    <a:pt x="431" y="152"/>
                  </a:lnTo>
                  <a:lnTo>
                    <a:pt x="279" y="279"/>
                  </a:lnTo>
                  <a:lnTo>
                    <a:pt x="153" y="430"/>
                  </a:lnTo>
                  <a:lnTo>
                    <a:pt x="77" y="582"/>
                  </a:lnTo>
                  <a:lnTo>
                    <a:pt x="26" y="759"/>
                  </a:lnTo>
                  <a:lnTo>
                    <a:pt x="1" y="961"/>
                  </a:lnTo>
                  <a:lnTo>
                    <a:pt x="1" y="1593"/>
                  </a:lnTo>
                  <a:lnTo>
                    <a:pt x="26" y="1795"/>
                  </a:lnTo>
                  <a:lnTo>
                    <a:pt x="77" y="1972"/>
                  </a:lnTo>
                  <a:lnTo>
                    <a:pt x="153" y="2123"/>
                  </a:lnTo>
                  <a:lnTo>
                    <a:pt x="279" y="2275"/>
                  </a:lnTo>
                  <a:lnTo>
                    <a:pt x="431" y="2376"/>
                  </a:lnTo>
                  <a:lnTo>
                    <a:pt x="582" y="2477"/>
                  </a:lnTo>
                  <a:lnTo>
                    <a:pt x="759" y="2528"/>
                  </a:lnTo>
                  <a:lnTo>
                    <a:pt x="961" y="2553"/>
                  </a:lnTo>
                  <a:lnTo>
                    <a:pt x="1138" y="2528"/>
                  </a:lnTo>
                  <a:lnTo>
                    <a:pt x="1315" y="2477"/>
                  </a:lnTo>
                  <a:lnTo>
                    <a:pt x="1492" y="2376"/>
                  </a:lnTo>
                  <a:lnTo>
                    <a:pt x="1618" y="2275"/>
                  </a:lnTo>
                  <a:lnTo>
                    <a:pt x="1745" y="2123"/>
                  </a:lnTo>
                  <a:lnTo>
                    <a:pt x="1846" y="1972"/>
                  </a:lnTo>
                  <a:lnTo>
                    <a:pt x="1896" y="1795"/>
                  </a:lnTo>
                  <a:lnTo>
                    <a:pt x="1922" y="1593"/>
                  </a:lnTo>
                  <a:lnTo>
                    <a:pt x="1922" y="961"/>
                  </a:lnTo>
                  <a:lnTo>
                    <a:pt x="1896" y="759"/>
                  </a:lnTo>
                  <a:lnTo>
                    <a:pt x="1846" y="582"/>
                  </a:lnTo>
                  <a:lnTo>
                    <a:pt x="1745" y="430"/>
                  </a:lnTo>
                  <a:lnTo>
                    <a:pt x="1618" y="279"/>
                  </a:lnTo>
                  <a:lnTo>
                    <a:pt x="1492" y="152"/>
                  </a:lnTo>
                  <a:lnTo>
                    <a:pt x="1315" y="76"/>
                  </a:lnTo>
                  <a:lnTo>
                    <a:pt x="1138" y="26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60"/>
            <p:cNvSpPr/>
            <p:nvPr/>
          </p:nvSpPr>
          <p:spPr>
            <a:xfrm>
              <a:off x="3218300" y="3464325"/>
              <a:ext cx="172525" cy="160500"/>
            </a:xfrm>
            <a:custGeom>
              <a:avLst/>
              <a:gdLst/>
              <a:ahLst/>
              <a:cxnLst/>
              <a:rect l="l" t="t" r="r" b="b"/>
              <a:pathLst>
                <a:path w="6901" h="6420" extrusionOk="0">
                  <a:moveTo>
                    <a:pt x="6900" y="1"/>
                  </a:moveTo>
                  <a:lnTo>
                    <a:pt x="5586" y="683"/>
                  </a:lnTo>
                  <a:lnTo>
                    <a:pt x="1239" y="683"/>
                  </a:lnTo>
                  <a:lnTo>
                    <a:pt x="986" y="708"/>
                  </a:lnTo>
                  <a:lnTo>
                    <a:pt x="759" y="784"/>
                  </a:lnTo>
                  <a:lnTo>
                    <a:pt x="557" y="885"/>
                  </a:lnTo>
                  <a:lnTo>
                    <a:pt x="355" y="1062"/>
                  </a:lnTo>
                  <a:lnTo>
                    <a:pt x="203" y="1239"/>
                  </a:lnTo>
                  <a:lnTo>
                    <a:pt x="102" y="1441"/>
                  </a:lnTo>
                  <a:lnTo>
                    <a:pt x="26" y="1694"/>
                  </a:lnTo>
                  <a:lnTo>
                    <a:pt x="1" y="1946"/>
                  </a:lnTo>
                  <a:lnTo>
                    <a:pt x="1" y="5560"/>
                  </a:lnTo>
                  <a:lnTo>
                    <a:pt x="1" y="5737"/>
                  </a:lnTo>
                  <a:lnTo>
                    <a:pt x="51" y="5889"/>
                  </a:lnTo>
                  <a:lnTo>
                    <a:pt x="152" y="6040"/>
                  </a:lnTo>
                  <a:lnTo>
                    <a:pt x="254" y="6167"/>
                  </a:lnTo>
                  <a:lnTo>
                    <a:pt x="380" y="6268"/>
                  </a:lnTo>
                  <a:lnTo>
                    <a:pt x="532" y="6344"/>
                  </a:lnTo>
                  <a:lnTo>
                    <a:pt x="683" y="6394"/>
                  </a:lnTo>
                  <a:lnTo>
                    <a:pt x="860" y="6420"/>
                  </a:lnTo>
                  <a:lnTo>
                    <a:pt x="1669" y="6420"/>
                  </a:lnTo>
                  <a:lnTo>
                    <a:pt x="1669" y="5535"/>
                  </a:lnTo>
                  <a:lnTo>
                    <a:pt x="3514" y="5535"/>
                  </a:lnTo>
                  <a:lnTo>
                    <a:pt x="3817" y="5156"/>
                  </a:lnTo>
                  <a:lnTo>
                    <a:pt x="3817" y="1972"/>
                  </a:lnTo>
                  <a:lnTo>
                    <a:pt x="5738" y="1972"/>
                  </a:lnTo>
                  <a:lnTo>
                    <a:pt x="5889" y="1946"/>
                  </a:lnTo>
                  <a:lnTo>
                    <a:pt x="6016" y="1896"/>
                  </a:lnTo>
                  <a:lnTo>
                    <a:pt x="6900" y="1441"/>
                  </a:lnTo>
                  <a:lnTo>
                    <a:pt x="6900" y="1"/>
                  </a:lnTo>
                  <a:close/>
                </a:path>
              </a:pathLst>
            </a:custGeom>
            <a:solidFill>
              <a:srgbClr val="9EE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60"/>
            <p:cNvSpPr/>
            <p:nvPr/>
          </p:nvSpPr>
          <p:spPr>
            <a:xfrm>
              <a:off x="3390800" y="3369550"/>
              <a:ext cx="210400" cy="169350"/>
            </a:xfrm>
            <a:custGeom>
              <a:avLst/>
              <a:gdLst/>
              <a:ahLst/>
              <a:cxnLst/>
              <a:rect l="l" t="t" r="r" b="b"/>
              <a:pathLst>
                <a:path w="8416" h="6774" extrusionOk="0">
                  <a:moveTo>
                    <a:pt x="7759" y="1"/>
                  </a:moveTo>
                  <a:lnTo>
                    <a:pt x="7632" y="26"/>
                  </a:lnTo>
                  <a:lnTo>
                    <a:pt x="7531" y="51"/>
                  </a:lnTo>
                  <a:lnTo>
                    <a:pt x="7405" y="127"/>
                  </a:lnTo>
                  <a:lnTo>
                    <a:pt x="7329" y="203"/>
                  </a:lnTo>
                  <a:lnTo>
                    <a:pt x="7253" y="279"/>
                  </a:lnTo>
                  <a:lnTo>
                    <a:pt x="7177" y="405"/>
                  </a:lnTo>
                  <a:lnTo>
                    <a:pt x="7152" y="506"/>
                  </a:lnTo>
                  <a:lnTo>
                    <a:pt x="7127" y="658"/>
                  </a:lnTo>
                  <a:lnTo>
                    <a:pt x="7127" y="1921"/>
                  </a:lnTo>
                  <a:lnTo>
                    <a:pt x="2527" y="1921"/>
                  </a:lnTo>
                  <a:lnTo>
                    <a:pt x="2426" y="1972"/>
                  </a:lnTo>
                  <a:lnTo>
                    <a:pt x="2300" y="2023"/>
                  </a:lnTo>
                  <a:lnTo>
                    <a:pt x="2199" y="2098"/>
                  </a:lnTo>
                  <a:lnTo>
                    <a:pt x="1011" y="3311"/>
                  </a:lnTo>
                  <a:lnTo>
                    <a:pt x="0" y="3792"/>
                  </a:lnTo>
                  <a:lnTo>
                    <a:pt x="0" y="5232"/>
                  </a:lnTo>
                  <a:lnTo>
                    <a:pt x="1668" y="4398"/>
                  </a:lnTo>
                  <a:lnTo>
                    <a:pt x="1769" y="4348"/>
                  </a:lnTo>
                  <a:lnTo>
                    <a:pt x="1845" y="4297"/>
                  </a:lnTo>
                  <a:lnTo>
                    <a:pt x="2932" y="3210"/>
                  </a:lnTo>
                  <a:lnTo>
                    <a:pt x="3311" y="3210"/>
                  </a:lnTo>
                  <a:lnTo>
                    <a:pt x="3311" y="6395"/>
                  </a:lnTo>
                  <a:lnTo>
                    <a:pt x="3614" y="6774"/>
                  </a:lnTo>
                  <a:lnTo>
                    <a:pt x="5535" y="6774"/>
                  </a:lnTo>
                  <a:lnTo>
                    <a:pt x="5838" y="6395"/>
                  </a:lnTo>
                  <a:lnTo>
                    <a:pt x="5838" y="3185"/>
                  </a:lnTo>
                  <a:lnTo>
                    <a:pt x="7708" y="3185"/>
                  </a:lnTo>
                  <a:lnTo>
                    <a:pt x="7885" y="3134"/>
                  </a:lnTo>
                  <a:lnTo>
                    <a:pt x="8037" y="3059"/>
                  </a:lnTo>
                  <a:lnTo>
                    <a:pt x="8163" y="2932"/>
                  </a:lnTo>
                  <a:lnTo>
                    <a:pt x="8264" y="2806"/>
                  </a:lnTo>
                  <a:lnTo>
                    <a:pt x="8340" y="2680"/>
                  </a:lnTo>
                  <a:lnTo>
                    <a:pt x="8390" y="2503"/>
                  </a:lnTo>
                  <a:lnTo>
                    <a:pt x="8416" y="2326"/>
                  </a:lnTo>
                  <a:lnTo>
                    <a:pt x="8416" y="658"/>
                  </a:lnTo>
                  <a:lnTo>
                    <a:pt x="8390" y="506"/>
                  </a:lnTo>
                  <a:lnTo>
                    <a:pt x="8365" y="405"/>
                  </a:lnTo>
                  <a:lnTo>
                    <a:pt x="8289" y="279"/>
                  </a:lnTo>
                  <a:lnTo>
                    <a:pt x="8213" y="203"/>
                  </a:lnTo>
                  <a:lnTo>
                    <a:pt x="8112" y="127"/>
                  </a:lnTo>
                  <a:lnTo>
                    <a:pt x="8011" y="51"/>
                  </a:lnTo>
                  <a:lnTo>
                    <a:pt x="7885" y="26"/>
                  </a:lnTo>
                  <a:lnTo>
                    <a:pt x="7759" y="1"/>
                  </a:lnTo>
                  <a:close/>
                </a:path>
              </a:pathLst>
            </a:custGeom>
            <a:solidFill>
              <a:srgbClr val="60B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60"/>
            <p:cNvSpPr/>
            <p:nvPr/>
          </p:nvSpPr>
          <p:spPr>
            <a:xfrm>
              <a:off x="3568950" y="3369550"/>
              <a:ext cx="24050" cy="48050"/>
            </a:xfrm>
            <a:custGeom>
              <a:avLst/>
              <a:gdLst/>
              <a:ahLst/>
              <a:cxnLst/>
              <a:rect l="l" t="t" r="r" b="b"/>
              <a:pathLst>
                <a:path w="962" h="1922" extrusionOk="0">
                  <a:moveTo>
                    <a:pt x="633" y="1"/>
                  </a:moveTo>
                  <a:lnTo>
                    <a:pt x="506" y="26"/>
                  </a:lnTo>
                  <a:lnTo>
                    <a:pt x="405" y="51"/>
                  </a:lnTo>
                  <a:lnTo>
                    <a:pt x="279" y="127"/>
                  </a:lnTo>
                  <a:lnTo>
                    <a:pt x="203" y="203"/>
                  </a:lnTo>
                  <a:lnTo>
                    <a:pt x="127" y="279"/>
                  </a:lnTo>
                  <a:lnTo>
                    <a:pt x="51" y="405"/>
                  </a:lnTo>
                  <a:lnTo>
                    <a:pt x="26" y="506"/>
                  </a:lnTo>
                  <a:lnTo>
                    <a:pt x="1" y="658"/>
                  </a:lnTo>
                  <a:lnTo>
                    <a:pt x="1" y="1921"/>
                  </a:lnTo>
                  <a:lnTo>
                    <a:pt x="633" y="1921"/>
                  </a:lnTo>
                  <a:lnTo>
                    <a:pt x="633" y="658"/>
                  </a:lnTo>
                  <a:lnTo>
                    <a:pt x="658" y="481"/>
                  </a:lnTo>
                  <a:lnTo>
                    <a:pt x="708" y="329"/>
                  </a:lnTo>
                  <a:lnTo>
                    <a:pt x="809" y="178"/>
                  </a:lnTo>
                  <a:lnTo>
                    <a:pt x="961" y="102"/>
                  </a:lnTo>
                  <a:lnTo>
                    <a:pt x="809" y="26"/>
                  </a:lnTo>
                  <a:lnTo>
                    <a:pt x="633" y="1"/>
                  </a:lnTo>
                  <a:close/>
                </a:path>
              </a:pathLst>
            </a:custGeom>
            <a:solidFill>
              <a:srgbClr val="60B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60"/>
            <p:cNvSpPr/>
            <p:nvPr/>
          </p:nvSpPr>
          <p:spPr>
            <a:xfrm>
              <a:off x="3472300" y="3417575"/>
              <a:ext cx="96675" cy="25"/>
            </a:xfrm>
            <a:custGeom>
              <a:avLst/>
              <a:gdLst/>
              <a:ahLst/>
              <a:cxnLst/>
              <a:rect l="l" t="t" r="r" b="b"/>
              <a:pathLst>
                <a:path w="3867" h="1" extrusionOk="0">
                  <a:moveTo>
                    <a:pt x="25" y="0"/>
                  </a:moveTo>
                  <a:lnTo>
                    <a:pt x="3867" y="0"/>
                  </a:lnTo>
                  <a:lnTo>
                    <a:pt x="3867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60B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60"/>
            <p:cNvSpPr/>
            <p:nvPr/>
          </p:nvSpPr>
          <p:spPr>
            <a:xfrm>
              <a:off x="3249900" y="3521175"/>
              <a:ext cx="15825" cy="79650"/>
            </a:xfrm>
            <a:custGeom>
              <a:avLst/>
              <a:gdLst/>
              <a:ahLst/>
              <a:cxnLst/>
              <a:rect l="l" t="t" r="r" b="b"/>
              <a:pathLst>
                <a:path w="633" h="3186" extrusionOk="0">
                  <a:moveTo>
                    <a:pt x="304" y="1"/>
                  </a:moveTo>
                  <a:lnTo>
                    <a:pt x="203" y="26"/>
                  </a:lnTo>
                  <a:lnTo>
                    <a:pt x="102" y="102"/>
                  </a:lnTo>
                  <a:lnTo>
                    <a:pt x="26" y="178"/>
                  </a:lnTo>
                  <a:lnTo>
                    <a:pt x="0" y="304"/>
                  </a:lnTo>
                  <a:lnTo>
                    <a:pt x="0" y="2882"/>
                  </a:lnTo>
                  <a:lnTo>
                    <a:pt x="26" y="2983"/>
                  </a:lnTo>
                  <a:lnTo>
                    <a:pt x="102" y="3084"/>
                  </a:lnTo>
                  <a:lnTo>
                    <a:pt x="203" y="3160"/>
                  </a:lnTo>
                  <a:lnTo>
                    <a:pt x="304" y="3185"/>
                  </a:lnTo>
                  <a:lnTo>
                    <a:pt x="430" y="3160"/>
                  </a:lnTo>
                  <a:lnTo>
                    <a:pt x="531" y="3084"/>
                  </a:lnTo>
                  <a:lnTo>
                    <a:pt x="607" y="2983"/>
                  </a:lnTo>
                  <a:lnTo>
                    <a:pt x="632" y="2882"/>
                  </a:lnTo>
                  <a:lnTo>
                    <a:pt x="632" y="304"/>
                  </a:lnTo>
                  <a:lnTo>
                    <a:pt x="607" y="178"/>
                  </a:lnTo>
                  <a:lnTo>
                    <a:pt x="531" y="102"/>
                  </a:lnTo>
                  <a:lnTo>
                    <a:pt x="430" y="26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9EE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60"/>
            <p:cNvSpPr/>
            <p:nvPr/>
          </p:nvSpPr>
          <p:spPr>
            <a:xfrm>
              <a:off x="3249900" y="3593200"/>
              <a:ext cx="127650" cy="159250"/>
            </a:xfrm>
            <a:custGeom>
              <a:avLst/>
              <a:gdLst/>
              <a:ahLst/>
              <a:cxnLst/>
              <a:rect l="l" t="t" r="r" b="b"/>
              <a:pathLst>
                <a:path w="5106" h="6370" extrusionOk="0">
                  <a:moveTo>
                    <a:pt x="0" y="1"/>
                  </a:moveTo>
                  <a:lnTo>
                    <a:pt x="0" y="6369"/>
                  </a:lnTo>
                  <a:lnTo>
                    <a:pt x="1289" y="6369"/>
                  </a:lnTo>
                  <a:lnTo>
                    <a:pt x="1289" y="1113"/>
                  </a:lnTo>
                  <a:lnTo>
                    <a:pt x="3816" y="2301"/>
                  </a:lnTo>
                  <a:lnTo>
                    <a:pt x="3816" y="5485"/>
                  </a:lnTo>
                  <a:lnTo>
                    <a:pt x="5105" y="5485"/>
                  </a:lnTo>
                  <a:lnTo>
                    <a:pt x="5105" y="1896"/>
                  </a:lnTo>
                  <a:lnTo>
                    <a:pt x="5080" y="1719"/>
                  </a:lnTo>
                  <a:lnTo>
                    <a:pt x="5004" y="1568"/>
                  </a:lnTo>
                  <a:lnTo>
                    <a:pt x="4903" y="1416"/>
                  </a:lnTo>
                  <a:lnTo>
                    <a:pt x="4752" y="1315"/>
                  </a:lnTo>
                  <a:lnTo>
                    <a:pt x="2553" y="1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60"/>
            <p:cNvSpPr/>
            <p:nvPr/>
          </p:nvSpPr>
          <p:spPr>
            <a:xfrm>
              <a:off x="3473550" y="3529400"/>
              <a:ext cx="127650" cy="169350"/>
            </a:xfrm>
            <a:custGeom>
              <a:avLst/>
              <a:gdLst/>
              <a:ahLst/>
              <a:cxnLst/>
              <a:rect l="l" t="t" r="r" b="b"/>
              <a:pathLst>
                <a:path w="5106" h="6774" extrusionOk="0">
                  <a:moveTo>
                    <a:pt x="1" y="1"/>
                  </a:moveTo>
                  <a:lnTo>
                    <a:pt x="1" y="6773"/>
                  </a:lnTo>
                  <a:lnTo>
                    <a:pt x="1264" y="6773"/>
                  </a:lnTo>
                  <a:lnTo>
                    <a:pt x="1264" y="1112"/>
                  </a:lnTo>
                  <a:lnTo>
                    <a:pt x="3817" y="2300"/>
                  </a:lnTo>
                  <a:lnTo>
                    <a:pt x="3817" y="5105"/>
                  </a:lnTo>
                  <a:lnTo>
                    <a:pt x="4221" y="5485"/>
                  </a:lnTo>
                  <a:lnTo>
                    <a:pt x="5106" y="5485"/>
                  </a:lnTo>
                  <a:lnTo>
                    <a:pt x="5106" y="1896"/>
                  </a:lnTo>
                  <a:lnTo>
                    <a:pt x="5080" y="1719"/>
                  </a:lnTo>
                  <a:lnTo>
                    <a:pt x="5005" y="1567"/>
                  </a:lnTo>
                  <a:lnTo>
                    <a:pt x="4878" y="1416"/>
                  </a:lnTo>
                  <a:lnTo>
                    <a:pt x="4727" y="1315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60"/>
            <p:cNvSpPr/>
            <p:nvPr/>
          </p:nvSpPr>
          <p:spPr>
            <a:xfrm>
              <a:off x="3313700" y="3720200"/>
              <a:ext cx="137775" cy="72050"/>
            </a:xfrm>
            <a:custGeom>
              <a:avLst/>
              <a:gdLst/>
              <a:ahLst/>
              <a:cxnLst/>
              <a:rect l="l" t="t" r="r" b="b"/>
              <a:pathLst>
                <a:path w="5511" h="2882" extrusionOk="0">
                  <a:moveTo>
                    <a:pt x="279" y="1"/>
                  </a:moveTo>
                  <a:lnTo>
                    <a:pt x="178" y="26"/>
                  </a:lnTo>
                  <a:lnTo>
                    <a:pt x="77" y="102"/>
                  </a:lnTo>
                  <a:lnTo>
                    <a:pt x="26" y="178"/>
                  </a:lnTo>
                  <a:lnTo>
                    <a:pt x="1" y="279"/>
                  </a:lnTo>
                  <a:lnTo>
                    <a:pt x="1" y="2882"/>
                  </a:lnTo>
                  <a:lnTo>
                    <a:pt x="5510" y="2882"/>
                  </a:lnTo>
                  <a:lnTo>
                    <a:pt x="5510" y="1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60"/>
            <p:cNvSpPr/>
            <p:nvPr/>
          </p:nvSpPr>
          <p:spPr>
            <a:xfrm>
              <a:off x="3441325" y="3688625"/>
              <a:ext cx="137775" cy="103625"/>
            </a:xfrm>
            <a:custGeom>
              <a:avLst/>
              <a:gdLst/>
              <a:ahLst/>
              <a:cxnLst/>
              <a:rect l="l" t="t" r="r" b="b"/>
              <a:pathLst>
                <a:path w="5511" h="4145" extrusionOk="0">
                  <a:moveTo>
                    <a:pt x="279" y="0"/>
                  </a:moveTo>
                  <a:lnTo>
                    <a:pt x="178" y="25"/>
                  </a:lnTo>
                  <a:lnTo>
                    <a:pt x="77" y="76"/>
                  </a:lnTo>
                  <a:lnTo>
                    <a:pt x="26" y="177"/>
                  </a:lnTo>
                  <a:lnTo>
                    <a:pt x="1" y="278"/>
                  </a:lnTo>
                  <a:lnTo>
                    <a:pt x="1" y="4145"/>
                  </a:lnTo>
                  <a:lnTo>
                    <a:pt x="5510" y="4145"/>
                  </a:lnTo>
                  <a:lnTo>
                    <a:pt x="5510" y="0"/>
                  </a:lnTo>
                  <a:close/>
                </a:path>
              </a:pathLst>
            </a:custGeom>
            <a:solidFill>
              <a:srgbClr val="60B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4572;p60"/>
            <p:cNvSpPr/>
            <p:nvPr/>
          </p:nvSpPr>
          <p:spPr>
            <a:xfrm>
              <a:off x="3568950" y="3657025"/>
              <a:ext cx="127650" cy="135225"/>
            </a:xfrm>
            <a:custGeom>
              <a:avLst/>
              <a:gdLst/>
              <a:ahLst/>
              <a:cxnLst/>
              <a:rect l="l" t="t" r="r" b="b"/>
              <a:pathLst>
                <a:path w="5106" h="5409" extrusionOk="0">
                  <a:moveTo>
                    <a:pt x="1" y="0"/>
                  </a:moveTo>
                  <a:lnTo>
                    <a:pt x="1" y="5409"/>
                  </a:lnTo>
                  <a:lnTo>
                    <a:pt x="5106" y="5409"/>
                  </a:lnTo>
                  <a:lnTo>
                    <a:pt x="5106" y="278"/>
                  </a:lnTo>
                  <a:lnTo>
                    <a:pt x="5080" y="152"/>
                  </a:lnTo>
                  <a:lnTo>
                    <a:pt x="5030" y="76"/>
                  </a:lnTo>
                  <a:lnTo>
                    <a:pt x="4929" y="0"/>
                  </a:lnTo>
                  <a:close/>
                </a:path>
              </a:pathLst>
            </a:custGeom>
            <a:solidFill>
              <a:srgbClr val="9EE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68141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8" name="Google Shape;4628;p64"/>
          <p:cNvGrpSpPr/>
          <p:nvPr/>
        </p:nvGrpSpPr>
        <p:grpSpPr>
          <a:xfrm>
            <a:off x="633984" y="481275"/>
            <a:ext cx="7888946" cy="573648"/>
            <a:chOff x="1119355" y="481275"/>
            <a:chExt cx="6514936" cy="573648"/>
          </a:xfrm>
        </p:grpSpPr>
        <p:sp>
          <p:nvSpPr>
            <p:cNvPr id="4629" name="Google Shape;4629;p64"/>
            <p:cNvSpPr/>
            <p:nvPr/>
          </p:nvSpPr>
          <p:spPr>
            <a:xfrm flipH="1">
              <a:off x="6897980" y="481275"/>
              <a:ext cx="736311" cy="573648"/>
            </a:xfrm>
            <a:custGeom>
              <a:avLst/>
              <a:gdLst/>
              <a:ahLst/>
              <a:cxnLst/>
              <a:rect l="l" t="t" r="r" b="b"/>
              <a:pathLst>
                <a:path w="52332" h="40771" extrusionOk="0">
                  <a:moveTo>
                    <a:pt x="0" y="0"/>
                  </a:moveTo>
                  <a:lnTo>
                    <a:pt x="16432" y="20386"/>
                  </a:lnTo>
                  <a:lnTo>
                    <a:pt x="0" y="40771"/>
                  </a:lnTo>
                  <a:lnTo>
                    <a:pt x="52331" y="40771"/>
                  </a:lnTo>
                  <a:lnTo>
                    <a:pt x="5233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0" name="Google Shape;4630;p64"/>
            <p:cNvSpPr/>
            <p:nvPr/>
          </p:nvSpPr>
          <p:spPr>
            <a:xfrm>
              <a:off x="1119355" y="481275"/>
              <a:ext cx="736311" cy="573648"/>
            </a:xfrm>
            <a:custGeom>
              <a:avLst/>
              <a:gdLst/>
              <a:ahLst/>
              <a:cxnLst/>
              <a:rect l="l" t="t" r="r" b="b"/>
              <a:pathLst>
                <a:path w="52332" h="40771" extrusionOk="0">
                  <a:moveTo>
                    <a:pt x="0" y="0"/>
                  </a:moveTo>
                  <a:lnTo>
                    <a:pt x="16432" y="20386"/>
                  </a:lnTo>
                  <a:lnTo>
                    <a:pt x="0" y="40771"/>
                  </a:lnTo>
                  <a:lnTo>
                    <a:pt x="52331" y="40771"/>
                  </a:lnTo>
                  <a:lnTo>
                    <a:pt x="5233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1" name="Google Shape;4631;p64"/>
            <p:cNvSpPr/>
            <p:nvPr/>
          </p:nvSpPr>
          <p:spPr>
            <a:xfrm>
              <a:off x="1849800" y="481300"/>
              <a:ext cx="5444400" cy="573600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27" name="Google Shape;4627;p64"/>
          <p:cNvSpPr/>
          <p:nvPr/>
        </p:nvSpPr>
        <p:spPr>
          <a:xfrm>
            <a:off x="-610725" y="4091000"/>
            <a:ext cx="5514650" cy="1185275"/>
          </a:xfrm>
          <a:custGeom>
            <a:avLst/>
            <a:gdLst/>
            <a:ahLst/>
            <a:cxnLst/>
            <a:rect l="l" t="t" r="r" b="b"/>
            <a:pathLst>
              <a:path w="220586" h="47411" extrusionOk="0">
                <a:moveTo>
                  <a:pt x="15801" y="5379"/>
                </a:moveTo>
                <a:cubicBezTo>
                  <a:pt x="31430" y="-1764"/>
                  <a:pt x="69760" y="5"/>
                  <a:pt x="94300" y="1136"/>
                </a:cubicBezTo>
                <a:cubicBezTo>
                  <a:pt x="118840" y="2268"/>
                  <a:pt x="146986" y="8420"/>
                  <a:pt x="163039" y="12168"/>
                </a:cubicBezTo>
                <a:cubicBezTo>
                  <a:pt x="179092" y="15916"/>
                  <a:pt x="181072" y="19594"/>
                  <a:pt x="190619" y="23625"/>
                </a:cubicBezTo>
                <a:cubicBezTo>
                  <a:pt x="200166" y="27656"/>
                  <a:pt x="218695" y="32889"/>
                  <a:pt x="220321" y="36354"/>
                </a:cubicBezTo>
                <a:cubicBezTo>
                  <a:pt x="221948" y="39819"/>
                  <a:pt x="214522" y="43072"/>
                  <a:pt x="200378" y="44416"/>
                </a:cubicBezTo>
                <a:cubicBezTo>
                  <a:pt x="186234" y="45760"/>
                  <a:pt x="164877" y="44275"/>
                  <a:pt x="135458" y="44416"/>
                </a:cubicBezTo>
                <a:cubicBezTo>
                  <a:pt x="106039" y="44558"/>
                  <a:pt x="46352" y="45336"/>
                  <a:pt x="23863" y="45265"/>
                </a:cubicBezTo>
                <a:cubicBezTo>
                  <a:pt x="1374" y="45194"/>
                  <a:pt x="1870" y="50640"/>
                  <a:pt x="526" y="43992"/>
                </a:cubicBezTo>
                <a:cubicBezTo>
                  <a:pt x="-818" y="37344"/>
                  <a:pt x="172" y="12522"/>
                  <a:pt x="15801" y="5379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</p:sp>
      <p:sp>
        <p:nvSpPr>
          <p:cNvPr id="4632" name="Google Shape;4632;p6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Эволюция подхода: от процесса к результату</a:t>
            </a:r>
          </a:p>
        </p:txBody>
      </p:sp>
      <p:sp>
        <p:nvSpPr>
          <p:cNvPr id="4633" name="Google Shape;4633;p64"/>
          <p:cNvSpPr txBox="1"/>
          <p:nvPr/>
        </p:nvSpPr>
        <p:spPr>
          <a:xfrm flipH="1">
            <a:off x="4909703" y="1250730"/>
            <a:ext cx="2320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Критерий успеха</a:t>
            </a:r>
            <a:endParaRPr sz="2000" b="1" dirty="0">
              <a:solidFill>
                <a:schemeClr val="accent4"/>
              </a:solidFill>
              <a:latin typeface="Times New Roman" panose="02020603050405020304" pitchFamily="18" charset="0"/>
              <a:ea typeface="Days One"/>
              <a:cs typeface="Times New Roman" panose="02020603050405020304" pitchFamily="18" charset="0"/>
              <a:sym typeface="Days One"/>
            </a:endParaRPr>
          </a:p>
        </p:txBody>
      </p:sp>
      <p:sp>
        <p:nvSpPr>
          <p:cNvPr id="4634" name="Google Shape;4634;p64"/>
          <p:cNvSpPr txBox="1"/>
          <p:nvPr/>
        </p:nvSpPr>
        <p:spPr>
          <a:xfrm flipH="1">
            <a:off x="4909557" y="1529030"/>
            <a:ext cx="3316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1600" b="1" dirty="0">
                <a:solidFill>
                  <a:srgbClr val="3672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"Сделали план?" → "Повлияли на прибыль?"</a:t>
            </a:r>
            <a:endParaRPr sz="1600" b="1" dirty="0">
              <a:solidFill>
                <a:srgbClr val="36728D"/>
              </a:solidFill>
              <a:latin typeface="Times New Roman" panose="02020603050405020304" pitchFamily="18" charset="0"/>
              <a:ea typeface="Jost"/>
              <a:cs typeface="Times New Roman" panose="02020603050405020304" pitchFamily="18" charset="0"/>
              <a:sym typeface="Jost"/>
            </a:endParaRPr>
          </a:p>
        </p:txBody>
      </p:sp>
      <p:sp>
        <p:nvSpPr>
          <p:cNvPr id="4635" name="Google Shape;4635;p64"/>
          <p:cNvSpPr/>
          <p:nvPr/>
        </p:nvSpPr>
        <p:spPr>
          <a:xfrm>
            <a:off x="3922302" y="1209675"/>
            <a:ext cx="914400" cy="9144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6" name="Google Shape;4636;p64"/>
          <p:cNvSpPr txBox="1"/>
          <p:nvPr/>
        </p:nvSpPr>
        <p:spPr>
          <a:xfrm flipH="1">
            <a:off x="4909727" y="2431830"/>
            <a:ext cx="2494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Роль 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000" b="1" dirty="0">
              <a:solidFill>
                <a:schemeClr val="accent4"/>
              </a:solidFill>
              <a:latin typeface="Times New Roman" panose="02020603050405020304" pitchFamily="18" charset="0"/>
              <a:ea typeface="Days One"/>
              <a:cs typeface="Times New Roman" panose="02020603050405020304" pitchFamily="18" charset="0"/>
              <a:sym typeface="Days One"/>
            </a:endParaRPr>
          </a:p>
        </p:txBody>
      </p:sp>
      <p:sp>
        <p:nvSpPr>
          <p:cNvPr id="4637" name="Google Shape;4637;p64"/>
          <p:cNvSpPr txBox="1"/>
          <p:nvPr/>
        </p:nvSpPr>
        <p:spPr>
          <a:xfrm flipH="1">
            <a:off x="4909557" y="2712930"/>
            <a:ext cx="3316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1600" b="1" dirty="0">
                <a:solidFill>
                  <a:srgbClr val="3672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"Голос заказчика" → "</a:t>
            </a:r>
            <a:r>
              <a:rPr lang="en-US" sz="1600" b="1" dirty="0">
                <a:solidFill>
                  <a:srgbClr val="3672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CEO </a:t>
            </a:r>
            <a:r>
              <a:rPr lang="ru-RU" sz="1600" b="1" dirty="0">
                <a:solidFill>
                  <a:srgbClr val="3672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продукта"</a:t>
            </a:r>
            <a:endParaRPr sz="1600" b="1" dirty="0">
              <a:solidFill>
                <a:srgbClr val="36728D"/>
              </a:solidFill>
              <a:latin typeface="Times New Roman" panose="02020603050405020304" pitchFamily="18" charset="0"/>
              <a:ea typeface="Jost"/>
              <a:cs typeface="Times New Roman" panose="02020603050405020304" pitchFamily="18" charset="0"/>
              <a:sym typeface="Jost"/>
            </a:endParaRPr>
          </a:p>
        </p:txBody>
      </p:sp>
      <p:sp>
        <p:nvSpPr>
          <p:cNvPr id="4638" name="Google Shape;4638;p64"/>
          <p:cNvSpPr/>
          <p:nvPr/>
        </p:nvSpPr>
        <p:spPr>
          <a:xfrm>
            <a:off x="3922302" y="2390775"/>
            <a:ext cx="914400" cy="9144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9" name="Google Shape;4639;p64"/>
          <p:cNvSpPr txBox="1"/>
          <p:nvPr/>
        </p:nvSpPr>
        <p:spPr>
          <a:xfrm flipH="1">
            <a:off x="4909831" y="3612930"/>
            <a:ext cx="2784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Фокус команды</a:t>
            </a:r>
            <a:endParaRPr sz="2000" b="1" dirty="0">
              <a:solidFill>
                <a:schemeClr val="accent4"/>
              </a:solidFill>
              <a:latin typeface="Times New Roman" panose="02020603050405020304" pitchFamily="18" charset="0"/>
              <a:ea typeface="Days One"/>
              <a:cs typeface="Times New Roman" panose="02020603050405020304" pitchFamily="18" charset="0"/>
              <a:sym typeface="Days One"/>
            </a:endParaRPr>
          </a:p>
        </p:txBody>
      </p:sp>
      <p:sp>
        <p:nvSpPr>
          <p:cNvPr id="4640" name="Google Shape;4640;p64"/>
          <p:cNvSpPr txBox="1"/>
          <p:nvPr/>
        </p:nvSpPr>
        <p:spPr>
          <a:xfrm flipH="1">
            <a:off x="4909557" y="3891230"/>
            <a:ext cx="3316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1600" b="1" dirty="0">
                <a:solidFill>
                  <a:srgbClr val="3672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"Написание кода" → "Доставка ценности"</a:t>
            </a:r>
            <a:endParaRPr sz="1600" b="1" dirty="0">
              <a:solidFill>
                <a:srgbClr val="36728D"/>
              </a:solidFill>
              <a:latin typeface="Times New Roman" panose="02020603050405020304" pitchFamily="18" charset="0"/>
              <a:ea typeface="Jost"/>
              <a:cs typeface="Times New Roman" panose="02020603050405020304" pitchFamily="18" charset="0"/>
              <a:sym typeface="Jost"/>
            </a:endParaRPr>
          </a:p>
        </p:txBody>
      </p:sp>
      <p:sp>
        <p:nvSpPr>
          <p:cNvPr id="4641" name="Google Shape;4641;p64"/>
          <p:cNvSpPr/>
          <p:nvPr/>
        </p:nvSpPr>
        <p:spPr>
          <a:xfrm>
            <a:off x="3922302" y="3571875"/>
            <a:ext cx="914400" cy="9144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642" name="Google Shape;4642;p64"/>
          <p:cNvCxnSpPr>
            <a:stCxn id="4635" idx="2"/>
            <a:endCxn id="4643" idx="6"/>
          </p:cNvCxnSpPr>
          <p:nvPr/>
        </p:nvCxnSpPr>
        <p:spPr>
          <a:xfrm flipH="1">
            <a:off x="2492502" y="1666875"/>
            <a:ext cx="1429800" cy="1181100"/>
          </a:xfrm>
          <a:prstGeom prst="curvedConnector3">
            <a:avLst>
              <a:gd name="adj1" fmla="val 50001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4" name="Google Shape;4644;p64"/>
          <p:cNvCxnSpPr>
            <a:stCxn id="4638" idx="2"/>
            <a:endCxn id="4643" idx="6"/>
          </p:cNvCxnSpPr>
          <p:nvPr/>
        </p:nvCxnSpPr>
        <p:spPr>
          <a:xfrm flipH="1">
            <a:off x="2492502" y="2847975"/>
            <a:ext cx="1429800" cy="600"/>
          </a:xfrm>
          <a:prstGeom prst="curvedConnector3">
            <a:avLst>
              <a:gd name="adj1" fmla="val 50001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5" name="Google Shape;4645;p64"/>
          <p:cNvCxnSpPr>
            <a:stCxn id="4641" idx="2"/>
            <a:endCxn id="4643" idx="6"/>
          </p:cNvCxnSpPr>
          <p:nvPr/>
        </p:nvCxnSpPr>
        <p:spPr>
          <a:xfrm rot="10800000">
            <a:off x="2492502" y="2847975"/>
            <a:ext cx="1429800" cy="1181100"/>
          </a:xfrm>
          <a:prstGeom prst="curvedConnector3">
            <a:avLst>
              <a:gd name="adj1" fmla="val 50001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646" name="Google Shape;4646;p64"/>
          <p:cNvGrpSpPr/>
          <p:nvPr/>
        </p:nvGrpSpPr>
        <p:grpSpPr>
          <a:xfrm>
            <a:off x="4060524" y="1409471"/>
            <a:ext cx="637956" cy="514808"/>
            <a:chOff x="238125" y="3332275"/>
            <a:chExt cx="509875" cy="410075"/>
          </a:xfrm>
        </p:grpSpPr>
        <p:sp>
          <p:nvSpPr>
            <p:cNvPr id="4647" name="Google Shape;4647;p64"/>
            <p:cNvSpPr/>
            <p:nvPr/>
          </p:nvSpPr>
          <p:spPr>
            <a:xfrm>
              <a:off x="485775" y="3332275"/>
              <a:ext cx="209775" cy="93525"/>
            </a:xfrm>
            <a:custGeom>
              <a:avLst/>
              <a:gdLst/>
              <a:ahLst/>
              <a:cxnLst/>
              <a:rect l="l" t="t" r="r" b="b"/>
              <a:pathLst>
                <a:path w="8391" h="3741" extrusionOk="0">
                  <a:moveTo>
                    <a:pt x="279" y="1"/>
                  </a:moveTo>
                  <a:lnTo>
                    <a:pt x="178" y="26"/>
                  </a:lnTo>
                  <a:lnTo>
                    <a:pt x="76" y="102"/>
                  </a:lnTo>
                  <a:lnTo>
                    <a:pt x="26" y="203"/>
                  </a:lnTo>
                  <a:lnTo>
                    <a:pt x="1" y="304"/>
                  </a:lnTo>
                  <a:lnTo>
                    <a:pt x="26" y="430"/>
                  </a:lnTo>
                  <a:lnTo>
                    <a:pt x="76" y="531"/>
                  </a:lnTo>
                  <a:lnTo>
                    <a:pt x="178" y="582"/>
                  </a:lnTo>
                  <a:lnTo>
                    <a:pt x="279" y="607"/>
                  </a:lnTo>
                  <a:lnTo>
                    <a:pt x="809" y="633"/>
                  </a:lnTo>
                  <a:lnTo>
                    <a:pt x="1340" y="658"/>
                  </a:lnTo>
                  <a:lnTo>
                    <a:pt x="1871" y="734"/>
                  </a:lnTo>
                  <a:lnTo>
                    <a:pt x="2376" y="809"/>
                  </a:lnTo>
                  <a:lnTo>
                    <a:pt x="2907" y="911"/>
                  </a:lnTo>
                  <a:lnTo>
                    <a:pt x="3412" y="1062"/>
                  </a:lnTo>
                  <a:lnTo>
                    <a:pt x="3892" y="1214"/>
                  </a:lnTo>
                  <a:lnTo>
                    <a:pt x="4373" y="1391"/>
                  </a:lnTo>
                  <a:lnTo>
                    <a:pt x="4853" y="1593"/>
                  </a:lnTo>
                  <a:lnTo>
                    <a:pt x="5333" y="1820"/>
                  </a:lnTo>
                  <a:lnTo>
                    <a:pt x="5788" y="2073"/>
                  </a:lnTo>
                  <a:lnTo>
                    <a:pt x="6218" y="2351"/>
                  </a:lnTo>
                  <a:lnTo>
                    <a:pt x="6672" y="2654"/>
                  </a:lnTo>
                  <a:lnTo>
                    <a:pt x="7077" y="2958"/>
                  </a:lnTo>
                  <a:lnTo>
                    <a:pt x="7481" y="3286"/>
                  </a:lnTo>
                  <a:lnTo>
                    <a:pt x="7885" y="3640"/>
                  </a:lnTo>
                  <a:lnTo>
                    <a:pt x="7987" y="3716"/>
                  </a:lnTo>
                  <a:lnTo>
                    <a:pt x="8088" y="3741"/>
                  </a:lnTo>
                  <a:lnTo>
                    <a:pt x="8214" y="3716"/>
                  </a:lnTo>
                  <a:lnTo>
                    <a:pt x="8315" y="3640"/>
                  </a:lnTo>
                  <a:lnTo>
                    <a:pt x="8366" y="3539"/>
                  </a:lnTo>
                  <a:lnTo>
                    <a:pt x="8391" y="3438"/>
                  </a:lnTo>
                  <a:lnTo>
                    <a:pt x="8366" y="3311"/>
                  </a:lnTo>
                  <a:lnTo>
                    <a:pt x="8290" y="3210"/>
                  </a:lnTo>
                  <a:lnTo>
                    <a:pt x="7885" y="2831"/>
                  </a:lnTo>
                  <a:lnTo>
                    <a:pt x="7456" y="2477"/>
                  </a:lnTo>
                  <a:lnTo>
                    <a:pt x="7001" y="2149"/>
                  </a:lnTo>
                  <a:lnTo>
                    <a:pt x="6546" y="1846"/>
                  </a:lnTo>
                  <a:lnTo>
                    <a:pt x="6091" y="1568"/>
                  </a:lnTo>
                  <a:lnTo>
                    <a:pt x="5611" y="1290"/>
                  </a:lnTo>
                  <a:lnTo>
                    <a:pt x="5106" y="1062"/>
                  </a:lnTo>
                  <a:lnTo>
                    <a:pt x="4600" y="835"/>
                  </a:lnTo>
                  <a:lnTo>
                    <a:pt x="4095" y="658"/>
                  </a:lnTo>
                  <a:lnTo>
                    <a:pt x="3564" y="481"/>
                  </a:lnTo>
                  <a:lnTo>
                    <a:pt x="3033" y="329"/>
                  </a:lnTo>
                  <a:lnTo>
                    <a:pt x="2503" y="228"/>
                  </a:lnTo>
                  <a:lnTo>
                    <a:pt x="1947" y="127"/>
                  </a:lnTo>
                  <a:lnTo>
                    <a:pt x="1416" y="77"/>
                  </a:lnTo>
                  <a:lnTo>
                    <a:pt x="860" y="26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8" name="Google Shape;4648;p64"/>
            <p:cNvSpPr/>
            <p:nvPr/>
          </p:nvSpPr>
          <p:spPr>
            <a:xfrm>
              <a:off x="624150" y="3443475"/>
              <a:ext cx="116275" cy="175025"/>
            </a:xfrm>
            <a:custGeom>
              <a:avLst/>
              <a:gdLst/>
              <a:ahLst/>
              <a:cxnLst/>
              <a:rect l="l" t="t" r="r" b="b"/>
              <a:pathLst>
                <a:path w="4651" h="7001" extrusionOk="0">
                  <a:moveTo>
                    <a:pt x="1769" y="1"/>
                  </a:moveTo>
                  <a:lnTo>
                    <a:pt x="0" y="1744"/>
                  </a:lnTo>
                  <a:lnTo>
                    <a:pt x="253" y="1997"/>
                  </a:lnTo>
                  <a:lnTo>
                    <a:pt x="480" y="2250"/>
                  </a:lnTo>
                  <a:lnTo>
                    <a:pt x="683" y="2528"/>
                  </a:lnTo>
                  <a:lnTo>
                    <a:pt x="885" y="2806"/>
                  </a:lnTo>
                  <a:lnTo>
                    <a:pt x="1062" y="3084"/>
                  </a:lnTo>
                  <a:lnTo>
                    <a:pt x="1238" y="3387"/>
                  </a:lnTo>
                  <a:lnTo>
                    <a:pt x="1390" y="3690"/>
                  </a:lnTo>
                  <a:lnTo>
                    <a:pt x="1542" y="3994"/>
                  </a:lnTo>
                  <a:lnTo>
                    <a:pt x="1693" y="4322"/>
                  </a:lnTo>
                  <a:lnTo>
                    <a:pt x="1794" y="4651"/>
                  </a:lnTo>
                  <a:lnTo>
                    <a:pt x="1896" y="4979"/>
                  </a:lnTo>
                  <a:lnTo>
                    <a:pt x="1997" y="5308"/>
                  </a:lnTo>
                  <a:lnTo>
                    <a:pt x="2072" y="5661"/>
                  </a:lnTo>
                  <a:lnTo>
                    <a:pt x="2123" y="6015"/>
                  </a:lnTo>
                  <a:lnTo>
                    <a:pt x="2148" y="6369"/>
                  </a:lnTo>
                  <a:lnTo>
                    <a:pt x="2174" y="6723"/>
                  </a:lnTo>
                  <a:lnTo>
                    <a:pt x="2199" y="6849"/>
                  </a:lnTo>
                  <a:lnTo>
                    <a:pt x="2275" y="6925"/>
                  </a:lnTo>
                  <a:lnTo>
                    <a:pt x="2350" y="6976"/>
                  </a:lnTo>
                  <a:lnTo>
                    <a:pt x="2452" y="7001"/>
                  </a:lnTo>
                  <a:lnTo>
                    <a:pt x="4372" y="7001"/>
                  </a:lnTo>
                  <a:lnTo>
                    <a:pt x="4499" y="6976"/>
                  </a:lnTo>
                  <a:lnTo>
                    <a:pt x="4574" y="6925"/>
                  </a:lnTo>
                  <a:lnTo>
                    <a:pt x="4625" y="6824"/>
                  </a:lnTo>
                  <a:lnTo>
                    <a:pt x="4650" y="6723"/>
                  </a:lnTo>
                  <a:lnTo>
                    <a:pt x="4625" y="6217"/>
                  </a:lnTo>
                  <a:lnTo>
                    <a:pt x="4574" y="5737"/>
                  </a:lnTo>
                  <a:lnTo>
                    <a:pt x="4499" y="5282"/>
                  </a:lnTo>
                  <a:lnTo>
                    <a:pt x="4423" y="4802"/>
                  </a:lnTo>
                  <a:lnTo>
                    <a:pt x="4296" y="4347"/>
                  </a:lnTo>
                  <a:lnTo>
                    <a:pt x="4170" y="3892"/>
                  </a:lnTo>
                  <a:lnTo>
                    <a:pt x="3993" y="3463"/>
                  </a:lnTo>
                  <a:lnTo>
                    <a:pt x="3816" y="3033"/>
                  </a:lnTo>
                  <a:lnTo>
                    <a:pt x="3639" y="2604"/>
                  </a:lnTo>
                  <a:lnTo>
                    <a:pt x="3412" y="2199"/>
                  </a:lnTo>
                  <a:lnTo>
                    <a:pt x="3184" y="1795"/>
                  </a:lnTo>
                  <a:lnTo>
                    <a:pt x="2932" y="1416"/>
                  </a:lnTo>
                  <a:lnTo>
                    <a:pt x="2654" y="1037"/>
                  </a:lnTo>
                  <a:lnTo>
                    <a:pt x="2376" y="683"/>
                  </a:lnTo>
                  <a:lnTo>
                    <a:pt x="2072" y="329"/>
                  </a:lnTo>
                  <a:lnTo>
                    <a:pt x="1769" y="1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9" name="Google Shape;4649;p64"/>
            <p:cNvSpPr/>
            <p:nvPr/>
          </p:nvSpPr>
          <p:spPr>
            <a:xfrm>
              <a:off x="483250" y="3370825"/>
              <a:ext cx="185150" cy="116275"/>
            </a:xfrm>
            <a:custGeom>
              <a:avLst/>
              <a:gdLst/>
              <a:ahLst/>
              <a:cxnLst/>
              <a:rect l="l" t="t" r="r" b="b"/>
              <a:pathLst>
                <a:path w="7406" h="4651" extrusionOk="0">
                  <a:moveTo>
                    <a:pt x="380" y="0"/>
                  </a:moveTo>
                  <a:lnTo>
                    <a:pt x="1" y="430"/>
                  </a:lnTo>
                  <a:lnTo>
                    <a:pt x="1" y="2073"/>
                  </a:lnTo>
                  <a:lnTo>
                    <a:pt x="380" y="2477"/>
                  </a:lnTo>
                  <a:lnTo>
                    <a:pt x="784" y="2502"/>
                  </a:lnTo>
                  <a:lnTo>
                    <a:pt x="1163" y="2527"/>
                  </a:lnTo>
                  <a:lnTo>
                    <a:pt x="1517" y="2578"/>
                  </a:lnTo>
                  <a:lnTo>
                    <a:pt x="1896" y="2629"/>
                  </a:lnTo>
                  <a:lnTo>
                    <a:pt x="2250" y="2704"/>
                  </a:lnTo>
                  <a:lnTo>
                    <a:pt x="2604" y="2805"/>
                  </a:lnTo>
                  <a:lnTo>
                    <a:pt x="2957" y="2932"/>
                  </a:lnTo>
                  <a:lnTo>
                    <a:pt x="3286" y="3058"/>
                  </a:lnTo>
                  <a:lnTo>
                    <a:pt x="3614" y="3210"/>
                  </a:lnTo>
                  <a:lnTo>
                    <a:pt x="3943" y="3387"/>
                  </a:lnTo>
                  <a:lnTo>
                    <a:pt x="4246" y="3564"/>
                  </a:lnTo>
                  <a:lnTo>
                    <a:pt x="4549" y="3741"/>
                  </a:lnTo>
                  <a:lnTo>
                    <a:pt x="4827" y="3968"/>
                  </a:lnTo>
                  <a:lnTo>
                    <a:pt x="5105" y="4170"/>
                  </a:lnTo>
                  <a:lnTo>
                    <a:pt x="5383" y="4398"/>
                  </a:lnTo>
                  <a:lnTo>
                    <a:pt x="5636" y="4650"/>
                  </a:lnTo>
                  <a:lnTo>
                    <a:pt x="7405" y="2907"/>
                  </a:lnTo>
                  <a:lnTo>
                    <a:pt x="7051" y="2578"/>
                  </a:lnTo>
                  <a:lnTo>
                    <a:pt x="6698" y="2275"/>
                  </a:lnTo>
                  <a:lnTo>
                    <a:pt x="6319" y="1972"/>
                  </a:lnTo>
                  <a:lnTo>
                    <a:pt x="5939" y="1694"/>
                  </a:lnTo>
                  <a:lnTo>
                    <a:pt x="5535" y="1441"/>
                  </a:lnTo>
                  <a:lnTo>
                    <a:pt x="5105" y="1188"/>
                  </a:lnTo>
                  <a:lnTo>
                    <a:pt x="4676" y="986"/>
                  </a:lnTo>
                  <a:lnTo>
                    <a:pt x="4246" y="784"/>
                  </a:lnTo>
                  <a:lnTo>
                    <a:pt x="3791" y="607"/>
                  </a:lnTo>
                  <a:lnTo>
                    <a:pt x="3336" y="455"/>
                  </a:lnTo>
                  <a:lnTo>
                    <a:pt x="2856" y="304"/>
                  </a:lnTo>
                  <a:lnTo>
                    <a:pt x="2376" y="202"/>
                  </a:lnTo>
                  <a:lnTo>
                    <a:pt x="1896" y="127"/>
                  </a:lnTo>
                  <a:lnTo>
                    <a:pt x="1416" y="51"/>
                  </a:lnTo>
                  <a:lnTo>
                    <a:pt x="910" y="26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9EE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0" name="Google Shape;4650;p64"/>
            <p:cNvSpPr/>
            <p:nvPr/>
          </p:nvSpPr>
          <p:spPr>
            <a:xfrm>
              <a:off x="534425" y="3429575"/>
              <a:ext cx="147225" cy="147225"/>
            </a:xfrm>
            <a:custGeom>
              <a:avLst/>
              <a:gdLst/>
              <a:ahLst/>
              <a:cxnLst/>
              <a:rect l="l" t="t" r="r" b="b"/>
              <a:pathLst>
                <a:path w="5889" h="5889" extrusionOk="0">
                  <a:moveTo>
                    <a:pt x="5636" y="1"/>
                  </a:moveTo>
                  <a:lnTo>
                    <a:pt x="5535" y="26"/>
                  </a:lnTo>
                  <a:lnTo>
                    <a:pt x="5434" y="76"/>
                  </a:lnTo>
                  <a:lnTo>
                    <a:pt x="1" y="4145"/>
                  </a:lnTo>
                  <a:lnTo>
                    <a:pt x="1770" y="5889"/>
                  </a:lnTo>
                  <a:lnTo>
                    <a:pt x="5838" y="455"/>
                  </a:lnTo>
                  <a:lnTo>
                    <a:pt x="5889" y="354"/>
                  </a:lnTo>
                  <a:lnTo>
                    <a:pt x="5889" y="253"/>
                  </a:lnTo>
                  <a:lnTo>
                    <a:pt x="5864" y="177"/>
                  </a:lnTo>
                  <a:lnTo>
                    <a:pt x="5813" y="102"/>
                  </a:lnTo>
                  <a:lnTo>
                    <a:pt x="5737" y="26"/>
                  </a:lnTo>
                  <a:lnTo>
                    <a:pt x="5636" y="1"/>
                  </a:lnTo>
                  <a:close/>
                </a:path>
              </a:pathLst>
            </a:custGeom>
            <a:solidFill>
              <a:srgbClr val="60B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1" name="Google Shape;4651;p64"/>
            <p:cNvSpPr/>
            <p:nvPr/>
          </p:nvSpPr>
          <p:spPr>
            <a:xfrm>
              <a:off x="238125" y="3672825"/>
              <a:ext cx="76450" cy="15175"/>
            </a:xfrm>
            <a:custGeom>
              <a:avLst/>
              <a:gdLst/>
              <a:ahLst/>
              <a:cxnLst/>
              <a:rect l="l" t="t" r="r" b="b"/>
              <a:pathLst>
                <a:path w="3058" h="607" extrusionOk="0">
                  <a:moveTo>
                    <a:pt x="303" y="0"/>
                  </a:moveTo>
                  <a:lnTo>
                    <a:pt x="177" y="25"/>
                  </a:lnTo>
                  <a:lnTo>
                    <a:pt x="76" y="101"/>
                  </a:lnTo>
                  <a:lnTo>
                    <a:pt x="25" y="177"/>
                  </a:lnTo>
                  <a:lnTo>
                    <a:pt x="0" y="303"/>
                  </a:lnTo>
                  <a:lnTo>
                    <a:pt x="25" y="430"/>
                  </a:lnTo>
                  <a:lnTo>
                    <a:pt x="76" y="506"/>
                  </a:lnTo>
                  <a:lnTo>
                    <a:pt x="177" y="581"/>
                  </a:lnTo>
                  <a:lnTo>
                    <a:pt x="303" y="607"/>
                  </a:lnTo>
                  <a:lnTo>
                    <a:pt x="2780" y="607"/>
                  </a:lnTo>
                  <a:lnTo>
                    <a:pt x="2881" y="581"/>
                  </a:lnTo>
                  <a:lnTo>
                    <a:pt x="2982" y="506"/>
                  </a:lnTo>
                  <a:lnTo>
                    <a:pt x="3033" y="430"/>
                  </a:lnTo>
                  <a:lnTo>
                    <a:pt x="3058" y="303"/>
                  </a:lnTo>
                  <a:lnTo>
                    <a:pt x="3033" y="177"/>
                  </a:lnTo>
                  <a:lnTo>
                    <a:pt x="2982" y="101"/>
                  </a:lnTo>
                  <a:lnTo>
                    <a:pt x="2881" y="25"/>
                  </a:lnTo>
                  <a:lnTo>
                    <a:pt x="2780" y="0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2" name="Google Shape;4652;p64"/>
            <p:cNvSpPr/>
            <p:nvPr/>
          </p:nvSpPr>
          <p:spPr>
            <a:xfrm>
              <a:off x="671525" y="3641850"/>
              <a:ext cx="76475" cy="77125"/>
            </a:xfrm>
            <a:custGeom>
              <a:avLst/>
              <a:gdLst/>
              <a:ahLst/>
              <a:cxnLst/>
              <a:rect l="l" t="t" r="r" b="b"/>
              <a:pathLst>
                <a:path w="3059" h="3085" extrusionOk="0">
                  <a:moveTo>
                    <a:pt x="1517" y="1"/>
                  </a:moveTo>
                  <a:lnTo>
                    <a:pt x="1416" y="26"/>
                  </a:lnTo>
                  <a:lnTo>
                    <a:pt x="1315" y="102"/>
                  </a:lnTo>
                  <a:lnTo>
                    <a:pt x="1239" y="178"/>
                  </a:lnTo>
                  <a:lnTo>
                    <a:pt x="1239" y="304"/>
                  </a:lnTo>
                  <a:lnTo>
                    <a:pt x="1239" y="1239"/>
                  </a:lnTo>
                  <a:lnTo>
                    <a:pt x="279" y="1239"/>
                  </a:lnTo>
                  <a:lnTo>
                    <a:pt x="177" y="1264"/>
                  </a:lnTo>
                  <a:lnTo>
                    <a:pt x="76" y="1340"/>
                  </a:lnTo>
                  <a:lnTo>
                    <a:pt x="26" y="1416"/>
                  </a:lnTo>
                  <a:lnTo>
                    <a:pt x="1" y="1542"/>
                  </a:lnTo>
                  <a:lnTo>
                    <a:pt x="26" y="1669"/>
                  </a:lnTo>
                  <a:lnTo>
                    <a:pt x="76" y="1745"/>
                  </a:lnTo>
                  <a:lnTo>
                    <a:pt x="177" y="1820"/>
                  </a:lnTo>
                  <a:lnTo>
                    <a:pt x="279" y="1846"/>
                  </a:lnTo>
                  <a:lnTo>
                    <a:pt x="1239" y="1846"/>
                  </a:lnTo>
                  <a:lnTo>
                    <a:pt x="1239" y="2781"/>
                  </a:lnTo>
                  <a:lnTo>
                    <a:pt x="1239" y="2907"/>
                  </a:lnTo>
                  <a:lnTo>
                    <a:pt x="1315" y="2983"/>
                  </a:lnTo>
                  <a:lnTo>
                    <a:pt x="1416" y="3059"/>
                  </a:lnTo>
                  <a:lnTo>
                    <a:pt x="1517" y="3084"/>
                  </a:lnTo>
                  <a:lnTo>
                    <a:pt x="1643" y="3059"/>
                  </a:lnTo>
                  <a:lnTo>
                    <a:pt x="1744" y="2983"/>
                  </a:lnTo>
                  <a:lnTo>
                    <a:pt x="1795" y="2907"/>
                  </a:lnTo>
                  <a:lnTo>
                    <a:pt x="1820" y="2781"/>
                  </a:lnTo>
                  <a:lnTo>
                    <a:pt x="1820" y="1846"/>
                  </a:lnTo>
                  <a:lnTo>
                    <a:pt x="2755" y="1846"/>
                  </a:lnTo>
                  <a:lnTo>
                    <a:pt x="2882" y="1820"/>
                  </a:lnTo>
                  <a:lnTo>
                    <a:pt x="2983" y="1745"/>
                  </a:lnTo>
                  <a:lnTo>
                    <a:pt x="3033" y="1669"/>
                  </a:lnTo>
                  <a:lnTo>
                    <a:pt x="3058" y="1542"/>
                  </a:lnTo>
                  <a:lnTo>
                    <a:pt x="3033" y="1416"/>
                  </a:lnTo>
                  <a:lnTo>
                    <a:pt x="2983" y="1340"/>
                  </a:lnTo>
                  <a:lnTo>
                    <a:pt x="2882" y="1264"/>
                  </a:lnTo>
                  <a:lnTo>
                    <a:pt x="2755" y="1239"/>
                  </a:lnTo>
                  <a:lnTo>
                    <a:pt x="1820" y="1239"/>
                  </a:lnTo>
                  <a:lnTo>
                    <a:pt x="1820" y="304"/>
                  </a:lnTo>
                  <a:lnTo>
                    <a:pt x="1795" y="178"/>
                  </a:lnTo>
                  <a:lnTo>
                    <a:pt x="1744" y="102"/>
                  </a:lnTo>
                  <a:lnTo>
                    <a:pt x="1643" y="26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3" name="Google Shape;4653;p64"/>
            <p:cNvSpPr/>
            <p:nvPr/>
          </p:nvSpPr>
          <p:spPr>
            <a:xfrm>
              <a:off x="369525" y="3494650"/>
              <a:ext cx="247050" cy="247700"/>
            </a:xfrm>
            <a:custGeom>
              <a:avLst/>
              <a:gdLst/>
              <a:ahLst/>
              <a:cxnLst/>
              <a:rect l="l" t="t" r="r" b="b"/>
              <a:pathLst>
                <a:path w="9882" h="9908" extrusionOk="0">
                  <a:moveTo>
                    <a:pt x="4929" y="1"/>
                  </a:moveTo>
                  <a:lnTo>
                    <a:pt x="4423" y="26"/>
                  </a:lnTo>
                  <a:lnTo>
                    <a:pt x="3943" y="102"/>
                  </a:lnTo>
                  <a:lnTo>
                    <a:pt x="3463" y="228"/>
                  </a:lnTo>
                  <a:lnTo>
                    <a:pt x="3008" y="405"/>
                  </a:lnTo>
                  <a:lnTo>
                    <a:pt x="2578" y="607"/>
                  </a:lnTo>
                  <a:lnTo>
                    <a:pt x="2174" y="860"/>
                  </a:lnTo>
                  <a:lnTo>
                    <a:pt x="1795" y="1138"/>
                  </a:lnTo>
                  <a:lnTo>
                    <a:pt x="1441" y="1441"/>
                  </a:lnTo>
                  <a:lnTo>
                    <a:pt x="1113" y="1795"/>
                  </a:lnTo>
                  <a:lnTo>
                    <a:pt x="835" y="2174"/>
                  </a:lnTo>
                  <a:lnTo>
                    <a:pt x="582" y="2604"/>
                  </a:lnTo>
                  <a:lnTo>
                    <a:pt x="380" y="3033"/>
                  </a:lnTo>
                  <a:lnTo>
                    <a:pt x="203" y="3488"/>
                  </a:lnTo>
                  <a:lnTo>
                    <a:pt x="76" y="3968"/>
                  </a:lnTo>
                  <a:lnTo>
                    <a:pt x="26" y="4448"/>
                  </a:lnTo>
                  <a:lnTo>
                    <a:pt x="1" y="4954"/>
                  </a:lnTo>
                  <a:lnTo>
                    <a:pt x="26" y="5485"/>
                  </a:lnTo>
                  <a:lnTo>
                    <a:pt x="102" y="5990"/>
                  </a:lnTo>
                  <a:lnTo>
                    <a:pt x="228" y="6470"/>
                  </a:lnTo>
                  <a:lnTo>
                    <a:pt x="405" y="6950"/>
                  </a:lnTo>
                  <a:lnTo>
                    <a:pt x="632" y="7380"/>
                  </a:lnTo>
                  <a:lnTo>
                    <a:pt x="885" y="7810"/>
                  </a:lnTo>
                  <a:lnTo>
                    <a:pt x="1188" y="8189"/>
                  </a:lnTo>
                  <a:lnTo>
                    <a:pt x="1542" y="8542"/>
                  </a:lnTo>
                  <a:lnTo>
                    <a:pt x="1871" y="8846"/>
                  </a:lnTo>
                  <a:lnTo>
                    <a:pt x="2250" y="9124"/>
                  </a:lnTo>
                  <a:lnTo>
                    <a:pt x="2654" y="9351"/>
                  </a:lnTo>
                  <a:lnTo>
                    <a:pt x="3084" y="9553"/>
                  </a:lnTo>
                  <a:lnTo>
                    <a:pt x="3513" y="9705"/>
                  </a:lnTo>
                  <a:lnTo>
                    <a:pt x="3968" y="9806"/>
                  </a:lnTo>
                  <a:lnTo>
                    <a:pt x="4448" y="9882"/>
                  </a:lnTo>
                  <a:lnTo>
                    <a:pt x="4929" y="9907"/>
                  </a:lnTo>
                  <a:lnTo>
                    <a:pt x="5434" y="9882"/>
                  </a:lnTo>
                  <a:lnTo>
                    <a:pt x="5914" y="9806"/>
                  </a:lnTo>
                  <a:lnTo>
                    <a:pt x="6369" y="9705"/>
                  </a:lnTo>
                  <a:lnTo>
                    <a:pt x="6799" y="9553"/>
                  </a:lnTo>
                  <a:lnTo>
                    <a:pt x="7228" y="9351"/>
                  </a:lnTo>
                  <a:lnTo>
                    <a:pt x="7633" y="9124"/>
                  </a:lnTo>
                  <a:lnTo>
                    <a:pt x="8012" y="8846"/>
                  </a:lnTo>
                  <a:lnTo>
                    <a:pt x="8340" y="8542"/>
                  </a:lnTo>
                  <a:lnTo>
                    <a:pt x="8694" y="8189"/>
                  </a:lnTo>
                  <a:lnTo>
                    <a:pt x="8997" y="7810"/>
                  </a:lnTo>
                  <a:lnTo>
                    <a:pt x="9250" y="7380"/>
                  </a:lnTo>
                  <a:lnTo>
                    <a:pt x="9478" y="6950"/>
                  </a:lnTo>
                  <a:lnTo>
                    <a:pt x="9654" y="6470"/>
                  </a:lnTo>
                  <a:lnTo>
                    <a:pt x="9781" y="5990"/>
                  </a:lnTo>
                  <a:lnTo>
                    <a:pt x="9857" y="5485"/>
                  </a:lnTo>
                  <a:lnTo>
                    <a:pt x="9882" y="4954"/>
                  </a:lnTo>
                  <a:lnTo>
                    <a:pt x="9857" y="4448"/>
                  </a:lnTo>
                  <a:lnTo>
                    <a:pt x="9781" y="3968"/>
                  </a:lnTo>
                  <a:lnTo>
                    <a:pt x="9680" y="3488"/>
                  </a:lnTo>
                  <a:lnTo>
                    <a:pt x="9503" y="3033"/>
                  </a:lnTo>
                  <a:lnTo>
                    <a:pt x="9301" y="2604"/>
                  </a:lnTo>
                  <a:lnTo>
                    <a:pt x="9048" y="2174"/>
                  </a:lnTo>
                  <a:lnTo>
                    <a:pt x="8770" y="1795"/>
                  </a:lnTo>
                  <a:lnTo>
                    <a:pt x="8441" y="1441"/>
                  </a:lnTo>
                  <a:lnTo>
                    <a:pt x="8088" y="1138"/>
                  </a:lnTo>
                  <a:lnTo>
                    <a:pt x="7709" y="860"/>
                  </a:lnTo>
                  <a:lnTo>
                    <a:pt x="7304" y="607"/>
                  </a:lnTo>
                  <a:lnTo>
                    <a:pt x="6875" y="405"/>
                  </a:lnTo>
                  <a:lnTo>
                    <a:pt x="6420" y="228"/>
                  </a:lnTo>
                  <a:lnTo>
                    <a:pt x="5939" y="102"/>
                  </a:lnTo>
                  <a:lnTo>
                    <a:pt x="5459" y="26"/>
                  </a:lnTo>
                  <a:lnTo>
                    <a:pt x="49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4" name="Google Shape;4654;p64"/>
            <p:cNvSpPr/>
            <p:nvPr/>
          </p:nvSpPr>
          <p:spPr>
            <a:xfrm>
              <a:off x="408075" y="3652600"/>
              <a:ext cx="169975" cy="89750"/>
            </a:xfrm>
            <a:custGeom>
              <a:avLst/>
              <a:gdLst/>
              <a:ahLst/>
              <a:cxnLst/>
              <a:rect l="l" t="t" r="r" b="b"/>
              <a:pathLst>
                <a:path w="6799" h="3590" extrusionOk="0">
                  <a:moveTo>
                    <a:pt x="2477" y="1"/>
                  </a:moveTo>
                  <a:lnTo>
                    <a:pt x="1820" y="228"/>
                  </a:lnTo>
                  <a:lnTo>
                    <a:pt x="581" y="658"/>
                  </a:lnTo>
                  <a:lnTo>
                    <a:pt x="455" y="708"/>
                  </a:lnTo>
                  <a:lnTo>
                    <a:pt x="354" y="784"/>
                  </a:lnTo>
                  <a:lnTo>
                    <a:pt x="253" y="860"/>
                  </a:lnTo>
                  <a:lnTo>
                    <a:pt x="152" y="961"/>
                  </a:lnTo>
                  <a:lnTo>
                    <a:pt x="76" y="1087"/>
                  </a:lnTo>
                  <a:lnTo>
                    <a:pt x="25" y="1214"/>
                  </a:lnTo>
                  <a:lnTo>
                    <a:pt x="0" y="1340"/>
                  </a:lnTo>
                  <a:lnTo>
                    <a:pt x="0" y="1466"/>
                  </a:lnTo>
                  <a:lnTo>
                    <a:pt x="0" y="2224"/>
                  </a:lnTo>
                  <a:lnTo>
                    <a:pt x="329" y="2528"/>
                  </a:lnTo>
                  <a:lnTo>
                    <a:pt x="708" y="2806"/>
                  </a:lnTo>
                  <a:lnTo>
                    <a:pt x="1112" y="3033"/>
                  </a:lnTo>
                  <a:lnTo>
                    <a:pt x="1542" y="3235"/>
                  </a:lnTo>
                  <a:lnTo>
                    <a:pt x="1971" y="3387"/>
                  </a:lnTo>
                  <a:lnTo>
                    <a:pt x="2426" y="3488"/>
                  </a:lnTo>
                  <a:lnTo>
                    <a:pt x="2906" y="3564"/>
                  </a:lnTo>
                  <a:lnTo>
                    <a:pt x="3387" y="3589"/>
                  </a:lnTo>
                  <a:lnTo>
                    <a:pt x="3892" y="3564"/>
                  </a:lnTo>
                  <a:lnTo>
                    <a:pt x="4372" y="3488"/>
                  </a:lnTo>
                  <a:lnTo>
                    <a:pt x="4827" y="3387"/>
                  </a:lnTo>
                  <a:lnTo>
                    <a:pt x="5257" y="3235"/>
                  </a:lnTo>
                  <a:lnTo>
                    <a:pt x="5686" y="3033"/>
                  </a:lnTo>
                  <a:lnTo>
                    <a:pt x="6091" y="2806"/>
                  </a:lnTo>
                  <a:lnTo>
                    <a:pt x="6470" y="2528"/>
                  </a:lnTo>
                  <a:lnTo>
                    <a:pt x="6798" y="2224"/>
                  </a:lnTo>
                  <a:lnTo>
                    <a:pt x="6798" y="1466"/>
                  </a:lnTo>
                  <a:lnTo>
                    <a:pt x="6798" y="1340"/>
                  </a:lnTo>
                  <a:lnTo>
                    <a:pt x="6773" y="1214"/>
                  </a:lnTo>
                  <a:lnTo>
                    <a:pt x="6722" y="1087"/>
                  </a:lnTo>
                  <a:lnTo>
                    <a:pt x="6647" y="961"/>
                  </a:lnTo>
                  <a:lnTo>
                    <a:pt x="6546" y="860"/>
                  </a:lnTo>
                  <a:lnTo>
                    <a:pt x="6445" y="784"/>
                  </a:lnTo>
                  <a:lnTo>
                    <a:pt x="6343" y="708"/>
                  </a:lnTo>
                  <a:lnTo>
                    <a:pt x="6217" y="658"/>
                  </a:lnTo>
                  <a:lnTo>
                    <a:pt x="4979" y="228"/>
                  </a:lnTo>
                  <a:lnTo>
                    <a:pt x="4322" y="1"/>
                  </a:lnTo>
                  <a:close/>
                </a:path>
              </a:pathLst>
            </a:custGeom>
            <a:solidFill>
              <a:srgbClr val="60B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5" name="Google Shape;4655;p64"/>
            <p:cNvSpPr/>
            <p:nvPr/>
          </p:nvSpPr>
          <p:spPr>
            <a:xfrm>
              <a:off x="452925" y="3569200"/>
              <a:ext cx="80275" cy="96700"/>
            </a:xfrm>
            <a:custGeom>
              <a:avLst/>
              <a:gdLst/>
              <a:ahLst/>
              <a:cxnLst/>
              <a:rect l="l" t="t" r="r" b="b"/>
              <a:pathLst>
                <a:path w="3211" h="3868" extrusionOk="0">
                  <a:moveTo>
                    <a:pt x="380" y="1"/>
                  </a:moveTo>
                  <a:lnTo>
                    <a:pt x="278" y="26"/>
                  </a:lnTo>
                  <a:lnTo>
                    <a:pt x="203" y="76"/>
                  </a:lnTo>
                  <a:lnTo>
                    <a:pt x="152" y="127"/>
                  </a:lnTo>
                  <a:lnTo>
                    <a:pt x="76" y="203"/>
                  </a:lnTo>
                  <a:lnTo>
                    <a:pt x="51" y="279"/>
                  </a:lnTo>
                  <a:lnTo>
                    <a:pt x="26" y="354"/>
                  </a:lnTo>
                  <a:lnTo>
                    <a:pt x="0" y="456"/>
                  </a:lnTo>
                  <a:lnTo>
                    <a:pt x="0" y="2376"/>
                  </a:lnTo>
                  <a:lnTo>
                    <a:pt x="26" y="2528"/>
                  </a:lnTo>
                  <a:lnTo>
                    <a:pt x="51" y="2679"/>
                  </a:lnTo>
                  <a:lnTo>
                    <a:pt x="127" y="2957"/>
                  </a:lnTo>
                  <a:lnTo>
                    <a:pt x="253" y="3210"/>
                  </a:lnTo>
                  <a:lnTo>
                    <a:pt x="430" y="3412"/>
                  </a:lnTo>
                  <a:lnTo>
                    <a:pt x="658" y="3615"/>
                  </a:lnTo>
                  <a:lnTo>
                    <a:pt x="910" y="3741"/>
                  </a:lnTo>
                  <a:lnTo>
                    <a:pt x="1188" y="3817"/>
                  </a:lnTo>
                  <a:lnTo>
                    <a:pt x="1340" y="3842"/>
                  </a:lnTo>
                  <a:lnTo>
                    <a:pt x="1492" y="3867"/>
                  </a:lnTo>
                  <a:lnTo>
                    <a:pt x="1719" y="3867"/>
                  </a:lnTo>
                  <a:lnTo>
                    <a:pt x="1871" y="3842"/>
                  </a:lnTo>
                  <a:lnTo>
                    <a:pt x="2022" y="3817"/>
                  </a:lnTo>
                  <a:lnTo>
                    <a:pt x="2300" y="3741"/>
                  </a:lnTo>
                  <a:lnTo>
                    <a:pt x="2553" y="3615"/>
                  </a:lnTo>
                  <a:lnTo>
                    <a:pt x="2755" y="3412"/>
                  </a:lnTo>
                  <a:lnTo>
                    <a:pt x="2957" y="3210"/>
                  </a:lnTo>
                  <a:lnTo>
                    <a:pt x="3084" y="2957"/>
                  </a:lnTo>
                  <a:lnTo>
                    <a:pt x="3159" y="2679"/>
                  </a:lnTo>
                  <a:lnTo>
                    <a:pt x="3185" y="2528"/>
                  </a:lnTo>
                  <a:lnTo>
                    <a:pt x="3210" y="2376"/>
                  </a:lnTo>
                  <a:lnTo>
                    <a:pt x="3210" y="456"/>
                  </a:lnTo>
                  <a:lnTo>
                    <a:pt x="3185" y="354"/>
                  </a:lnTo>
                  <a:lnTo>
                    <a:pt x="3159" y="279"/>
                  </a:lnTo>
                  <a:lnTo>
                    <a:pt x="3134" y="203"/>
                  </a:lnTo>
                  <a:lnTo>
                    <a:pt x="3058" y="127"/>
                  </a:lnTo>
                  <a:lnTo>
                    <a:pt x="3008" y="76"/>
                  </a:lnTo>
                  <a:lnTo>
                    <a:pt x="2932" y="26"/>
                  </a:lnTo>
                  <a:lnTo>
                    <a:pt x="2831" y="1"/>
                  </a:ln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4656;p64"/>
            <p:cNvSpPr/>
            <p:nvPr/>
          </p:nvSpPr>
          <p:spPr>
            <a:xfrm>
              <a:off x="452925" y="3540775"/>
              <a:ext cx="80275" cy="52450"/>
            </a:xfrm>
            <a:custGeom>
              <a:avLst/>
              <a:gdLst/>
              <a:ahLst/>
              <a:cxnLst/>
              <a:rect l="l" t="t" r="r" b="b"/>
              <a:pathLst>
                <a:path w="3211" h="2098" extrusionOk="0">
                  <a:moveTo>
                    <a:pt x="1112" y="0"/>
                  </a:moveTo>
                  <a:lnTo>
                    <a:pt x="885" y="26"/>
                  </a:lnTo>
                  <a:lnTo>
                    <a:pt x="683" y="76"/>
                  </a:lnTo>
                  <a:lnTo>
                    <a:pt x="481" y="177"/>
                  </a:lnTo>
                  <a:lnTo>
                    <a:pt x="329" y="329"/>
                  </a:lnTo>
                  <a:lnTo>
                    <a:pt x="203" y="481"/>
                  </a:lnTo>
                  <a:lnTo>
                    <a:pt x="102" y="657"/>
                  </a:lnTo>
                  <a:lnTo>
                    <a:pt x="26" y="885"/>
                  </a:lnTo>
                  <a:lnTo>
                    <a:pt x="0" y="1087"/>
                  </a:lnTo>
                  <a:lnTo>
                    <a:pt x="0" y="2098"/>
                  </a:lnTo>
                  <a:lnTo>
                    <a:pt x="658" y="2098"/>
                  </a:lnTo>
                  <a:lnTo>
                    <a:pt x="834" y="2073"/>
                  </a:lnTo>
                  <a:lnTo>
                    <a:pt x="1011" y="2022"/>
                  </a:lnTo>
                  <a:lnTo>
                    <a:pt x="1163" y="1921"/>
                  </a:lnTo>
                  <a:lnTo>
                    <a:pt x="1289" y="1820"/>
                  </a:lnTo>
                  <a:lnTo>
                    <a:pt x="1719" y="1340"/>
                  </a:lnTo>
                  <a:lnTo>
                    <a:pt x="2022" y="1845"/>
                  </a:lnTo>
                  <a:lnTo>
                    <a:pt x="2098" y="1946"/>
                  </a:lnTo>
                  <a:lnTo>
                    <a:pt x="2199" y="2022"/>
                  </a:lnTo>
                  <a:lnTo>
                    <a:pt x="2300" y="2073"/>
                  </a:lnTo>
                  <a:lnTo>
                    <a:pt x="2427" y="2098"/>
                  </a:lnTo>
                  <a:lnTo>
                    <a:pt x="3210" y="2098"/>
                  </a:lnTo>
                  <a:lnTo>
                    <a:pt x="3210" y="1087"/>
                  </a:lnTo>
                  <a:lnTo>
                    <a:pt x="3185" y="885"/>
                  </a:lnTo>
                  <a:lnTo>
                    <a:pt x="3109" y="657"/>
                  </a:lnTo>
                  <a:lnTo>
                    <a:pt x="3008" y="481"/>
                  </a:lnTo>
                  <a:lnTo>
                    <a:pt x="2881" y="329"/>
                  </a:lnTo>
                  <a:lnTo>
                    <a:pt x="2705" y="177"/>
                  </a:lnTo>
                  <a:lnTo>
                    <a:pt x="2528" y="76"/>
                  </a:lnTo>
                  <a:lnTo>
                    <a:pt x="2325" y="26"/>
                  </a:lnTo>
                  <a:lnTo>
                    <a:pt x="20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7" name="Google Shape;4657;p64"/>
            <p:cNvSpPr/>
            <p:nvPr/>
          </p:nvSpPr>
          <p:spPr>
            <a:xfrm>
              <a:off x="452925" y="3540775"/>
              <a:ext cx="80275" cy="52450"/>
            </a:xfrm>
            <a:custGeom>
              <a:avLst/>
              <a:gdLst/>
              <a:ahLst/>
              <a:cxnLst/>
              <a:rect l="l" t="t" r="r" b="b"/>
              <a:pathLst>
                <a:path w="3211" h="2098" extrusionOk="0">
                  <a:moveTo>
                    <a:pt x="1112" y="0"/>
                  </a:moveTo>
                  <a:lnTo>
                    <a:pt x="885" y="26"/>
                  </a:lnTo>
                  <a:lnTo>
                    <a:pt x="683" y="76"/>
                  </a:lnTo>
                  <a:lnTo>
                    <a:pt x="481" y="177"/>
                  </a:lnTo>
                  <a:lnTo>
                    <a:pt x="329" y="329"/>
                  </a:lnTo>
                  <a:lnTo>
                    <a:pt x="203" y="481"/>
                  </a:lnTo>
                  <a:lnTo>
                    <a:pt x="102" y="657"/>
                  </a:lnTo>
                  <a:lnTo>
                    <a:pt x="26" y="885"/>
                  </a:lnTo>
                  <a:lnTo>
                    <a:pt x="0" y="1087"/>
                  </a:lnTo>
                  <a:lnTo>
                    <a:pt x="0" y="2098"/>
                  </a:lnTo>
                  <a:lnTo>
                    <a:pt x="658" y="2098"/>
                  </a:lnTo>
                  <a:lnTo>
                    <a:pt x="834" y="2073"/>
                  </a:lnTo>
                  <a:lnTo>
                    <a:pt x="1011" y="2022"/>
                  </a:lnTo>
                  <a:lnTo>
                    <a:pt x="1163" y="1921"/>
                  </a:lnTo>
                  <a:lnTo>
                    <a:pt x="1289" y="1820"/>
                  </a:lnTo>
                  <a:lnTo>
                    <a:pt x="1719" y="1340"/>
                  </a:lnTo>
                  <a:lnTo>
                    <a:pt x="2022" y="1845"/>
                  </a:lnTo>
                  <a:lnTo>
                    <a:pt x="2098" y="1946"/>
                  </a:lnTo>
                  <a:lnTo>
                    <a:pt x="2199" y="2022"/>
                  </a:lnTo>
                  <a:lnTo>
                    <a:pt x="2300" y="2073"/>
                  </a:lnTo>
                  <a:lnTo>
                    <a:pt x="2427" y="2098"/>
                  </a:lnTo>
                  <a:lnTo>
                    <a:pt x="3210" y="2098"/>
                  </a:lnTo>
                  <a:lnTo>
                    <a:pt x="3210" y="1087"/>
                  </a:lnTo>
                  <a:lnTo>
                    <a:pt x="3185" y="885"/>
                  </a:lnTo>
                  <a:lnTo>
                    <a:pt x="3109" y="657"/>
                  </a:lnTo>
                  <a:lnTo>
                    <a:pt x="3008" y="481"/>
                  </a:lnTo>
                  <a:lnTo>
                    <a:pt x="2881" y="329"/>
                  </a:lnTo>
                  <a:lnTo>
                    <a:pt x="2705" y="177"/>
                  </a:lnTo>
                  <a:lnTo>
                    <a:pt x="2528" y="76"/>
                  </a:lnTo>
                  <a:lnTo>
                    <a:pt x="2325" y="26"/>
                  </a:lnTo>
                  <a:lnTo>
                    <a:pt x="2098" y="0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8" name="Google Shape;4658;p64"/>
            <p:cNvSpPr/>
            <p:nvPr/>
          </p:nvSpPr>
          <p:spPr>
            <a:xfrm>
              <a:off x="317725" y="3370825"/>
              <a:ext cx="175025" cy="119425"/>
            </a:xfrm>
            <a:custGeom>
              <a:avLst/>
              <a:gdLst/>
              <a:ahLst/>
              <a:cxnLst/>
              <a:rect l="l" t="t" r="r" b="b"/>
              <a:pathLst>
                <a:path w="7001" h="4777" extrusionOk="0">
                  <a:moveTo>
                    <a:pt x="7001" y="0"/>
                  </a:moveTo>
                  <a:lnTo>
                    <a:pt x="6495" y="26"/>
                  </a:lnTo>
                  <a:lnTo>
                    <a:pt x="5990" y="51"/>
                  </a:lnTo>
                  <a:lnTo>
                    <a:pt x="5510" y="127"/>
                  </a:lnTo>
                  <a:lnTo>
                    <a:pt x="5004" y="202"/>
                  </a:lnTo>
                  <a:lnTo>
                    <a:pt x="4549" y="304"/>
                  </a:lnTo>
                  <a:lnTo>
                    <a:pt x="4069" y="455"/>
                  </a:lnTo>
                  <a:lnTo>
                    <a:pt x="3614" y="607"/>
                  </a:lnTo>
                  <a:lnTo>
                    <a:pt x="3159" y="784"/>
                  </a:lnTo>
                  <a:lnTo>
                    <a:pt x="2730" y="986"/>
                  </a:lnTo>
                  <a:lnTo>
                    <a:pt x="2300" y="1188"/>
                  </a:lnTo>
                  <a:lnTo>
                    <a:pt x="1870" y="1441"/>
                  </a:lnTo>
                  <a:lnTo>
                    <a:pt x="1466" y="1694"/>
                  </a:lnTo>
                  <a:lnTo>
                    <a:pt x="1087" y="1972"/>
                  </a:lnTo>
                  <a:lnTo>
                    <a:pt x="708" y="2275"/>
                  </a:lnTo>
                  <a:lnTo>
                    <a:pt x="354" y="2578"/>
                  </a:lnTo>
                  <a:lnTo>
                    <a:pt x="0" y="2907"/>
                  </a:lnTo>
                  <a:lnTo>
                    <a:pt x="101" y="3715"/>
                  </a:lnTo>
                  <a:lnTo>
                    <a:pt x="1138" y="4777"/>
                  </a:lnTo>
                  <a:lnTo>
                    <a:pt x="1769" y="4650"/>
                  </a:lnTo>
                  <a:lnTo>
                    <a:pt x="2022" y="4398"/>
                  </a:lnTo>
                  <a:lnTo>
                    <a:pt x="2300" y="4170"/>
                  </a:lnTo>
                  <a:lnTo>
                    <a:pt x="2578" y="3968"/>
                  </a:lnTo>
                  <a:lnTo>
                    <a:pt x="2856" y="3741"/>
                  </a:lnTo>
                  <a:lnTo>
                    <a:pt x="3159" y="3564"/>
                  </a:lnTo>
                  <a:lnTo>
                    <a:pt x="3463" y="3387"/>
                  </a:lnTo>
                  <a:lnTo>
                    <a:pt x="3791" y="3210"/>
                  </a:lnTo>
                  <a:lnTo>
                    <a:pt x="4120" y="3058"/>
                  </a:lnTo>
                  <a:lnTo>
                    <a:pt x="4448" y="2932"/>
                  </a:lnTo>
                  <a:lnTo>
                    <a:pt x="4802" y="2805"/>
                  </a:lnTo>
                  <a:lnTo>
                    <a:pt x="5156" y="2704"/>
                  </a:lnTo>
                  <a:lnTo>
                    <a:pt x="5510" y="2629"/>
                  </a:lnTo>
                  <a:lnTo>
                    <a:pt x="5889" y="2578"/>
                  </a:lnTo>
                  <a:lnTo>
                    <a:pt x="6242" y="2527"/>
                  </a:lnTo>
                  <a:lnTo>
                    <a:pt x="6622" y="2502"/>
                  </a:lnTo>
                  <a:lnTo>
                    <a:pt x="7001" y="2477"/>
                  </a:lnTo>
                  <a:lnTo>
                    <a:pt x="7001" y="0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9" name="Google Shape;4659;p64"/>
            <p:cNvSpPr/>
            <p:nvPr/>
          </p:nvSpPr>
          <p:spPr>
            <a:xfrm>
              <a:off x="245700" y="3443475"/>
              <a:ext cx="116275" cy="175025"/>
            </a:xfrm>
            <a:custGeom>
              <a:avLst/>
              <a:gdLst/>
              <a:ahLst/>
              <a:cxnLst/>
              <a:rect l="l" t="t" r="r" b="b"/>
              <a:pathLst>
                <a:path w="4651" h="7001" extrusionOk="0">
                  <a:moveTo>
                    <a:pt x="2881" y="1"/>
                  </a:moveTo>
                  <a:lnTo>
                    <a:pt x="2578" y="329"/>
                  </a:lnTo>
                  <a:lnTo>
                    <a:pt x="2275" y="683"/>
                  </a:lnTo>
                  <a:lnTo>
                    <a:pt x="1997" y="1037"/>
                  </a:lnTo>
                  <a:lnTo>
                    <a:pt x="1719" y="1416"/>
                  </a:lnTo>
                  <a:lnTo>
                    <a:pt x="1466" y="1795"/>
                  </a:lnTo>
                  <a:lnTo>
                    <a:pt x="1239" y="2199"/>
                  </a:lnTo>
                  <a:lnTo>
                    <a:pt x="1011" y="2604"/>
                  </a:lnTo>
                  <a:lnTo>
                    <a:pt x="809" y="3033"/>
                  </a:lnTo>
                  <a:lnTo>
                    <a:pt x="632" y="3463"/>
                  </a:lnTo>
                  <a:lnTo>
                    <a:pt x="480" y="3892"/>
                  </a:lnTo>
                  <a:lnTo>
                    <a:pt x="354" y="4347"/>
                  </a:lnTo>
                  <a:lnTo>
                    <a:pt x="228" y="4802"/>
                  </a:lnTo>
                  <a:lnTo>
                    <a:pt x="152" y="5282"/>
                  </a:lnTo>
                  <a:lnTo>
                    <a:pt x="76" y="5737"/>
                  </a:lnTo>
                  <a:lnTo>
                    <a:pt x="26" y="6217"/>
                  </a:lnTo>
                  <a:lnTo>
                    <a:pt x="0" y="6723"/>
                  </a:lnTo>
                  <a:lnTo>
                    <a:pt x="0" y="6824"/>
                  </a:lnTo>
                  <a:lnTo>
                    <a:pt x="76" y="6925"/>
                  </a:lnTo>
                  <a:lnTo>
                    <a:pt x="152" y="6976"/>
                  </a:lnTo>
                  <a:lnTo>
                    <a:pt x="278" y="7001"/>
                  </a:lnTo>
                  <a:lnTo>
                    <a:pt x="2199" y="7001"/>
                  </a:lnTo>
                  <a:lnTo>
                    <a:pt x="2300" y="6976"/>
                  </a:lnTo>
                  <a:lnTo>
                    <a:pt x="2376" y="6925"/>
                  </a:lnTo>
                  <a:lnTo>
                    <a:pt x="2452" y="6849"/>
                  </a:lnTo>
                  <a:lnTo>
                    <a:pt x="2477" y="6723"/>
                  </a:lnTo>
                  <a:lnTo>
                    <a:pt x="2502" y="6369"/>
                  </a:lnTo>
                  <a:lnTo>
                    <a:pt x="2527" y="6015"/>
                  </a:lnTo>
                  <a:lnTo>
                    <a:pt x="2578" y="5661"/>
                  </a:lnTo>
                  <a:lnTo>
                    <a:pt x="2654" y="5308"/>
                  </a:lnTo>
                  <a:lnTo>
                    <a:pt x="2755" y="4979"/>
                  </a:lnTo>
                  <a:lnTo>
                    <a:pt x="2856" y="4651"/>
                  </a:lnTo>
                  <a:lnTo>
                    <a:pt x="2957" y="4322"/>
                  </a:lnTo>
                  <a:lnTo>
                    <a:pt x="3109" y="3994"/>
                  </a:lnTo>
                  <a:lnTo>
                    <a:pt x="3235" y="3690"/>
                  </a:lnTo>
                  <a:lnTo>
                    <a:pt x="3412" y="3387"/>
                  </a:lnTo>
                  <a:lnTo>
                    <a:pt x="3589" y="3084"/>
                  </a:lnTo>
                  <a:lnTo>
                    <a:pt x="3766" y="2806"/>
                  </a:lnTo>
                  <a:lnTo>
                    <a:pt x="3968" y="2528"/>
                  </a:lnTo>
                  <a:lnTo>
                    <a:pt x="4170" y="2250"/>
                  </a:lnTo>
                  <a:lnTo>
                    <a:pt x="4398" y="1997"/>
                  </a:lnTo>
                  <a:lnTo>
                    <a:pt x="4650" y="1744"/>
                  </a:lnTo>
                  <a:lnTo>
                    <a:pt x="2881" y="1"/>
                  </a:lnTo>
                  <a:close/>
                </a:path>
              </a:pathLst>
            </a:custGeom>
            <a:solidFill>
              <a:srgbClr val="18B0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0" name="Google Shape;4660;p64"/>
          <p:cNvGrpSpPr/>
          <p:nvPr/>
        </p:nvGrpSpPr>
        <p:grpSpPr>
          <a:xfrm>
            <a:off x="4100438" y="2527926"/>
            <a:ext cx="558129" cy="640097"/>
            <a:chOff x="1007000" y="3282375"/>
            <a:chExt cx="446075" cy="509875"/>
          </a:xfrm>
        </p:grpSpPr>
        <p:sp>
          <p:nvSpPr>
            <p:cNvPr id="4661" name="Google Shape;4661;p64"/>
            <p:cNvSpPr/>
            <p:nvPr/>
          </p:nvSpPr>
          <p:spPr>
            <a:xfrm>
              <a:off x="1238875" y="3385975"/>
              <a:ext cx="47425" cy="58800"/>
            </a:xfrm>
            <a:custGeom>
              <a:avLst/>
              <a:gdLst/>
              <a:ahLst/>
              <a:cxnLst/>
              <a:rect l="l" t="t" r="r" b="b"/>
              <a:pathLst>
                <a:path w="1897" h="2352" extrusionOk="0">
                  <a:moveTo>
                    <a:pt x="1" y="1"/>
                  </a:moveTo>
                  <a:lnTo>
                    <a:pt x="1" y="2351"/>
                  </a:lnTo>
                  <a:lnTo>
                    <a:pt x="1037" y="2351"/>
                  </a:lnTo>
                  <a:lnTo>
                    <a:pt x="1214" y="2326"/>
                  </a:lnTo>
                  <a:lnTo>
                    <a:pt x="1365" y="2275"/>
                  </a:lnTo>
                  <a:lnTo>
                    <a:pt x="1517" y="2199"/>
                  </a:lnTo>
                  <a:lnTo>
                    <a:pt x="1643" y="2098"/>
                  </a:lnTo>
                  <a:lnTo>
                    <a:pt x="1745" y="1972"/>
                  </a:lnTo>
                  <a:lnTo>
                    <a:pt x="1820" y="1820"/>
                  </a:lnTo>
                  <a:lnTo>
                    <a:pt x="1871" y="1669"/>
                  </a:lnTo>
                  <a:lnTo>
                    <a:pt x="1896" y="1492"/>
                  </a:lnTo>
                  <a:lnTo>
                    <a:pt x="1896" y="860"/>
                  </a:lnTo>
                  <a:lnTo>
                    <a:pt x="1871" y="683"/>
                  </a:lnTo>
                  <a:lnTo>
                    <a:pt x="1820" y="532"/>
                  </a:lnTo>
                  <a:lnTo>
                    <a:pt x="1745" y="380"/>
                  </a:lnTo>
                  <a:lnTo>
                    <a:pt x="1643" y="254"/>
                  </a:lnTo>
                  <a:lnTo>
                    <a:pt x="1517" y="152"/>
                  </a:lnTo>
                  <a:lnTo>
                    <a:pt x="1365" y="51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4662;p64"/>
            <p:cNvSpPr/>
            <p:nvPr/>
          </p:nvSpPr>
          <p:spPr>
            <a:xfrm>
              <a:off x="1057550" y="3385975"/>
              <a:ext cx="47425" cy="58800"/>
            </a:xfrm>
            <a:custGeom>
              <a:avLst/>
              <a:gdLst/>
              <a:ahLst/>
              <a:cxnLst/>
              <a:rect l="l" t="t" r="r" b="b"/>
              <a:pathLst>
                <a:path w="1897" h="2352" extrusionOk="0">
                  <a:moveTo>
                    <a:pt x="683" y="1"/>
                  </a:moveTo>
                  <a:lnTo>
                    <a:pt x="531" y="51"/>
                  </a:lnTo>
                  <a:lnTo>
                    <a:pt x="380" y="152"/>
                  </a:lnTo>
                  <a:lnTo>
                    <a:pt x="253" y="254"/>
                  </a:lnTo>
                  <a:lnTo>
                    <a:pt x="152" y="380"/>
                  </a:lnTo>
                  <a:lnTo>
                    <a:pt x="77" y="532"/>
                  </a:lnTo>
                  <a:lnTo>
                    <a:pt x="26" y="683"/>
                  </a:lnTo>
                  <a:lnTo>
                    <a:pt x="1" y="860"/>
                  </a:lnTo>
                  <a:lnTo>
                    <a:pt x="1" y="1492"/>
                  </a:lnTo>
                  <a:lnTo>
                    <a:pt x="26" y="1669"/>
                  </a:lnTo>
                  <a:lnTo>
                    <a:pt x="77" y="1820"/>
                  </a:lnTo>
                  <a:lnTo>
                    <a:pt x="152" y="1972"/>
                  </a:lnTo>
                  <a:lnTo>
                    <a:pt x="253" y="2098"/>
                  </a:lnTo>
                  <a:lnTo>
                    <a:pt x="380" y="2199"/>
                  </a:lnTo>
                  <a:lnTo>
                    <a:pt x="531" y="2275"/>
                  </a:lnTo>
                  <a:lnTo>
                    <a:pt x="683" y="2326"/>
                  </a:lnTo>
                  <a:lnTo>
                    <a:pt x="860" y="2351"/>
                  </a:lnTo>
                  <a:lnTo>
                    <a:pt x="1896" y="2351"/>
                  </a:lnTo>
                  <a:lnTo>
                    <a:pt x="1896" y="1"/>
                  </a:lnTo>
                  <a:close/>
                </a:path>
              </a:pathLst>
            </a:custGeom>
            <a:solidFill>
              <a:srgbClr val="F8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4663;p64"/>
            <p:cNvSpPr/>
            <p:nvPr/>
          </p:nvSpPr>
          <p:spPr>
            <a:xfrm>
              <a:off x="1373450" y="3537625"/>
              <a:ext cx="32250" cy="31600"/>
            </a:xfrm>
            <a:custGeom>
              <a:avLst/>
              <a:gdLst/>
              <a:ahLst/>
              <a:cxnLst/>
              <a:rect l="l" t="t" r="r" b="b"/>
              <a:pathLst>
                <a:path w="1290" h="1264" extrusionOk="0">
                  <a:moveTo>
                    <a:pt x="279" y="0"/>
                  </a:moveTo>
                  <a:lnTo>
                    <a:pt x="178" y="25"/>
                  </a:lnTo>
                  <a:lnTo>
                    <a:pt x="77" y="76"/>
                  </a:lnTo>
                  <a:lnTo>
                    <a:pt x="26" y="177"/>
                  </a:lnTo>
                  <a:lnTo>
                    <a:pt x="1" y="278"/>
                  </a:lnTo>
                  <a:lnTo>
                    <a:pt x="1" y="986"/>
                  </a:lnTo>
                  <a:lnTo>
                    <a:pt x="26" y="1112"/>
                  </a:lnTo>
                  <a:lnTo>
                    <a:pt x="77" y="1188"/>
                  </a:lnTo>
                  <a:lnTo>
                    <a:pt x="178" y="1238"/>
                  </a:lnTo>
                  <a:lnTo>
                    <a:pt x="279" y="1264"/>
                  </a:lnTo>
                  <a:lnTo>
                    <a:pt x="1012" y="1264"/>
                  </a:lnTo>
                  <a:lnTo>
                    <a:pt x="1113" y="1238"/>
                  </a:lnTo>
                  <a:lnTo>
                    <a:pt x="1188" y="1188"/>
                  </a:lnTo>
                  <a:lnTo>
                    <a:pt x="1264" y="1112"/>
                  </a:lnTo>
                  <a:lnTo>
                    <a:pt x="1290" y="986"/>
                  </a:lnTo>
                  <a:lnTo>
                    <a:pt x="1290" y="278"/>
                  </a:lnTo>
                  <a:lnTo>
                    <a:pt x="1264" y="177"/>
                  </a:lnTo>
                  <a:lnTo>
                    <a:pt x="1188" y="76"/>
                  </a:lnTo>
                  <a:lnTo>
                    <a:pt x="1113" y="25"/>
                  </a:lnTo>
                  <a:lnTo>
                    <a:pt x="1012" y="0"/>
                  </a:lnTo>
                  <a:close/>
                </a:path>
              </a:pathLst>
            </a:custGeom>
            <a:solidFill>
              <a:srgbClr val="9EE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4664;p64"/>
            <p:cNvSpPr/>
            <p:nvPr/>
          </p:nvSpPr>
          <p:spPr>
            <a:xfrm>
              <a:off x="1325450" y="3282375"/>
              <a:ext cx="127625" cy="223050"/>
            </a:xfrm>
            <a:custGeom>
              <a:avLst/>
              <a:gdLst/>
              <a:ahLst/>
              <a:cxnLst/>
              <a:rect l="l" t="t" r="r" b="b"/>
              <a:pathLst>
                <a:path w="5105" h="8922" extrusionOk="0">
                  <a:moveTo>
                    <a:pt x="2553" y="0"/>
                  </a:moveTo>
                  <a:lnTo>
                    <a:pt x="2426" y="26"/>
                  </a:lnTo>
                  <a:lnTo>
                    <a:pt x="2325" y="51"/>
                  </a:lnTo>
                  <a:lnTo>
                    <a:pt x="2199" y="101"/>
                  </a:lnTo>
                  <a:lnTo>
                    <a:pt x="2098" y="202"/>
                  </a:lnTo>
                  <a:lnTo>
                    <a:pt x="202" y="2098"/>
                  </a:lnTo>
                  <a:lnTo>
                    <a:pt x="101" y="2199"/>
                  </a:lnTo>
                  <a:lnTo>
                    <a:pt x="51" y="2325"/>
                  </a:lnTo>
                  <a:lnTo>
                    <a:pt x="25" y="2426"/>
                  </a:lnTo>
                  <a:lnTo>
                    <a:pt x="0" y="2553"/>
                  </a:lnTo>
                  <a:lnTo>
                    <a:pt x="25" y="2679"/>
                  </a:lnTo>
                  <a:lnTo>
                    <a:pt x="51" y="2805"/>
                  </a:lnTo>
                  <a:lnTo>
                    <a:pt x="101" y="2907"/>
                  </a:lnTo>
                  <a:lnTo>
                    <a:pt x="202" y="3008"/>
                  </a:lnTo>
                  <a:lnTo>
                    <a:pt x="278" y="3083"/>
                  </a:lnTo>
                  <a:lnTo>
                    <a:pt x="354" y="3134"/>
                  </a:lnTo>
                  <a:lnTo>
                    <a:pt x="455" y="3185"/>
                  </a:lnTo>
                  <a:lnTo>
                    <a:pt x="556" y="3185"/>
                  </a:lnTo>
                  <a:lnTo>
                    <a:pt x="657" y="3210"/>
                  </a:lnTo>
                  <a:lnTo>
                    <a:pt x="758" y="3185"/>
                  </a:lnTo>
                  <a:lnTo>
                    <a:pt x="859" y="3159"/>
                  </a:lnTo>
                  <a:lnTo>
                    <a:pt x="960" y="3134"/>
                  </a:lnTo>
                  <a:lnTo>
                    <a:pt x="1112" y="3008"/>
                  </a:lnTo>
                  <a:lnTo>
                    <a:pt x="1921" y="2199"/>
                  </a:lnTo>
                  <a:lnTo>
                    <a:pt x="1921" y="8643"/>
                  </a:lnTo>
                  <a:lnTo>
                    <a:pt x="1946" y="8770"/>
                  </a:lnTo>
                  <a:lnTo>
                    <a:pt x="1997" y="8845"/>
                  </a:lnTo>
                  <a:lnTo>
                    <a:pt x="2098" y="8896"/>
                  </a:lnTo>
                  <a:lnTo>
                    <a:pt x="2199" y="8921"/>
                  </a:lnTo>
                  <a:lnTo>
                    <a:pt x="2932" y="8921"/>
                  </a:lnTo>
                  <a:lnTo>
                    <a:pt x="3033" y="8896"/>
                  </a:lnTo>
                  <a:lnTo>
                    <a:pt x="3108" y="8845"/>
                  </a:lnTo>
                  <a:lnTo>
                    <a:pt x="3184" y="8770"/>
                  </a:lnTo>
                  <a:lnTo>
                    <a:pt x="3210" y="8643"/>
                  </a:lnTo>
                  <a:lnTo>
                    <a:pt x="3210" y="2199"/>
                  </a:lnTo>
                  <a:lnTo>
                    <a:pt x="4018" y="3033"/>
                  </a:lnTo>
                  <a:lnTo>
                    <a:pt x="4119" y="3109"/>
                  </a:lnTo>
                  <a:lnTo>
                    <a:pt x="4246" y="3159"/>
                  </a:lnTo>
                  <a:lnTo>
                    <a:pt x="4347" y="3210"/>
                  </a:lnTo>
                  <a:lnTo>
                    <a:pt x="4600" y="3210"/>
                  </a:lnTo>
                  <a:lnTo>
                    <a:pt x="4701" y="3185"/>
                  </a:lnTo>
                  <a:lnTo>
                    <a:pt x="4827" y="3109"/>
                  </a:lnTo>
                  <a:lnTo>
                    <a:pt x="4928" y="3033"/>
                  </a:lnTo>
                  <a:lnTo>
                    <a:pt x="5004" y="2932"/>
                  </a:lnTo>
                  <a:lnTo>
                    <a:pt x="5080" y="2805"/>
                  </a:lnTo>
                  <a:lnTo>
                    <a:pt x="5105" y="2704"/>
                  </a:lnTo>
                  <a:lnTo>
                    <a:pt x="5105" y="2578"/>
                  </a:lnTo>
                  <a:lnTo>
                    <a:pt x="5105" y="2452"/>
                  </a:lnTo>
                  <a:lnTo>
                    <a:pt x="5080" y="2325"/>
                  </a:lnTo>
                  <a:lnTo>
                    <a:pt x="5004" y="2224"/>
                  </a:lnTo>
                  <a:lnTo>
                    <a:pt x="4928" y="2123"/>
                  </a:lnTo>
                  <a:lnTo>
                    <a:pt x="3007" y="202"/>
                  </a:lnTo>
                  <a:lnTo>
                    <a:pt x="2881" y="76"/>
                  </a:lnTo>
                  <a:lnTo>
                    <a:pt x="2856" y="76"/>
                  </a:lnTo>
                  <a:lnTo>
                    <a:pt x="2729" y="26"/>
                  </a:lnTo>
                  <a:lnTo>
                    <a:pt x="2553" y="0"/>
                  </a:lnTo>
                  <a:close/>
                </a:path>
              </a:pathLst>
            </a:custGeom>
            <a:solidFill>
              <a:srgbClr val="9EE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4665;p64"/>
            <p:cNvSpPr/>
            <p:nvPr/>
          </p:nvSpPr>
          <p:spPr>
            <a:xfrm>
              <a:off x="1007000" y="3566675"/>
              <a:ext cx="329825" cy="225575"/>
            </a:xfrm>
            <a:custGeom>
              <a:avLst/>
              <a:gdLst/>
              <a:ahLst/>
              <a:cxnLst/>
              <a:rect l="l" t="t" r="r" b="b"/>
              <a:pathLst>
                <a:path w="13193" h="9023" extrusionOk="0">
                  <a:moveTo>
                    <a:pt x="4044" y="1"/>
                  </a:moveTo>
                  <a:lnTo>
                    <a:pt x="1138" y="986"/>
                  </a:lnTo>
                  <a:lnTo>
                    <a:pt x="885" y="1113"/>
                  </a:lnTo>
                  <a:lnTo>
                    <a:pt x="683" y="1239"/>
                  </a:lnTo>
                  <a:lnTo>
                    <a:pt x="481" y="1416"/>
                  </a:lnTo>
                  <a:lnTo>
                    <a:pt x="304" y="1618"/>
                  </a:lnTo>
                  <a:lnTo>
                    <a:pt x="178" y="1845"/>
                  </a:lnTo>
                  <a:lnTo>
                    <a:pt x="77" y="2073"/>
                  </a:lnTo>
                  <a:lnTo>
                    <a:pt x="26" y="2326"/>
                  </a:lnTo>
                  <a:lnTo>
                    <a:pt x="1" y="2604"/>
                  </a:lnTo>
                  <a:lnTo>
                    <a:pt x="1" y="9023"/>
                  </a:lnTo>
                  <a:lnTo>
                    <a:pt x="13193" y="9023"/>
                  </a:lnTo>
                  <a:lnTo>
                    <a:pt x="13193" y="2604"/>
                  </a:lnTo>
                  <a:lnTo>
                    <a:pt x="13168" y="2326"/>
                  </a:lnTo>
                  <a:lnTo>
                    <a:pt x="13117" y="2073"/>
                  </a:lnTo>
                  <a:lnTo>
                    <a:pt x="13016" y="1845"/>
                  </a:lnTo>
                  <a:lnTo>
                    <a:pt x="12890" y="1618"/>
                  </a:lnTo>
                  <a:lnTo>
                    <a:pt x="12713" y="1416"/>
                  </a:lnTo>
                  <a:lnTo>
                    <a:pt x="12511" y="1239"/>
                  </a:lnTo>
                  <a:lnTo>
                    <a:pt x="12308" y="1113"/>
                  </a:lnTo>
                  <a:lnTo>
                    <a:pt x="12056" y="986"/>
                  </a:lnTo>
                  <a:lnTo>
                    <a:pt x="9149" y="1"/>
                  </a:lnTo>
                  <a:lnTo>
                    <a:pt x="8391" y="557"/>
                  </a:lnTo>
                  <a:lnTo>
                    <a:pt x="4803" y="557"/>
                  </a:lnTo>
                  <a:lnTo>
                    <a:pt x="4044" y="1"/>
                  </a:lnTo>
                  <a:close/>
                </a:path>
              </a:pathLst>
            </a:custGeom>
            <a:solidFill>
              <a:srgbClr val="60B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4666;p64"/>
            <p:cNvSpPr/>
            <p:nvPr/>
          </p:nvSpPr>
          <p:spPr>
            <a:xfrm>
              <a:off x="1127050" y="3485175"/>
              <a:ext cx="89750" cy="109325"/>
            </a:xfrm>
            <a:custGeom>
              <a:avLst/>
              <a:gdLst/>
              <a:ahLst/>
              <a:cxnLst/>
              <a:rect l="l" t="t" r="r" b="b"/>
              <a:pathLst>
                <a:path w="3590" h="4373" extrusionOk="0">
                  <a:moveTo>
                    <a:pt x="1" y="1"/>
                  </a:moveTo>
                  <a:lnTo>
                    <a:pt x="1" y="1390"/>
                  </a:lnTo>
                  <a:lnTo>
                    <a:pt x="1" y="3008"/>
                  </a:lnTo>
                  <a:lnTo>
                    <a:pt x="1795" y="4373"/>
                  </a:lnTo>
                  <a:lnTo>
                    <a:pt x="3589" y="3008"/>
                  </a:lnTo>
                  <a:lnTo>
                    <a:pt x="3589" y="1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64"/>
            <p:cNvSpPr/>
            <p:nvPr/>
          </p:nvSpPr>
          <p:spPr>
            <a:xfrm>
              <a:off x="1094825" y="3324700"/>
              <a:ext cx="154200" cy="207250"/>
            </a:xfrm>
            <a:custGeom>
              <a:avLst/>
              <a:gdLst/>
              <a:ahLst/>
              <a:cxnLst/>
              <a:rect l="l" t="t" r="r" b="b"/>
              <a:pathLst>
                <a:path w="6168" h="8290" extrusionOk="0">
                  <a:moveTo>
                    <a:pt x="860" y="0"/>
                  </a:moveTo>
                  <a:lnTo>
                    <a:pt x="683" y="26"/>
                  </a:lnTo>
                  <a:lnTo>
                    <a:pt x="531" y="76"/>
                  </a:lnTo>
                  <a:lnTo>
                    <a:pt x="380" y="152"/>
                  </a:lnTo>
                  <a:lnTo>
                    <a:pt x="253" y="278"/>
                  </a:lnTo>
                  <a:lnTo>
                    <a:pt x="152" y="405"/>
                  </a:lnTo>
                  <a:lnTo>
                    <a:pt x="51" y="556"/>
                  </a:lnTo>
                  <a:lnTo>
                    <a:pt x="1" y="708"/>
                  </a:lnTo>
                  <a:lnTo>
                    <a:pt x="1" y="885"/>
                  </a:lnTo>
                  <a:lnTo>
                    <a:pt x="1" y="5434"/>
                  </a:lnTo>
                  <a:lnTo>
                    <a:pt x="1" y="5712"/>
                  </a:lnTo>
                  <a:lnTo>
                    <a:pt x="51" y="6015"/>
                  </a:lnTo>
                  <a:lnTo>
                    <a:pt x="127" y="6268"/>
                  </a:lnTo>
                  <a:lnTo>
                    <a:pt x="228" y="6546"/>
                  </a:lnTo>
                  <a:lnTo>
                    <a:pt x="329" y="6799"/>
                  </a:lnTo>
                  <a:lnTo>
                    <a:pt x="481" y="7026"/>
                  </a:lnTo>
                  <a:lnTo>
                    <a:pt x="658" y="7253"/>
                  </a:lnTo>
                  <a:lnTo>
                    <a:pt x="835" y="7456"/>
                  </a:lnTo>
                  <a:lnTo>
                    <a:pt x="1037" y="7633"/>
                  </a:lnTo>
                  <a:lnTo>
                    <a:pt x="1264" y="7809"/>
                  </a:lnTo>
                  <a:lnTo>
                    <a:pt x="1492" y="7936"/>
                  </a:lnTo>
                  <a:lnTo>
                    <a:pt x="1745" y="8062"/>
                  </a:lnTo>
                  <a:lnTo>
                    <a:pt x="1997" y="8163"/>
                  </a:lnTo>
                  <a:lnTo>
                    <a:pt x="2275" y="8239"/>
                  </a:lnTo>
                  <a:lnTo>
                    <a:pt x="2553" y="8264"/>
                  </a:lnTo>
                  <a:lnTo>
                    <a:pt x="2857" y="8290"/>
                  </a:lnTo>
                  <a:lnTo>
                    <a:pt x="3311" y="8290"/>
                  </a:lnTo>
                  <a:lnTo>
                    <a:pt x="3615" y="8264"/>
                  </a:lnTo>
                  <a:lnTo>
                    <a:pt x="3893" y="8239"/>
                  </a:lnTo>
                  <a:lnTo>
                    <a:pt x="4171" y="8163"/>
                  </a:lnTo>
                  <a:lnTo>
                    <a:pt x="4423" y="8062"/>
                  </a:lnTo>
                  <a:lnTo>
                    <a:pt x="4676" y="7936"/>
                  </a:lnTo>
                  <a:lnTo>
                    <a:pt x="4904" y="7809"/>
                  </a:lnTo>
                  <a:lnTo>
                    <a:pt x="5131" y="7633"/>
                  </a:lnTo>
                  <a:lnTo>
                    <a:pt x="5333" y="7456"/>
                  </a:lnTo>
                  <a:lnTo>
                    <a:pt x="5510" y="7253"/>
                  </a:lnTo>
                  <a:lnTo>
                    <a:pt x="5687" y="7026"/>
                  </a:lnTo>
                  <a:lnTo>
                    <a:pt x="5839" y="6799"/>
                  </a:lnTo>
                  <a:lnTo>
                    <a:pt x="5940" y="6546"/>
                  </a:lnTo>
                  <a:lnTo>
                    <a:pt x="6041" y="6268"/>
                  </a:lnTo>
                  <a:lnTo>
                    <a:pt x="6117" y="6015"/>
                  </a:lnTo>
                  <a:lnTo>
                    <a:pt x="6167" y="5712"/>
                  </a:lnTo>
                  <a:lnTo>
                    <a:pt x="6167" y="5434"/>
                  </a:lnTo>
                  <a:lnTo>
                    <a:pt x="6167" y="885"/>
                  </a:lnTo>
                  <a:lnTo>
                    <a:pt x="6167" y="708"/>
                  </a:lnTo>
                  <a:lnTo>
                    <a:pt x="6117" y="556"/>
                  </a:lnTo>
                  <a:lnTo>
                    <a:pt x="6015" y="405"/>
                  </a:lnTo>
                  <a:lnTo>
                    <a:pt x="5914" y="278"/>
                  </a:lnTo>
                  <a:lnTo>
                    <a:pt x="5788" y="152"/>
                  </a:lnTo>
                  <a:lnTo>
                    <a:pt x="5636" y="76"/>
                  </a:lnTo>
                  <a:lnTo>
                    <a:pt x="5485" y="26"/>
                  </a:lnTo>
                  <a:lnTo>
                    <a:pt x="5308" y="0"/>
                  </a:ln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4668;p64"/>
            <p:cNvSpPr/>
            <p:nvPr/>
          </p:nvSpPr>
          <p:spPr>
            <a:xfrm>
              <a:off x="1130850" y="3407475"/>
              <a:ext cx="15825" cy="25275"/>
            </a:xfrm>
            <a:custGeom>
              <a:avLst/>
              <a:gdLst/>
              <a:ahLst/>
              <a:cxnLst/>
              <a:rect l="l" t="t" r="r" b="b"/>
              <a:pathLst>
                <a:path w="633" h="1011" extrusionOk="0">
                  <a:moveTo>
                    <a:pt x="304" y="0"/>
                  </a:moveTo>
                  <a:lnTo>
                    <a:pt x="202" y="25"/>
                  </a:lnTo>
                  <a:lnTo>
                    <a:pt x="101" y="76"/>
                  </a:lnTo>
                  <a:lnTo>
                    <a:pt x="26" y="177"/>
                  </a:lnTo>
                  <a:lnTo>
                    <a:pt x="0" y="303"/>
                  </a:lnTo>
                  <a:lnTo>
                    <a:pt x="0" y="708"/>
                  </a:lnTo>
                  <a:lnTo>
                    <a:pt x="26" y="834"/>
                  </a:lnTo>
                  <a:lnTo>
                    <a:pt x="101" y="935"/>
                  </a:lnTo>
                  <a:lnTo>
                    <a:pt x="202" y="986"/>
                  </a:lnTo>
                  <a:lnTo>
                    <a:pt x="304" y="1011"/>
                  </a:lnTo>
                  <a:lnTo>
                    <a:pt x="430" y="986"/>
                  </a:lnTo>
                  <a:lnTo>
                    <a:pt x="531" y="935"/>
                  </a:lnTo>
                  <a:lnTo>
                    <a:pt x="607" y="834"/>
                  </a:lnTo>
                  <a:lnTo>
                    <a:pt x="632" y="708"/>
                  </a:lnTo>
                  <a:lnTo>
                    <a:pt x="632" y="303"/>
                  </a:lnTo>
                  <a:lnTo>
                    <a:pt x="607" y="177"/>
                  </a:lnTo>
                  <a:lnTo>
                    <a:pt x="531" y="76"/>
                  </a:lnTo>
                  <a:lnTo>
                    <a:pt x="430" y="25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4669;p64"/>
            <p:cNvSpPr/>
            <p:nvPr/>
          </p:nvSpPr>
          <p:spPr>
            <a:xfrm>
              <a:off x="1197175" y="3407475"/>
              <a:ext cx="15825" cy="25275"/>
            </a:xfrm>
            <a:custGeom>
              <a:avLst/>
              <a:gdLst/>
              <a:ahLst/>
              <a:cxnLst/>
              <a:rect l="l" t="t" r="r" b="b"/>
              <a:pathLst>
                <a:path w="633" h="1011" extrusionOk="0">
                  <a:moveTo>
                    <a:pt x="304" y="0"/>
                  </a:moveTo>
                  <a:lnTo>
                    <a:pt x="203" y="25"/>
                  </a:lnTo>
                  <a:lnTo>
                    <a:pt x="102" y="76"/>
                  </a:lnTo>
                  <a:lnTo>
                    <a:pt x="26" y="177"/>
                  </a:lnTo>
                  <a:lnTo>
                    <a:pt x="1" y="303"/>
                  </a:lnTo>
                  <a:lnTo>
                    <a:pt x="1" y="708"/>
                  </a:lnTo>
                  <a:lnTo>
                    <a:pt x="26" y="834"/>
                  </a:lnTo>
                  <a:lnTo>
                    <a:pt x="102" y="935"/>
                  </a:lnTo>
                  <a:lnTo>
                    <a:pt x="203" y="986"/>
                  </a:lnTo>
                  <a:lnTo>
                    <a:pt x="304" y="1011"/>
                  </a:lnTo>
                  <a:lnTo>
                    <a:pt x="430" y="986"/>
                  </a:lnTo>
                  <a:lnTo>
                    <a:pt x="532" y="935"/>
                  </a:lnTo>
                  <a:lnTo>
                    <a:pt x="607" y="834"/>
                  </a:lnTo>
                  <a:lnTo>
                    <a:pt x="633" y="708"/>
                  </a:lnTo>
                  <a:lnTo>
                    <a:pt x="633" y="303"/>
                  </a:lnTo>
                  <a:lnTo>
                    <a:pt x="607" y="177"/>
                  </a:lnTo>
                  <a:lnTo>
                    <a:pt x="532" y="76"/>
                  </a:lnTo>
                  <a:lnTo>
                    <a:pt x="430" y="25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4670;p64"/>
            <p:cNvSpPr/>
            <p:nvPr/>
          </p:nvSpPr>
          <p:spPr>
            <a:xfrm>
              <a:off x="1144750" y="3459275"/>
              <a:ext cx="54350" cy="34775"/>
            </a:xfrm>
            <a:custGeom>
              <a:avLst/>
              <a:gdLst/>
              <a:ahLst/>
              <a:cxnLst/>
              <a:rect l="l" t="t" r="r" b="b"/>
              <a:pathLst>
                <a:path w="2174" h="1391" extrusionOk="0">
                  <a:moveTo>
                    <a:pt x="304" y="0"/>
                  </a:moveTo>
                  <a:lnTo>
                    <a:pt x="202" y="26"/>
                  </a:lnTo>
                  <a:lnTo>
                    <a:pt x="101" y="101"/>
                  </a:lnTo>
                  <a:lnTo>
                    <a:pt x="26" y="203"/>
                  </a:lnTo>
                  <a:lnTo>
                    <a:pt x="0" y="304"/>
                  </a:lnTo>
                  <a:lnTo>
                    <a:pt x="26" y="531"/>
                  </a:lnTo>
                  <a:lnTo>
                    <a:pt x="101" y="733"/>
                  </a:lnTo>
                  <a:lnTo>
                    <a:pt x="202" y="910"/>
                  </a:lnTo>
                  <a:lnTo>
                    <a:pt x="329" y="1087"/>
                  </a:lnTo>
                  <a:lnTo>
                    <a:pt x="480" y="1213"/>
                  </a:lnTo>
                  <a:lnTo>
                    <a:pt x="657" y="1314"/>
                  </a:lnTo>
                  <a:lnTo>
                    <a:pt x="860" y="1365"/>
                  </a:lnTo>
                  <a:lnTo>
                    <a:pt x="1087" y="1390"/>
                  </a:lnTo>
                  <a:lnTo>
                    <a:pt x="1314" y="1365"/>
                  </a:lnTo>
                  <a:lnTo>
                    <a:pt x="1517" y="1314"/>
                  </a:lnTo>
                  <a:lnTo>
                    <a:pt x="1693" y="1213"/>
                  </a:lnTo>
                  <a:lnTo>
                    <a:pt x="1845" y="1087"/>
                  </a:lnTo>
                  <a:lnTo>
                    <a:pt x="1971" y="910"/>
                  </a:lnTo>
                  <a:lnTo>
                    <a:pt x="2073" y="733"/>
                  </a:lnTo>
                  <a:lnTo>
                    <a:pt x="2148" y="531"/>
                  </a:lnTo>
                  <a:lnTo>
                    <a:pt x="2174" y="304"/>
                  </a:lnTo>
                  <a:lnTo>
                    <a:pt x="2148" y="203"/>
                  </a:lnTo>
                  <a:lnTo>
                    <a:pt x="2073" y="101"/>
                  </a:lnTo>
                  <a:lnTo>
                    <a:pt x="1971" y="26"/>
                  </a:lnTo>
                  <a:lnTo>
                    <a:pt x="1870" y="0"/>
                  </a:lnTo>
                  <a:lnTo>
                    <a:pt x="1744" y="26"/>
                  </a:lnTo>
                  <a:lnTo>
                    <a:pt x="1643" y="101"/>
                  </a:lnTo>
                  <a:lnTo>
                    <a:pt x="1567" y="203"/>
                  </a:lnTo>
                  <a:lnTo>
                    <a:pt x="1542" y="304"/>
                  </a:lnTo>
                  <a:lnTo>
                    <a:pt x="1542" y="405"/>
                  </a:lnTo>
                  <a:lnTo>
                    <a:pt x="1517" y="481"/>
                  </a:lnTo>
                  <a:lnTo>
                    <a:pt x="1466" y="582"/>
                  </a:lnTo>
                  <a:lnTo>
                    <a:pt x="1415" y="632"/>
                  </a:lnTo>
                  <a:lnTo>
                    <a:pt x="1340" y="708"/>
                  </a:lnTo>
                  <a:lnTo>
                    <a:pt x="1264" y="733"/>
                  </a:lnTo>
                  <a:lnTo>
                    <a:pt x="1188" y="759"/>
                  </a:lnTo>
                  <a:lnTo>
                    <a:pt x="1087" y="784"/>
                  </a:lnTo>
                  <a:lnTo>
                    <a:pt x="986" y="759"/>
                  </a:lnTo>
                  <a:lnTo>
                    <a:pt x="910" y="733"/>
                  </a:lnTo>
                  <a:lnTo>
                    <a:pt x="834" y="708"/>
                  </a:lnTo>
                  <a:lnTo>
                    <a:pt x="758" y="632"/>
                  </a:lnTo>
                  <a:lnTo>
                    <a:pt x="708" y="582"/>
                  </a:lnTo>
                  <a:lnTo>
                    <a:pt x="657" y="481"/>
                  </a:lnTo>
                  <a:lnTo>
                    <a:pt x="632" y="405"/>
                  </a:lnTo>
                  <a:lnTo>
                    <a:pt x="632" y="304"/>
                  </a:lnTo>
                  <a:lnTo>
                    <a:pt x="607" y="203"/>
                  </a:lnTo>
                  <a:lnTo>
                    <a:pt x="531" y="101"/>
                  </a:lnTo>
                  <a:lnTo>
                    <a:pt x="430" y="26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4671;p64"/>
            <p:cNvSpPr/>
            <p:nvPr/>
          </p:nvSpPr>
          <p:spPr>
            <a:xfrm>
              <a:off x="1052500" y="3660175"/>
              <a:ext cx="15825" cy="132075"/>
            </a:xfrm>
            <a:custGeom>
              <a:avLst/>
              <a:gdLst/>
              <a:ahLst/>
              <a:cxnLst/>
              <a:rect l="l" t="t" r="r" b="b"/>
              <a:pathLst>
                <a:path w="633" h="5283" extrusionOk="0">
                  <a:moveTo>
                    <a:pt x="304" y="1"/>
                  </a:moveTo>
                  <a:lnTo>
                    <a:pt x="203" y="26"/>
                  </a:lnTo>
                  <a:lnTo>
                    <a:pt x="102" y="77"/>
                  </a:lnTo>
                  <a:lnTo>
                    <a:pt x="26" y="178"/>
                  </a:lnTo>
                  <a:lnTo>
                    <a:pt x="1" y="304"/>
                  </a:lnTo>
                  <a:lnTo>
                    <a:pt x="1" y="5283"/>
                  </a:lnTo>
                  <a:lnTo>
                    <a:pt x="632" y="5283"/>
                  </a:lnTo>
                  <a:lnTo>
                    <a:pt x="632" y="304"/>
                  </a:lnTo>
                  <a:lnTo>
                    <a:pt x="607" y="178"/>
                  </a:lnTo>
                  <a:lnTo>
                    <a:pt x="531" y="77"/>
                  </a:lnTo>
                  <a:lnTo>
                    <a:pt x="430" y="26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60B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4672;p64"/>
            <p:cNvSpPr/>
            <p:nvPr/>
          </p:nvSpPr>
          <p:spPr>
            <a:xfrm>
              <a:off x="1275525" y="3660175"/>
              <a:ext cx="15825" cy="132075"/>
            </a:xfrm>
            <a:custGeom>
              <a:avLst/>
              <a:gdLst/>
              <a:ahLst/>
              <a:cxnLst/>
              <a:rect l="l" t="t" r="r" b="b"/>
              <a:pathLst>
                <a:path w="633" h="5283" extrusionOk="0">
                  <a:moveTo>
                    <a:pt x="329" y="1"/>
                  </a:moveTo>
                  <a:lnTo>
                    <a:pt x="203" y="26"/>
                  </a:lnTo>
                  <a:lnTo>
                    <a:pt x="102" y="77"/>
                  </a:lnTo>
                  <a:lnTo>
                    <a:pt x="26" y="178"/>
                  </a:lnTo>
                  <a:lnTo>
                    <a:pt x="1" y="304"/>
                  </a:lnTo>
                  <a:lnTo>
                    <a:pt x="1" y="5283"/>
                  </a:lnTo>
                  <a:lnTo>
                    <a:pt x="632" y="5283"/>
                  </a:lnTo>
                  <a:lnTo>
                    <a:pt x="632" y="304"/>
                  </a:lnTo>
                  <a:lnTo>
                    <a:pt x="607" y="178"/>
                  </a:lnTo>
                  <a:lnTo>
                    <a:pt x="531" y="77"/>
                  </a:lnTo>
                  <a:lnTo>
                    <a:pt x="430" y="26"/>
                  </a:lnTo>
                  <a:lnTo>
                    <a:pt x="329" y="1"/>
                  </a:lnTo>
                  <a:close/>
                </a:path>
              </a:pathLst>
            </a:custGeom>
            <a:solidFill>
              <a:srgbClr val="60B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64"/>
            <p:cNvSpPr/>
            <p:nvPr/>
          </p:nvSpPr>
          <p:spPr>
            <a:xfrm>
              <a:off x="1140325" y="3594475"/>
              <a:ext cx="63200" cy="47400"/>
            </a:xfrm>
            <a:custGeom>
              <a:avLst/>
              <a:gdLst/>
              <a:ahLst/>
              <a:cxnLst/>
              <a:rect l="l" t="t" r="r" b="b"/>
              <a:pathLst>
                <a:path w="2528" h="1896" extrusionOk="0">
                  <a:moveTo>
                    <a:pt x="1264" y="1"/>
                  </a:moveTo>
                  <a:lnTo>
                    <a:pt x="379" y="203"/>
                  </a:lnTo>
                  <a:lnTo>
                    <a:pt x="0" y="784"/>
                  </a:lnTo>
                  <a:lnTo>
                    <a:pt x="632" y="1896"/>
                  </a:lnTo>
                  <a:lnTo>
                    <a:pt x="1896" y="1896"/>
                  </a:lnTo>
                  <a:lnTo>
                    <a:pt x="2528" y="784"/>
                  </a:lnTo>
                  <a:lnTo>
                    <a:pt x="2174" y="203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4" name="Google Shape;4674;p64"/>
            <p:cNvSpPr/>
            <p:nvPr/>
          </p:nvSpPr>
          <p:spPr>
            <a:xfrm>
              <a:off x="1140325" y="3641850"/>
              <a:ext cx="63200" cy="150400"/>
            </a:xfrm>
            <a:custGeom>
              <a:avLst/>
              <a:gdLst/>
              <a:ahLst/>
              <a:cxnLst/>
              <a:rect l="l" t="t" r="r" b="b"/>
              <a:pathLst>
                <a:path w="2528" h="6016" extrusionOk="0">
                  <a:moveTo>
                    <a:pt x="632" y="1"/>
                  </a:moveTo>
                  <a:lnTo>
                    <a:pt x="0" y="6016"/>
                  </a:lnTo>
                  <a:lnTo>
                    <a:pt x="2528" y="6016"/>
                  </a:lnTo>
                  <a:lnTo>
                    <a:pt x="1896" y="1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5" name="Google Shape;4675;p64"/>
            <p:cNvSpPr/>
            <p:nvPr/>
          </p:nvSpPr>
          <p:spPr>
            <a:xfrm>
              <a:off x="1079025" y="3282375"/>
              <a:ext cx="185775" cy="103625"/>
            </a:xfrm>
            <a:custGeom>
              <a:avLst/>
              <a:gdLst/>
              <a:ahLst/>
              <a:cxnLst/>
              <a:rect l="l" t="t" r="r" b="b"/>
              <a:pathLst>
                <a:path w="7431" h="4145" extrusionOk="0">
                  <a:moveTo>
                    <a:pt x="2200" y="0"/>
                  </a:moveTo>
                  <a:lnTo>
                    <a:pt x="1972" y="51"/>
                  </a:lnTo>
                  <a:lnTo>
                    <a:pt x="1719" y="101"/>
                  </a:lnTo>
                  <a:lnTo>
                    <a:pt x="1492" y="202"/>
                  </a:lnTo>
                  <a:lnTo>
                    <a:pt x="1290" y="304"/>
                  </a:lnTo>
                  <a:lnTo>
                    <a:pt x="1088" y="430"/>
                  </a:lnTo>
                  <a:lnTo>
                    <a:pt x="885" y="556"/>
                  </a:lnTo>
                  <a:lnTo>
                    <a:pt x="709" y="733"/>
                  </a:lnTo>
                  <a:lnTo>
                    <a:pt x="557" y="885"/>
                  </a:lnTo>
                  <a:lnTo>
                    <a:pt x="405" y="1087"/>
                  </a:lnTo>
                  <a:lnTo>
                    <a:pt x="304" y="1289"/>
                  </a:lnTo>
                  <a:lnTo>
                    <a:pt x="178" y="1517"/>
                  </a:lnTo>
                  <a:lnTo>
                    <a:pt x="102" y="1719"/>
                  </a:lnTo>
                  <a:lnTo>
                    <a:pt x="52" y="1971"/>
                  </a:lnTo>
                  <a:lnTo>
                    <a:pt x="1" y="2224"/>
                  </a:lnTo>
                  <a:lnTo>
                    <a:pt x="1" y="2452"/>
                  </a:lnTo>
                  <a:lnTo>
                    <a:pt x="1" y="4145"/>
                  </a:lnTo>
                  <a:lnTo>
                    <a:pt x="2048" y="4145"/>
                  </a:lnTo>
                  <a:lnTo>
                    <a:pt x="2301" y="4120"/>
                  </a:lnTo>
                  <a:lnTo>
                    <a:pt x="2553" y="4069"/>
                  </a:lnTo>
                  <a:lnTo>
                    <a:pt x="2806" y="3993"/>
                  </a:lnTo>
                  <a:lnTo>
                    <a:pt x="3034" y="3892"/>
                  </a:lnTo>
                  <a:lnTo>
                    <a:pt x="3261" y="3740"/>
                  </a:lnTo>
                  <a:lnTo>
                    <a:pt x="3463" y="3564"/>
                  </a:lnTo>
                  <a:lnTo>
                    <a:pt x="3640" y="3387"/>
                  </a:lnTo>
                  <a:lnTo>
                    <a:pt x="3792" y="3159"/>
                  </a:lnTo>
                  <a:lnTo>
                    <a:pt x="4449" y="2098"/>
                  </a:lnTo>
                  <a:lnTo>
                    <a:pt x="4651" y="2704"/>
                  </a:lnTo>
                  <a:lnTo>
                    <a:pt x="4777" y="3008"/>
                  </a:lnTo>
                  <a:lnTo>
                    <a:pt x="4954" y="3286"/>
                  </a:lnTo>
                  <a:lnTo>
                    <a:pt x="5156" y="3538"/>
                  </a:lnTo>
                  <a:lnTo>
                    <a:pt x="5384" y="3740"/>
                  </a:lnTo>
                  <a:lnTo>
                    <a:pt x="5662" y="3917"/>
                  </a:lnTo>
                  <a:lnTo>
                    <a:pt x="5965" y="4044"/>
                  </a:lnTo>
                  <a:lnTo>
                    <a:pt x="6268" y="4120"/>
                  </a:lnTo>
                  <a:lnTo>
                    <a:pt x="6622" y="4145"/>
                  </a:lnTo>
                  <a:lnTo>
                    <a:pt x="7431" y="4145"/>
                  </a:lnTo>
                  <a:lnTo>
                    <a:pt x="7431" y="2452"/>
                  </a:lnTo>
                  <a:lnTo>
                    <a:pt x="7431" y="2224"/>
                  </a:lnTo>
                  <a:lnTo>
                    <a:pt x="7380" y="1971"/>
                  </a:lnTo>
                  <a:lnTo>
                    <a:pt x="7330" y="1719"/>
                  </a:lnTo>
                  <a:lnTo>
                    <a:pt x="7229" y="1517"/>
                  </a:lnTo>
                  <a:lnTo>
                    <a:pt x="7128" y="1289"/>
                  </a:lnTo>
                  <a:lnTo>
                    <a:pt x="7027" y="1087"/>
                  </a:lnTo>
                  <a:lnTo>
                    <a:pt x="6875" y="885"/>
                  </a:lnTo>
                  <a:lnTo>
                    <a:pt x="6723" y="733"/>
                  </a:lnTo>
                  <a:lnTo>
                    <a:pt x="6546" y="556"/>
                  </a:lnTo>
                  <a:lnTo>
                    <a:pt x="6344" y="430"/>
                  </a:lnTo>
                  <a:lnTo>
                    <a:pt x="6142" y="304"/>
                  </a:lnTo>
                  <a:lnTo>
                    <a:pt x="5940" y="202"/>
                  </a:lnTo>
                  <a:lnTo>
                    <a:pt x="5712" y="101"/>
                  </a:lnTo>
                  <a:lnTo>
                    <a:pt x="5460" y="51"/>
                  </a:lnTo>
                  <a:lnTo>
                    <a:pt x="5232" y="0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6" name="Google Shape;4676;p64"/>
            <p:cNvSpPr/>
            <p:nvPr/>
          </p:nvSpPr>
          <p:spPr>
            <a:xfrm>
              <a:off x="1108100" y="3560350"/>
              <a:ext cx="63825" cy="67625"/>
            </a:xfrm>
            <a:custGeom>
              <a:avLst/>
              <a:gdLst/>
              <a:ahLst/>
              <a:cxnLst/>
              <a:rect l="l" t="t" r="r" b="b"/>
              <a:pathLst>
                <a:path w="2553" h="2705" extrusionOk="0">
                  <a:moveTo>
                    <a:pt x="759" y="1"/>
                  </a:moveTo>
                  <a:lnTo>
                    <a:pt x="0" y="254"/>
                  </a:lnTo>
                  <a:lnTo>
                    <a:pt x="0" y="2427"/>
                  </a:lnTo>
                  <a:lnTo>
                    <a:pt x="0" y="2503"/>
                  </a:lnTo>
                  <a:lnTo>
                    <a:pt x="51" y="2553"/>
                  </a:lnTo>
                  <a:lnTo>
                    <a:pt x="76" y="2629"/>
                  </a:lnTo>
                  <a:lnTo>
                    <a:pt x="152" y="2654"/>
                  </a:lnTo>
                  <a:lnTo>
                    <a:pt x="203" y="2680"/>
                  </a:lnTo>
                  <a:lnTo>
                    <a:pt x="278" y="2705"/>
                  </a:lnTo>
                  <a:lnTo>
                    <a:pt x="354" y="2680"/>
                  </a:lnTo>
                  <a:lnTo>
                    <a:pt x="430" y="2654"/>
                  </a:lnTo>
                  <a:lnTo>
                    <a:pt x="2553" y="1366"/>
                  </a:lnTo>
                  <a:lnTo>
                    <a:pt x="7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4677;p64"/>
            <p:cNvSpPr/>
            <p:nvPr/>
          </p:nvSpPr>
          <p:spPr>
            <a:xfrm>
              <a:off x="1171900" y="3560350"/>
              <a:ext cx="63850" cy="67625"/>
            </a:xfrm>
            <a:custGeom>
              <a:avLst/>
              <a:gdLst/>
              <a:ahLst/>
              <a:cxnLst/>
              <a:rect l="l" t="t" r="r" b="b"/>
              <a:pathLst>
                <a:path w="2554" h="2705" extrusionOk="0">
                  <a:moveTo>
                    <a:pt x="1795" y="1"/>
                  </a:moveTo>
                  <a:lnTo>
                    <a:pt x="1" y="1366"/>
                  </a:lnTo>
                  <a:lnTo>
                    <a:pt x="2124" y="2654"/>
                  </a:lnTo>
                  <a:lnTo>
                    <a:pt x="2200" y="2680"/>
                  </a:lnTo>
                  <a:lnTo>
                    <a:pt x="2275" y="2705"/>
                  </a:lnTo>
                  <a:lnTo>
                    <a:pt x="2351" y="2680"/>
                  </a:lnTo>
                  <a:lnTo>
                    <a:pt x="2402" y="2654"/>
                  </a:lnTo>
                  <a:lnTo>
                    <a:pt x="2478" y="2629"/>
                  </a:lnTo>
                  <a:lnTo>
                    <a:pt x="2503" y="2553"/>
                  </a:lnTo>
                  <a:lnTo>
                    <a:pt x="2553" y="2503"/>
                  </a:lnTo>
                  <a:lnTo>
                    <a:pt x="2553" y="2427"/>
                  </a:lnTo>
                  <a:lnTo>
                    <a:pt x="2553" y="254"/>
                  </a:lnTo>
                  <a:lnTo>
                    <a:pt x="17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78" name="Google Shape;4678;p64"/>
          <p:cNvGrpSpPr/>
          <p:nvPr/>
        </p:nvGrpSpPr>
        <p:grpSpPr>
          <a:xfrm>
            <a:off x="4156140" y="3774138"/>
            <a:ext cx="446725" cy="509875"/>
            <a:chOff x="6166275" y="3282375"/>
            <a:chExt cx="446725" cy="509875"/>
          </a:xfrm>
        </p:grpSpPr>
        <p:sp>
          <p:nvSpPr>
            <p:cNvPr id="4679" name="Google Shape;4679;p64"/>
            <p:cNvSpPr/>
            <p:nvPr/>
          </p:nvSpPr>
          <p:spPr>
            <a:xfrm>
              <a:off x="6456900" y="3385975"/>
              <a:ext cx="46775" cy="58800"/>
            </a:xfrm>
            <a:custGeom>
              <a:avLst/>
              <a:gdLst/>
              <a:ahLst/>
              <a:cxnLst/>
              <a:rect l="l" t="t" r="r" b="b"/>
              <a:pathLst>
                <a:path w="1871" h="2352" extrusionOk="0">
                  <a:moveTo>
                    <a:pt x="1" y="1"/>
                  </a:moveTo>
                  <a:lnTo>
                    <a:pt x="1" y="2351"/>
                  </a:lnTo>
                  <a:lnTo>
                    <a:pt x="1012" y="2351"/>
                  </a:lnTo>
                  <a:lnTo>
                    <a:pt x="1189" y="2326"/>
                  </a:lnTo>
                  <a:lnTo>
                    <a:pt x="1366" y="2275"/>
                  </a:lnTo>
                  <a:lnTo>
                    <a:pt x="1492" y="2199"/>
                  </a:lnTo>
                  <a:lnTo>
                    <a:pt x="1618" y="2098"/>
                  </a:lnTo>
                  <a:lnTo>
                    <a:pt x="1719" y="1972"/>
                  </a:lnTo>
                  <a:lnTo>
                    <a:pt x="1820" y="1820"/>
                  </a:lnTo>
                  <a:lnTo>
                    <a:pt x="1871" y="1669"/>
                  </a:lnTo>
                  <a:lnTo>
                    <a:pt x="1871" y="1492"/>
                  </a:lnTo>
                  <a:lnTo>
                    <a:pt x="1871" y="860"/>
                  </a:lnTo>
                  <a:lnTo>
                    <a:pt x="1871" y="683"/>
                  </a:lnTo>
                  <a:lnTo>
                    <a:pt x="1820" y="532"/>
                  </a:lnTo>
                  <a:lnTo>
                    <a:pt x="1719" y="380"/>
                  </a:lnTo>
                  <a:lnTo>
                    <a:pt x="1618" y="254"/>
                  </a:lnTo>
                  <a:lnTo>
                    <a:pt x="1492" y="152"/>
                  </a:lnTo>
                  <a:lnTo>
                    <a:pt x="1366" y="51"/>
                  </a:lnTo>
                  <a:lnTo>
                    <a:pt x="1189" y="1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0" name="Google Shape;4680;p64"/>
            <p:cNvSpPr/>
            <p:nvPr/>
          </p:nvSpPr>
          <p:spPr>
            <a:xfrm>
              <a:off x="6275575" y="3385975"/>
              <a:ext cx="46775" cy="58800"/>
            </a:xfrm>
            <a:custGeom>
              <a:avLst/>
              <a:gdLst/>
              <a:ahLst/>
              <a:cxnLst/>
              <a:rect l="l" t="t" r="r" b="b"/>
              <a:pathLst>
                <a:path w="1871" h="2352" extrusionOk="0">
                  <a:moveTo>
                    <a:pt x="683" y="1"/>
                  </a:moveTo>
                  <a:lnTo>
                    <a:pt x="532" y="51"/>
                  </a:lnTo>
                  <a:lnTo>
                    <a:pt x="380" y="152"/>
                  </a:lnTo>
                  <a:lnTo>
                    <a:pt x="254" y="254"/>
                  </a:lnTo>
                  <a:lnTo>
                    <a:pt x="152" y="380"/>
                  </a:lnTo>
                  <a:lnTo>
                    <a:pt x="77" y="532"/>
                  </a:lnTo>
                  <a:lnTo>
                    <a:pt x="26" y="683"/>
                  </a:lnTo>
                  <a:lnTo>
                    <a:pt x="1" y="860"/>
                  </a:lnTo>
                  <a:lnTo>
                    <a:pt x="1" y="1492"/>
                  </a:lnTo>
                  <a:lnTo>
                    <a:pt x="26" y="1669"/>
                  </a:lnTo>
                  <a:lnTo>
                    <a:pt x="77" y="1820"/>
                  </a:lnTo>
                  <a:lnTo>
                    <a:pt x="152" y="1972"/>
                  </a:lnTo>
                  <a:lnTo>
                    <a:pt x="254" y="2098"/>
                  </a:lnTo>
                  <a:lnTo>
                    <a:pt x="380" y="2199"/>
                  </a:lnTo>
                  <a:lnTo>
                    <a:pt x="532" y="2275"/>
                  </a:lnTo>
                  <a:lnTo>
                    <a:pt x="683" y="2326"/>
                  </a:lnTo>
                  <a:lnTo>
                    <a:pt x="860" y="2351"/>
                  </a:lnTo>
                  <a:lnTo>
                    <a:pt x="1871" y="2351"/>
                  </a:lnTo>
                  <a:lnTo>
                    <a:pt x="1871" y="1"/>
                  </a:lnTo>
                  <a:close/>
                </a:path>
              </a:pathLst>
            </a:custGeom>
            <a:solidFill>
              <a:srgbClr val="F8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1" name="Google Shape;4681;p64"/>
            <p:cNvSpPr/>
            <p:nvPr/>
          </p:nvSpPr>
          <p:spPr>
            <a:xfrm>
              <a:off x="6544100" y="3482025"/>
              <a:ext cx="60675" cy="223050"/>
            </a:xfrm>
            <a:custGeom>
              <a:avLst/>
              <a:gdLst/>
              <a:ahLst/>
              <a:cxnLst/>
              <a:rect l="l" t="t" r="r" b="b"/>
              <a:pathLst>
                <a:path w="2427" h="8922" extrusionOk="0">
                  <a:moveTo>
                    <a:pt x="278" y="0"/>
                  </a:moveTo>
                  <a:lnTo>
                    <a:pt x="177" y="25"/>
                  </a:lnTo>
                  <a:lnTo>
                    <a:pt x="76" y="101"/>
                  </a:lnTo>
                  <a:lnTo>
                    <a:pt x="26" y="202"/>
                  </a:lnTo>
                  <a:lnTo>
                    <a:pt x="0" y="329"/>
                  </a:lnTo>
                  <a:lnTo>
                    <a:pt x="26" y="430"/>
                  </a:lnTo>
                  <a:lnTo>
                    <a:pt x="101" y="531"/>
                  </a:lnTo>
                  <a:lnTo>
                    <a:pt x="203" y="607"/>
                  </a:lnTo>
                  <a:lnTo>
                    <a:pt x="733" y="784"/>
                  </a:lnTo>
                  <a:lnTo>
                    <a:pt x="961" y="885"/>
                  </a:lnTo>
                  <a:lnTo>
                    <a:pt x="1163" y="1011"/>
                  </a:lnTo>
                  <a:lnTo>
                    <a:pt x="1365" y="1188"/>
                  </a:lnTo>
                  <a:lnTo>
                    <a:pt x="1517" y="1365"/>
                  </a:lnTo>
                  <a:lnTo>
                    <a:pt x="1643" y="1592"/>
                  </a:lnTo>
                  <a:lnTo>
                    <a:pt x="1719" y="1820"/>
                  </a:lnTo>
                  <a:lnTo>
                    <a:pt x="1795" y="2047"/>
                  </a:lnTo>
                  <a:lnTo>
                    <a:pt x="1795" y="2300"/>
                  </a:lnTo>
                  <a:lnTo>
                    <a:pt x="1795" y="8593"/>
                  </a:lnTo>
                  <a:lnTo>
                    <a:pt x="1820" y="8719"/>
                  </a:lnTo>
                  <a:lnTo>
                    <a:pt x="1896" y="8820"/>
                  </a:lnTo>
                  <a:lnTo>
                    <a:pt x="1997" y="8896"/>
                  </a:lnTo>
                  <a:lnTo>
                    <a:pt x="2123" y="8921"/>
                  </a:lnTo>
                  <a:lnTo>
                    <a:pt x="2224" y="8896"/>
                  </a:lnTo>
                  <a:lnTo>
                    <a:pt x="2325" y="8820"/>
                  </a:lnTo>
                  <a:lnTo>
                    <a:pt x="2401" y="8719"/>
                  </a:lnTo>
                  <a:lnTo>
                    <a:pt x="2427" y="8593"/>
                  </a:lnTo>
                  <a:lnTo>
                    <a:pt x="2427" y="2300"/>
                  </a:lnTo>
                  <a:lnTo>
                    <a:pt x="2401" y="1946"/>
                  </a:lnTo>
                  <a:lnTo>
                    <a:pt x="2325" y="1618"/>
                  </a:lnTo>
                  <a:lnTo>
                    <a:pt x="2199" y="1314"/>
                  </a:lnTo>
                  <a:lnTo>
                    <a:pt x="2022" y="1011"/>
                  </a:lnTo>
                  <a:lnTo>
                    <a:pt x="1795" y="758"/>
                  </a:lnTo>
                  <a:lnTo>
                    <a:pt x="1542" y="531"/>
                  </a:lnTo>
                  <a:lnTo>
                    <a:pt x="1264" y="354"/>
                  </a:lnTo>
                  <a:lnTo>
                    <a:pt x="935" y="202"/>
                  </a:lnTo>
                  <a:lnTo>
                    <a:pt x="405" y="25"/>
                  </a:lnTo>
                  <a:lnTo>
                    <a:pt x="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2" name="Google Shape;4682;p64"/>
            <p:cNvSpPr/>
            <p:nvPr/>
          </p:nvSpPr>
          <p:spPr>
            <a:xfrm>
              <a:off x="6175750" y="3482025"/>
              <a:ext cx="60675" cy="223050"/>
            </a:xfrm>
            <a:custGeom>
              <a:avLst/>
              <a:gdLst/>
              <a:ahLst/>
              <a:cxnLst/>
              <a:rect l="l" t="t" r="r" b="b"/>
              <a:pathLst>
                <a:path w="2427" h="8922" extrusionOk="0">
                  <a:moveTo>
                    <a:pt x="2149" y="0"/>
                  </a:moveTo>
                  <a:lnTo>
                    <a:pt x="2023" y="25"/>
                  </a:lnTo>
                  <a:lnTo>
                    <a:pt x="1492" y="202"/>
                  </a:lnTo>
                  <a:lnTo>
                    <a:pt x="1189" y="354"/>
                  </a:lnTo>
                  <a:lnTo>
                    <a:pt x="885" y="531"/>
                  </a:lnTo>
                  <a:lnTo>
                    <a:pt x="633" y="758"/>
                  </a:lnTo>
                  <a:lnTo>
                    <a:pt x="430" y="1011"/>
                  </a:lnTo>
                  <a:lnTo>
                    <a:pt x="254" y="1314"/>
                  </a:lnTo>
                  <a:lnTo>
                    <a:pt x="127" y="1618"/>
                  </a:lnTo>
                  <a:lnTo>
                    <a:pt x="51" y="1946"/>
                  </a:lnTo>
                  <a:lnTo>
                    <a:pt x="1" y="2300"/>
                  </a:lnTo>
                  <a:lnTo>
                    <a:pt x="1" y="8593"/>
                  </a:lnTo>
                  <a:lnTo>
                    <a:pt x="26" y="8719"/>
                  </a:lnTo>
                  <a:lnTo>
                    <a:pt x="102" y="8820"/>
                  </a:lnTo>
                  <a:lnTo>
                    <a:pt x="203" y="8896"/>
                  </a:lnTo>
                  <a:lnTo>
                    <a:pt x="329" y="8921"/>
                  </a:lnTo>
                  <a:lnTo>
                    <a:pt x="430" y="8896"/>
                  </a:lnTo>
                  <a:lnTo>
                    <a:pt x="532" y="8820"/>
                  </a:lnTo>
                  <a:lnTo>
                    <a:pt x="607" y="8719"/>
                  </a:lnTo>
                  <a:lnTo>
                    <a:pt x="633" y="8593"/>
                  </a:lnTo>
                  <a:lnTo>
                    <a:pt x="633" y="2300"/>
                  </a:lnTo>
                  <a:lnTo>
                    <a:pt x="658" y="2047"/>
                  </a:lnTo>
                  <a:lnTo>
                    <a:pt x="708" y="1820"/>
                  </a:lnTo>
                  <a:lnTo>
                    <a:pt x="810" y="1592"/>
                  </a:lnTo>
                  <a:lnTo>
                    <a:pt x="936" y="1365"/>
                  </a:lnTo>
                  <a:lnTo>
                    <a:pt x="1088" y="1188"/>
                  </a:lnTo>
                  <a:lnTo>
                    <a:pt x="1264" y="1011"/>
                  </a:lnTo>
                  <a:lnTo>
                    <a:pt x="1467" y="885"/>
                  </a:lnTo>
                  <a:lnTo>
                    <a:pt x="1694" y="784"/>
                  </a:lnTo>
                  <a:lnTo>
                    <a:pt x="2225" y="607"/>
                  </a:lnTo>
                  <a:lnTo>
                    <a:pt x="2326" y="531"/>
                  </a:lnTo>
                  <a:lnTo>
                    <a:pt x="2402" y="430"/>
                  </a:lnTo>
                  <a:lnTo>
                    <a:pt x="2427" y="329"/>
                  </a:lnTo>
                  <a:lnTo>
                    <a:pt x="2427" y="202"/>
                  </a:lnTo>
                  <a:lnTo>
                    <a:pt x="2351" y="101"/>
                  </a:lnTo>
                  <a:lnTo>
                    <a:pt x="2275" y="25"/>
                  </a:lnTo>
                  <a:lnTo>
                    <a:pt x="21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3" name="Google Shape;4683;p64"/>
            <p:cNvSpPr/>
            <p:nvPr/>
          </p:nvSpPr>
          <p:spPr>
            <a:xfrm>
              <a:off x="6198500" y="3750525"/>
              <a:ext cx="382275" cy="41725"/>
            </a:xfrm>
            <a:custGeom>
              <a:avLst/>
              <a:gdLst/>
              <a:ahLst/>
              <a:cxnLst/>
              <a:rect l="l" t="t" r="r" b="b"/>
              <a:pathLst>
                <a:path w="15291" h="1669" extrusionOk="0">
                  <a:moveTo>
                    <a:pt x="1" y="1"/>
                  </a:moveTo>
                  <a:lnTo>
                    <a:pt x="1" y="1669"/>
                  </a:lnTo>
                  <a:lnTo>
                    <a:pt x="15290" y="1669"/>
                  </a:lnTo>
                  <a:lnTo>
                    <a:pt x="15290" y="1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4" name="Google Shape;4684;p64"/>
            <p:cNvSpPr/>
            <p:nvPr/>
          </p:nvSpPr>
          <p:spPr>
            <a:xfrm>
              <a:off x="6513775" y="3473800"/>
              <a:ext cx="48025" cy="31625"/>
            </a:xfrm>
            <a:custGeom>
              <a:avLst/>
              <a:gdLst/>
              <a:ahLst/>
              <a:cxnLst/>
              <a:rect l="l" t="t" r="r" b="b"/>
              <a:pathLst>
                <a:path w="1921" h="1265" extrusionOk="0">
                  <a:moveTo>
                    <a:pt x="506" y="1"/>
                  </a:moveTo>
                  <a:lnTo>
                    <a:pt x="379" y="51"/>
                  </a:lnTo>
                  <a:lnTo>
                    <a:pt x="278" y="102"/>
                  </a:lnTo>
                  <a:lnTo>
                    <a:pt x="177" y="178"/>
                  </a:lnTo>
                  <a:lnTo>
                    <a:pt x="101" y="279"/>
                  </a:lnTo>
                  <a:lnTo>
                    <a:pt x="51" y="380"/>
                  </a:lnTo>
                  <a:lnTo>
                    <a:pt x="26" y="481"/>
                  </a:lnTo>
                  <a:lnTo>
                    <a:pt x="0" y="607"/>
                  </a:lnTo>
                  <a:lnTo>
                    <a:pt x="0" y="658"/>
                  </a:lnTo>
                  <a:lnTo>
                    <a:pt x="26" y="784"/>
                  </a:lnTo>
                  <a:lnTo>
                    <a:pt x="51" y="885"/>
                  </a:lnTo>
                  <a:lnTo>
                    <a:pt x="101" y="1011"/>
                  </a:lnTo>
                  <a:lnTo>
                    <a:pt x="177" y="1087"/>
                  </a:lnTo>
                  <a:lnTo>
                    <a:pt x="278" y="1163"/>
                  </a:lnTo>
                  <a:lnTo>
                    <a:pt x="379" y="1214"/>
                  </a:lnTo>
                  <a:lnTo>
                    <a:pt x="506" y="1264"/>
                  </a:lnTo>
                  <a:lnTo>
                    <a:pt x="1416" y="1264"/>
                  </a:lnTo>
                  <a:lnTo>
                    <a:pt x="1542" y="1214"/>
                  </a:lnTo>
                  <a:lnTo>
                    <a:pt x="1643" y="1163"/>
                  </a:lnTo>
                  <a:lnTo>
                    <a:pt x="1744" y="1087"/>
                  </a:lnTo>
                  <a:lnTo>
                    <a:pt x="1820" y="1011"/>
                  </a:lnTo>
                  <a:lnTo>
                    <a:pt x="1870" y="885"/>
                  </a:lnTo>
                  <a:lnTo>
                    <a:pt x="1896" y="784"/>
                  </a:lnTo>
                  <a:lnTo>
                    <a:pt x="1921" y="658"/>
                  </a:lnTo>
                  <a:lnTo>
                    <a:pt x="1921" y="607"/>
                  </a:lnTo>
                  <a:lnTo>
                    <a:pt x="1896" y="481"/>
                  </a:lnTo>
                  <a:lnTo>
                    <a:pt x="1870" y="380"/>
                  </a:lnTo>
                  <a:lnTo>
                    <a:pt x="1820" y="279"/>
                  </a:lnTo>
                  <a:lnTo>
                    <a:pt x="1744" y="178"/>
                  </a:lnTo>
                  <a:lnTo>
                    <a:pt x="1643" y="102"/>
                  </a:lnTo>
                  <a:lnTo>
                    <a:pt x="1542" y="51"/>
                  </a:lnTo>
                  <a:lnTo>
                    <a:pt x="1416" y="1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5" name="Google Shape;4685;p64"/>
            <p:cNvSpPr/>
            <p:nvPr/>
          </p:nvSpPr>
          <p:spPr>
            <a:xfrm>
              <a:off x="6218725" y="3473800"/>
              <a:ext cx="48025" cy="31625"/>
            </a:xfrm>
            <a:custGeom>
              <a:avLst/>
              <a:gdLst/>
              <a:ahLst/>
              <a:cxnLst/>
              <a:rect l="l" t="t" r="r" b="b"/>
              <a:pathLst>
                <a:path w="1921" h="1265" extrusionOk="0">
                  <a:moveTo>
                    <a:pt x="506" y="1"/>
                  </a:moveTo>
                  <a:lnTo>
                    <a:pt x="379" y="51"/>
                  </a:lnTo>
                  <a:lnTo>
                    <a:pt x="278" y="102"/>
                  </a:lnTo>
                  <a:lnTo>
                    <a:pt x="203" y="178"/>
                  </a:lnTo>
                  <a:lnTo>
                    <a:pt x="127" y="279"/>
                  </a:lnTo>
                  <a:lnTo>
                    <a:pt x="51" y="380"/>
                  </a:lnTo>
                  <a:lnTo>
                    <a:pt x="26" y="481"/>
                  </a:lnTo>
                  <a:lnTo>
                    <a:pt x="0" y="607"/>
                  </a:lnTo>
                  <a:lnTo>
                    <a:pt x="0" y="658"/>
                  </a:lnTo>
                  <a:lnTo>
                    <a:pt x="26" y="784"/>
                  </a:lnTo>
                  <a:lnTo>
                    <a:pt x="51" y="885"/>
                  </a:lnTo>
                  <a:lnTo>
                    <a:pt x="127" y="1011"/>
                  </a:lnTo>
                  <a:lnTo>
                    <a:pt x="203" y="1087"/>
                  </a:lnTo>
                  <a:lnTo>
                    <a:pt x="278" y="1163"/>
                  </a:lnTo>
                  <a:lnTo>
                    <a:pt x="379" y="1214"/>
                  </a:lnTo>
                  <a:lnTo>
                    <a:pt x="506" y="1264"/>
                  </a:lnTo>
                  <a:lnTo>
                    <a:pt x="1441" y="1264"/>
                  </a:lnTo>
                  <a:lnTo>
                    <a:pt x="1542" y="1214"/>
                  </a:lnTo>
                  <a:lnTo>
                    <a:pt x="1643" y="1163"/>
                  </a:lnTo>
                  <a:lnTo>
                    <a:pt x="1744" y="1087"/>
                  </a:lnTo>
                  <a:lnTo>
                    <a:pt x="1820" y="1011"/>
                  </a:lnTo>
                  <a:lnTo>
                    <a:pt x="1870" y="885"/>
                  </a:lnTo>
                  <a:lnTo>
                    <a:pt x="1921" y="784"/>
                  </a:lnTo>
                  <a:lnTo>
                    <a:pt x="1921" y="658"/>
                  </a:lnTo>
                  <a:lnTo>
                    <a:pt x="1921" y="607"/>
                  </a:lnTo>
                  <a:lnTo>
                    <a:pt x="1921" y="481"/>
                  </a:lnTo>
                  <a:lnTo>
                    <a:pt x="1870" y="380"/>
                  </a:lnTo>
                  <a:lnTo>
                    <a:pt x="1820" y="279"/>
                  </a:lnTo>
                  <a:lnTo>
                    <a:pt x="1744" y="178"/>
                  </a:lnTo>
                  <a:lnTo>
                    <a:pt x="1643" y="102"/>
                  </a:lnTo>
                  <a:lnTo>
                    <a:pt x="1542" y="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6" name="Google Shape;4686;p64"/>
            <p:cNvSpPr/>
            <p:nvPr/>
          </p:nvSpPr>
          <p:spPr>
            <a:xfrm>
              <a:off x="6224400" y="3567300"/>
              <a:ext cx="330450" cy="139650"/>
            </a:xfrm>
            <a:custGeom>
              <a:avLst/>
              <a:gdLst/>
              <a:ahLst/>
              <a:cxnLst/>
              <a:rect l="l" t="t" r="r" b="b"/>
              <a:pathLst>
                <a:path w="13218" h="5586" extrusionOk="0">
                  <a:moveTo>
                    <a:pt x="4070" y="1"/>
                  </a:moveTo>
                  <a:lnTo>
                    <a:pt x="1163" y="986"/>
                  </a:lnTo>
                  <a:lnTo>
                    <a:pt x="911" y="1088"/>
                  </a:lnTo>
                  <a:lnTo>
                    <a:pt x="683" y="1239"/>
                  </a:lnTo>
                  <a:lnTo>
                    <a:pt x="481" y="1416"/>
                  </a:lnTo>
                  <a:lnTo>
                    <a:pt x="329" y="1618"/>
                  </a:lnTo>
                  <a:lnTo>
                    <a:pt x="203" y="1820"/>
                  </a:lnTo>
                  <a:lnTo>
                    <a:pt x="102" y="2073"/>
                  </a:lnTo>
                  <a:lnTo>
                    <a:pt x="26" y="2326"/>
                  </a:lnTo>
                  <a:lnTo>
                    <a:pt x="1" y="2604"/>
                  </a:lnTo>
                  <a:lnTo>
                    <a:pt x="1" y="5586"/>
                  </a:lnTo>
                  <a:lnTo>
                    <a:pt x="13218" y="5586"/>
                  </a:lnTo>
                  <a:lnTo>
                    <a:pt x="13218" y="2604"/>
                  </a:lnTo>
                  <a:lnTo>
                    <a:pt x="13193" y="2326"/>
                  </a:lnTo>
                  <a:lnTo>
                    <a:pt x="13142" y="2073"/>
                  </a:lnTo>
                  <a:lnTo>
                    <a:pt x="13041" y="1820"/>
                  </a:lnTo>
                  <a:lnTo>
                    <a:pt x="12889" y="1618"/>
                  </a:lnTo>
                  <a:lnTo>
                    <a:pt x="12738" y="1416"/>
                  </a:lnTo>
                  <a:lnTo>
                    <a:pt x="12536" y="1239"/>
                  </a:lnTo>
                  <a:lnTo>
                    <a:pt x="12308" y="1088"/>
                  </a:lnTo>
                  <a:lnTo>
                    <a:pt x="12081" y="986"/>
                  </a:lnTo>
                  <a:lnTo>
                    <a:pt x="9175" y="1"/>
                  </a:lnTo>
                  <a:lnTo>
                    <a:pt x="8416" y="532"/>
                  </a:lnTo>
                  <a:lnTo>
                    <a:pt x="4802" y="532"/>
                  </a:lnTo>
                  <a:lnTo>
                    <a:pt x="4070" y="1"/>
                  </a:lnTo>
                  <a:close/>
                </a:path>
              </a:pathLst>
            </a:custGeom>
            <a:solidFill>
              <a:srgbClr val="60B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7" name="Google Shape;4687;p64"/>
            <p:cNvSpPr/>
            <p:nvPr/>
          </p:nvSpPr>
          <p:spPr>
            <a:xfrm>
              <a:off x="6344450" y="3485800"/>
              <a:ext cx="90375" cy="108700"/>
            </a:xfrm>
            <a:custGeom>
              <a:avLst/>
              <a:gdLst/>
              <a:ahLst/>
              <a:cxnLst/>
              <a:rect l="l" t="t" r="r" b="b"/>
              <a:pathLst>
                <a:path w="3615" h="4348" extrusionOk="0">
                  <a:moveTo>
                    <a:pt x="0" y="1"/>
                  </a:moveTo>
                  <a:lnTo>
                    <a:pt x="0" y="1391"/>
                  </a:lnTo>
                  <a:lnTo>
                    <a:pt x="0" y="3008"/>
                  </a:lnTo>
                  <a:lnTo>
                    <a:pt x="1820" y="4348"/>
                  </a:lnTo>
                  <a:lnTo>
                    <a:pt x="3614" y="3008"/>
                  </a:lnTo>
                  <a:lnTo>
                    <a:pt x="3614" y="1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8" name="Google Shape;4688;p64"/>
            <p:cNvSpPr/>
            <p:nvPr/>
          </p:nvSpPr>
          <p:spPr>
            <a:xfrm>
              <a:off x="6312225" y="3325325"/>
              <a:ext cx="154825" cy="206625"/>
            </a:xfrm>
            <a:custGeom>
              <a:avLst/>
              <a:gdLst/>
              <a:ahLst/>
              <a:cxnLst/>
              <a:rect l="l" t="t" r="r" b="b"/>
              <a:pathLst>
                <a:path w="6193" h="8265" extrusionOk="0">
                  <a:moveTo>
                    <a:pt x="885" y="1"/>
                  </a:moveTo>
                  <a:lnTo>
                    <a:pt x="708" y="26"/>
                  </a:lnTo>
                  <a:lnTo>
                    <a:pt x="531" y="77"/>
                  </a:lnTo>
                  <a:lnTo>
                    <a:pt x="405" y="152"/>
                  </a:lnTo>
                  <a:lnTo>
                    <a:pt x="253" y="253"/>
                  </a:lnTo>
                  <a:lnTo>
                    <a:pt x="152" y="380"/>
                  </a:lnTo>
                  <a:lnTo>
                    <a:pt x="76" y="531"/>
                  </a:lnTo>
                  <a:lnTo>
                    <a:pt x="26" y="708"/>
                  </a:lnTo>
                  <a:lnTo>
                    <a:pt x="1" y="885"/>
                  </a:lnTo>
                  <a:lnTo>
                    <a:pt x="1" y="5434"/>
                  </a:lnTo>
                  <a:lnTo>
                    <a:pt x="26" y="5712"/>
                  </a:lnTo>
                  <a:lnTo>
                    <a:pt x="76" y="5990"/>
                  </a:lnTo>
                  <a:lnTo>
                    <a:pt x="127" y="6268"/>
                  </a:lnTo>
                  <a:lnTo>
                    <a:pt x="228" y="6546"/>
                  </a:lnTo>
                  <a:lnTo>
                    <a:pt x="354" y="6774"/>
                  </a:lnTo>
                  <a:lnTo>
                    <a:pt x="506" y="7026"/>
                  </a:lnTo>
                  <a:lnTo>
                    <a:pt x="658" y="7228"/>
                  </a:lnTo>
                  <a:lnTo>
                    <a:pt x="835" y="7431"/>
                  </a:lnTo>
                  <a:lnTo>
                    <a:pt x="1037" y="7633"/>
                  </a:lnTo>
                  <a:lnTo>
                    <a:pt x="1264" y="7784"/>
                  </a:lnTo>
                  <a:lnTo>
                    <a:pt x="1492" y="7936"/>
                  </a:lnTo>
                  <a:lnTo>
                    <a:pt x="1744" y="8062"/>
                  </a:lnTo>
                  <a:lnTo>
                    <a:pt x="2022" y="8138"/>
                  </a:lnTo>
                  <a:lnTo>
                    <a:pt x="2300" y="8214"/>
                  </a:lnTo>
                  <a:lnTo>
                    <a:pt x="2578" y="8265"/>
                  </a:lnTo>
                  <a:lnTo>
                    <a:pt x="3614" y="8265"/>
                  </a:lnTo>
                  <a:lnTo>
                    <a:pt x="3918" y="8214"/>
                  </a:lnTo>
                  <a:lnTo>
                    <a:pt x="4196" y="8138"/>
                  </a:lnTo>
                  <a:lnTo>
                    <a:pt x="4448" y="8062"/>
                  </a:lnTo>
                  <a:lnTo>
                    <a:pt x="4701" y="7936"/>
                  </a:lnTo>
                  <a:lnTo>
                    <a:pt x="4929" y="7784"/>
                  </a:lnTo>
                  <a:lnTo>
                    <a:pt x="5156" y="7633"/>
                  </a:lnTo>
                  <a:lnTo>
                    <a:pt x="5358" y="7431"/>
                  </a:lnTo>
                  <a:lnTo>
                    <a:pt x="5535" y="7228"/>
                  </a:lnTo>
                  <a:lnTo>
                    <a:pt x="5712" y="7026"/>
                  </a:lnTo>
                  <a:lnTo>
                    <a:pt x="5838" y="6774"/>
                  </a:lnTo>
                  <a:lnTo>
                    <a:pt x="5965" y="6546"/>
                  </a:lnTo>
                  <a:lnTo>
                    <a:pt x="6066" y="6268"/>
                  </a:lnTo>
                  <a:lnTo>
                    <a:pt x="6142" y="5990"/>
                  </a:lnTo>
                  <a:lnTo>
                    <a:pt x="6167" y="5712"/>
                  </a:lnTo>
                  <a:lnTo>
                    <a:pt x="6192" y="5434"/>
                  </a:lnTo>
                  <a:lnTo>
                    <a:pt x="6192" y="885"/>
                  </a:lnTo>
                  <a:lnTo>
                    <a:pt x="6167" y="708"/>
                  </a:lnTo>
                  <a:lnTo>
                    <a:pt x="6116" y="531"/>
                  </a:lnTo>
                  <a:lnTo>
                    <a:pt x="6041" y="380"/>
                  </a:lnTo>
                  <a:lnTo>
                    <a:pt x="5939" y="253"/>
                  </a:lnTo>
                  <a:lnTo>
                    <a:pt x="5813" y="152"/>
                  </a:lnTo>
                  <a:lnTo>
                    <a:pt x="5662" y="77"/>
                  </a:lnTo>
                  <a:lnTo>
                    <a:pt x="5485" y="26"/>
                  </a:lnTo>
                  <a:lnTo>
                    <a:pt x="5308" y="1"/>
                  </a:ln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9" name="Google Shape;4689;p64"/>
            <p:cNvSpPr/>
            <p:nvPr/>
          </p:nvSpPr>
          <p:spPr>
            <a:xfrm>
              <a:off x="6348875" y="3408100"/>
              <a:ext cx="15175" cy="25300"/>
            </a:xfrm>
            <a:custGeom>
              <a:avLst/>
              <a:gdLst/>
              <a:ahLst/>
              <a:cxnLst/>
              <a:rect l="l" t="t" r="r" b="b"/>
              <a:pathLst>
                <a:path w="607" h="1012" extrusionOk="0">
                  <a:moveTo>
                    <a:pt x="304" y="0"/>
                  </a:moveTo>
                  <a:lnTo>
                    <a:pt x="177" y="26"/>
                  </a:lnTo>
                  <a:lnTo>
                    <a:pt x="76" y="76"/>
                  </a:lnTo>
                  <a:lnTo>
                    <a:pt x="26" y="177"/>
                  </a:lnTo>
                  <a:lnTo>
                    <a:pt x="0" y="304"/>
                  </a:lnTo>
                  <a:lnTo>
                    <a:pt x="0" y="708"/>
                  </a:lnTo>
                  <a:lnTo>
                    <a:pt x="26" y="809"/>
                  </a:lnTo>
                  <a:lnTo>
                    <a:pt x="76" y="910"/>
                  </a:lnTo>
                  <a:lnTo>
                    <a:pt x="177" y="986"/>
                  </a:lnTo>
                  <a:lnTo>
                    <a:pt x="304" y="1011"/>
                  </a:lnTo>
                  <a:lnTo>
                    <a:pt x="430" y="986"/>
                  </a:lnTo>
                  <a:lnTo>
                    <a:pt x="531" y="910"/>
                  </a:lnTo>
                  <a:lnTo>
                    <a:pt x="582" y="809"/>
                  </a:lnTo>
                  <a:lnTo>
                    <a:pt x="607" y="708"/>
                  </a:lnTo>
                  <a:lnTo>
                    <a:pt x="607" y="304"/>
                  </a:lnTo>
                  <a:lnTo>
                    <a:pt x="582" y="177"/>
                  </a:lnTo>
                  <a:lnTo>
                    <a:pt x="531" y="76"/>
                  </a:lnTo>
                  <a:lnTo>
                    <a:pt x="430" y="26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0" name="Google Shape;4690;p64"/>
            <p:cNvSpPr/>
            <p:nvPr/>
          </p:nvSpPr>
          <p:spPr>
            <a:xfrm>
              <a:off x="6415200" y="3408100"/>
              <a:ext cx="15200" cy="25300"/>
            </a:xfrm>
            <a:custGeom>
              <a:avLst/>
              <a:gdLst/>
              <a:ahLst/>
              <a:cxnLst/>
              <a:rect l="l" t="t" r="r" b="b"/>
              <a:pathLst>
                <a:path w="608" h="1012" extrusionOk="0">
                  <a:moveTo>
                    <a:pt x="304" y="0"/>
                  </a:moveTo>
                  <a:lnTo>
                    <a:pt x="178" y="26"/>
                  </a:lnTo>
                  <a:lnTo>
                    <a:pt x="77" y="76"/>
                  </a:lnTo>
                  <a:lnTo>
                    <a:pt x="26" y="177"/>
                  </a:lnTo>
                  <a:lnTo>
                    <a:pt x="1" y="304"/>
                  </a:lnTo>
                  <a:lnTo>
                    <a:pt x="1" y="708"/>
                  </a:lnTo>
                  <a:lnTo>
                    <a:pt x="26" y="809"/>
                  </a:lnTo>
                  <a:lnTo>
                    <a:pt x="77" y="910"/>
                  </a:lnTo>
                  <a:lnTo>
                    <a:pt x="178" y="986"/>
                  </a:lnTo>
                  <a:lnTo>
                    <a:pt x="304" y="1011"/>
                  </a:lnTo>
                  <a:lnTo>
                    <a:pt x="431" y="986"/>
                  </a:lnTo>
                  <a:lnTo>
                    <a:pt x="532" y="910"/>
                  </a:lnTo>
                  <a:lnTo>
                    <a:pt x="582" y="809"/>
                  </a:lnTo>
                  <a:lnTo>
                    <a:pt x="607" y="708"/>
                  </a:lnTo>
                  <a:lnTo>
                    <a:pt x="607" y="304"/>
                  </a:lnTo>
                  <a:lnTo>
                    <a:pt x="582" y="177"/>
                  </a:lnTo>
                  <a:lnTo>
                    <a:pt x="532" y="76"/>
                  </a:lnTo>
                  <a:lnTo>
                    <a:pt x="431" y="26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1" name="Google Shape;4691;p64"/>
            <p:cNvSpPr/>
            <p:nvPr/>
          </p:nvSpPr>
          <p:spPr>
            <a:xfrm>
              <a:off x="6362775" y="3459900"/>
              <a:ext cx="53725" cy="34775"/>
            </a:xfrm>
            <a:custGeom>
              <a:avLst/>
              <a:gdLst/>
              <a:ahLst/>
              <a:cxnLst/>
              <a:rect l="l" t="t" r="r" b="b"/>
              <a:pathLst>
                <a:path w="2149" h="1391" extrusionOk="0">
                  <a:moveTo>
                    <a:pt x="304" y="1"/>
                  </a:moveTo>
                  <a:lnTo>
                    <a:pt x="177" y="26"/>
                  </a:lnTo>
                  <a:lnTo>
                    <a:pt x="76" y="76"/>
                  </a:lnTo>
                  <a:lnTo>
                    <a:pt x="26" y="178"/>
                  </a:lnTo>
                  <a:lnTo>
                    <a:pt x="0" y="304"/>
                  </a:lnTo>
                  <a:lnTo>
                    <a:pt x="26" y="531"/>
                  </a:lnTo>
                  <a:lnTo>
                    <a:pt x="76" y="734"/>
                  </a:lnTo>
                  <a:lnTo>
                    <a:pt x="177" y="910"/>
                  </a:lnTo>
                  <a:lnTo>
                    <a:pt x="304" y="1062"/>
                  </a:lnTo>
                  <a:lnTo>
                    <a:pt x="481" y="1188"/>
                  </a:lnTo>
                  <a:lnTo>
                    <a:pt x="657" y="1289"/>
                  </a:lnTo>
                  <a:lnTo>
                    <a:pt x="860" y="1365"/>
                  </a:lnTo>
                  <a:lnTo>
                    <a:pt x="1087" y="1391"/>
                  </a:lnTo>
                  <a:lnTo>
                    <a:pt x="1289" y="1365"/>
                  </a:lnTo>
                  <a:lnTo>
                    <a:pt x="1491" y="1289"/>
                  </a:lnTo>
                  <a:lnTo>
                    <a:pt x="1694" y="1188"/>
                  </a:lnTo>
                  <a:lnTo>
                    <a:pt x="1845" y="1062"/>
                  </a:lnTo>
                  <a:lnTo>
                    <a:pt x="1972" y="910"/>
                  </a:lnTo>
                  <a:lnTo>
                    <a:pt x="2073" y="734"/>
                  </a:lnTo>
                  <a:lnTo>
                    <a:pt x="2123" y="531"/>
                  </a:lnTo>
                  <a:lnTo>
                    <a:pt x="2148" y="304"/>
                  </a:lnTo>
                  <a:lnTo>
                    <a:pt x="2123" y="178"/>
                  </a:lnTo>
                  <a:lnTo>
                    <a:pt x="2073" y="76"/>
                  </a:lnTo>
                  <a:lnTo>
                    <a:pt x="1972" y="26"/>
                  </a:lnTo>
                  <a:lnTo>
                    <a:pt x="1845" y="1"/>
                  </a:lnTo>
                  <a:lnTo>
                    <a:pt x="1719" y="26"/>
                  </a:lnTo>
                  <a:lnTo>
                    <a:pt x="1643" y="76"/>
                  </a:lnTo>
                  <a:lnTo>
                    <a:pt x="1567" y="178"/>
                  </a:lnTo>
                  <a:lnTo>
                    <a:pt x="1542" y="304"/>
                  </a:lnTo>
                  <a:lnTo>
                    <a:pt x="1542" y="405"/>
                  </a:lnTo>
                  <a:lnTo>
                    <a:pt x="1517" y="481"/>
                  </a:lnTo>
                  <a:lnTo>
                    <a:pt x="1466" y="557"/>
                  </a:lnTo>
                  <a:lnTo>
                    <a:pt x="1416" y="632"/>
                  </a:lnTo>
                  <a:lnTo>
                    <a:pt x="1340" y="683"/>
                  </a:lnTo>
                  <a:lnTo>
                    <a:pt x="1264" y="734"/>
                  </a:lnTo>
                  <a:lnTo>
                    <a:pt x="1163" y="759"/>
                  </a:lnTo>
                  <a:lnTo>
                    <a:pt x="986" y="759"/>
                  </a:lnTo>
                  <a:lnTo>
                    <a:pt x="885" y="734"/>
                  </a:lnTo>
                  <a:lnTo>
                    <a:pt x="809" y="683"/>
                  </a:lnTo>
                  <a:lnTo>
                    <a:pt x="759" y="632"/>
                  </a:lnTo>
                  <a:lnTo>
                    <a:pt x="683" y="557"/>
                  </a:lnTo>
                  <a:lnTo>
                    <a:pt x="657" y="481"/>
                  </a:lnTo>
                  <a:lnTo>
                    <a:pt x="632" y="405"/>
                  </a:lnTo>
                  <a:lnTo>
                    <a:pt x="607" y="304"/>
                  </a:lnTo>
                  <a:lnTo>
                    <a:pt x="582" y="178"/>
                  </a:lnTo>
                  <a:lnTo>
                    <a:pt x="531" y="76"/>
                  </a:lnTo>
                  <a:lnTo>
                    <a:pt x="430" y="26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F8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2" name="Google Shape;4692;p64"/>
            <p:cNvSpPr/>
            <p:nvPr/>
          </p:nvSpPr>
          <p:spPr>
            <a:xfrm>
              <a:off x="6270525" y="3657650"/>
              <a:ext cx="15200" cy="47425"/>
            </a:xfrm>
            <a:custGeom>
              <a:avLst/>
              <a:gdLst/>
              <a:ahLst/>
              <a:cxnLst/>
              <a:rect l="l" t="t" r="r" b="b"/>
              <a:pathLst>
                <a:path w="608" h="1897" extrusionOk="0">
                  <a:moveTo>
                    <a:pt x="304" y="1"/>
                  </a:moveTo>
                  <a:lnTo>
                    <a:pt x="178" y="26"/>
                  </a:lnTo>
                  <a:lnTo>
                    <a:pt x="76" y="102"/>
                  </a:lnTo>
                  <a:lnTo>
                    <a:pt x="26" y="203"/>
                  </a:lnTo>
                  <a:lnTo>
                    <a:pt x="1" y="304"/>
                  </a:lnTo>
                  <a:lnTo>
                    <a:pt x="1" y="1568"/>
                  </a:lnTo>
                  <a:lnTo>
                    <a:pt x="26" y="1694"/>
                  </a:lnTo>
                  <a:lnTo>
                    <a:pt x="76" y="1795"/>
                  </a:lnTo>
                  <a:lnTo>
                    <a:pt x="178" y="1871"/>
                  </a:lnTo>
                  <a:lnTo>
                    <a:pt x="304" y="1896"/>
                  </a:lnTo>
                  <a:lnTo>
                    <a:pt x="430" y="1871"/>
                  </a:lnTo>
                  <a:lnTo>
                    <a:pt x="531" y="1795"/>
                  </a:lnTo>
                  <a:lnTo>
                    <a:pt x="582" y="1694"/>
                  </a:lnTo>
                  <a:lnTo>
                    <a:pt x="607" y="1568"/>
                  </a:lnTo>
                  <a:lnTo>
                    <a:pt x="607" y="304"/>
                  </a:lnTo>
                  <a:lnTo>
                    <a:pt x="582" y="203"/>
                  </a:lnTo>
                  <a:lnTo>
                    <a:pt x="531" y="102"/>
                  </a:lnTo>
                  <a:lnTo>
                    <a:pt x="430" y="26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60B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3" name="Google Shape;4693;p64"/>
            <p:cNvSpPr/>
            <p:nvPr/>
          </p:nvSpPr>
          <p:spPr>
            <a:xfrm>
              <a:off x="6493550" y="3657650"/>
              <a:ext cx="15200" cy="47425"/>
            </a:xfrm>
            <a:custGeom>
              <a:avLst/>
              <a:gdLst/>
              <a:ahLst/>
              <a:cxnLst/>
              <a:rect l="l" t="t" r="r" b="b"/>
              <a:pathLst>
                <a:path w="608" h="1897" extrusionOk="0">
                  <a:moveTo>
                    <a:pt x="304" y="1"/>
                  </a:moveTo>
                  <a:lnTo>
                    <a:pt x="203" y="26"/>
                  </a:lnTo>
                  <a:lnTo>
                    <a:pt x="102" y="102"/>
                  </a:lnTo>
                  <a:lnTo>
                    <a:pt x="26" y="203"/>
                  </a:lnTo>
                  <a:lnTo>
                    <a:pt x="1" y="304"/>
                  </a:lnTo>
                  <a:lnTo>
                    <a:pt x="1" y="1568"/>
                  </a:lnTo>
                  <a:lnTo>
                    <a:pt x="26" y="1694"/>
                  </a:lnTo>
                  <a:lnTo>
                    <a:pt x="102" y="1795"/>
                  </a:lnTo>
                  <a:lnTo>
                    <a:pt x="203" y="1871"/>
                  </a:lnTo>
                  <a:lnTo>
                    <a:pt x="304" y="1896"/>
                  </a:lnTo>
                  <a:lnTo>
                    <a:pt x="430" y="1871"/>
                  </a:lnTo>
                  <a:lnTo>
                    <a:pt x="531" y="1795"/>
                  </a:lnTo>
                  <a:lnTo>
                    <a:pt x="582" y="1694"/>
                  </a:lnTo>
                  <a:lnTo>
                    <a:pt x="607" y="1568"/>
                  </a:lnTo>
                  <a:lnTo>
                    <a:pt x="607" y="304"/>
                  </a:lnTo>
                  <a:lnTo>
                    <a:pt x="582" y="203"/>
                  </a:lnTo>
                  <a:lnTo>
                    <a:pt x="531" y="102"/>
                  </a:lnTo>
                  <a:lnTo>
                    <a:pt x="430" y="26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60B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4" name="Google Shape;4694;p64"/>
            <p:cNvSpPr/>
            <p:nvPr/>
          </p:nvSpPr>
          <p:spPr>
            <a:xfrm>
              <a:off x="6357725" y="3594475"/>
              <a:ext cx="63825" cy="48050"/>
            </a:xfrm>
            <a:custGeom>
              <a:avLst/>
              <a:gdLst/>
              <a:ahLst/>
              <a:cxnLst/>
              <a:rect l="l" t="t" r="r" b="b"/>
              <a:pathLst>
                <a:path w="2553" h="1922" extrusionOk="0">
                  <a:moveTo>
                    <a:pt x="1289" y="1"/>
                  </a:moveTo>
                  <a:lnTo>
                    <a:pt x="329" y="127"/>
                  </a:lnTo>
                  <a:lnTo>
                    <a:pt x="0" y="784"/>
                  </a:lnTo>
                  <a:lnTo>
                    <a:pt x="632" y="1921"/>
                  </a:lnTo>
                  <a:lnTo>
                    <a:pt x="1921" y="1921"/>
                  </a:lnTo>
                  <a:lnTo>
                    <a:pt x="2553" y="784"/>
                  </a:lnTo>
                  <a:lnTo>
                    <a:pt x="2022" y="51"/>
                  </a:lnTo>
                  <a:lnTo>
                    <a:pt x="1289" y="1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5" name="Google Shape;4695;p64"/>
            <p:cNvSpPr/>
            <p:nvPr/>
          </p:nvSpPr>
          <p:spPr>
            <a:xfrm>
              <a:off x="6357725" y="3594475"/>
              <a:ext cx="50550" cy="48050"/>
            </a:xfrm>
            <a:custGeom>
              <a:avLst/>
              <a:gdLst/>
              <a:ahLst/>
              <a:cxnLst/>
              <a:rect l="l" t="t" r="r" b="b"/>
              <a:pathLst>
                <a:path w="2022" h="1922" extrusionOk="0">
                  <a:moveTo>
                    <a:pt x="1289" y="1"/>
                  </a:moveTo>
                  <a:lnTo>
                    <a:pt x="329" y="127"/>
                  </a:lnTo>
                  <a:lnTo>
                    <a:pt x="0" y="784"/>
                  </a:lnTo>
                  <a:lnTo>
                    <a:pt x="632" y="1921"/>
                  </a:lnTo>
                  <a:lnTo>
                    <a:pt x="1466" y="1921"/>
                  </a:lnTo>
                  <a:lnTo>
                    <a:pt x="834" y="784"/>
                  </a:lnTo>
                  <a:lnTo>
                    <a:pt x="2022" y="51"/>
                  </a:lnTo>
                  <a:lnTo>
                    <a:pt x="1289" y="1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4696;p64"/>
            <p:cNvSpPr/>
            <p:nvPr/>
          </p:nvSpPr>
          <p:spPr>
            <a:xfrm>
              <a:off x="6326125" y="3561000"/>
              <a:ext cx="63850" cy="66975"/>
            </a:xfrm>
            <a:custGeom>
              <a:avLst/>
              <a:gdLst/>
              <a:ahLst/>
              <a:cxnLst/>
              <a:rect l="l" t="t" r="r" b="b"/>
              <a:pathLst>
                <a:path w="2554" h="2679" extrusionOk="0">
                  <a:moveTo>
                    <a:pt x="733" y="0"/>
                  </a:moveTo>
                  <a:lnTo>
                    <a:pt x="1" y="253"/>
                  </a:lnTo>
                  <a:lnTo>
                    <a:pt x="1" y="2401"/>
                  </a:lnTo>
                  <a:lnTo>
                    <a:pt x="1" y="2477"/>
                  </a:lnTo>
                  <a:lnTo>
                    <a:pt x="26" y="2553"/>
                  </a:lnTo>
                  <a:lnTo>
                    <a:pt x="76" y="2603"/>
                  </a:lnTo>
                  <a:lnTo>
                    <a:pt x="127" y="2654"/>
                  </a:lnTo>
                  <a:lnTo>
                    <a:pt x="203" y="2679"/>
                  </a:lnTo>
                  <a:lnTo>
                    <a:pt x="354" y="2679"/>
                  </a:lnTo>
                  <a:lnTo>
                    <a:pt x="405" y="2654"/>
                  </a:lnTo>
                  <a:lnTo>
                    <a:pt x="2553" y="1340"/>
                  </a:lnTo>
                  <a:lnTo>
                    <a:pt x="7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4697;p64"/>
            <p:cNvSpPr/>
            <p:nvPr/>
          </p:nvSpPr>
          <p:spPr>
            <a:xfrm>
              <a:off x="6389950" y="3561000"/>
              <a:ext cx="63825" cy="66975"/>
            </a:xfrm>
            <a:custGeom>
              <a:avLst/>
              <a:gdLst/>
              <a:ahLst/>
              <a:cxnLst/>
              <a:rect l="l" t="t" r="r" b="b"/>
              <a:pathLst>
                <a:path w="2553" h="2679" extrusionOk="0">
                  <a:moveTo>
                    <a:pt x="1794" y="0"/>
                  </a:moveTo>
                  <a:lnTo>
                    <a:pt x="0" y="1340"/>
                  </a:lnTo>
                  <a:lnTo>
                    <a:pt x="2123" y="2654"/>
                  </a:lnTo>
                  <a:lnTo>
                    <a:pt x="2199" y="2679"/>
                  </a:lnTo>
                  <a:lnTo>
                    <a:pt x="2325" y="2679"/>
                  </a:lnTo>
                  <a:lnTo>
                    <a:pt x="2401" y="2654"/>
                  </a:lnTo>
                  <a:lnTo>
                    <a:pt x="2451" y="2603"/>
                  </a:lnTo>
                  <a:lnTo>
                    <a:pt x="2502" y="2553"/>
                  </a:lnTo>
                  <a:lnTo>
                    <a:pt x="2527" y="2477"/>
                  </a:lnTo>
                  <a:lnTo>
                    <a:pt x="2553" y="2401"/>
                  </a:lnTo>
                  <a:lnTo>
                    <a:pt x="2553" y="253"/>
                  </a:lnTo>
                  <a:lnTo>
                    <a:pt x="17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8" name="Google Shape;4698;p64"/>
            <p:cNvSpPr/>
            <p:nvPr/>
          </p:nvSpPr>
          <p:spPr>
            <a:xfrm>
              <a:off x="6166275" y="3696825"/>
              <a:ext cx="446725" cy="63825"/>
            </a:xfrm>
            <a:custGeom>
              <a:avLst/>
              <a:gdLst/>
              <a:ahLst/>
              <a:cxnLst/>
              <a:rect l="l" t="t" r="r" b="b"/>
              <a:pathLst>
                <a:path w="17869" h="2553" extrusionOk="0">
                  <a:moveTo>
                    <a:pt x="279" y="1"/>
                  </a:moveTo>
                  <a:lnTo>
                    <a:pt x="178" y="26"/>
                  </a:lnTo>
                  <a:lnTo>
                    <a:pt x="102" y="76"/>
                  </a:lnTo>
                  <a:lnTo>
                    <a:pt x="26" y="177"/>
                  </a:lnTo>
                  <a:lnTo>
                    <a:pt x="1" y="279"/>
                  </a:lnTo>
                  <a:lnTo>
                    <a:pt x="1" y="2275"/>
                  </a:lnTo>
                  <a:lnTo>
                    <a:pt x="26" y="2376"/>
                  </a:lnTo>
                  <a:lnTo>
                    <a:pt x="102" y="2477"/>
                  </a:lnTo>
                  <a:lnTo>
                    <a:pt x="178" y="2528"/>
                  </a:lnTo>
                  <a:lnTo>
                    <a:pt x="279" y="2553"/>
                  </a:lnTo>
                  <a:lnTo>
                    <a:pt x="17590" y="2553"/>
                  </a:lnTo>
                  <a:lnTo>
                    <a:pt x="17691" y="2528"/>
                  </a:lnTo>
                  <a:lnTo>
                    <a:pt x="17792" y="2477"/>
                  </a:lnTo>
                  <a:lnTo>
                    <a:pt x="17843" y="2376"/>
                  </a:lnTo>
                  <a:lnTo>
                    <a:pt x="17868" y="2275"/>
                  </a:lnTo>
                  <a:lnTo>
                    <a:pt x="17868" y="279"/>
                  </a:lnTo>
                  <a:lnTo>
                    <a:pt x="17843" y="177"/>
                  </a:lnTo>
                  <a:lnTo>
                    <a:pt x="17792" y="76"/>
                  </a:lnTo>
                  <a:lnTo>
                    <a:pt x="17691" y="26"/>
                  </a:lnTo>
                  <a:lnTo>
                    <a:pt x="17590" y="1"/>
                  </a:lnTo>
                  <a:close/>
                </a:path>
              </a:pathLst>
            </a:custGeom>
            <a:solidFill>
              <a:srgbClr val="D1A0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9" name="Google Shape;4699;p64"/>
            <p:cNvSpPr/>
            <p:nvPr/>
          </p:nvSpPr>
          <p:spPr>
            <a:xfrm>
              <a:off x="6296425" y="3282375"/>
              <a:ext cx="186400" cy="103625"/>
            </a:xfrm>
            <a:custGeom>
              <a:avLst/>
              <a:gdLst/>
              <a:ahLst/>
              <a:cxnLst/>
              <a:rect l="l" t="t" r="r" b="b"/>
              <a:pathLst>
                <a:path w="7456" h="4145" extrusionOk="0">
                  <a:moveTo>
                    <a:pt x="2225" y="0"/>
                  </a:moveTo>
                  <a:lnTo>
                    <a:pt x="1972" y="51"/>
                  </a:lnTo>
                  <a:lnTo>
                    <a:pt x="1745" y="101"/>
                  </a:lnTo>
                  <a:lnTo>
                    <a:pt x="1517" y="202"/>
                  </a:lnTo>
                  <a:lnTo>
                    <a:pt x="1290" y="304"/>
                  </a:lnTo>
                  <a:lnTo>
                    <a:pt x="1087" y="430"/>
                  </a:lnTo>
                  <a:lnTo>
                    <a:pt x="911" y="556"/>
                  </a:lnTo>
                  <a:lnTo>
                    <a:pt x="734" y="733"/>
                  </a:lnTo>
                  <a:lnTo>
                    <a:pt x="582" y="885"/>
                  </a:lnTo>
                  <a:lnTo>
                    <a:pt x="430" y="1087"/>
                  </a:lnTo>
                  <a:lnTo>
                    <a:pt x="304" y="1289"/>
                  </a:lnTo>
                  <a:lnTo>
                    <a:pt x="203" y="1517"/>
                  </a:lnTo>
                  <a:lnTo>
                    <a:pt x="127" y="1719"/>
                  </a:lnTo>
                  <a:lnTo>
                    <a:pt x="51" y="1971"/>
                  </a:lnTo>
                  <a:lnTo>
                    <a:pt x="26" y="2224"/>
                  </a:lnTo>
                  <a:lnTo>
                    <a:pt x="1" y="2452"/>
                  </a:lnTo>
                  <a:lnTo>
                    <a:pt x="1" y="4145"/>
                  </a:lnTo>
                  <a:lnTo>
                    <a:pt x="2048" y="4145"/>
                  </a:lnTo>
                  <a:lnTo>
                    <a:pt x="2326" y="4120"/>
                  </a:lnTo>
                  <a:lnTo>
                    <a:pt x="2579" y="4069"/>
                  </a:lnTo>
                  <a:lnTo>
                    <a:pt x="2831" y="3993"/>
                  </a:lnTo>
                  <a:lnTo>
                    <a:pt x="3059" y="3892"/>
                  </a:lnTo>
                  <a:lnTo>
                    <a:pt x="3286" y="3740"/>
                  </a:lnTo>
                  <a:lnTo>
                    <a:pt x="3463" y="3564"/>
                  </a:lnTo>
                  <a:lnTo>
                    <a:pt x="3640" y="3387"/>
                  </a:lnTo>
                  <a:lnTo>
                    <a:pt x="3792" y="3159"/>
                  </a:lnTo>
                  <a:lnTo>
                    <a:pt x="4474" y="2098"/>
                  </a:lnTo>
                  <a:lnTo>
                    <a:pt x="4676" y="2704"/>
                  </a:lnTo>
                  <a:lnTo>
                    <a:pt x="4777" y="3008"/>
                  </a:lnTo>
                  <a:lnTo>
                    <a:pt x="4954" y="3286"/>
                  </a:lnTo>
                  <a:lnTo>
                    <a:pt x="5156" y="3538"/>
                  </a:lnTo>
                  <a:lnTo>
                    <a:pt x="5409" y="3740"/>
                  </a:lnTo>
                  <a:lnTo>
                    <a:pt x="5687" y="3917"/>
                  </a:lnTo>
                  <a:lnTo>
                    <a:pt x="5990" y="4044"/>
                  </a:lnTo>
                  <a:lnTo>
                    <a:pt x="6294" y="4120"/>
                  </a:lnTo>
                  <a:lnTo>
                    <a:pt x="6622" y="4145"/>
                  </a:lnTo>
                  <a:lnTo>
                    <a:pt x="7456" y="4145"/>
                  </a:lnTo>
                  <a:lnTo>
                    <a:pt x="7456" y="2452"/>
                  </a:lnTo>
                  <a:lnTo>
                    <a:pt x="7431" y="2224"/>
                  </a:lnTo>
                  <a:lnTo>
                    <a:pt x="7405" y="1971"/>
                  </a:lnTo>
                  <a:lnTo>
                    <a:pt x="7330" y="1719"/>
                  </a:lnTo>
                  <a:lnTo>
                    <a:pt x="7254" y="1517"/>
                  </a:lnTo>
                  <a:lnTo>
                    <a:pt x="7153" y="1289"/>
                  </a:lnTo>
                  <a:lnTo>
                    <a:pt x="7026" y="1087"/>
                  </a:lnTo>
                  <a:lnTo>
                    <a:pt x="6900" y="885"/>
                  </a:lnTo>
                  <a:lnTo>
                    <a:pt x="6723" y="733"/>
                  </a:lnTo>
                  <a:lnTo>
                    <a:pt x="6546" y="556"/>
                  </a:lnTo>
                  <a:lnTo>
                    <a:pt x="6369" y="430"/>
                  </a:lnTo>
                  <a:lnTo>
                    <a:pt x="6167" y="304"/>
                  </a:lnTo>
                  <a:lnTo>
                    <a:pt x="5940" y="202"/>
                  </a:lnTo>
                  <a:lnTo>
                    <a:pt x="5712" y="101"/>
                  </a:lnTo>
                  <a:lnTo>
                    <a:pt x="5485" y="51"/>
                  </a:lnTo>
                  <a:lnTo>
                    <a:pt x="5232" y="0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0" name="Google Shape;4700;p64"/>
          <p:cNvGrpSpPr/>
          <p:nvPr/>
        </p:nvGrpSpPr>
        <p:grpSpPr>
          <a:xfrm>
            <a:off x="720679" y="1438269"/>
            <a:ext cx="2923500" cy="3278306"/>
            <a:chOff x="670999" y="1438269"/>
            <a:chExt cx="2923500" cy="3278306"/>
          </a:xfrm>
        </p:grpSpPr>
        <p:sp>
          <p:nvSpPr>
            <p:cNvPr id="4643" name="Google Shape;4643;p64"/>
            <p:cNvSpPr/>
            <p:nvPr/>
          </p:nvSpPr>
          <p:spPr>
            <a:xfrm>
              <a:off x="2167684" y="2710425"/>
              <a:ext cx="275100" cy="2751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4701;p64"/>
            <p:cNvSpPr/>
            <p:nvPr/>
          </p:nvSpPr>
          <p:spPr>
            <a:xfrm>
              <a:off x="670999" y="4482275"/>
              <a:ext cx="2923500" cy="2343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4702;p64"/>
            <p:cNvSpPr/>
            <p:nvPr/>
          </p:nvSpPr>
          <p:spPr>
            <a:xfrm flipH="1">
              <a:off x="1695463" y="2348344"/>
              <a:ext cx="805525" cy="565866"/>
            </a:xfrm>
            <a:custGeom>
              <a:avLst/>
              <a:gdLst/>
              <a:ahLst/>
              <a:cxnLst/>
              <a:rect l="l" t="t" r="r" b="b"/>
              <a:pathLst>
                <a:path w="42152" h="29611" extrusionOk="0">
                  <a:moveTo>
                    <a:pt x="20103" y="20308"/>
                  </a:moveTo>
                  <a:lnTo>
                    <a:pt x="20196" y="20327"/>
                  </a:lnTo>
                  <a:lnTo>
                    <a:pt x="20326" y="20392"/>
                  </a:lnTo>
                  <a:lnTo>
                    <a:pt x="20229" y="20392"/>
                  </a:lnTo>
                  <a:lnTo>
                    <a:pt x="20103" y="20308"/>
                  </a:lnTo>
                  <a:close/>
                  <a:moveTo>
                    <a:pt x="37037" y="1"/>
                  </a:moveTo>
                  <a:lnTo>
                    <a:pt x="36548" y="33"/>
                  </a:lnTo>
                  <a:lnTo>
                    <a:pt x="36060" y="131"/>
                  </a:lnTo>
                  <a:lnTo>
                    <a:pt x="35604" y="261"/>
                  </a:lnTo>
                  <a:lnTo>
                    <a:pt x="35148" y="424"/>
                  </a:lnTo>
                  <a:lnTo>
                    <a:pt x="34724" y="619"/>
                  </a:lnTo>
                  <a:lnTo>
                    <a:pt x="34301" y="880"/>
                  </a:lnTo>
                  <a:lnTo>
                    <a:pt x="33910" y="1173"/>
                  </a:lnTo>
                  <a:lnTo>
                    <a:pt x="33519" y="1499"/>
                  </a:lnTo>
                  <a:lnTo>
                    <a:pt x="33193" y="1890"/>
                  </a:lnTo>
                  <a:lnTo>
                    <a:pt x="32900" y="2313"/>
                  </a:lnTo>
                  <a:lnTo>
                    <a:pt x="32835" y="2378"/>
                  </a:lnTo>
                  <a:lnTo>
                    <a:pt x="32412" y="3030"/>
                  </a:lnTo>
                  <a:lnTo>
                    <a:pt x="31955" y="3714"/>
                  </a:lnTo>
                  <a:lnTo>
                    <a:pt x="31076" y="5082"/>
                  </a:lnTo>
                  <a:lnTo>
                    <a:pt x="29219" y="7786"/>
                  </a:lnTo>
                  <a:lnTo>
                    <a:pt x="27363" y="10457"/>
                  </a:lnTo>
                  <a:lnTo>
                    <a:pt x="26418" y="11792"/>
                  </a:lnTo>
                  <a:lnTo>
                    <a:pt x="25441" y="13063"/>
                  </a:lnTo>
                  <a:lnTo>
                    <a:pt x="24463" y="14333"/>
                  </a:lnTo>
                  <a:lnTo>
                    <a:pt x="23486" y="15604"/>
                  </a:lnTo>
                  <a:lnTo>
                    <a:pt x="22509" y="16776"/>
                  </a:lnTo>
                  <a:lnTo>
                    <a:pt x="21532" y="17916"/>
                  </a:lnTo>
                  <a:lnTo>
                    <a:pt x="20522" y="18959"/>
                  </a:lnTo>
                  <a:lnTo>
                    <a:pt x="20066" y="19415"/>
                  </a:lnTo>
                  <a:lnTo>
                    <a:pt x="19610" y="19806"/>
                  </a:lnTo>
                  <a:lnTo>
                    <a:pt x="19502" y="19896"/>
                  </a:lnTo>
                  <a:lnTo>
                    <a:pt x="19502" y="19896"/>
                  </a:lnTo>
                  <a:lnTo>
                    <a:pt x="19056" y="19545"/>
                  </a:lnTo>
                  <a:lnTo>
                    <a:pt x="18567" y="19089"/>
                  </a:lnTo>
                  <a:lnTo>
                    <a:pt x="17558" y="18112"/>
                  </a:lnTo>
                  <a:lnTo>
                    <a:pt x="16548" y="16972"/>
                  </a:lnTo>
                  <a:lnTo>
                    <a:pt x="15538" y="15799"/>
                  </a:lnTo>
                  <a:lnTo>
                    <a:pt x="14528" y="14561"/>
                  </a:lnTo>
                  <a:lnTo>
                    <a:pt x="13551" y="13291"/>
                  </a:lnTo>
                  <a:lnTo>
                    <a:pt x="12606" y="11988"/>
                  </a:lnTo>
                  <a:lnTo>
                    <a:pt x="11662" y="10652"/>
                  </a:lnTo>
                  <a:lnTo>
                    <a:pt x="9805" y="7949"/>
                  </a:lnTo>
                  <a:lnTo>
                    <a:pt x="7981" y="5212"/>
                  </a:lnTo>
                  <a:lnTo>
                    <a:pt x="7069" y="3812"/>
                  </a:lnTo>
                  <a:lnTo>
                    <a:pt x="6613" y="3128"/>
                  </a:lnTo>
                  <a:lnTo>
                    <a:pt x="6189" y="2444"/>
                  </a:lnTo>
                  <a:lnTo>
                    <a:pt x="6157" y="2378"/>
                  </a:lnTo>
                  <a:lnTo>
                    <a:pt x="5961" y="2118"/>
                  </a:lnTo>
                  <a:lnTo>
                    <a:pt x="5766" y="1890"/>
                  </a:lnTo>
                  <a:lnTo>
                    <a:pt x="5570" y="1694"/>
                  </a:lnTo>
                  <a:lnTo>
                    <a:pt x="5342" y="1499"/>
                  </a:lnTo>
                  <a:lnTo>
                    <a:pt x="5114" y="1336"/>
                  </a:lnTo>
                  <a:lnTo>
                    <a:pt x="4854" y="1173"/>
                  </a:lnTo>
                  <a:lnTo>
                    <a:pt x="4593" y="1076"/>
                  </a:lnTo>
                  <a:lnTo>
                    <a:pt x="4300" y="978"/>
                  </a:lnTo>
                  <a:lnTo>
                    <a:pt x="4007" y="880"/>
                  </a:lnTo>
                  <a:lnTo>
                    <a:pt x="3746" y="848"/>
                  </a:lnTo>
                  <a:lnTo>
                    <a:pt x="3453" y="815"/>
                  </a:lnTo>
                  <a:lnTo>
                    <a:pt x="3127" y="815"/>
                  </a:lnTo>
                  <a:lnTo>
                    <a:pt x="2834" y="848"/>
                  </a:lnTo>
                  <a:lnTo>
                    <a:pt x="2541" y="913"/>
                  </a:lnTo>
                  <a:lnTo>
                    <a:pt x="2248" y="1010"/>
                  </a:lnTo>
                  <a:lnTo>
                    <a:pt x="1955" y="1108"/>
                  </a:lnTo>
                  <a:lnTo>
                    <a:pt x="1661" y="1271"/>
                  </a:lnTo>
                  <a:lnTo>
                    <a:pt x="1368" y="1466"/>
                  </a:lnTo>
                  <a:lnTo>
                    <a:pt x="1108" y="1662"/>
                  </a:lnTo>
                  <a:lnTo>
                    <a:pt x="880" y="1890"/>
                  </a:lnTo>
                  <a:lnTo>
                    <a:pt x="684" y="2118"/>
                  </a:lnTo>
                  <a:lnTo>
                    <a:pt x="489" y="2411"/>
                  </a:lnTo>
                  <a:lnTo>
                    <a:pt x="326" y="2672"/>
                  </a:lnTo>
                  <a:lnTo>
                    <a:pt x="196" y="2965"/>
                  </a:lnTo>
                  <a:lnTo>
                    <a:pt x="98" y="3291"/>
                  </a:lnTo>
                  <a:lnTo>
                    <a:pt x="33" y="3584"/>
                  </a:lnTo>
                  <a:lnTo>
                    <a:pt x="0" y="3909"/>
                  </a:lnTo>
                  <a:lnTo>
                    <a:pt x="0" y="4235"/>
                  </a:lnTo>
                  <a:lnTo>
                    <a:pt x="0" y="4561"/>
                  </a:lnTo>
                  <a:lnTo>
                    <a:pt x="65" y="4887"/>
                  </a:lnTo>
                  <a:lnTo>
                    <a:pt x="163" y="5212"/>
                  </a:lnTo>
                  <a:lnTo>
                    <a:pt x="293" y="5538"/>
                  </a:lnTo>
                  <a:lnTo>
                    <a:pt x="652" y="6353"/>
                  </a:lnTo>
                  <a:lnTo>
                    <a:pt x="1010" y="7134"/>
                  </a:lnTo>
                  <a:lnTo>
                    <a:pt x="1759" y="8698"/>
                  </a:lnTo>
                  <a:lnTo>
                    <a:pt x="2508" y="10261"/>
                  </a:lnTo>
                  <a:lnTo>
                    <a:pt x="3323" y="11792"/>
                  </a:lnTo>
                  <a:lnTo>
                    <a:pt x="4137" y="13323"/>
                  </a:lnTo>
                  <a:lnTo>
                    <a:pt x="4951" y="14854"/>
                  </a:lnTo>
                  <a:lnTo>
                    <a:pt x="5831" y="16385"/>
                  </a:lnTo>
                  <a:lnTo>
                    <a:pt x="6743" y="17884"/>
                  </a:lnTo>
                  <a:lnTo>
                    <a:pt x="7688" y="19415"/>
                  </a:lnTo>
                  <a:lnTo>
                    <a:pt x="8665" y="20913"/>
                  </a:lnTo>
                  <a:lnTo>
                    <a:pt x="9707" y="22379"/>
                  </a:lnTo>
                  <a:lnTo>
                    <a:pt x="10261" y="23128"/>
                  </a:lnTo>
                  <a:lnTo>
                    <a:pt x="10847" y="23877"/>
                  </a:lnTo>
                  <a:lnTo>
                    <a:pt x="11466" y="24627"/>
                  </a:lnTo>
                  <a:lnTo>
                    <a:pt x="12118" y="25376"/>
                  </a:lnTo>
                  <a:lnTo>
                    <a:pt x="12834" y="26125"/>
                  </a:lnTo>
                  <a:lnTo>
                    <a:pt x="13649" y="26874"/>
                  </a:lnTo>
                  <a:lnTo>
                    <a:pt x="14072" y="27233"/>
                  </a:lnTo>
                  <a:lnTo>
                    <a:pt x="14528" y="27624"/>
                  </a:lnTo>
                  <a:lnTo>
                    <a:pt x="15049" y="28014"/>
                  </a:lnTo>
                  <a:lnTo>
                    <a:pt x="15636" y="28373"/>
                  </a:lnTo>
                  <a:lnTo>
                    <a:pt x="16320" y="28731"/>
                  </a:lnTo>
                  <a:lnTo>
                    <a:pt x="16678" y="28926"/>
                  </a:lnTo>
                  <a:lnTo>
                    <a:pt x="17102" y="29089"/>
                  </a:lnTo>
                  <a:lnTo>
                    <a:pt x="17525" y="29252"/>
                  </a:lnTo>
                  <a:lnTo>
                    <a:pt x="18014" y="29383"/>
                  </a:lnTo>
                  <a:lnTo>
                    <a:pt x="18567" y="29513"/>
                  </a:lnTo>
                  <a:lnTo>
                    <a:pt x="19154" y="29578"/>
                  </a:lnTo>
                  <a:lnTo>
                    <a:pt x="19805" y="29611"/>
                  </a:lnTo>
                  <a:lnTo>
                    <a:pt x="20489" y="29578"/>
                  </a:lnTo>
                  <a:lnTo>
                    <a:pt x="20848" y="29545"/>
                  </a:lnTo>
                  <a:lnTo>
                    <a:pt x="21239" y="29448"/>
                  </a:lnTo>
                  <a:lnTo>
                    <a:pt x="21304" y="29448"/>
                  </a:lnTo>
                  <a:lnTo>
                    <a:pt x="21369" y="29415"/>
                  </a:lnTo>
                  <a:lnTo>
                    <a:pt x="21499" y="29383"/>
                  </a:lnTo>
                  <a:lnTo>
                    <a:pt x="21760" y="29317"/>
                  </a:lnTo>
                  <a:lnTo>
                    <a:pt x="22216" y="29187"/>
                  </a:lnTo>
                  <a:lnTo>
                    <a:pt x="22607" y="29024"/>
                  </a:lnTo>
                  <a:lnTo>
                    <a:pt x="23323" y="28698"/>
                  </a:lnTo>
                  <a:lnTo>
                    <a:pt x="23942" y="28340"/>
                  </a:lnTo>
                  <a:lnTo>
                    <a:pt x="24496" y="28014"/>
                  </a:lnTo>
                  <a:lnTo>
                    <a:pt x="25017" y="27656"/>
                  </a:lnTo>
                  <a:lnTo>
                    <a:pt x="25473" y="27330"/>
                  </a:lnTo>
                  <a:lnTo>
                    <a:pt x="26320" y="26646"/>
                  </a:lnTo>
                  <a:lnTo>
                    <a:pt x="27102" y="25995"/>
                  </a:lnTo>
                  <a:lnTo>
                    <a:pt x="27819" y="25311"/>
                  </a:lnTo>
                  <a:lnTo>
                    <a:pt x="28535" y="24659"/>
                  </a:lnTo>
                  <a:lnTo>
                    <a:pt x="29806" y="23291"/>
                  </a:lnTo>
                  <a:lnTo>
                    <a:pt x="31043" y="21923"/>
                  </a:lnTo>
                  <a:lnTo>
                    <a:pt x="32216" y="20555"/>
                  </a:lnTo>
                  <a:lnTo>
                    <a:pt x="33324" y="19187"/>
                  </a:lnTo>
                  <a:lnTo>
                    <a:pt x="34431" y="17786"/>
                  </a:lnTo>
                  <a:lnTo>
                    <a:pt x="35474" y="16385"/>
                  </a:lnTo>
                  <a:lnTo>
                    <a:pt x="36516" y="14985"/>
                  </a:lnTo>
                  <a:lnTo>
                    <a:pt x="37526" y="13551"/>
                  </a:lnTo>
                  <a:lnTo>
                    <a:pt x="38503" y="12118"/>
                  </a:lnTo>
                  <a:lnTo>
                    <a:pt x="39480" y="10685"/>
                  </a:lnTo>
                  <a:lnTo>
                    <a:pt x="40457" y="9219"/>
                  </a:lnTo>
                  <a:lnTo>
                    <a:pt x="40913" y="8502"/>
                  </a:lnTo>
                  <a:lnTo>
                    <a:pt x="41402" y="7721"/>
                  </a:lnTo>
                  <a:lnTo>
                    <a:pt x="41630" y="7297"/>
                  </a:lnTo>
                  <a:lnTo>
                    <a:pt x="41825" y="6841"/>
                  </a:lnTo>
                  <a:lnTo>
                    <a:pt x="41988" y="6353"/>
                  </a:lnTo>
                  <a:lnTo>
                    <a:pt x="42086" y="5897"/>
                  </a:lnTo>
                  <a:lnTo>
                    <a:pt x="42151" y="5408"/>
                  </a:lnTo>
                  <a:lnTo>
                    <a:pt x="42151" y="4919"/>
                  </a:lnTo>
                  <a:lnTo>
                    <a:pt x="42119" y="4431"/>
                  </a:lnTo>
                  <a:lnTo>
                    <a:pt x="42021" y="3975"/>
                  </a:lnTo>
                  <a:lnTo>
                    <a:pt x="41923" y="3519"/>
                  </a:lnTo>
                  <a:lnTo>
                    <a:pt x="41728" y="3063"/>
                  </a:lnTo>
                  <a:lnTo>
                    <a:pt x="41532" y="2639"/>
                  </a:lnTo>
                  <a:lnTo>
                    <a:pt x="41272" y="2216"/>
                  </a:lnTo>
                  <a:lnTo>
                    <a:pt x="40979" y="1825"/>
                  </a:lnTo>
                  <a:lnTo>
                    <a:pt x="40653" y="1466"/>
                  </a:lnTo>
                  <a:lnTo>
                    <a:pt x="40294" y="1141"/>
                  </a:lnTo>
                  <a:lnTo>
                    <a:pt x="39871" y="848"/>
                  </a:lnTo>
                  <a:lnTo>
                    <a:pt x="39415" y="587"/>
                  </a:lnTo>
                  <a:lnTo>
                    <a:pt x="38959" y="359"/>
                  </a:lnTo>
                  <a:lnTo>
                    <a:pt x="38503" y="196"/>
                  </a:lnTo>
                  <a:lnTo>
                    <a:pt x="38014" y="98"/>
                  </a:lnTo>
                  <a:lnTo>
                    <a:pt x="37526" y="33"/>
                  </a:lnTo>
                  <a:lnTo>
                    <a:pt x="37037" y="1"/>
                  </a:lnTo>
                  <a:close/>
                </a:path>
              </a:pathLst>
            </a:custGeom>
            <a:solidFill>
              <a:srgbClr val="D773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3" name="Google Shape;4703;p64"/>
            <p:cNvSpPr/>
            <p:nvPr/>
          </p:nvSpPr>
          <p:spPr>
            <a:xfrm flipH="1">
              <a:off x="2354681" y="2117400"/>
              <a:ext cx="211051" cy="338648"/>
            </a:xfrm>
            <a:custGeom>
              <a:avLst/>
              <a:gdLst/>
              <a:ahLst/>
              <a:cxnLst/>
              <a:rect l="l" t="t" r="r" b="b"/>
              <a:pathLst>
                <a:path w="11044" h="17721" extrusionOk="0">
                  <a:moveTo>
                    <a:pt x="4724" y="1"/>
                  </a:moveTo>
                  <a:lnTo>
                    <a:pt x="4626" y="33"/>
                  </a:lnTo>
                  <a:lnTo>
                    <a:pt x="4561" y="98"/>
                  </a:lnTo>
                  <a:lnTo>
                    <a:pt x="4528" y="163"/>
                  </a:lnTo>
                  <a:lnTo>
                    <a:pt x="4496" y="294"/>
                  </a:lnTo>
                  <a:lnTo>
                    <a:pt x="4463" y="424"/>
                  </a:lnTo>
                  <a:lnTo>
                    <a:pt x="4431" y="815"/>
                  </a:lnTo>
                  <a:lnTo>
                    <a:pt x="4431" y="1271"/>
                  </a:lnTo>
                  <a:lnTo>
                    <a:pt x="4496" y="1792"/>
                  </a:lnTo>
                  <a:lnTo>
                    <a:pt x="4659" y="2932"/>
                  </a:lnTo>
                  <a:lnTo>
                    <a:pt x="4887" y="4105"/>
                  </a:lnTo>
                  <a:lnTo>
                    <a:pt x="5115" y="5147"/>
                  </a:lnTo>
                  <a:lnTo>
                    <a:pt x="5375" y="6190"/>
                  </a:lnTo>
                  <a:lnTo>
                    <a:pt x="5277" y="6124"/>
                  </a:lnTo>
                  <a:lnTo>
                    <a:pt x="5082" y="6027"/>
                  </a:lnTo>
                  <a:lnTo>
                    <a:pt x="4919" y="5962"/>
                  </a:lnTo>
                  <a:lnTo>
                    <a:pt x="4724" y="5929"/>
                  </a:lnTo>
                  <a:lnTo>
                    <a:pt x="4496" y="5962"/>
                  </a:lnTo>
                  <a:lnTo>
                    <a:pt x="4268" y="5994"/>
                  </a:lnTo>
                  <a:lnTo>
                    <a:pt x="3844" y="6157"/>
                  </a:lnTo>
                  <a:lnTo>
                    <a:pt x="3388" y="6385"/>
                  </a:lnTo>
                  <a:lnTo>
                    <a:pt x="2834" y="6711"/>
                  </a:lnTo>
                  <a:lnTo>
                    <a:pt x="2248" y="7102"/>
                  </a:lnTo>
                  <a:lnTo>
                    <a:pt x="1694" y="7525"/>
                  </a:lnTo>
                  <a:lnTo>
                    <a:pt x="1141" y="7981"/>
                  </a:lnTo>
                  <a:lnTo>
                    <a:pt x="685" y="8437"/>
                  </a:lnTo>
                  <a:lnTo>
                    <a:pt x="294" y="8893"/>
                  </a:lnTo>
                  <a:lnTo>
                    <a:pt x="163" y="9089"/>
                  </a:lnTo>
                  <a:lnTo>
                    <a:pt x="66" y="9317"/>
                  </a:lnTo>
                  <a:lnTo>
                    <a:pt x="33" y="9577"/>
                  </a:lnTo>
                  <a:lnTo>
                    <a:pt x="0" y="9871"/>
                  </a:lnTo>
                  <a:lnTo>
                    <a:pt x="0" y="10164"/>
                  </a:lnTo>
                  <a:lnTo>
                    <a:pt x="33" y="10424"/>
                  </a:lnTo>
                  <a:lnTo>
                    <a:pt x="163" y="11011"/>
                  </a:lnTo>
                  <a:lnTo>
                    <a:pt x="294" y="11532"/>
                  </a:lnTo>
                  <a:lnTo>
                    <a:pt x="457" y="11955"/>
                  </a:lnTo>
                  <a:lnTo>
                    <a:pt x="619" y="12346"/>
                  </a:lnTo>
                  <a:lnTo>
                    <a:pt x="847" y="13063"/>
                  </a:lnTo>
                  <a:lnTo>
                    <a:pt x="1108" y="13845"/>
                  </a:lnTo>
                  <a:lnTo>
                    <a:pt x="1499" y="14724"/>
                  </a:lnTo>
                  <a:lnTo>
                    <a:pt x="1727" y="15180"/>
                  </a:lnTo>
                  <a:lnTo>
                    <a:pt x="1988" y="15636"/>
                  </a:lnTo>
                  <a:lnTo>
                    <a:pt x="2281" y="16092"/>
                  </a:lnTo>
                  <a:lnTo>
                    <a:pt x="2606" y="16516"/>
                  </a:lnTo>
                  <a:lnTo>
                    <a:pt x="2932" y="16874"/>
                  </a:lnTo>
                  <a:lnTo>
                    <a:pt x="3290" y="17200"/>
                  </a:lnTo>
                  <a:lnTo>
                    <a:pt x="3714" y="17460"/>
                  </a:lnTo>
                  <a:lnTo>
                    <a:pt x="3909" y="17558"/>
                  </a:lnTo>
                  <a:lnTo>
                    <a:pt x="4137" y="17656"/>
                  </a:lnTo>
                  <a:lnTo>
                    <a:pt x="4300" y="17721"/>
                  </a:lnTo>
                  <a:lnTo>
                    <a:pt x="4919" y="17721"/>
                  </a:lnTo>
                  <a:lnTo>
                    <a:pt x="5343" y="17656"/>
                  </a:lnTo>
                  <a:lnTo>
                    <a:pt x="5766" y="17525"/>
                  </a:lnTo>
                  <a:lnTo>
                    <a:pt x="6190" y="17363"/>
                  </a:lnTo>
                  <a:lnTo>
                    <a:pt x="6613" y="17135"/>
                  </a:lnTo>
                  <a:lnTo>
                    <a:pt x="7037" y="16874"/>
                  </a:lnTo>
                  <a:lnTo>
                    <a:pt x="7460" y="16613"/>
                  </a:lnTo>
                  <a:lnTo>
                    <a:pt x="8177" y="16060"/>
                  </a:lnTo>
                  <a:lnTo>
                    <a:pt x="8763" y="15571"/>
                  </a:lnTo>
                  <a:lnTo>
                    <a:pt x="9284" y="15082"/>
                  </a:lnTo>
                  <a:lnTo>
                    <a:pt x="9708" y="14529"/>
                  </a:lnTo>
                  <a:lnTo>
                    <a:pt x="10033" y="14007"/>
                  </a:lnTo>
                  <a:lnTo>
                    <a:pt x="10294" y="13486"/>
                  </a:lnTo>
                  <a:lnTo>
                    <a:pt x="10522" y="12998"/>
                  </a:lnTo>
                  <a:lnTo>
                    <a:pt x="10652" y="12509"/>
                  </a:lnTo>
                  <a:lnTo>
                    <a:pt x="10783" y="11988"/>
                  </a:lnTo>
                  <a:lnTo>
                    <a:pt x="11011" y="10783"/>
                  </a:lnTo>
                  <a:lnTo>
                    <a:pt x="11043" y="10457"/>
                  </a:lnTo>
                  <a:lnTo>
                    <a:pt x="11011" y="10131"/>
                  </a:lnTo>
                  <a:lnTo>
                    <a:pt x="10913" y="9805"/>
                  </a:lnTo>
                  <a:lnTo>
                    <a:pt x="10750" y="9480"/>
                  </a:lnTo>
                  <a:lnTo>
                    <a:pt x="10587" y="9186"/>
                  </a:lnTo>
                  <a:lnTo>
                    <a:pt x="10359" y="8893"/>
                  </a:lnTo>
                  <a:lnTo>
                    <a:pt x="10131" y="8633"/>
                  </a:lnTo>
                  <a:lnTo>
                    <a:pt x="9870" y="8372"/>
                  </a:lnTo>
                  <a:lnTo>
                    <a:pt x="9382" y="7916"/>
                  </a:lnTo>
                  <a:lnTo>
                    <a:pt x="8926" y="7590"/>
                  </a:lnTo>
                  <a:lnTo>
                    <a:pt x="8502" y="7297"/>
                  </a:lnTo>
                  <a:lnTo>
                    <a:pt x="8079" y="6222"/>
                  </a:lnTo>
                  <a:lnTo>
                    <a:pt x="7623" y="5115"/>
                  </a:lnTo>
                  <a:lnTo>
                    <a:pt x="7069" y="3844"/>
                  </a:lnTo>
                  <a:lnTo>
                    <a:pt x="6483" y="2541"/>
                  </a:lnTo>
                  <a:lnTo>
                    <a:pt x="6190" y="1922"/>
                  </a:lnTo>
                  <a:lnTo>
                    <a:pt x="5864" y="1369"/>
                  </a:lnTo>
                  <a:lnTo>
                    <a:pt x="5571" y="880"/>
                  </a:lnTo>
                  <a:lnTo>
                    <a:pt x="5310" y="489"/>
                  </a:lnTo>
                  <a:lnTo>
                    <a:pt x="5049" y="196"/>
                  </a:lnTo>
                  <a:lnTo>
                    <a:pt x="4919" y="98"/>
                  </a:lnTo>
                  <a:lnTo>
                    <a:pt x="4821" y="33"/>
                  </a:lnTo>
                  <a:lnTo>
                    <a:pt x="4724" y="1"/>
                  </a:lnTo>
                  <a:close/>
                </a:path>
              </a:pathLst>
            </a:custGeom>
            <a:solidFill>
              <a:srgbClr val="D773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4" name="Google Shape;4704;p64"/>
            <p:cNvSpPr/>
            <p:nvPr/>
          </p:nvSpPr>
          <p:spPr>
            <a:xfrm flipH="1">
              <a:off x="2368383" y="2259961"/>
              <a:ext cx="90906" cy="80319"/>
            </a:xfrm>
            <a:custGeom>
              <a:avLst/>
              <a:gdLst/>
              <a:ahLst/>
              <a:cxnLst/>
              <a:rect l="l" t="t" r="r" b="b"/>
              <a:pathLst>
                <a:path w="4757" h="4203" extrusionOk="0">
                  <a:moveTo>
                    <a:pt x="1825" y="0"/>
                  </a:moveTo>
                  <a:lnTo>
                    <a:pt x="1434" y="33"/>
                  </a:lnTo>
                  <a:lnTo>
                    <a:pt x="1010" y="65"/>
                  </a:lnTo>
                  <a:lnTo>
                    <a:pt x="782" y="98"/>
                  </a:lnTo>
                  <a:lnTo>
                    <a:pt x="620" y="163"/>
                  </a:lnTo>
                  <a:lnTo>
                    <a:pt x="424" y="261"/>
                  </a:lnTo>
                  <a:lnTo>
                    <a:pt x="261" y="391"/>
                  </a:lnTo>
                  <a:lnTo>
                    <a:pt x="131" y="586"/>
                  </a:lnTo>
                  <a:lnTo>
                    <a:pt x="33" y="782"/>
                  </a:lnTo>
                  <a:lnTo>
                    <a:pt x="1" y="1010"/>
                  </a:lnTo>
                  <a:lnTo>
                    <a:pt x="33" y="1238"/>
                  </a:lnTo>
                  <a:lnTo>
                    <a:pt x="98" y="1466"/>
                  </a:lnTo>
                  <a:lnTo>
                    <a:pt x="196" y="1694"/>
                  </a:lnTo>
                  <a:lnTo>
                    <a:pt x="326" y="1889"/>
                  </a:lnTo>
                  <a:lnTo>
                    <a:pt x="457" y="2085"/>
                  </a:lnTo>
                  <a:lnTo>
                    <a:pt x="652" y="2280"/>
                  </a:lnTo>
                  <a:lnTo>
                    <a:pt x="848" y="2476"/>
                  </a:lnTo>
                  <a:lnTo>
                    <a:pt x="1304" y="2834"/>
                  </a:lnTo>
                  <a:lnTo>
                    <a:pt x="1792" y="3127"/>
                  </a:lnTo>
                  <a:lnTo>
                    <a:pt x="2346" y="3388"/>
                  </a:lnTo>
                  <a:lnTo>
                    <a:pt x="2900" y="3616"/>
                  </a:lnTo>
                  <a:lnTo>
                    <a:pt x="3454" y="3811"/>
                  </a:lnTo>
                  <a:lnTo>
                    <a:pt x="4528" y="4170"/>
                  </a:lnTo>
                  <a:lnTo>
                    <a:pt x="4594" y="4202"/>
                  </a:lnTo>
                  <a:lnTo>
                    <a:pt x="4659" y="4170"/>
                  </a:lnTo>
                  <a:lnTo>
                    <a:pt x="4724" y="4137"/>
                  </a:lnTo>
                  <a:lnTo>
                    <a:pt x="4756" y="4072"/>
                  </a:lnTo>
                  <a:lnTo>
                    <a:pt x="4756" y="3974"/>
                  </a:lnTo>
                  <a:lnTo>
                    <a:pt x="4756" y="3909"/>
                  </a:lnTo>
                  <a:lnTo>
                    <a:pt x="4691" y="3844"/>
                  </a:lnTo>
                  <a:lnTo>
                    <a:pt x="4626" y="3811"/>
                  </a:lnTo>
                  <a:lnTo>
                    <a:pt x="3877" y="3518"/>
                  </a:lnTo>
                  <a:lnTo>
                    <a:pt x="3128" y="3257"/>
                  </a:lnTo>
                  <a:lnTo>
                    <a:pt x="2411" y="2932"/>
                  </a:lnTo>
                  <a:lnTo>
                    <a:pt x="1695" y="2541"/>
                  </a:lnTo>
                  <a:lnTo>
                    <a:pt x="1336" y="2313"/>
                  </a:lnTo>
                  <a:lnTo>
                    <a:pt x="913" y="2020"/>
                  </a:lnTo>
                  <a:lnTo>
                    <a:pt x="750" y="1857"/>
                  </a:lnTo>
                  <a:lnTo>
                    <a:pt x="587" y="1661"/>
                  </a:lnTo>
                  <a:lnTo>
                    <a:pt x="489" y="1466"/>
                  </a:lnTo>
                  <a:lnTo>
                    <a:pt x="457" y="1238"/>
                  </a:lnTo>
                  <a:lnTo>
                    <a:pt x="457" y="1108"/>
                  </a:lnTo>
                  <a:lnTo>
                    <a:pt x="457" y="977"/>
                  </a:lnTo>
                  <a:lnTo>
                    <a:pt x="489" y="847"/>
                  </a:lnTo>
                  <a:lnTo>
                    <a:pt x="554" y="749"/>
                  </a:lnTo>
                  <a:lnTo>
                    <a:pt x="620" y="684"/>
                  </a:lnTo>
                  <a:lnTo>
                    <a:pt x="685" y="619"/>
                  </a:lnTo>
                  <a:lnTo>
                    <a:pt x="880" y="521"/>
                  </a:lnTo>
                  <a:lnTo>
                    <a:pt x="1108" y="456"/>
                  </a:lnTo>
                  <a:lnTo>
                    <a:pt x="1336" y="424"/>
                  </a:lnTo>
                  <a:lnTo>
                    <a:pt x="1825" y="391"/>
                  </a:lnTo>
                  <a:lnTo>
                    <a:pt x="1890" y="358"/>
                  </a:lnTo>
                  <a:lnTo>
                    <a:pt x="1955" y="326"/>
                  </a:lnTo>
                  <a:lnTo>
                    <a:pt x="1988" y="261"/>
                  </a:lnTo>
                  <a:lnTo>
                    <a:pt x="2020" y="195"/>
                  </a:lnTo>
                  <a:lnTo>
                    <a:pt x="1988" y="98"/>
                  </a:lnTo>
                  <a:lnTo>
                    <a:pt x="1955" y="33"/>
                  </a:lnTo>
                  <a:lnTo>
                    <a:pt x="1890" y="0"/>
                  </a:lnTo>
                  <a:close/>
                </a:path>
              </a:pathLst>
            </a:custGeom>
            <a:solidFill>
              <a:srgbClr val="8F32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5" name="Google Shape;4705;p64"/>
            <p:cNvSpPr/>
            <p:nvPr/>
          </p:nvSpPr>
          <p:spPr>
            <a:xfrm flipH="1">
              <a:off x="2450556" y="2285473"/>
              <a:ext cx="101474" cy="61649"/>
            </a:xfrm>
            <a:custGeom>
              <a:avLst/>
              <a:gdLst/>
              <a:ahLst/>
              <a:cxnLst/>
              <a:rect l="l" t="t" r="r" b="b"/>
              <a:pathLst>
                <a:path w="5310" h="3226" extrusionOk="0">
                  <a:moveTo>
                    <a:pt x="5017" y="1"/>
                  </a:moveTo>
                  <a:lnTo>
                    <a:pt x="4951" y="33"/>
                  </a:lnTo>
                  <a:lnTo>
                    <a:pt x="4430" y="522"/>
                  </a:lnTo>
                  <a:lnTo>
                    <a:pt x="3909" y="978"/>
                  </a:lnTo>
                  <a:lnTo>
                    <a:pt x="3323" y="1369"/>
                  </a:lnTo>
                  <a:lnTo>
                    <a:pt x="2736" y="1760"/>
                  </a:lnTo>
                  <a:lnTo>
                    <a:pt x="2117" y="2085"/>
                  </a:lnTo>
                  <a:lnTo>
                    <a:pt x="1499" y="2379"/>
                  </a:lnTo>
                  <a:lnTo>
                    <a:pt x="814" y="2607"/>
                  </a:lnTo>
                  <a:lnTo>
                    <a:pt x="163" y="2835"/>
                  </a:lnTo>
                  <a:lnTo>
                    <a:pt x="65" y="2867"/>
                  </a:lnTo>
                  <a:lnTo>
                    <a:pt x="33" y="2932"/>
                  </a:lnTo>
                  <a:lnTo>
                    <a:pt x="0" y="2997"/>
                  </a:lnTo>
                  <a:lnTo>
                    <a:pt x="0" y="3063"/>
                  </a:lnTo>
                  <a:lnTo>
                    <a:pt x="33" y="3128"/>
                  </a:lnTo>
                  <a:lnTo>
                    <a:pt x="98" y="3193"/>
                  </a:lnTo>
                  <a:lnTo>
                    <a:pt x="163" y="3225"/>
                  </a:lnTo>
                  <a:lnTo>
                    <a:pt x="261" y="3225"/>
                  </a:lnTo>
                  <a:lnTo>
                    <a:pt x="945" y="2997"/>
                  </a:lnTo>
                  <a:lnTo>
                    <a:pt x="1629" y="2737"/>
                  </a:lnTo>
                  <a:lnTo>
                    <a:pt x="2313" y="2444"/>
                  </a:lnTo>
                  <a:lnTo>
                    <a:pt x="2932" y="2085"/>
                  </a:lnTo>
                  <a:lnTo>
                    <a:pt x="3551" y="1727"/>
                  </a:lnTo>
                  <a:lnTo>
                    <a:pt x="4137" y="1304"/>
                  </a:lnTo>
                  <a:lnTo>
                    <a:pt x="4691" y="815"/>
                  </a:lnTo>
                  <a:lnTo>
                    <a:pt x="5245" y="326"/>
                  </a:lnTo>
                  <a:lnTo>
                    <a:pt x="5277" y="261"/>
                  </a:lnTo>
                  <a:lnTo>
                    <a:pt x="5310" y="196"/>
                  </a:lnTo>
                  <a:lnTo>
                    <a:pt x="5277" y="98"/>
                  </a:lnTo>
                  <a:lnTo>
                    <a:pt x="5245" y="66"/>
                  </a:lnTo>
                  <a:lnTo>
                    <a:pt x="5179" y="1"/>
                  </a:lnTo>
                  <a:close/>
                </a:path>
              </a:pathLst>
            </a:custGeom>
            <a:solidFill>
              <a:srgbClr val="8F32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6" name="Google Shape;4706;p64"/>
            <p:cNvSpPr/>
            <p:nvPr/>
          </p:nvSpPr>
          <p:spPr>
            <a:xfrm flipH="1">
              <a:off x="2449314" y="2330285"/>
              <a:ext cx="32391" cy="90906"/>
            </a:xfrm>
            <a:custGeom>
              <a:avLst/>
              <a:gdLst/>
              <a:ahLst/>
              <a:cxnLst/>
              <a:rect l="l" t="t" r="r" b="b"/>
              <a:pathLst>
                <a:path w="1695" h="4757" extrusionOk="0">
                  <a:moveTo>
                    <a:pt x="196" y="1"/>
                  </a:moveTo>
                  <a:lnTo>
                    <a:pt x="99" y="34"/>
                  </a:lnTo>
                  <a:lnTo>
                    <a:pt x="66" y="66"/>
                  </a:lnTo>
                  <a:lnTo>
                    <a:pt x="1" y="131"/>
                  </a:lnTo>
                  <a:lnTo>
                    <a:pt x="1" y="196"/>
                  </a:lnTo>
                  <a:lnTo>
                    <a:pt x="1" y="294"/>
                  </a:lnTo>
                  <a:lnTo>
                    <a:pt x="34" y="359"/>
                  </a:lnTo>
                  <a:lnTo>
                    <a:pt x="424" y="815"/>
                  </a:lnTo>
                  <a:lnTo>
                    <a:pt x="718" y="1271"/>
                  </a:lnTo>
                  <a:lnTo>
                    <a:pt x="978" y="1760"/>
                  </a:lnTo>
                  <a:lnTo>
                    <a:pt x="1141" y="2281"/>
                  </a:lnTo>
                  <a:lnTo>
                    <a:pt x="1271" y="2835"/>
                  </a:lnTo>
                  <a:lnTo>
                    <a:pt x="1304" y="3389"/>
                  </a:lnTo>
                  <a:lnTo>
                    <a:pt x="1271" y="3942"/>
                  </a:lnTo>
                  <a:lnTo>
                    <a:pt x="1174" y="4529"/>
                  </a:lnTo>
                  <a:lnTo>
                    <a:pt x="1174" y="4594"/>
                  </a:lnTo>
                  <a:lnTo>
                    <a:pt x="1206" y="4659"/>
                  </a:lnTo>
                  <a:lnTo>
                    <a:pt x="1239" y="4724"/>
                  </a:lnTo>
                  <a:lnTo>
                    <a:pt x="1304" y="4757"/>
                  </a:lnTo>
                  <a:lnTo>
                    <a:pt x="1467" y="4757"/>
                  </a:lnTo>
                  <a:lnTo>
                    <a:pt x="1499" y="4692"/>
                  </a:lnTo>
                  <a:lnTo>
                    <a:pt x="1565" y="4626"/>
                  </a:lnTo>
                  <a:lnTo>
                    <a:pt x="1662" y="3975"/>
                  </a:lnTo>
                  <a:lnTo>
                    <a:pt x="1695" y="3389"/>
                  </a:lnTo>
                  <a:lnTo>
                    <a:pt x="1662" y="2770"/>
                  </a:lnTo>
                  <a:lnTo>
                    <a:pt x="1532" y="2183"/>
                  </a:lnTo>
                  <a:lnTo>
                    <a:pt x="1337" y="1630"/>
                  </a:lnTo>
                  <a:lnTo>
                    <a:pt x="1076" y="1076"/>
                  </a:lnTo>
                  <a:lnTo>
                    <a:pt x="750" y="555"/>
                  </a:lnTo>
                  <a:lnTo>
                    <a:pt x="327" y="66"/>
                  </a:lnTo>
                  <a:lnTo>
                    <a:pt x="262" y="34"/>
                  </a:lnTo>
                  <a:lnTo>
                    <a:pt x="196" y="1"/>
                  </a:lnTo>
                  <a:close/>
                </a:path>
              </a:pathLst>
            </a:custGeom>
            <a:solidFill>
              <a:srgbClr val="8F32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7" name="Google Shape;4707;p64"/>
            <p:cNvSpPr/>
            <p:nvPr/>
          </p:nvSpPr>
          <p:spPr>
            <a:xfrm flipH="1">
              <a:off x="2465500" y="2238787"/>
              <a:ext cx="37360" cy="64133"/>
            </a:xfrm>
            <a:custGeom>
              <a:avLst/>
              <a:gdLst/>
              <a:ahLst/>
              <a:cxnLst/>
              <a:rect l="l" t="t" r="r" b="b"/>
              <a:pathLst>
                <a:path w="1955" h="3356" extrusionOk="0">
                  <a:moveTo>
                    <a:pt x="196" y="1"/>
                  </a:moveTo>
                  <a:lnTo>
                    <a:pt x="131" y="33"/>
                  </a:lnTo>
                  <a:lnTo>
                    <a:pt x="66" y="66"/>
                  </a:lnTo>
                  <a:lnTo>
                    <a:pt x="33" y="131"/>
                  </a:lnTo>
                  <a:lnTo>
                    <a:pt x="0" y="196"/>
                  </a:lnTo>
                  <a:lnTo>
                    <a:pt x="33" y="294"/>
                  </a:lnTo>
                  <a:lnTo>
                    <a:pt x="66" y="359"/>
                  </a:lnTo>
                  <a:lnTo>
                    <a:pt x="326" y="685"/>
                  </a:lnTo>
                  <a:lnTo>
                    <a:pt x="554" y="1010"/>
                  </a:lnTo>
                  <a:lnTo>
                    <a:pt x="750" y="1369"/>
                  </a:lnTo>
                  <a:lnTo>
                    <a:pt x="945" y="1727"/>
                  </a:lnTo>
                  <a:lnTo>
                    <a:pt x="1271" y="2476"/>
                  </a:lnTo>
                  <a:lnTo>
                    <a:pt x="1564" y="3225"/>
                  </a:lnTo>
                  <a:lnTo>
                    <a:pt x="1629" y="3291"/>
                  </a:lnTo>
                  <a:lnTo>
                    <a:pt x="1694" y="3323"/>
                  </a:lnTo>
                  <a:lnTo>
                    <a:pt x="1759" y="3356"/>
                  </a:lnTo>
                  <a:lnTo>
                    <a:pt x="1825" y="3356"/>
                  </a:lnTo>
                  <a:lnTo>
                    <a:pt x="1890" y="3323"/>
                  </a:lnTo>
                  <a:lnTo>
                    <a:pt x="1955" y="3258"/>
                  </a:lnTo>
                  <a:lnTo>
                    <a:pt x="1955" y="3193"/>
                  </a:lnTo>
                  <a:lnTo>
                    <a:pt x="1955" y="3095"/>
                  </a:lnTo>
                  <a:lnTo>
                    <a:pt x="1662" y="2313"/>
                  </a:lnTo>
                  <a:lnTo>
                    <a:pt x="1303" y="1499"/>
                  </a:lnTo>
                  <a:lnTo>
                    <a:pt x="1108" y="1141"/>
                  </a:lnTo>
                  <a:lnTo>
                    <a:pt x="880" y="750"/>
                  </a:lnTo>
                  <a:lnTo>
                    <a:pt x="619" y="424"/>
                  </a:lnTo>
                  <a:lnTo>
                    <a:pt x="359" y="66"/>
                  </a:lnTo>
                  <a:lnTo>
                    <a:pt x="294" y="33"/>
                  </a:lnTo>
                  <a:lnTo>
                    <a:pt x="196" y="1"/>
                  </a:lnTo>
                  <a:close/>
                </a:path>
              </a:pathLst>
            </a:custGeom>
            <a:solidFill>
              <a:srgbClr val="8F32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8" name="Google Shape;4708;p64"/>
            <p:cNvSpPr/>
            <p:nvPr/>
          </p:nvSpPr>
          <p:spPr>
            <a:xfrm flipH="1">
              <a:off x="2492885" y="2259961"/>
              <a:ext cx="37360" cy="65375"/>
            </a:xfrm>
            <a:custGeom>
              <a:avLst/>
              <a:gdLst/>
              <a:ahLst/>
              <a:cxnLst/>
              <a:rect l="l" t="t" r="r" b="b"/>
              <a:pathLst>
                <a:path w="1955" h="3421" extrusionOk="0">
                  <a:moveTo>
                    <a:pt x="163" y="0"/>
                  </a:moveTo>
                  <a:lnTo>
                    <a:pt x="98" y="33"/>
                  </a:lnTo>
                  <a:lnTo>
                    <a:pt x="33" y="98"/>
                  </a:lnTo>
                  <a:lnTo>
                    <a:pt x="0" y="163"/>
                  </a:lnTo>
                  <a:lnTo>
                    <a:pt x="0" y="228"/>
                  </a:lnTo>
                  <a:lnTo>
                    <a:pt x="33" y="293"/>
                  </a:lnTo>
                  <a:lnTo>
                    <a:pt x="489" y="1010"/>
                  </a:lnTo>
                  <a:lnTo>
                    <a:pt x="912" y="1726"/>
                  </a:lnTo>
                  <a:lnTo>
                    <a:pt x="1271" y="2508"/>
                  </a:lnTo>
                  <a:lnTo>
                    <a:pt x="1564" y="3290"/>
                  </a:lnTo>
                  <a:lnTo>
                    <a:pt x="1629" y="3355"/>
                  </a:lnTo>
                  <a:lnTo>
                    <a:pt x="1694" y="3388"/>
                  </a:lnTo>
                  <a:lnTo>
                    <a:pt x="1759" y="3420"/>
                  </a:lnTo>
                  <a:lnTo>
                    <a:pt x="1824" y="3420"/>
                  </a:lnTo>
                  <a:lnTo>
                    <a:pt x="1890" y="3388"/>
                  </a:lnTo>
                  <a:lnTo>
                    <a:pt x="1955" y="3323"/>
                  </a:lnTo>
                  <a:lnTo>
                    <a:pt x="1955" y="3257"/>
                  </a:lnTo>
                  <a:lnTo>
                    <a:pt x="1955" y="3160"/>
                  </a:lnTo>
                  <a:lnTo>
                    <a:pt x="1661" y="2345"/>
                  </a:lnTo>
                  <a:lnTo>
                    <a:pt x="1303" y="1564"/>
                  </a:lnTo>
                  <a:lnTo>
                    <a:pt x="847" y="814"/>
                  </a:lnTo>
                  <a:lnTo>
                    <a:pt x="359" y="98"/>
                  </a:lnTo>
                  <a:lnTo>
                    <a:pt x="293" y="33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8F32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9" name="Google Shape;4709;p64"/>
            <p:cNvSpPr/>
            <p:nvPr/>
          </p:nvSpPr>
          <p:spPr>
            <a:xfrm flipH="1">
              <a:off x="2527742" y="2284861"/>
              <a:ext cx="31761" cy="54158"/>
            </a:xfrm>
            <a:custGeom>
              <a:avLst/>
              <a:gdLst/>
              <a:ahLst/>
              <a:cxnLst/>
              <a:rect l="l" t="t" r="r" b="b"/>
              <a:pathLst>
                <a:path w="1662" h="2834" extrusionOk="0">
                  <a:moveTo>
                    <a:pt x="196" y="0"/>
                  </a:moveTo>
                  <a:lnTo>
                    <a:pt x="131" y="33"/>
                  </a:lnTo>
                  <a:lnTo>
                    <a:pt x="65" y="65"/>
                  </a:lnTo>
                  <a:lnTo>
                    <a:pt x="33" y="130"/>
                  </a:lnTo>
                  <a:lnTo>
                    <a:pt x="0" y="195"/>
                  </a:lnTo>
                  <a:lnTo>
                    <a:pt x="0" y="293"/>
                  </a:lnTo>
                  <a:lnTo>
                    <a:pt x="65" y="358"/>
                  </a:lnTo>
                  <a:lnTo>
                    <a:pt x="293" y="619"/>
                  </a:lnTo>
                  <a:lnTo>
                    <a:pt x="489" y="880"/>
                  </a:lnTo>
                  <a:lnTo>
                    <a:pt x="652" y="1173"/>
                  </a:lnTo>
                  <a:lnTo>
                    <a:pt x="815" y="1433"/>
                  </a:lnTo>
                  <a:lnTo>
                    <a:pt x="1075" y="2020"/>
                  </a:lnTo>
                  <a:lnTo>
                    <a:pt x="1238" y="2563"/>
                  </a:lnTo>
                  <a:lnTo>
                    <a:pt x="1238" y="2639"/>
                  </a:lnTo>
                  <a:lnTo>
                    <a:pt x="1303" y="2704"/>
                  </a:lnTo>
                  <a:lnTo>
                    <a:pt x="1336" y="2769"/>
                  </a:lnTo>
                  <a:lnTo>
                    <a:pt x="1401" y="2801"/>
                  </a:lnTo>
                  <a:lnTo>
                    <a:pt x="1466" y="2834"/>
                  </a:lnTo>
                  <a:lnTo>
                    <a:pt x="1531" y="2801"/>
                  </a:lnTo>
                  <a:lnTo>
                    <a:pt x="1596" y="2769"/>
                  </a:lnTo>
                  <a:lnTo>
                    <a:pt x="1629" y="2704"/>
                  </a:lnTo>
                  <a:lnTo>
                    <a:pt x="1662" y="2639"/>
                  </a:lnTo>
                  <a:lnTo>
                    <a:pt x="1662" y="2573"/>
                  </a:lnTo>
                  <a:lnTo>
                    <a:pt x="1433" y="1889"/>
                  </a:lnTo>
                  <a:lnTo>
                    <a:pt x="1303" y="1564"/>
                  </a:lnTo>
                  <a:lnTo>
                    <a:pt x="1140" y="1238"/>
                  </a:lnTo>
                  <a:lnTo>
                    <a:pt x="977" y="945"/>
                  </a:lnTo>
                  <a:lnTo>
                    <a:pt x="782" y="651"/>
                  </a:lnTo>
                  <a:lnTo>
                    <a:pt x="587" y="358"/>
                  </a:lnTo>
                  <a:lnTo>
                    <a:pt x="326" y="65"/>
                  </a:lnTo>
                  <a:lnTo>
                    <a:pt x="261" y="33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rgbClr val="8F32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0" name="Google Shape;4710;p64"/>
            <p:cNvSpPr/>
            <p:nvPr/>
          </p:nvSpPr>
          <p:spPr>
            <a:xfrm flipH="1">
              <a:off x="2446811" y="2235672"/>
              <a:ext cx="17447" cy="37379"/>
            </a:xfrm>
            <a:custGeom>
              <a:avLst/>
              <a:gdLst/>
              <a:ahLst/>
              <a:cxnLst/>
              <a:rect l="l" t="t" r="r" b="b"/>
              <a:pathLst>
                <a:path w="913" h="1956" extrusionOk="0">
                  <a:moveTo>
                    <a:pt x="163" y="1"/>
                  </a:moveTo>
                  <a:lnTo>
                    <a:pt x="98" y="33"/>
                  </a:lnTo>
                  <a:lnTo>
                    <a:pt x="33" y="66"/>
                  </a:lnTo>
                  <a:lnTo>
                    <a:pt x="0" y="131"/>
                  </a:lnTo>
                  <a:lnTo>
                    <a:pt x="0" y="229"/>
                  </a:lnTo>
                  <a:lnTo>
                    <a:pt x="33" y="294"/>
                  </a:lnTo>
                  <a:lnTo>
                    <a:pt x="196" y="652"/>
                  </a:lnTo>
                  <a:lnTo>
                    <a:pt x="326" y="1010"/>
                  </a:lnTo>
                  <a:lnTo>
                    <a:pt x="424" y="1369"/>
                  </a:lnTo>
                  <a:lnTo>
                    <a:pt x="521" y="1760"/>
                  </a:lnTo>
                  <a:lnTo>
                    <a:pt x="554" y="1857"/>
                  </a:lnTo>
                  <a:lnTo>
                    <a:pt x="586" y="1890"/>
                  </a:lnTo>
                  <a:lnTo>
                    <a:pt x="652" y="1955"/>
                  </a:lnTo>
                  <a:lnTo>
                    <a:pt x="814" y="1955"/>
                  </a:lnTo>
                  <a:lnTo>
                    <a:pt x="880" y="1923"/>
                  </a:lnTo>
                  <a:lnTo>
                    <a:pt x="912" y="1857"/>
                  </a:lnTo>
                  <a:lnTo>
                    <a:pt x="912" y="1760"/>
                  </a:lnTo>
                  <a:lnTo>
                    <a:pt x="847" y="1336"/>
                  </a:lnTo>
                  <a:lnTo>
                    <a:pt x="717" y="913"/>
                  </a:lnTo>
                  <a:lnTo>
                    <a:pt x="554" y="489"/>
                  </a:lnTo>
                  <a:lnTo>
                    <a:pt x="358" y="98"/>
                  </a:lnTo>
                  <a:lnTo>
                    <a:pt x="326" y="33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rgbClr val="8F32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1" name="Google Shape;4711;p64"/>
            <p:cNvSpPr/>
            <p:nvPr/>
          </p:nvSpPr>
          <p:spPr>
            <a:xfrm flipH="1">
              <a:off x="1596492" y="3668654"/>
              <a:ext cx="98378" cy="349235"/>
            </a:xfrm>
            <a:custGeom>
              <a:avLst/>
              <a:gdLst/>
              <a:ahLst/>
              <a:cxnLst/>
              <a:rect l="l" t="t" r="r" b="b"/>
              <a:pathLst>
                <a:path w="5148" h="18275" extrusionOk="0">
                  <a:moveTo>
                    <a:pt x="1" y="1"/>
                  </a:moveTo>
                  <a:lnTo>
                    <a:pt x="1" y="17786"/>
                  </a:lnTo>
                  <a:lnTo>
                    <a:pt x="1" y="17884"/>
                  </a:lnTo>
                  <a:lnTo>
                    <a:pt x="33" y="17981"/>
                  </a:lnTo>
                  <a:lnTo>
                    <a:pt x="131" y="18112"/>
                  </a:lnTo>
                  <a:lnTo>
                    <a:pt x="294" y="18210"/>
                  </a:lnTo>
                  <a:lnTo>
                    <a:pt x="392" y="18242"/>
                  </a:lnTo>
                  <a:lnTo>
                    <a:pt x="489" y="18275"/>
                  </a:lnTo>
                  <a:lnTo>
                    <a:pt x="4659" y="18275"/>
                  </a:lnTo>
                  <a:lnTo>
                    <a:pt x="4757" y="18242"/>
                  </a:lnTo>
                  <a:lnTo>
                    <a:pt x="4854" y="18210"/>
                  </a:lnTo>
                  <a:lnTo>
                    <a:pt x="4985" y="18112"/>
                  </a:lnTo>
                  <a:lnTo>
                    <a:pt x="5082" y="17981"/>
                  </a:lnTo>
                  <a:lnTo>
                    <a:pt x="5115" y="17884"/>
                  </a:lnTo>
                  <a:lnTo>
                    <a:pt x="5148" y="17786"/>
                  </a:lnTo>
                  <a:lnTo>
                    <a:pt x="5148" y="1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4712;p64"/>
            <p:cNvSpPr/>
            <p:nvPr/>
          </p:nvSpPr>
          <p:spPr>
            <a:xfrm flipH="1">
              <a:off x="1354349" y="3587112"/>
              <a:ext cx="581422" cy="891424"/>
            </a:xfrm>
            <a:custGeom>
              <a:avLst/>
              <a:gdLst/>
              <a:ahLst/>
              <a:cxnLst/>
              <a:rect l="l" t="t" r="r" b="b"/>
              <a:pathLst>
                <a:path w="30425" h="46647" extrusionOk="0">
                  <a:moveTo>
                    <a:pt x="13812" y="0"/>
                  </a:moveTo>
                  <a:lnTo>
                    <a:pt x="13812" y="42054"/>
                  </a:lnTo>
                  <a:lnTo>
                    <a:pt x="1336" y="42054"/>
                  </a:lnTo>
                  <a:lnTo>
                    <a:pt x="1043" y="42086"/>
                  </a:lnTo>
                  <a:lnTo>
                    <a:pt x="815" y="42184"/>
                  </a:lnTo>
                  <a:lnTo>
                    <a:pt x="587" y="42282"/>
                  </a:lnTo>
                  <a:lnTo>
                    <a:pt x="391" y="42445"/>
                  </a:lnTo>
                  <a:lnTo>
                    <a:pt x="229" y="42640"/>
                  </a:lnTo>
                  <a:lnTo>
                    <a:pt x="98" y="42868"/>
                  </a:lnTo>
                  <a:lnTo>
                    <a:pt x="33" y="43129"/>
                  </a:lnTo>
                  <a:lnTo>
                    <a:pt x="1" y="43389"/>
                  </a:lnTo>
                  <a:lnTo>
                    <a:pt x="1" y="46647"/>
                  </a:lnTo>
                  <a:lnTo>
                    <a:pt x="2346" y="46647"/>
                  </a:lnTo>
                  <a:lnTo>
                    <a:pt x="2346" y="45181"/>
                  </a:lnTo>
                  <a:lnTo>
                    <a:pt x="2378" y="45018"/>
                  </a:lnTo>
                  <a:lnTo>
                    <a:pt x="2411" y="44888"/>
                  </a:lnTo>
                  <a:lnTo>
                    <a:pt x="2476" y="44757"/>
                  </a:lnTo>
                  <a:lnTo>
                    <a:pt x="2574" y="44660"/>
                  </a:lnTo>
                  <a:lnTo>
                    <a:pt x="2704" y="44562"/>
                  </a:lnTo>
                  <a:lnTo>
                    <a:pt x="2802" y="44497"/>
                  </a:lnTo>
                  <a:lnTo>
                    <a:pt x="2965" y="44432"/>
                  </a:lnTo>
                  <a:lnTo>
                    <a:pt x="13291" y="44432"/>
                  </a:lnTo>
                  <a:lnTo>
                    <a:pt x="13421" y="44464"/>
                  </a:lnTo>
                  <a:lnTo>
                    <a:pt x="13519" y="44529"/>
                  </a:lnTo>
                  <a:lnTo>
                    <a:pt x="13617" y="44627"/>
                  </a:lnTo>
                  <a:lnTo>
                    <a:pt x="13682" y="44725"/>
                  </a:lnTo>
                  <a:lnTo>
                    <a:pt x="13747" y="44822"/>
                  </a:lnTo>
                  <a:lnTo>
                    <a:pt x="13779" y="44920"/>
                  </a:lnTo>
                  <a:lnTo>
                    <a:pt x="13812" y="45050"/>
                  </a:lnTo>
                  <a:lnTo>
                    <a:pt x="13812" y="46647"/>
                  </a:lnTo>
                  <a:lnTo>
                    <a:pt x="16548" y="46647"/>
                  </a:lnTo>
                  <a:lnTo>
                    <a:pt x="16548" y="45050"/>
                  </a:lnTo>
                  <a:lnTo>
                    <a:pt x="16548" y="44920"/>
                  </a:lnTo>
                  <a:lnTo>
                    <a:pt x="16581" y="44822"/>
                  </a:lnTo>
                  <a:lnTo>
                    <a:pt x="16646" y="44725"/>
                  </a:lnTo>
                  <a:lnTo>
                    <a:pt x="16744" y="44627"/>
                  </a:lnTo>
                  <a:lnTo>
                    <a:pt x="16841" y="44529"/>
                  </a:lnTo>
                  <a:lnTo>
                    <a:pt x="16939" y="44464"/>
                  </a:lnTo>
                  <a:lnTo>
                    <a:pt x="17037" y="44432"/>
                  </a:lnTo>
                  <a:lnTo>
                    <a:pt x="27461" y="44432"/>
                  </a:lnTo>
                  <a:lnTo>
                    <a:pt x="27591" y="44497"/>
                  </a:lnTo>
                  <a:lnTo>
                    <a:pt x="27721" y="44562"/>
                  </a:lnTo>
                  <a:lnTo>
                    <a:pt x="27852" y="44660"/>
                  </a:lnTo>
                  <a:lnTo>
                    <a:pt x="27949" y="44757"/>
                  </a:lnTo>
                  <a:lnTo>
                    <a:pt x="28014" y="44888"/>
                  </a:lnTo>
                  <a:lnTo>
                    <a:pt x="28047" y="45018"/>
                  </a:lnTo>
                  <a:lnTo>
                    <a:pt x="28047" y="45181"/>
                  </a:lnTo>
                  <a:lnTo>
                    <a:pt x="28047" y="46647"/>
                  </a:lnTo>
                  <a:lnTo>
                    <a:pt x="30425" y="46647"/>
                  </a:lnTo>
                  <a:lnTo>
                    <a:pt x="30425" y="43389"/>
                  </a:lnTo>
                  <a:lnTo>
                    <a:pt x="30392" y="43129"/>
                  </a:lnTo>
                  <a:lnTo>
                    <a:pt x="30327" y="42868"/>
                  </a:lnTo>
                  <a:lnTo>
                    <a:pt x="30197" y="42640"/>
                  </a:lnTo>
                  <a:lnTo>
                    <a:pt x="30034" y="42445"/>
                  </a:lnTo>
                  <a:lnTo>
                    <a:pt x="29839" y="42282"/>
                  </a:lnTo>
                  <a:lnTo>
                    <a:pt x="29611" y="42184"/>
                  </a:lnTo>
                  <a:lnTo>
                    <a:pt x="29383" y="42086"/>
                  </a:lnTo>
                  <a:lnTo>
                    <a:pt x="29089" y="42054"/>
                  </a:lnTo>
                  <a:lnTo>
                    <a:pt x="16548" y="42054"/>
                  </a:lnTo>
                  <a:lnTo>
                    <a:pt x="16548" y="0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3" name="Google Shape;4713;p64"/>
            <p:cNvSpPr/>
            <p:nvPr/>
          </p:nvSpPr>
          <p:spPr>
            <a:xfrm flipH="1">
              <a:off x="1845495" y="4451744"/>
              <a:ext cx="134477" cy="134477"/>
            </a:xfrm>
            <a:custGeom>
              <a:avLst/>
              <a:gdLst/>
              <a:ahLst/>
              <a:cxnLst/>
              <a:rect l="l" t="t" r="r" b="b"/>
              <a:pathLst>
                <a:path w="7037" h="7037" extrusionOk="0">
                  <a:moveTo>
                    <a:pt x="3519" y="1"/>
                  </a:moveTo>
                  <a:lnTo>
                    <a:pt x="3160" y="33"/>
                  </a:lnTo>
                  <a:lnTo>
                    <a:pt x="2802" y="66"/>
                  </a:lnTo>
                  <a:lnTo>
                    <a:pt x="2476" y="164"/>
                  </a:lnTo>
                  <a:lnTo>
                    <a:pt x="2151" y="294"/>
                  </a:lnTo>
                  <a:lnTo>
                    <a:pt x="1858" y="424"/>
                  </a:lnTo>
                  <a:lnTo>
                    <a:pt x="1564" y="620"/>
                  </a:lnTo>
                  <a:lnTo>
                    <a:pt x="1271" y="815"/>
                  </a:lnTo>
                  <a:lnTo>
                    <a:pt x="1043" y="1043"/>
                  </a:lnTo>
                  <a:lnTo>
                    <a:pt x="815" y="1271"/>
                  </a:lnTo>
                  <a:lnTo>
                    <a:pt x="587" y="1564"/>
                  </a:lnTo>
                  <a:lnTo>
                    <a:pt x="424" y="1858"/>
                  </a:lnTo>
                  <a:lnTo>
                    <a:pt x="261" y="2151"/>
                  </a:lnTo>
                  <a:lnTo>
                    <a:pt x="164" y="2477"/>
                  </a:lnTo>
                  <a:lnTo>
                    <a:pt x="66" y="2802"/>
                  </a:lnTo>
                  <a:lnTo>
                    <a:pt x="33" y="3161"/>
                  </a:lnTo>
                  <a:lnTo>
                    <a:pt x="1" y="3519"/>
                  </a:lnTo>
                  <a:lnTo>
                    <a:pt x="33" y="3877"/>
                  </a:lnTo>
                  <a:lnTo>
                    <a:pt x="66" y="4236"/>
                  </a:lnTo>
                  <a:lnTo>
                    <a:pt x="164" y="4561"/>
                  </a:lnTo>
                  <a:lnTo>
                    <a:pt x="261" y="4887"/>
                  </a:lnTo>
                  <a:lnTo>
                    <a:pt x="424" y="5213"/>
                  </a:lnTo>
                  <a:lnTo>
                    <a:pt x="587" y="5506"/>
                  </a:lnTo>
                  <a:lnTo>
                    <a:pt x="815" y="5767"/>
                  </a:lnTo>
                  <a:lnTo>
                    <a:pt x="1043" y="6027"/>
                  </a:lnTo>
                  <a:lnTo>
                    <a:pt x="1271" y="6255"/>
                  </a:lnTo>
                  <a:lnTo>
                    <a:pt x="1564" y="6451"/>
                  </a:lnTo>
                  <a:lnTo>
                    <a:pt x="1858" y="6613"/>
                  </a:lnTo>
                  <a:lnTo>
                    <a:pt x="2151" y="6776"/>
                  </a:lnTo>
                  <a:lnTo>
                    <a:pt x="2476" y="6874"/>
                  </a:lnTo>
                  <a:lnTo>
                    <a:pt x="2802" y="6972"/>
                  </a:lnTo>
                  <a:lnTo>
                    <a:pt x="3160" y="7037"/>
                  </a:lnTo>
                  <a:lnTo>
                    <a:pt x="3877" y="7037"/>
                  </a:lnTo>
                  <a:lnTo>
                    <a:pt x="4235" y="6972"/>
                  </a:lnTo>
                  <a:lnTo>
                    <a:pt x="4561" y="6874"/>
                  </a:lnTo>
                  <a:lnTo>
                    <a:pt x="4887" y="6776"/>
                  </a:lnTo>
                  <a:lnTo>
                    <a:pt x="5213" y="6613"/>
                  </a:lnTo>
                  <a:lnTo>
                    <a:pt x="5506" y="6451"/>
                  </a:lnTo>
                  <a:lnTo>
                    <a:pt x="5766" y="6255"/>
                  </a:lnTo>
                  <a:lnTo>
                    <a:pt x="6027" y="6027"/>
                  </a:lnTo>
                  <a:lnTo>
                    <a:pt x="6222" y="5767"/>
                  </a:lnTo>
                  <a:lnTo>
                    <a:pt x="6450" y="5506"/>
                  </a:lnTo>
                  <a:lnTo>
                    <a:pt x="6613" y="5213"/>
                  </a:lnTo>
                  <a:lnTo>
                    <a:pt x="6776" y="4887"/>
                  </a:lnTo>
                  <a:lnTo>
                    <a:pt x="6874" y="4561"/>
                  </a:lnTo>
                  <a:lnTo>
                    <a:pt x="6972" y="4236"/>
                  </a:lnTo>
                  <a:lnTo>
                    <a:pt x="7037" y="3877"/>
                  </a:lnTo>
                  <a:lnTo>
                    <a:pt x="7037" y="3519"/>
                  </a:lnTo>
                  <a:lnTo>
                    <a:pt x="7037" y="3161"/>
                  </a:lnTo>
                  <a:lnTo>
                    <a:pt x="6972" y="2802"/>
                  </a:lnTo>
                  <a:lnTo>
                    <a:pt x="6874" y="2477"/>
                  </a:lnTo>
                  <a:lnTo>
                    <a:pt x="6776" y="2151"/>
                  </a:lnTo>
                  <a:lnTo>
                    <a:pt x="6613" y="1858"/>
                  </a:lnTo>
                  <a:lnTo>
                    <a:pt x="6450" y="1564"/>
                  </a:lnTo>
                  <a:lnTo>
                    <a:pt x="6222" y="1271"/>
                  </a:lnTo>
                  <a:lnTo>
                    <a:pt x="6027" y="1043"/>
                  </a:lnTo>
                  <a:lnTo>
                    <a:pt x="5766" y="815"/>
                  </a:lnTo>
                  <a:lnTo>
                    <a:pt x="5506" y="620"/>
                  </a:lnTo>
                  <a:lnTo>
                    <a:pt x="5213" y="424"/>
                  </a:lnTo>
                  <a:lnTo>
                    <a:pt x="4887" y="294"/>
                  </a:lnTo>
                  <a:lnTo>
                    <a:pt x="4561" y="164"/>
                  </a:lnTo>
                  <a:lnTo>
                    <a:pt x="4235" y="66"/>
                  </a:lnTo>
                  <a:lnTo>
                    <a:pt x="3877" y="33"/>
                  </a:lnTo>
                  <a:lnTo>
                    <a:pt x="3519" y="1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4714;p64"/>
            <p:cNvSpPr/>
            <p:nvPr/>
          </p:nvSpPr>
          <p:spPr>
            <a:xfrm flipH="1">
              <a:off x="1874122" y="4480390"/>
              <a:ext cx="77204" cy="77204"/>
            </a:xfrm>
            <a:custGeom>
              <a:avLst/>
              <a:gdLst/>
              <a:ahLst/>
              <a:cxnLst/>
              <a:rect l="l" t="t" r="r" b="b"/>
              <a:pathLst>
                <a:path w="4040" h="4040" extrusionOk="0">
                  <a:moveTo>
                    <a:pt x="2020" y="0"/>
                  </a:moveTo>
                  <a:lnTo>
                    <a:pt x="1824" y="33"/>
                  </a:lnTo>
                  <a:lnTo>
                    <a:pt x="1629" y="65"/>
                  </a:lnTo>
                  <a:lnTo>
                    <a:pt x="1433" y="98"/>
                  </a:lnTo>
                  <a:lnTo>
                    <a:pt x="1238" y="163"/>
                  </a:lnTo>
                  <a:lnTo>
                    <a:pt x="880" y="359"/>
                  </a:lnTo>
                  <a:lnTo>
                    <a:pt x="587" y="587"/>
                  </a:lnTo>
                  <a:lnTo>
                    <a:pt x="359" y="912"/>
                  </a:lnTo>
                  <a:lnTo>
                    <a:pt x="163" y="1238"/>
                  </a:lnTo>
                  <a:lnTo>
                    <a:pt x="98" y="1434"/>
                  </a:lnTo>
                  <a:lnTo>
                    <a:pt x="33" y="1629"/>
                  </a:lnTo>
                  <a:lnTo>
                    <a:pt x="0" y="1824"/>
                  </a:lnTo>
                  <a:lnTo>
                    <a:pt x="0" y="2020"/>
                  </a:lnTo>
                  <a:lnTo>
                    <a:pt x="0" y="2248"/>
                  </a:lnTo>
                  <a:lnTo>
                    <a:pt x="33" y="2443"/>
                  </a:lnTo>
                  <a:lnTo>
                    <a:pt x="98" y="2639"/>
                  </a:lnTo>
                  <a:lnTo>
                    <a:pt x="163" y="2802"/>
                  </a:lnTo>
                  <a:lnTo>
                    <a:pt x="359" y="3160"/>
                  </a:lnTo>
                  <a:lnTo>
                    <a:pt x="587" y="3453"/>
                  </a:lnTo>
                  <a:lnTo>
                    <a:pt x="880" y="3714"/>
                  </a:lnTo>
                  <a:lnTo>
                    <a:pt x="1238" y="3877"/>
                  </a:lnTo>
                  <a:lnTo>
                    <a:pt x="1433" y="3942"/>
                  </a:lnTo>
                  <a:lnTo>
                    <a:pt x="1629" y="4007"/>
                  </a:lnTo>
                  <a:lnTo>
                    <a:pt x="1824" y="4040"/>
                  </a:lnTo>
                  <a:lnTo>
                    <a:pt x="2215" y="4040"/>
                  </a:lnTo>
                  <a:lnTo>
                    <a:pt x="2443" y="4007"/>
                  </a:lnTo>
                  <a:lnTo>
                    <a:pt x="2606" y="3942"/>
                  </a:lnTo>
                  <a:lnTo>
                    <a:pt x="2802" y="3877"/>
                  </a:lnTo>
                  <a:lnTo>
                    <a:pt x="3160" y="3714"/>
                  </a:lnTo>
                  <a:lnTo>
                    <a:pt x="3453" y="3453"/>
                  </a:lnTo>
                  <a:lnTo>
                    <a:pt x="3681" y="3160"/>
                  </a:lnTo>
                  <a:lnTo>
                    <a:pt x="3877" y="2802"/>
                  </a:lnTo>
                  <a:lnTo>
                    <a:pt x="3942" y="2639"/>
                  </a:lnTo>
                  <a:lnTo>
                    <a:pt x="4007" y="2443"/>
                  </a:lnTo>
                  <a:lnTo>
                    <a:pt x="4039" y="2248"/>
                  </a:lnTo>
                  <a:lnTo>
                    <a:pt x="4039" y="2020"/>
                  </a:lnTo>
                  <a:lnTo>
                    <a:pt x="4039" y="1824"/>
                  </a:lnTo>
                  <a:lnTo>
                    <a:pt x="4007" y="1629"/>
                  </a:lnTo>
                  <a:lnTo>
                    <a:pt x="3942" y="1434"/>
                  </a:lnTo>
                  <a:lnTo>
                    <a:pt x="3877" y="1238"/>
                  </a:lnTo>
                  <a:lnTo>
                    <a:pt x="3681" y="912"/>
                  </a:lnTo>
                  <a:lnTo>
                    <a:pt x="3453" y="587"/>
                  </a:lnTo>
                  <a:lnTo>
                    <a:pt x="3160" y="359"/>
                  </a:lnTo>
                  <a:lnTo>
                    <a:pt x="2802" y="163"/>
                  </a:lnTo>
                  <a:lnTo>
                    <a:pt x="2606" y="98"/>
                  </a:lnTo>
                  <a:lnTo>
                    <a:pt x="2443" y="65"/>
                  </a:lnTo>
                  <a:lnTo>
                    <a:pt x="2215" y="33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5C5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64"/>
            <p:cNvSpPr/>
            <p:nvPr/>
          </p:nvSpPr>
          <p:spPr>
            <a:xfrm flipH="1">
              <a:off x="1577822" y="4451744"/>
              <a:ext cx="134477" cy="134477"/>
            </a:xfrm>
            <a:custGeom>
              <a:avLst/>
              <a:gdLst/>
              <a:ahLst/>
              <a:cxnLst/>
              <a:rect l="l" t="t" r="r" b="b"/>
              <a:pathLst>
                <a:path w="7037" h="7037" extrusionOk="0">
                  <a:moveTo>
                    <a:pt x="3519" y="1"/>
                  </a:moveTo>
                  <a:lnTo>
                    <a:pt x="3160" y="33"/>
                  </a:lnTo>
                  <a:lnTo>
                    <a:pt x="2802" y="66"/>
                  </a:lnTo>
                  <a:lnTo>
                    <a:pt x="2476" y="164"/>
                  </a:lnTo>
                  <a:lnTo>
                    <a:pt x="2151" y="294"/>
                  </a:lnTo>
                  <a:lnTo>
                    <a:pt x="1825" y="424"/>
                  </a:lnTo>
                  <a:lnTo>
                    <a:pt x="1532" y="620"/>
                  </a:lnTo>
                  <a:lnTo>
                    <a:pt x="1271" y="815"/>
                  </a:lnTo>
                  <a:lnTo>
                    <a:pt x="1011" y="1043"/>
                  </a:lnTo>
                  <a:lnTo>
                    <a:pt x="815" y="1271"/>
                  </a:lnTo>
                  <a:lnTo>
                    <a:pt x="587" y="1564"/>
                  </a:lnTo>
                  <a:lnTo>
                    <a:pt x="424" y="1858"/>
                  </a:lnTo>
                  <a:lnTo>
                    <a:pt x="261" y="2151"/>
                  </a:lnTo>
                  <a:lnTo>
                    <a:pt x="164" y="2477"/>
                  </a:lnTo>
                  <a:lnTo>
                    <a:pt x="66" y="2802"/>
                  </a:lnTo>
                  <a:lnTo>
                    <a:pt x="1" y="3161"/>
                  </a:lnTo>
                  <a:lnTo>
                    <a:pt x="1" y="3519"/>
                  </a:lnTo>
                  <a:lnTo>
                    <a:pt x="1" y="3877"/>
                  </a:lnTo>
                  <a:lnTo>
                    <a:pt x="66" y="4236"/>
                  </a:lnTo>
                  <a:lnTo>
                    <a:pt x="164" y="4561"/>
                  </a:lnTo>
                  <a:lnTo>
                    <a:pt x="261" y="4887"/>
                  </a:lnTo>
                  <a:lnTo>
                    <a:pt x="424" y="5213"/>
                  </a:lnTo>
                  <a:lnTo>
                    <a:pt x="587" y="5506"/>
                  </a:lnTo>
                  <a:lnTo>
                    <a:pt x="815" y="5767"/>
                  </a:lnTo>
                  <a:lnTo>
                    <a:pt x="1011" y="6027"/>
                  </a:lnTo>
                  <a:lnTo>
                    <a:pt x="1271" y="6255"/>
                  </a:lnTo>
                  <a:lnTo>
                    <a:pt x="1532" y="6451"/>
                  </a:lnTo>
                  <a:lnTo>
                    <a:pt x="1825" y="6613"/>
                  </a:lnTo>
                  <a:lnTo>
                    <a:pt x="2151" y="6776"/>
                  </a:lnTo>
                  <a:lnTo>
                    <a:pt x="2476" y="6874"/>
                  </a:lnTo>
                  <a:lnTo>
                    <a:pt x="2802" y="6972"/>
                  </a:lnTo>
                  <a:lnTo>
                    <a:pt x="3160" y="7037"/>
                  </a:lnTo>
                  <a:lnTo>
                    <a:pt x="3877" y="7037"/>
                  </a:lnTo>
                  <a:lnTo>
                    <a:pt x="4235" y="6972"/>
                  </a:lnTo>
                  <a:lnTo>
                    <a:pt x="4561" y="6874"/>
                  </a:lnTo>
                  <a:lnTo>
                    <a:pt x="4887" y="6776"/>
                  </a:lnTo>
                  <a:lnTo>
                    <a:pt x="5180" y="6613"/>
                  </a:lnTo>
                  <a:lnTo>
                    <a:pt x="5473" y="6451"/>
                  </a:lnTo>
                  <a:lnTo>
                    <a:pt x="5766" y="6255"/>
                  </a:lnTo>
                  <a:lnTo>
                    <a:pt x="5994" y="6027"/>
                  </a:lnTo>
                  <a:lnTo>
                    <a:pt x="6222" y="5767"/>
                  </a:lnTo>
                  <a:lnTo>
                    <a:pt x="6450" y="5506"/>
                  </a:lnTo>
                  <a:lnTo>
                    <a:pt x="6613" y="5213"/>
                  </a:lnTo>
                  <a:lnTo>
                    <a:pt x="6776" y="4887"/>
                  </a:lnTo>
                  <a:lnTo>
                    <a:pt x="6874" y="4561"/>
                  </a:lnTo>
                  <a:lnTo>
                    <a:pt x="6972" y="4236"/>
                  </a:lnTo>
                  <a:lnTo>
                    <a:pt x="7004" y="3877"/>
                  </a:lnTo>
                  <a:lnTo>
                    <a:pt x="7037" y="3519"/>
                  </a:lnTo>
                  <a:lnTo>
                    <a:pt x="7004" y="3161"/>
                  </a:lnTo>
                  <a:lnTo>
                    <a:pt x="6972" y="2802"/>
                  </a:lnTo>
                  <a:lnTo>
                    <a:pt x="6874" y="2477"/>
                  </a:lnTo>
                  <a:lnTo>
                    <a:pt x="6776" y="2151"/>
                  </a:lnTo>
                  <a:lnTo>
                    <a:pt x="6613" y="1858"/>
                  </a:lnTo>
                  <a:lnTo>
                    <a:pt x="6450" y="1564"/>
                  </a:lnTo>
                  <a:lnTo>
                    <a:pt x="6222" y="1271"/>
                  </a:lnTo>
                  <a:lnTo>
                    <a:pt x="5994" y="1043"/>
                  </a:lnTo>
                  <a:lnTo>
                    <a:pt x="5766" y="815"/>
                  </a:lnTo>
                  <a:lnTo>
                    <a:pt x="5473" y="620"/>
                  </a:lnTo>
                  <a:lnTo>
                    <a:pt x="5180" y="424"/>
                  </a:lnTo>
                  <a:lnTo>
                    <a:pt x="4887" y="294"/>
                  </a:lnTo>
                  <a:lnTo>
                    <a:pt x="4561" y="164"/>
                  </a:lnTo>
                  <a:lnTo>
                    <a:pt x="4235" y="66"/>
                  </a:lnTo>
                  <a:lnTo>
                    <a:pt x="3877" y="33"/>
                  </a:lnTo>
                  <a:lnTo>
                    <a:pt x="3519" y="1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4716;p64"/>
            <p:cNvSpPr/>
            <p:nvPr/>
          </p:nvSpPr>
          <p:spPr>
            <a:xfrm flipH="1">
              <a:off x="1606448" y="4480390"/>
              <a:ext cx="77204" cy="77204"/>
            </a:xfrm>
            <a:custGeom>
              <a:avLst/>
              <a:gdLst/>
              <a:ahLst/>
              <a:cxnLst/>
              <a:rect l="l" t="t" r="r" b="b"/>
              <a:pathLst>
                <a:path w="4040" h="4040" extrusionOk="0">
                  <a:moveTo>
                    <a:pt x="2020" y="0"/>
                  </a:moveTo>
                  <a:lnTo>
                    <a:pt x="1824" y="33"/>
                  </a:lnTo>
                  <a:lnTo>
                    <a:pt x="1596" y="65"/>
                  </a:lnTo>
                  <a:lnTo>
                    <a:pt x="1433" y="98"/>
                  </a:lnTo>
                  <a:lnTo>
                    <a:pt x="1238" y="163"/>
                  </a:lnTo>
                  <a:lnTo>
                    <a:pt x="880" y="359"/>
                  </a:lnTo>
                  <a:lnTo>
                    <a:pt x="586" y="587"/>
                  </a:lnTo>
                  <a:lnTo>
                    <a:pt x="358" y="912"/>
                  </a:lnTo>
                  <a:lnTo>
                    <a:pt x="163" y="1238"/>
                  </a:lnTo>
                  <a:lnTo>
                    <a:pt x="98" y="1434"/>
                  </a:lnTo>
                  <a:lnTo>
                    <a:pt x="33" y="1629"/>
                  </a:lnTo>
                  <a:lnTo>
                    <a:pt x="0" y="1824"/>
                  </a:lnTo>
                  <a:lnTo>
                    <a:pt x="0" y="2020"/>
                  </a:lnTo>
                  <a:lnTo>
                    <a:pt x="0" y="2248"/>
                  </a:lnTo>
                  <a:lnTo>
                    <a:pt x="33" y="2443"/>
                  </a:lnTo>
                  <a:lnTo>
                    <a:pt x="98" y="2639"/>
                  </a:lnTo>
                  <a:lnTo>
                    <a:pt x="163" y="2802"/>
                  </a:lnTo>
                  <a:lnTo>
                    <a:pt x="358" y="3160"/>
                  </a:lnTo>
                  <a:lnTo>
                    <a:pt x="586" y="3453"/>
                  </a:lnTo>
                  <a:lnTo>
                    <a:pt x="880" y="3714"/>
                  </a:lnTo>
                  <a:lnTo>
                    <a:pt x="1238" y="3877"/>
                  </a:lnTo>
                  <a:lnTo>
                    <a:pt x="1433" y="3942"/>
                  </a:lnTo>
                  <a:lnTo>
                    <a:pt x="1596" y="4007"/>
                  </a:lnTo>
                  <a:lnTo>
                    <a:pt x="1824" y="4040"/>
                  </a:lnTo>
                  <a:lnTo>
                    <a:pt x="2215" y="4040"/>
                  </a:lnTo>
                  <a:lnTo>
                    <a:pt x="2411" y="4007"/>
                  </a:lnTo>
                  <a:lnTo>
                    <a:pt x="2606" y="3942"/>
                  </a:lnTo>
                  <a:lnTo>
                    <a:pt x="2802" y="3877"/>
                  </a:lnTo>
                  <a:lnTo>
                    <a:pt x="3160" y="3714"/>
                  </a:lnTo>
                  <a:lnTo>
                    <a:pt x="3453" y="3453"/>
                  </a:lnTo>
                  <a:lnTo>
                    <a:pt x="3681" y="3160"/>
                  </a:lnTo>
                  <a:lnTo>
                    <a:pt x="3876" y="2802"/>
                  </a:lnTo>
                  <a:lnTo>
                    <a:pt x="3942" y="2639"/>
                  </a:lnTo>
                  <a:lnTo>
                    <a:pt x="4007" y="2443"/>
                  </a:lnTo>
                  <a:lnTo>
                    <a:pt x="4039" y="2248"/>
                  </a:lnTo>
                  <a:lnTo>
                    <a:pt x="4039" y="2020"/>
                  </a:lnTo>
                  <a:lnTo>
                    <a:pt x="4039" y="1824"/>
                  </a:lnTo>
                  <a:lnTo>
                    <a:pt x="4007" y="1629"/>
                  </a:lnTo>
                  <a:lnTo>
                    <a:pt x="3942" y="1434"/>
                  </a:lnTo>
                  <a:lnTo>
                    <a:pt x="3876" y="1238"/>
                  </a:lnTo>
                  <a:lnTo>
                    <a:pt x="3681" y="912"/>
                  </a:lnTo>
                  <a:lnTo>
                    <a:pt x="3453" y="587"/>
                  </a:lnTo>
                  <a:lnTo>
                    <a:pt x="3160" y="359"/>
                  </a:lnTo>
                  <a:lnTo>
                    <a:pt x="2802" y="163"/>
                  </a:lnTo>
                  <a:lnTo>
                    <a:pt x="2606" y="98"/>
                  </a:lnTo>
                  <a:lnTo>
                    <a:pt x="2411" y="65"/>
                  </a:lnTo>
                  <a:lnTo>
                    <a:pt x="2215" y="33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5C5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4717;p64"/>
            <p:cNvSpPr/>
            <p:nvPr/>
          </p:nvSpPr>
          <p:spPr>
            <a:xfrm flipH="1">
              <a:off x="1309517" y="4451744"/>
              <a:ext cx="134477" cy="134477"/>
            </a:xfrm>
            <a:custGeom>
              <a:avLst/>
              <a:gdLst/>
              <a:ahLst/>
              <a:cxnLst/>
              <a:rect l="l" t="t" r="r" b="b"/>
              <a:pathLst>
                <a:path w="7037" h="7037" extrusionOk="0">
                  <a:moveTo>
                    <a:pt x="3518" y="1"/>
                  </a:moveTo>
                  <a:lnTo>
                    <a:pt x="3160" y="33"/>
                  </a:lnTo>
                  <a:lnTo>
                    <a:pt x="2834" y="66"/>
                  </a:lnTo>
                  <a:lnTo>
                    <a:pt x="2476" y="164"/>
                  </a:lnTo>
                  <a:lnTo>
                    <a:pt x="2150" y="294"/>
                  </a:lnTo>
                  <a:lnTo>
                    <a:pt x="1857" y="424"/>
                  </a:lnTo>
                  <a:lnTo>
                    <a:pt x="1564" y="620"/>
                  </a:lnTo>
                  <a:lnTo>
                    <a:pt x="1303" y="815"/>
                  </a:lnTo>
                  <a:lnTo>
                    <a:pt x="1043" y="1043"/>
                  </a:lnTo>
                  <a:lnTo>
                    <a:pt x="815" y="1271"/>
                  </a:lnTo>
                  <a:lnTo>
                    <a:pt x="619" y="1564"/>
                  </a:lnTo>
                  <a:lnTo>
                    <a:pt x="424" y="1858"/>
                  </a:lnTo>
                  <a:lnTo>
                    <a:pt x="293" y="2151"/>
                  </a:lnTo>
                  <a:lnTo>
                    <a:pt x="163" y="2477"/>
                  </a:lnTo>
                  <a:lnTo>
                    <a:pt x="65" y="2802"/>
                  </a:lnTo>
                  <a:lnTo>
                    <a:pt x="33" y="3161"/>
                  </a:lnTo>
                  <a:lnTo>
                    <a:pt x="0" y="3519"/>
                  </a:lnTo>
                  <a:lnTo>
                    <a:pt x="33" y="3877"/>
                  </a:lnTo>
                  <a:lnTo>
                    <a:pt x="65" y="4236"/>
                  </a:lnTo>
                  <a:lnTo>
                    <a:pt x="163" y="4561"/>
                  </a:lnTo>
                  <a:lnTo>
                    <a:pt x="293" y="4887"/>
                  </a:lnTo>
                  <a:lnTo>
                    <a:pt x="424" y="5213"/>
                  </a:lnTo>
                  <a:lnTo>
                    <a:pt x="619" y="5506"/>
                  </a:lnTo>
                  <a:lnTo>
                    <a:pt x="815" y="5767"/>
                  </a:lnTo>
                  <a:lnTo>
                    <a:pt x="1043" y="6027"/>
                  </a:lnTo>
                  <a:lnTo>
                    <a:pt x="1303" y="6255"/>
                  </a:lnTo>
                  <a:lnTo>
                    <a:pt x="1564" y="6451"/>
                  </a:lnTo>
                  <a:lnTo>
                    <a:pt x="1857" y="6613"/>
                  </a:lnTo>
                  <a:lnTo>
                    <a:pt x="2150" y="6776"/>
                  </a:lnTo>
                  <a:lnTo>
                    <a:pt x="2476" y="6874"/>
                  </a:lnTo>
                  <a:lnTo>
                    <a:pt x="2834" y="6972"/>
                  </a:lnTo>
                  <a:lnTo>
                    <a:pt x="3160" y="7037"/>
                  </a:lnTo>
                  <a:lnTo>
                    <a:pt x="3877" y="7037"/>
                  </a:lnTo>
                  <a:lnTo>
                    <a:pt x="4235" y="6972"/>
                  </a:lnTo>
                  <a:lnTo>
                    <a:pt x="4561" y="6874"/>
                  </a:lnTo>
                  <a:lnTo>
                    <a:pt x="4886" y="6776"/>
                  </a:lnTo>
                  <a:lnTo>
                    <a:pt x="5212" y="6613"/>
                  </a:lnTo>
                  <a:lnTo>
                    <a:pt x="5505" y="6451"/>
                  </a:lnTo>
                  <a:lnTo>
                    <a:pt x="5766" y="6255"/>
                  </a:lnTo>
                  <a:lnTo>
                    <a:pt x="6026" y="6027"/>
                  </a:lnTo>
                  <a:lnTo>
                    <a:pt x="6254" y="5767"/>
                  </a:lnTo>
                  <a:lnTo>
                    <a:pt x="6450" y="5506"/>
                  </a:lnTo>
                  <a:lnTo>
                    <a:pt x="6613" y="5213"/>
                  </a:lnTo>
                  <a:lnTo>
                    <a:pt x="6776" y="4887"/>
                  </a:lnTo>
                  <a:lnTo>
                    <a:pt x="6906" y="4561"/>
                  </a:lnTo>
                  <a:lnTo>
                    <a:pt x="6971" y="4236"/>
                  </a:lnTo>
                  <a:lnTo>
                    <a:pt x="7036" y="3877"/>
                  </a:lnTo>
                  <a:lnTo>
                    <a:pt x="7036" y="3519"/>
                  </a:lnTo>
                  <a:lnTo>
                    <a:pt x="7036" y="3161"/>
                  </a:lnTo>
                  <a:lnTo>
                    <a:pt x="6971" y="2802"/>
                  </a:lnTo>
                  <a:lnTo>
                    <a:pt x="6906" y="2477"/>
                  </a:lnTo>
                  <a:lnTo>
                    <a:pt x="6776" y="2151"/>
                  </a:lnTo>
                  <a:lnTo>
                    <a:pt x="6613" y="1858"/>
                  </a:lnTo>
                  <a:lnTo>
                    <a:pt x="6450" y="1564"/>
                  </a:lnTo>
                  <a:lnTo>
                    <a:pt x="6254" y="1271"/>
                  </a:lnTo>
                  <a:lnTo>
                    <a:pt x="6026" y="1043"/>
                  </a:lnTo>
                  <a:lnTo>
                    <a:pt x="5766" y="815"/>
                  </a:lnTo>
                  <a:lnTo>
                    <a:pt x="5505" y="620"/>
                  </a:lnTo>
                  <a:lnTo>
                    <a:pt x="5212" y="424"/>
                  </a:lnTo>
                  <a:lnTo>
                    <a:pt x="4886" y="294"/>
                  </a:lnTo>
                  <a:lnTo>
                    <a:pt x="4561" y="164"/>
                  </a:lnTo>
                  <a:lnTo>
                    <a:pt x="4235" y="66"/>
                  </a:lnTo>
                  <a:lnTo>
                    <a:pt x="3877" y="33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4718;p64"/>
            <p:cNvSpPr/>
            <p:nvPr/>
          </p:nvSpPr>
          <p:spPr>
            <a:xfrm flipH="1">
              <a:off x="1338163" y="4480390"/>
              <a:ext cx="77204" cy="77204"/>
            </a:xfrm>
            <a:custGeom>
              <a:avLst/>
              <a:gdLst/>
              <a:ahLst/>
              <a:cxnLst/>
              <a:rect l="l" t="t" r="r" b="b"/>
              <a:pathLst>
                <a:path w="4040" h="4040" extrusionOk="0">
                  <a:moveTo>
                    <a:pt x="2020" y="0"/>
                  </a:moveTo>
                  <a:lnTo>
                    <a:pt x="1825" y="33"/>
                  </a:lnTo>
                  <a:lnTo>
                    <a:pt x="1629" y="65"/>
                  </a:lnTo>
                  <a:lnTo>
                    <a:pt x="1434" y="98"/>
                  </a:lnTo>
                  <a:lnTo>
                    <a:pt x="1238" y="163"/>
                  </a:lnTo>
                  <a:lnTo>
                    <a:pt x="913" y="359"/>
                  </a:lnTo>
                  <a:lnTo>
                    <a:pt x="620" y="587"/>
                  </a:lnTo>
                  <a:lnTo>
                    <a:pt x="359" y="912"/>
                  </a:lnTo>
                  <a:lnTo>
                    <a:pt x="163" y="1238"/>
                  </a:lnTo>
                  <a:lnTo>
                    <a:pt x="98" y="1434"/>
                  </a:lnTo>
                  <a:lnTo>
                    <a:pt x="66" y="1629"/>
                  </a:lnTo>
                  <a:lnTo>
                    <a:pt x="33" y="1824"/>
                  </a:lnTo>
                  <a:lnTo>
                    <a:pt x="1" y="2020"/>
                  </a:lnTo>
                  <a:lnTo>
                    <a:pt x="33" y="2248"/>
                  </a:lnTo>
                  <a:lnTo>
                    <a:pt x="66" y="2443"/>
                  </a:lnTo>
                  <a:lnTo>
                    <a:pt x="98" y="2639"/>
                  </a:lnTo>
                  <a:lnTo>
                    <a:pt x="163" y="2802"/>
                  </a:lnTo>
                  <a:lnTo>
                    <a:pt x="359" y="3160"/>
                  </a:lnTo>
                  <a:lnTo>
                    <a:pt x="620" y="3453"/>
                  </a:lnTo>
                  <a:lnTo>
                    <a:pt x="913" y="3714"/>
                  </a:lnTo>
                  <a:lnTo>
                    <a:pt x="1238" y="3877"/>
                  </a:lnTo>
                  <a:lnTo>
                    <a:pt x="1434" y="3942"/>
                  </a:lnTo>
                  <a:lnTo>
                    <a:pt x="1629" y="4007"/>
                  </a:lnTo>
                  <a:lnTo>
                    <a:pt x="1825" y="4040"/>
                  </a:lnTo>
                  <a:lnTo>
                    <a:pt x="2248" y="4040"/>
                  </a:lnTo>
                  <a:lnTo>
                    <a:pt x="2444" y="4007"/>
                  </a:lnTo>
                  <a:lnTo>
                    <a:pt x="2639" y="3942"/>
                  </a:lnTo>
                  <a:lnTo>
                    <a:pt x="2802" y="3877"/>
                  </a:lnTo>
                  <a:lnTo>
                    <a:pt x="3160" y="3714"/>
                  </a:lnTo>
                  <a:lnTo>
                    <a:pt x="3453" y="3453"/>
                  </a:lnTo>
                  <a:lnTo>
                    <a:pt x="3714" y="3160"/>
                  </a:lnTo>
                  <a:lnTo>
                    <a:pt x="3877" y="2802"/>
                  </a:lnTo>
                  <a:lnTo>
                    <a:pt x="3942" y="2639"/>
                  </a:lnTo>
                  <a:lnTo>
                    <a:pt x="4007" y="2443"/>
                  </a:lnTo>
                  <a:lnTo>
                    <a:pt x="4040" y="2248"/>
                  </a:lnTo>
                  <a:lnTo>
                    <a:pt x="4040" y="2020"/>
                  </a:lnTo>
                  <a:lnTo>
                    <a:pt x="4040" y="1824"/>
                  </a:lnTo>
                  <a:lnTo>
                    <a:pt x="4007" y="1629"/>
                  </a:lnTo>
                  <a:lnTo>
                    <a:pt x="3942" y="1434"/>
                  </a:lnTo>
                  <a:lnTo>
                    <a:pt x="3877" y="1238"/>
                  </a:lnTo>
                  <a:lnTo>
                    <a:pt x="3714" y="912"/>
                  </a:lnTo>
                  <a:lnTo>
                    <a:pt x="3453" y="587"/>
                  </a:lnTo>
                  <a:lnTo>
                    <a:pt x="3160" y="359"/>
                  </a:lnTo>
                  <a:lnTo>
                    <a:pt x="2802" y="163"/>
                  </a:lnTo>
                  <a:lnTo>
                    <a:pt x="2639" y="98"/>
                  </a:lnTo>
                  <a:lnTo>
                    <a:pt x="2444" y="65"/>
                  </a:lnTo>
                  <a:lnTo>
                    <a:pt x="2248" y="33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5C5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9" name="Google Shape;4719;p64"/>
            <p:cNvSpPr/>
            <p:nvPr/>
          </p:nvSpPr>
          <p:spPr>
            <a:xfrm flipH="1">
              <a:off x="812160" y="2329674"/>
              <a:ext cx="1126726" cy="1360785"/>
            </a:xfrm>
            <a:custGeom>
              <a:avLst/>
              <a:gdLst/>
              <a:ahLst/>
              <a:cxnLst/>
              <a:rect l="l" t="t" r="r" b="b"/>
              <a:pathLst>
                <a:path w="58960" h="71208" extrusionOk="0">
                  <a:moveTo>
                    <a:pt x="19773" y="0"/>
                  </a:moveTo>
                  <a:lnTo>
                    <a:pt x="19382" y="33"/>
                  </a:lnTo>
                  <a:lnTo>
                    <a:pt x="18991" y="66"/>
                  </a:lnTo>
                  <a:lnTo>
                    <a:pt x="18633" y="163"/>
                  </a:lnTo>
                  <a:lnTo>
                    <a:pt x="18275" y="261"/>
                  </a:lnTo>
                  <a:lnTo>
                    <a:pt x="17949" y="391"/>
                  </a:lnTo>
                  <a:lnTo>
                    <a:pt x="17623" y="554"/>
                  </a:lnTo>
                  <a:lnTo>
                    <a:pt x="17298" y="750"/>
                  </a:lnTo>
                  <a:lnTo>
                    <a:pt x="17004" y="978"/>
                  </a:lnTo>
                  <a:lnTo>
                    <a:pt x="16711" y="1206"/>
                  </a:lnTo>
                  <a:lnTo>
                    <a:pt x="16483" y="1466"/>
                  </a:lnTo>
                  <a:lnTo>
                    <a:pt x="16223" y="1727"/>
                  </a:lnTo>
                  <a:lnTo>
                    <a:pt x="16027" y="2053"/>
                  </a:lnTo>
                  <a:lnTo>
                    <a:pt x="15832" y="2346"/>
                  </a:lnTo>
                  <a:lnTo>
                    <a:pt x="15669" y="2704"/>
                  </a:lnTo>
                  <a:lnTo>
                    <a:pt x="15539" y="3062"/>
                  </a:lnTo>
                  <a:lnTo>
                    <a:pt x="15408" y="3421"/>
                  </a:lnTo>
                  <a:lnTo>
                    <a:pt x="131" y="65670"/>
                  </a:lnTo>
                  <a:lnTo>
                    <a:pt x="33" y="66191"/>
                  </a:lnTo>
                  <a:lnTo>
                    <a:pt x="1" y="66712"/>
                  </a:lnTo>
                  <a:lnTo>
                    <a:pt x="33" y="67234"/>
                  </a:lnTo>
                  <a:lnTo>
                    <a:pt x="131" y="67722"/>
                  </a:lnTo>
                  <a:lnTo>
                    <a:pt x="261" y="68211"/>
                  </a:lnTo>
                  <a:lnTo>
                    <a:pt x="457" y="68667"/>
                  </a:lnTo>
                  <a:lnTo>
                    <a:pt x="685" y="69090"/>
                  </a:lnTo>
                  <a:lnTo>
                    <a:pt x="978" y="69514"/>
                  </a:lnTo>
                  <a:lnTo>
                    <a:pt x="1271" y="69872"/>
                  </a:lnTo>
                  <a:lnTo>
                    <a:pt x="1662" y="70198"/>
                  </a:lnTo>
                  <a:lnTo>
                    <a:pt x="2053" y="70491"/>
                  </a:lnTo>
                  <a:lnTo>
                    <a:pt x="2476" y="70752"/>
                  </a:lnTo>
                  <a:lnTo>
                    <a:pt x="2932" y="70947"/>
                  </a:lnTo>
                  <a:lnTo>
                    <a:pt x="3421" y="71077"/>
                  </a:lnTo>
                  <a:lnTo>
                    <a:pt x="3942" y="71175"/>
                  </a:lnTo>
                  <a:lnTo>
                    <a:pt x="4463" y="71208"/>
                  </a:lnTo>
                  <a:lnTo>
                    <a:pt x="39937" y="71208"/>
                  </a:lnTo>
                  <a:lnTo>
                    <a:pt x="40328" y="71142"/>
                  </a:lnTo>
                  <a:lnTo>
                    <a:pt x="40686" y="71077"/>
                  </a:lnTo>
                  <a:lnTo>
                    <a:pt x="41044" y="70947"/>
                  </a:lnTo>
                  <a:lnTo>
                    <a:pt x="41370" y="70817"/>
                  </a:lnTo>
                  <a:lnTo>
                    <a:pt x="41728" y="70654"/>
                  </a:lnTo>
                  <a:lnTo>
                    <a:pt x="42021" y="70458"/>
                  </a:lnTo>
                  <a:lnTo>
                    <a:pt x="42315" y="70263"/>
                  </a:lnTo>
                  <a:lnTo>
                    <a:pt x="42608" y="70002"/>
                  </a:lnTo>
                  <a:lnTo>
                    <a:pt x="42868" y="69742"/>
                  </a:lnTo>
                  <a:lnTo>
                    <a:pt x="43096" y="69481"/>
                  </a:lnTo>
                  <a:lnTo>
                    <a:pt x="43324" y="69155"/>
                  </a:lnTo>
                  <a:lnTo>
                    <a:pt x="43487" y="68862"/>
                  </a:lnTo>
                  <a:lnTo>
                    <a:pt x="43650" y="68504"/>
                  </a:lnTo>
                  <a:lnTo>
                    <a:pt x="43813" y="68146"/>
                  </a:lnTo>
                  <a:lnTo>
                    <a:pt x="43911" y="67787"/>
                  </a:lnTo>
                  <a:lnTo>
                    <a:pt x="58862" y="5538"/>
                  </a:lnTo>
                  <a:lnTo>
                    <a:pt x="58960" y="4984"/>
                  </a:lnTo>
                  <a:lnTo>
                    <a:pt x="58960" y="4463"/>
                  </a:lnTo>
                  <a:lnTo>
                    <a:pt x="58960" y="3974"/>
                  </a:lnTo>
                  <a:lnTo>
                    <a:pt x="58862" y="3486"/>
                  </a:lnTo>
                  <a:lnTo>
                    <a:pt x="58732" y="2997"/>
                  </a:lnTo>
                  <a:lnTo>
                    <a:pt x="58537" y="2541"/>
                  </a:lnTo>
                  <a:lnTo>
                    <a:pt x="58309" y="2118"/>
                  </a:lnTo>
                  <a:lnTo>
                    <a:pt x="58015" y="1727"/>
                  </a:lnTo>
                  <a:lnTo>
                    <a:pt x="57690" y="1336"/>
                  </a:lnTo>
                  <a:lnTo>
                    <a:pt x="57331" y="1010"/>
                  </a:lnTo>
                  <a:lnTo>
                    <a:pt x="56940" y="717"/>
                  </a:lnTo>
                  <a:lnTo>
                    <a:pt x="56484" y="489"/>
                  </a:lnTo>
                  <a:lnTo>
                    <a:pt x="56028" y="294"/>
                  </a:lnTo>
                  <a:lnTo>
                    <a:pt x="55540" y="131"/>
                  </a:lnTo>
                  <a:lnTo>
                    <a:pt x="55051" y="33"/>
                  </a:lnTo>
                  <a:lnTo>
                    <a:pt x="54497" y="0"/>
                  </a:lnTo>
                  <a:close/>
                </a:path>
              </a:pathLst>
            </a:custGeom>
            <a:solidFill>
              <a:srgbClr val="5C5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0" name="Google Shape;4720;p64"/>
            <p:cNvSpPr/>
            <p:nvPr/>
          </p:nvSpPr>
          <p:spPr>
            <a:xfrm flipH="1">
              <a:off x="885600" y="2329674"/>
              <a:ext cx="1126745" cy="1360785"/>
            </a:xfrm>
            <a:custGeom>
              <a:avLst/>
              <a:gdLst/>
              <a:ahLst/>
              <a:cxnLst/>
              <a:rect l="l" t="t" r="r" b="b"/>
              <a:pathLst>
                <a:path w="58961" h="71208" extrusionOk="0">
                  <a:moveTo>
                    <a:pt x="19741" y="0"/>
                  </a:moveTo>
                  <a:lnTo>
                    <a:pt x="19350" y="33"/>
                  </a:lnTo>
                  <a:lnTo>
                    <a:pt x="18992" y="66"/>
                  </a:lnTo>
                  <a:lnTo>
                    <a:pt x="18633" y="163"/>
                  </a:lnTo>
                  <a:lnTo>
                    <a:pt x="18275" y="261"/>
                  </a:lnTo>
                  <a:lnTo>
                    <a:pt x="17917" y="391"/>
                  </a:lnTo>
                  <a:lnTo>
                    <a:pt x="17591" y="554"/>
                  </a:lnTo>
                  <a:lnTo>
                    <a:pt x="17298" y="750"/>
                  </a:lnTo>
                  <a:lnTo>
                    <a:pt x="16972" y="978"/>
                  </a:lnTo>
                  <a:lnTo>
                    <a:pt x="16712" y="1206"/>
                  </a:lnTo>
                  <a:lnTo>
                    <a:pt x="16451" y="1466"/>
                  </a:lnTo>
                  <a:lnTo>
                    <a:pt x="16223" y="1727"/>
                  </a:lnTo>
                  <a:lnTo>
                    <a:pt x="15995" y="2053"/>
                  </a:lnTo>
                  <a:lnTo>
                    <a:pt x="15799" y="2346"/>
                  </a:lnTo>
                  <a:lnTo>
                    <a:pt x="15637" y="2704"/>
                  </a:lnTo>
                  <a:lnTo>
                    <a:pt x="15506" y="3062"/>
                  </a:lnTo>
                  <a:lnTo>
                    <a:pt x="15409" y="3421"/>
                  </a:lnTo>
                  <a:lnTo>
                    <a:pt x="131" y="65670"/>
                  </a:lnTo>
                  <a:lnTo>
                    <a:pt x="34" y="66191"/>
                  </a:lnTo>
                  <a:lnTo>
                    <a:pt x="1" y="66712"/>
                  </a:lnTo>
                  <a:lnTo>
                    <a:pt x="1" y="67234"/>
                  </a:lnTo>
                  <a:lnTo>
                    <a:pt x="99" y="67722"/>
                  </a:lnTo>
                  <a:lnTo>
                    <a:pt x="229" y="68211"/>
                  </a:lnTo>
                  <a:lnTo>
                    <a:pt x="424" y="68667"/>
                  </a:lnTo>
                  <a:lnTo>
                    <a:pt x="652" y="69090"/>
                  </a:lnTo>
                  <a:lnTo>
                    <a:pt x="946" y="69514"/>
                  </a:lnTo>
                  <a:lnTo>
                    <a:pt x="1271" y="69872"/>
                  </a:lnTo>
                  <a:lnTo>
                    <a:pt x="1630" y="70198"/>
                  </a:lnTo>
                  <a:lnTo>
                    <a:pt x="2021" y="70491"/>
                  </a:lnTo>
                  <a:lnTo>
                    <a:pt x="2477" y="70752"/>
                  </a:lnTo>
                  <a:lnTo>
                    <a:pt x="2933" y="70947"/>
                  </a:lnTo>
                  <a:lnTo>
                    <a:pt x="3421" y="71077"/>
                  </a:lnTo>
                  <a:lnTo>
                    <a:pt x="3942" y="71175"/>
                  </a:lnTo>
                  <a:lnTo>
                    <a:pt x="4464" y="71208"/>
                  </a:lnTo>
                  <a:lnTo>
                    <a:pt x="39937" y="71208"/>
                  </a:lnTo>
                  <a:lnTo>
                    <a:pt x="40295" y="71142"/>
                  </a:lnTo>
                  <a:lnTo>
                    <a:pt x="40654" y="71077"/>
                  </a:lnTo>
                  <a:lnTo>
                    <a:pt x="41012" y="70947"/>
                  </a:lnTo>
                  <a:lnTo>
                    <a:pt x="41370" y="70817"/>
                  </a:lnTo>
                  <a:lnTo>
                    <a:pt x="41696" y="70654"/>
                  </a:lnTo>
                  <a:lnTo>
                    <a:pt x="42022" y="70458"/>
                  </a:lnTo>
                  <a:lnTo>
                    <a:pt x="42315" y="70263"/>
                  </a:lnTo>
                  <a:lnTo>
                    <a:pt x="42575" y="70002"/>
                  </a:lnTo>
                  <a:lnTo>
                    <a:pt x="42836" y="69742"/>
                  </a:lnTo>
                  <a:lnTo>
                    <a:pt x="43097" y="69481"/>
                  </a:lnTo>
                  <a:lnTo>
                    <a:pt x="43292" y="69155"/>
                  </a:lnTo>
                  <a:lnTo>
                    <a:pt x="43488" y="68862"/>
                  </a:lnTo>
                  <a:lnTo>
                    <a:pt x="43650" y="68504"/>
                  </a:lnTo>
                  <a:lnTo>
                    <a:pt x="43781" y="68146"/>
                  </a:lnTo>
                  <a:lnTo>
                    <a:pt x="43878" y="67787"/>
                  </a:lnTo>
                  <a:lnTo>
                    <a:pt x="58830" y="5538"/>
                  </a:lnTo>
                  <a:lnTo>
                    <a:pt x="58928" y="4984"/>
                  </a:lnTo>
                  <a:lnTo>
                    <a:pt x="58960" y="4463"/>
                  </a:lnTo>
                  <a:lnTo>
                    <a:pt x="58928" y="3974"/>
                  </a:lnTo>
                  <a:lnTo>
                    <a:pt x="58830" y="3486"/>
                  </a:lnTo>
                  <a:lnTo>
                    <a:pt x="58700" y="2997"/>
                  </a:lnTo>
                  <a:lnTo>
                    <a:pt x="58504" y="2541"/>
                  </a:lnTo>
                  <a:lnTo>
                    <a:pt x="58276" y="2118"/>
                  </a:lnTo>
                  <a:lnTo>
                    <a:pt x="57983" y="1727"/>
                  </a:lnTo>
                  <a:lnTo>
                    <a:pt x="57690" y="1336"/>
                  </a:lnTo>
                  <a:lnTo>
                    <a:pt x="57299" y="1010"/>
                  </a:lnTo>
                  <a:lnTo>
                    <a:pt x="56908" y="717"/>
                  </a:lnTo>
                  <a:lnTo>
                    <a:pt x="56485" y="489"/>
                  </a:lnTo>
                  <a:lnTo>
                    <a:pt x="56029" y="294"/>
                  </a:lnTo>
                  <a:lnTo>
                    <a:pt x="55540" y="131"/>
                  </a:lnTo>
                  <a:lnTo>
                    <a:pt x="55019" y="33"/>
                  </a:lnTo>
                  <a:lnTo>
                    <a:pt x="54498" y="0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64"/>
            <p:cNvSpPr/>
            <p:nvPr/>
          </p:nvSpPr>
          <p:spPr>
            <a:xfrm flipH="1">
              <a:off x="943503" y="2387558"/>
              <a:ext cx="1010938" cy="1245017"/>
            </a:xfrm>
            <a:custGeom>
              <a:avLst/>
              <a:gdLst/>
              <a:ahLst/>
              <a:cxnLst/>
              <a:rect l="l" t="t" r="r" b="b"/>
              <a:pathLst>
                <a:path w="52901" h="65150" extrusionOk="0">
                  <a:moveTo>
                    <a:pt x="51598" y="424"/>
                  </a:moveTo>
                  <a:lnTo>
                    <a:pt x="51761" y="457"/>
                  </a:lnTo>
                  <a:lnTo>
                    <a:pt x="51989" y="555"/>
                  </a:lnTo>
                  <a:lnTo>
                    <a:pt x="52152" y="685"/>
                  </a:lnTo>
                  <a:lnTo>
                    <a:pt x="52282" y="815"/>
                  </a:lnTo>
                  <a:lnTo>
                    <a:pt x="52347" y="945"/>
                  </a:lnTo>
                  <a:lnTo>
                    <a:pt x="52445" y="1141"/>
                  </a:lnTo>
                  <a:lnTo>
                    <a:pt x="52477" y="1401"/>
                  </a:lnTo>
                  <a:lnTo>
                    <a:pt x="52477" y="1532"/>
                  </a:lnTo>
                  <a:lnTo>
                    <a:pt x="52477" y="1695"/>
                  </a:lnTo>
                  <a:lnTo>
                    <a:pt x="37526" y="63944"/>
                  </a:lnTo>
                  <a:lnTo>
                    <a:pt x="37461" y="64107"/>
                  </a:lnTo>
                  <a:lnTo>
                    <a:pt x="37363" y="64270"/>
                  </a:lnTo>
                  <a:lnTo>
                    <a:pt x="37265" y="64400"/>
                  </a:lnTo>
                  <a:lnTo>
                    <a:pt x="37135" y="64530"/>
                  </a:lnTo>
                  <a:lnTo>
                    <a:pt x="37005" y="64628"/>
                  </a:lnTo>
                  <a:lnTo>
                    <a:pt x="36842" y="64693"/>
                  </a:lnTo>
                  <a:lnTo>
                    <a:pt x="36679" y="64726"/>
                  </a:lnTo>
                  <a:lnTo>
                    <a:pt x="36516" y="64758"/>
                  </a:lnTo>
                  <a:lnTo>
                    <a:pt x="1434" y="64758"/>
                  </a:lnTo>
                  <a:lnTo>
                    <a:pt x="1271" y="64726"/>
                  </a:lnTo>
                  <a:lnTo>
                    <a:pt x="1140" y="64693"/>
                  </a:lnTo>
                  <a:lnTo>
                    <a:pt x="912" y="64595"/>
                  </a:lnTo>
                  <a:lnTo>
                    <a:pt x="750" y="64465"/>
                  </a:lnTo>
                  <a:lnTo>
                    <a:pt x="619" y="64367"/>
                  </a:lnTo>
                  <a:lnTo>
                    <a:pt x="522" y="64205"/>
                  </a:lnTo>
                  <a:lnTo>
                    <a:pt x="456" y="64009"/>
                  </a:lnTo>
                  <a:lnTo>
                    <a:pt x="391" y="63749"/>
                  </a:lnTo>
                  <a:lnTo>
                    <a:pt x="391" y="63618"/>
                  </a:lnTo>
                  <a:lnTo>
                    <a:pt x="424" y="63455"/>
                  </a:lnTo>
                  <a:lnTo>
                    <a:pt x="15701" y="1206"/>
                  </a:lnTo>
                  <a:lnTo>
                    <a:pt x="15766" y="1043"/>
                  </a:lnTo>
                  <a:lnTo>
                    <a:pt x="15864" y="880"/>
                  </a:lnTo>
                  <a:lnTo>
                    <a:pt x="15962" y="750"/>
                  </a:lnTo>
                  <a:lnTo>
                    <a:pt x="16092" y="652"/>
                  </a:lnTo>
                  <a:lnTo>
                    <a:pt x="16222" y="555"/>
                  </a:lnTo>
                  <a:lnTo>
                    <a:pt x="16385" y="489"/>
                  </a:lnTo>
                  <a:lnTo>
                    <a:pt x="16548" y="424"/>
                  </a:lnTo>
                  <a:close/>
                  <a:moveTo>
                    <a:pt x="16711" y="1"/>
                  </a:moveTo>
                  <a:lnTo>
                    <a:pt x="16483" y="33"/>
                  </a:lnTo>
                  <a:lnTo>
                    <a:pt x="16255" y="98"/>
                  </a:lnTo>
                  <a:lnTo>
                    <a:pt x="16027" y="196"/>
                  </a:lnTo>
                  <a:lnTo>
                    <a:pt x="15831" y="326"/>
                  </a:lnTo>
                  <a:lnTo>
                    <a:pt x="15669" y="489"/>
                  </a:lnTo>
                  <a:lnTo>
                    <a:pt x="15506" y="652"/>
                  </a:lnTo>
                  <a:lnTo>
                    <a:pt x="15408" y="880"/>
                  </a:lnTo>
                  <a:lnTo>
                    <a:pt x="15310" y="1108"/>
                  </a:lnTo>
                  <a:lnTo>
                    <a:pt x="33" y="63358"/>
                  </a:lnTo>
                  <a:lnTo>
                    <a:pt x="0" y="63586"/>
                  </a:lnTo>
                  <a:lnTo>
                    <a:pt x="0" y="63781"/>
                  </a:lnTo>
                  <a:lnTo>
                    <a:pt x="33" y="63977"/>
                  </a:lnTo>
                  <a:lnTo>
                    <a:pt x="65" y="64139"/>
                  </a:lnTo>
                  <a:lnTo>
                    <a:pt x="163" y="64400"/>
                  </a:lnTo>
                  <a:lnTo>
                    <a:pt x="294" y="64595"/>
                  </a:lnTo>
                  <a:lnTo>
                    <a:pt x="456" y="64758"/>
                  </a:lnTo>
                  <a:lnTo>
                    <a:pt x="684" y="64954"/>
                  </a:lnTo>
                  <a:lnTo>
                    <a:pt x="847" y="65019"/>
                  </a:lnTo>
                  <a:lnTo>
                    <a:pt x="1010" y="65084"/>
                  </a:lnTo>
                  <a:lnTo>
                    <a:pt x="1206" y="65117"/>
                  </a:lnTo>
                  <a:lnTo>
                    <a:pt x="1434" y="65149"/>
                  </a:lnTo>
                  <a:lnTo>
                    <a:pt x="36516" y="65149"/>
                  </a:lnTo>
                  <a:lnTo>
                    <a:pt x="36744" y="65117"/>
                  </a:lnTo>
                  <a:lnTo>
                    <a:pt x="36972" y="65051"/>
                  </a:lnTo>
                  <a:lnTo>
                    <a:pt x="37200" y="64986"/>
                  </a:lnTo>
                  <a:lnTo>
                    <a:pt x="37396" y="64856"/>
                  </a:lnTo>
                  <a:lnTo>
                    <a:pt x="37558" y="64693"/>
                  </a:lnTo>
                  <a:lnTo>
                    <a:pt x="37721" y="64498"/>
                  </a:lnTo>
                  <a:lnTo>
                    <a:pt x="37819" y="64270"/>
                  </a:lnTo>
                  <a:lnTo>
                    <a:pt x="37917" y="64042"/>
                  </a:lnTo>
                  <a:lnTo>
                    <a:pt x="52836" y="1792"/>
                  </a:lnTo>
                  <a:lnTo>
                    <a:pt x="52901" y="1564"/>
                  </a:lnTo>
                  <a:lnTo>
                    <a:pt x="52901" y="1369"/>
                  </a:lnTo>
                  <a:lnTo>
                    <a:pt x="52868" y="1206"/>
                  </a:lnTo>
                  <a:lnTo>
                    <a:pt x="52836" y="1043"/>
                  </a:lnTo>
                  <a:lnTo>
                    <a:pt x="52705" y="750"/>
                  </a:lnTo>
                  <a:lnTo>
                    <a:pt x="52575" y="555"/>
                  </a:lnTo>
                  <a:lnTo>
                    <a:pt x="52412" y="392"/>
                  </a:lnTo>
                  <a:lnTo>
                    <a:pt x="52184" y="229"/>
                  </a:lnTo>
                  <a:lnTo>
                    <a:pt x="52054" y="131"/>
                  </a:lnTo>
                  <a:lnTo>
                    <a:pt x="51858" y="66"/>
                  </a:lnTo>
                  <a:lnTo>
                    <a:pt x="51663" y="33"/>
                  </a:lnTo>
                  <a:lnTo>
                    <a:pt x="51468" y="1"/>
                  </a:lnTo>
                  <a:close/>
                </a:path>
              </a:pathLst>
            </a:custGeom>
            <a:solidFill>
              <a:srgbClr val="5C5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64"/>
            <p:cNvSpPr/>
            <p:nvPr/>
          </p:nvSpPr>
          <p:spPr>
            <a:xfrm flipH="1">
              <a:off x="1092275" y="3586481"/>
              <a:ext cx="1235041" cy="139465"/>
            </a:xfrm>
            <a:custGeom>
              <a:avLst/>
              <a:gdLst/>
              <a:ahLst/>
              <a:cxnLst/>
              <a:rect l="l" t="t" r="r" b="b"/>
              <a:pathLst>
                <a:path w="64628" h="7298" extrusionOk="0">
                  <a:moveTo>
                    <a:pt x="1694" y="1"/>
                  </a:moveTo>
                  <a:lnTo>
                    <a:pt x="0" y="7297"/>
                  </a:lnTo>
                  <a:lnTo>
                    <a:pt x="58927" y="7297"/>
                  </a:lnTo>
                  <a:lnTo>
                    <a:pt x="59351" y="7265"/>
                  </a:lnTo>
                  <a:lnTo>
                    <a:pt x="59774" y="7232"/>
                  </a:lnTo>
                  <a:lnTo>
                    <a:pt x="60198" y="7134"/>
                  </a:lnTo>
                  <a:lnTo>
                    <a:pt x="60621" y="7004"/>
                  </a:lnTo>
                  <a:lnTo>
                    <a:pt x="61012" y="6841"/>
                  </a:lnTo>
                  <a:lnTo>
                    <a:pt x="61370" y="6646"/>
                  </a:lnTo>
                  <a:lnTo>
                    <a:pt x="61729" y="6450"/>
                  </a:lnTo>
                  <a:lnTo>
                    <a:pt x="62054" y="6190"/>
                  </a:lnTo>
                  <a:lnTo>
                    <a:pt x="62380" y="5929"/>
                  </a:lnTo>
                  <a:lnTo>
                    <a:pt x="62673" y="5636"/>
                  </a:lnTo>
                  <a:lnTo>
                    <a:pt x="62934" y="5310"/>
                  </a:lnTo>
                  <a:lnTo>
                    <a:pt x="63194" y="4952"/>
                  </a:lnTo>
                  <a:lnTo>
                    <a:pt x="63390" y="4594"/>
                  </a:lnTo>
                  <a:lnTo>
                    <a:pt x="63585" y="4203"/>
                  </a:lnTo>
                  <a:lnTo>
                    <a:pt x="63716" y="3812"/>
                  </a:lnTo>
                  <a:lnTo>
                    <a:pt x="63846" y="3388"/>
                  </a:lnTo>
                  <a:lnTo>
                    <a:pt x="64628" y="1"/>
                  </a:lnTo>
                  <a:close/>
                </a:path>
              </a:pathLst>
            </a:custGeom>
            <a:solidFill>
              <a:srgbClr val="5C5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64"/>
            <p:cNvSpPr/>
            <p:nvPr/>
          </p:nvSpPr>
          <p:spPr>
            <a:xfrm flipH="1">
              <a:off x="1164491" y="3586481"/>
              <a:ext cx="1216982" cy="139465"/>
            </a:xfrm>
            <a:custGeom>
              <a:avLst/>
              <a:gdLst/>
              <a:ahLst/>
              <a:cxnLst/>
              <a:rect l="l" t="t" r="r" b="b"/>
              <a:pathLst>
                <a:path w="63683" h="7298" extrusionOk="0">
                  <a:moveTo>
                    <a:pt x="3323" y="1"/>
                  </a:moveTo>
                  <a:lnTo>
                    <a:pt x="3030" y="33"/>
                  </a:lnTo>
                  <a:lnTo>
                    <a:pt x="2737" y="98"/>
                  </a:lnTo>
                  <a:lnTo>
                    <a:pt x="2444" y="196"/>
                  </a:lnTo>
                  <a:lnTo>
                    <a:pt x="2150" y="326"/>
                  </a:lnTo>
                  <a:lnTo>
                    <a:pt x="1890" y="457"/>
                  </a:lnTo>
                  <a:lnTo>
                    <a:pt x="1629" y="620"/>
                  </a:lnTo>
                  <a:lnTo>
                    <a:pt x="1369" y="783"/>
                  </a:lnTo>
                  <a:lnTo>
                    <a:pt x="1141" y="978"/>
                  </a:lnTo>
                  <a:lnTo>
                    <a:pt x="945" y="1206"/>
                  </a:lnTo>
                  <a:lnTo>
                    <a:pt x="750" y="1434"/>
                  </a:lnTo>
                  <a:lnTo>
                    <a:pt x="587" y="1662"/>
                  </a:lnTo>
                  <a:lnTo>
                    <a:pt x="424" y="1955"/>
                  </a:lnTo>
                  <a:lnTo>
                    <a:pt x="294" y="2216"/>
                  </a:lnTo>
                  <a:lnTo>
                    <a:pt x="196" y="2509"/>
                  </a:lnTo>
                  <a:lnTo>
                    <a:pt x="98" y="2802"/>
                  </a:lnTo>
                  <a:lnTo>
                    <a:pt x="33" y="3258"/>
                  </a:lnTo>
                  <a:lnTo>
                    <a:pt x="0" y="3649"/>
                  </a:lnTo>
                  <a:lnTo>
                    <a:pt x="33" y="4072"/>
                  </a:lnTo>
                  <a:lnTo>
                    <a:pt x="98" y="4496"/>
                  </a:lnTo>
                  <a:lnTo>
                    <a:pt x="196" y="4854"/>
                  </a:lnTo>
                  <a:lnTo>
                    <a:pt x="359" y="5245"/>
                  </a:lnTo>
                  <a:lnTo>
                    <a:pt x="554" y="5571"/>
                  </a:lnTo>
                  <a:lnTo>
                    <a:pt x="782" y="5897"/>
                  </a:lnTo>
                  <a:lnTo>
                    <a:pt x="1043" y="6222"/>
                  </a:lnTo>
                  <a:lnTo>
                    <a:pt x="1369" y="6483"/>
                  </a:lnTo>
                  <a:lnTo>
                    <a:pt x="1662" y="6711"/>
                  </a:lnTo>
                  <a:lnTo>
                    <a:pt x="2020" y="6906"/>
                  </a:lnTo>
                  <a:lnTo>
                    <a:pt x="2411" y="7069"/>
                  </a:lnTo>
                  <a:lnTo>
                    <a:pt x="2802" y="7200"/>
                  </a:lnTo>
                  <a:lnTo>
                    <a:pt x="3225" y="7265"/>
                  </a:lnTo>
                  <a:lnTo>
                    <a:pt x="3649" y="7297"/>
                  </a:lnTo>
                  <a:lnTo>
                    <a:pt x="57983" y="7297"/>
                  </a:lnTo>
                  <a:lnTo>
                    <a:pt x="58406" y="7265"/>
                  </a:lnTo>
                  <a:lnTo>
                    <a:pt x="58829" y="7232"/>
                  </a:lnTo>
                  <a:lnTo>
                    <a:pt x="59253" y="7134"/>
                  </a:lnTo>
                  <a:lnTo>
                    <a:pt x="59644" y="7004"/>
                  </a:lnTo>
                  <a:lnTo>
                    <a:pt x="60035" y="6841"/>
                  </a:lnTo>
                  <a:lnTo>
                    <a:pt x="60426" y="6646"/>
                  </a:lnTo>
                  <a:lnTo>
                    <a:pt x="60784" y="6450"/>
                  </a:lnTo>
                  <a:lnTo>
                    <a:pt x="61110" y="6190"/>
                  </a:lnTo>
                  <a:lnTo>
                    <a:pt x="61435" y="5929"/>
                  </a:lnTo>
                  <a:lnTo>
                    <a:pt x="61729" y="5636"/>
                  </a:lnTo>
                  <a:lnTo>
                    <a:pt x="61989" y="5310"/>
                  </a:lnTo>
                  <a:lnTo>
                    <a:pt x="62217" y="4952"/>
                  </a:lnTo>
                  <a:lnTo>
                    <a:pt x="62445" y="4594"/>
                  </a:lnTo>
                  <a:lnTo>
                    <a:pt x="62608" y="4203"/>
                  </a:lnTo>
                  <a:lnTo>
                    <a:pt x="62771" y="3812"/>
                  </a:lnTo>
                  <a:lnTo>
                    <a:pt x="62901" y="3388"/>
                  </a:lnTo>
                  <a:lnTo>
                    <a:pt x="63683" y="1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4724;p64"/>
            <p:cNvSpPr/>
            <p:nvPr/>
          </p:nvSpPr>
          <p:spPr>
            <a:xfrm flipH="1">
              <a:off x="1325092" y="2985778"/>
              <a:ext cx="560879" cy="298823"/>
            </a:xfrm>
            <a:custGeom>
              <a:avLst/>
              <a:gdLst/>
              <a:ahLst/>
              <a:cxnLst/>
              <a:rect l="l" t="t" r="r" b="b"/>
              <a:pathLst>
                <a:path w="29350" h="15637" extrusionOk="0">
                  <a:moveTo>
                    <a:pt x="4365" y="1"/>
                  </a:moveTo>
                  <a:lnTo>
                    <a:pt x="3258" y="33"/>
                  </a:lnTo>
                  <a:lnTo>
                    <a:pt x="2248" y="98"/>
                  </a:lnTo>
                  <a:lnTo>
                    <a:pt x="2118" y="1010"/>
                  </a:lnTo>
                  <a:lnTo>
                    <a:pt x="1922" y="2379"/>
                  </a:lnTo>
                  <a:lnTo>
                    <a:pt x="1727" y="3388"/>
                  </a:lnTo>
                  <a:lnTo>
                    <a:pt x="1369" y="5603"/>
                  </a:lnTo>
                  <a:lnTo>
                    <a:pt x="33" y="13258"/>
                  </a:lnTo>
                  <a:lnTo>
                    <a:pt x="1" y="13421"/>
                  </a:lnTo>
                  <a:lnTo>
                    <a:pt x="1629" y="13845"/>
                  </a:lnTo>
                  <a:lnTo>
                    <a:pt x="2313" y="14008"/>
                  </a:lnTo>
                  <a:lnTo>
                    <a:pt x="3975" y="14366"/>
                  </a:lnTo>
                  <a:lnTo>
                    <a:pt x="5603" y="14692"/>
                  </a:lnTo>
                  <a:lnTo>
                    <a:pt x="7199" y="14952"/>
                  </a:lnTo>
                  <a:lnTo>
                    <a:pt x="8763" y="15148"/>
                  </a:lnTo>
                  <a:lnTo>
                    <a:pt x="10261" y="15310"/>
                  </a:lnTo>
                  <a:lnTo>
                    <a:pt x="11760" y="15441"/>
                  </a:lnTo>
                  <a:lnTo>
                    <a:pt x="13193" y="15538"/>
                  </a:lnTo>
                  <a:lnTo>
                    <a:pt x="14594" y="15604"/>
                  </a:lnTo>
                  <a:lnTo>
                    <a:pt x="15929" y="15636"/>
                  </a:lnTo>
                  <a:lnTo>
                    <a:pt x="17232" y="15636"/>
                  </a:lnTo>
                  <a:lnTo>
                    <a:pt x="18470" y="15604"/>
                  </a:lnTo>
                  <a:lnTo>
                    <a:pt x="19643" y="15538"/>
                  </a:lnTo>
                  <a:lnTo>
                    <a:pt x="20783" y="15473"/>
                  </a:lnTo>
                  <a:lnTo>
                    <a:pt x="21858" y="15408"/>
                  </a:lnTo>
                  <a:lnTo>
                    <a:pt x="23812" y="15180"/>
                  </a:lnTo>
                  <a:lnTo>
                    <a:pt x="24529" y="15115"/>
                  </a:lnTo>
                  <a:lnTo>
                    <a:pt x="25539" y="14952"/>
                  </a:lnTo>
                  <a:lnTo>
                    <a:pt x="26451" y="14822"/>
                  </a:lnTo>
                  <a:lnTo>
                    <a:pt x="27917" y="14529"/>
                  </a:lnTo>
                  <a:lnTo>
                    <a:pt x="28894" y="14301"/>
                  </a:lnTo>
                  <a:lnTo>
                    <a:pt x="29317" y="14203"/>
                  </a:lnTo>
                  <a:lnTo>
                    <a:pt x="29350" y="14203"/>
                  </a:lnTo>
                  <a:lnTo>
                    <a:pt x="29024" y="12770"/>
                  </a:lnTo>
                  <a:lnTo>
                    <a:pt x="28796" y="11564"/>
                  </a:lnTo>
                  <a:lnTo>
                    <a:pt x="28633" y="10392"/>
                  </a:lnTo>
                  <a:lnTo>
                    <a:pt x="28536" y="8959"/>
                  </a:lnTo>
                  <a:lnTo>
                    <a:pt x="28470" y="7232"/>
                  </a:lnTo>
                  <a:lnTo>
                    <a:pt x="28438" y="5799"/>
                  </a:lnTo>
                  <a:lnTo>
                    <a:pt x="28438" y="4528"/>
                  </a:lnTo>
                  <a:lnTo>
                    <a:pt x="28438" y="4463"/>
                  </a:lnTo>
                  <a:lnTo>
                    <a:pt x="28438" y="3160"/>
                  </a:lnTo>
                  <a:lnTo>
                    <a:pt x="25408" y="2607"/>
                  </a:lnTo>
                  <a:lnTo>
                    <a:pt x="21597" y="1955"/>
                  </a:lnTo>
                  <a:lnTo>
                    <a:pt x="19512" y="1597"/>
                  </a:lnTo>
                  <a:lnTo>
                    <a:pt x="17330" y="1271"/>
                  </a:lnTo>
                  <a:lnTo>
                    <a:pt x="15148" y="978"/>
                  </a:lnTo>
                  <a:lnTo>
                    <a:pt x="12932" y="685"/>
                  </a:lnTo>
                  <a:lnTo>
                    <a:pt x="11369" y="489"/>
                  </a:lnTo>
                  <a:lnTo>
                    <a:pt x="9838" y="326"/>
                  </a:lnTo>
                  <a:lnTo>
                    <a:pt x="8340" y="196"/>
                  </a:lnTo>
                  <a:lnTo>
                    <a:pt x="6939" y="98"/>
                  </a:lnTo>
                  <a:lnTo>
                    <a:pt x="5603" y="33"/>
                  </a:lnTo>
                  <a:lnTo>
                    <a:pt x="4365" y="1"/>
                  </a:lnTo>
                  <a:close/>
                </a:path>
              </a:pathLst>
            </a:custGeom>
            <a:solidFill>
              <a:srgbClr val="D773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5" name="Google Shape;4725;p64"/>
            <p:cNvSpPr/>
            <p:nvPr/>
          </p:nvSpPr>
          <p:spPr>
            <a:xfrm flipH="1">
              <a:off x="1317620" y="3122720"/>
              <a:ext cx="580180" cy="263336"/>
            </a:xfrm>
            <a:custGeom>
              <a:avLst/>
              <a:gdLst/>
              <a:ahLst/>
              <a:cxnLst/>
              <a:rect l="l" t="t" r="r" b="b"/>
              <a:pathLst>
                <a:path w="30360" h="13780" extrusionOk="0">
                  <a:moveTo>
                    <a:pt x="1629" y="1"/>
                  </a:moveTo>
                  <a:lnTo>
                    <a:pt x="1369" y="1336"/>
                  </a:lnTo>
                  <a:lnTo>
                    <a:pt x="750" y="4366"/>
                  </a:lnTo>
                  <a:lnTo>
                    <a:pt x="457" y="6157"/>
                  </a:lnTo>
                  <a:lnTo>
                    <a:pt x="196" y="7851"/>
                  </a:lnTo>
                  <a:lnTo>
                    <a:pt x="98" y="8633"/>
                  </a:lnTo>
                  <a:lnTo>
                    <a:pt x="33" y="9317"/>
                  </a:lnTo>
                  <a:lnTo>
                    <a:pt x="1" y="9903"/>
                  </a:lnTo>
                  <a:lnTo>
                    <a:pt x="1" y="10392"/>
                  </a:lnTo>
                  <a:lnTo>
                    <a:pt x="33" y="10620"/>
                  </a:lnTo>
                  <a:lnTo>
                    <a:pt x="131" y="10848"/>
                  </a:lnTo>
                  <a:lnTo>
                    <a:pt x="261" y="11076"/>
                  </a:lnTo>
                  <a:lnTo>
                    <a:pt x="391" y="11304"/>
                  </a:lnTo>
                  <a:lnTo>
                    <a:pt x="587" y="11500"/>
                  </a:lnTo>
                  <a:lnTo>
                    <a:pt x="815" y="11695"/>
                  </a:lnTo>
                  <a:lnTo>
                    <a:pt x="1108" y="11858"/>
                  </a:lnTo>
                  <a:lnTo>
                    <a:pt x="1401" y="12053"/>
                  </a:lnTo>
                  <a:lnTo>
                    <a:pt x="1727" y="12216"/>
                  </a:lnTo>
                  <a:lnTo>
                    <a:pt x="2085" y="12379"/>
                  </a:lnTo>
                  <a:lnTo>
                    <a:pt x="2900" y="12672"/>
                  </a:lnTo>
                  <a:lnTo>
                    <a:pt x="3779" y="12933"/>
                  </a:lnTo>
                  <a:lnTo>
                    <a:pt x="4789" y="13128"/>
                  </a:lnTo>
                  <a:lnTo>
                    <a:pt x="5897" y="13324"/>
                  </a:lnTo>
                  <a:lnTo>
                    <a:pt x="7069" y="13487"/>
                  </a:lnTo>
                  <a:lnTo>
                    <a:pt x="8274" y="13617"/>
                  </a:lnTo>
                  <a:lnTo>
                    <a:pt x="9577" y="13682"/>
                  </a:lnTo>
                  <a:lnTo>
                    <a:pt x="10913" y="13747"/>
                  </a:lnTo>
                  <a:lnTo>
                    <a:pt x="12248" y="13780"/>
                  </a:lnTo>
                  <a:lnTo>
                    <a:pt x="13649" y="13780"/>
                  </a:lnTo>
                  <a:lnTo>
                    <a:pt x="15050" y="13747"/>
                  </a:lnTo>
                  <a:lnTo>
                    <a:pt x="16418" y="13682"/>
                  </a:lnTo>
                  <a:lnTo>
                    <a:pt x="17819" y="13584"/>
                  </a:lnTo>
                  <a:lnTo>
                    <a:pt x="19187" y="13454"/>
                  </a:lnTo>
                  <a:lnTo>
                    <a:pt x="20522" y="13291"/>
                  </a:lnTo>
                  <a:lnTo>
                    <a:pt x="21793" y="13096"/>
                  </a:lnTo>
                  <a:lnTo>
                    <a:pt x="23031" y="12900"/>
                  </a:lnTo>
                  <a:lnTo>
                    <a:pt x="24236" y="12672"/>
                  </a:lnTo>
                  <a:lnTo>
                    <a:pt x="25343" y="12379"/>
                  </a:lnTo>
                  <a:lnTo>
                    <a:pt x="26353" y="12086"/>
                  </a:lnTo>
                  <a:lnTo>
                    <a:pt x="27298" y="11793"/>
                  </a:lnTo>
                  <a:lnTo>
                    <a:pt x="28112" y="11434"/>
                  </a:lnTo>
                  <a:lnTo>
                    <a:pt x="28829" y="11076"/>
                  </a:lnTo>
                  <a:lnTo>
                    <a:pt x="29155" y="10881"/>
                  </a:lnTo>
                  <a:lnTo>
                    <a:pt x="29415" y="10685"/>
                  </a:lnTo>
                  <a:lnTo>
                    <a:pt x="29676" y="10457"/>
                  </a:lnTo>
                  <a:lnTo>
                    <a:pt x="29871" y="10262"/>
                  </a:lnTo>
                  <a:lnTo>
                    <a:pt x="30034" y="10034"/>
                  </a:lnTo>
                  <a:lnTo>
                    <a:pt x="30164" y="9806"/>
                  </a:lnTo>
                  <a:lnTo>
                    <a:pt x="30262" y="9578"/>
                  </a:lnTo>
                  <a:lnTo>
                    <a:pt x="30327" y="9350"/>
                  </a:lnTo>
                  <a:lnTo>
                    <a:pt x="30360" y="8894"/>
                  </a:lnTo>
                  <a:lnTo>
                    <a:pt x="30360" y="8405"/>
                  </a:lnTo>
                  <a:lnTo>
                    <a:pt x="30360" y="7884"/>
                  </a:lnTo>
                  <a:lnTo>
                    <a:pt x="30295" y="7363"/>
                  </a:lnTo>
                  <a:lnTo>
                    <a:pt x="30132" y="6255"/>
                  </a:lnTo>
                  <a:lnTo>
                    <a:pt x="29904" y="5180"/>
                  </a:lnTo>
                  <a:lnTo>
                    <a:pt x="29643" y="4203"/>
                  </a:lnTo>
                  <a:lnTo>
                    <a:pt x="29448" y="3389"/>
                  </a:lnTo>
                  <a:lnTo>
                    <a:pt x="29220" y="2672"/>
                  </a:lnTo>
                  <a:lnTo>
                    <a:pt x="28373" y="2770"/>
                  </a:lnTo>
                  <a:lnTo>
                    <a:pt x="26060" y="2965"/>
                  </a:lnTo>
                  <a:lnTo>
                    <a:pt x="24464" y="3063"/>
                  </a:lnTo>
                  <a:lnTo>
                    <a:pt x="22672" y="3128"/>
                  </a:lnTo>
                  <a:lnTo>
                    <a:pt x="20653" y="3193"/>
                  </a:lnTo>
                  <a:lnTo>
                    <a:pt x="18503" y="3193"/>
                  </a:lnTo>
                  <a:lnTo>
                    <a:pt x="16288" y="3161"/>
                  </a:lnTo>
                  <a:lnTo>
                    <a:pt x="15148" y="3095"/>
                  </a:lnTo>
                  <a:lnTo>
                    <a:pt x="13975" y="3030"/>
                  </a:lnTo>
                  <a:lnTo>
                    <a:pt x="12835" y="2933"/>
                  </a:lnTo>
                  <a:lnTo>
                    <a:pt x="11695" y="2835"/>
                  </a:lnTo>
                  <a:lnTo>
                    <a:pt x="10555" y="2672"/>
                  </a:lnTo>
                  <a:lnTo>
                    <a:pt x="9415" y="2509"/>
                  </a:lnTo>
                  <a:lnTo>
                    <a:pt x="8307" y="2314"/>
                  </a:lnTo>
                  <a:lnTo>
                    <a:pt x="7232" y="2086"/>
                  </a:lnTo>
                  <a:lnTo>
                    <a:pt x="6190" y="1825"/>
                  </a:lnTo>
                  <a:lnTo>
                    <a:pt x="5180" y="1532"/>
                  </a:lnTo>
                  <a:lnTo>
                    <a:pt x="4235" y="1206"/>
                  </a:lnTo>
                  <a:lnTo>
                    <a:pt x="3291" y="848"/>
                  </a:lnTo>
                  <a:lnTo>
                    <a:pt x="2444" y="457"/>
                  </a:lnTo>
                  <a:lnTo>
                    <a:pt x="1629" y="1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6" name="Google Shape;4726;p64"/>
            <p:cNvSpPr/>
            <p:nvPr/>
          </p:nvSpPr>
          <p:spPr>
            <a:xfrm flipH="1">
              <a:off x="1325092" y="3113394"/>
              <a:ext cx="554037" cy="122648"/>
            </a:xfrm>
            <a:custGeom>
              <a:avLst/>
              <a:gdLst/>
              <a:ahLst/>
              <a:cxnLst/>
              <a:rect l="l" t="t" r="r" b="b"/>
              <a:pathLst>
                <a:path w="28992" h="6418" extrusionOk="0">
                  <a:moveTo>
                    <a:pt x="815" y="0"/>
                  </a:moveTo>
                  <a:lnTo>
                    <a:pt x="620" y="293"/>
                  </a:lnTo>
                  <a:lnTo>
                    <a:pt x="424" y="619"/>
                  </a:lnTo>
                  <a:lnTo>
                    <a:pt x="294" y="912"/>
                  </a:lnTo>
                  <a:lnTo>
                    <a:pt x="196" y="1206"/>
                  </a:lnTo>
                  <a:lnTo>
                    <a:pt x="99" y="1466"/>
                  </a:lnTo>
                  <a:lnTo>
                    <a:pt x="66" y="1759"/>
                  </a:lnTo>
                  <a:lnTo>
                    <a:pt x="1" y="2215"/>
                  </a:lnTo>
                  <a:lnTo>
                    <a:pt x="1" y="2639"/>
                  </a:lnTo>
                  <a:lnTo>
                    <a:pt x="33" y="2965"/>
                  </a:lnTo>
                  <a:lnTo>
                    <a:pt x="99" y="3225"/>
                  </a:lnTo>
                  <a:lnTo>
                    <a:pt x="1011" y="3681"/>
                  </a:lnTo>
                  <a:lnTo>
                    <a:pt x="1988" y="4105"/>
                  </a:lnTo>
                  <a:lnTo>
                    <a:pt x="2998" y="4496"/>
                  </a:lnTo>
                  <a:lnTo>
                    <a:pt x="4073" y="4821"/>
                  </a:lnTo>
                  <a:lnTo>
                    <a:pt x="5180" y="5114"/>
                  </a:lnTo>
                  <a:lnTo>
                    <a:pt x="6288" y="5375"/>
                  </a:lnTo>
                  <a:lnTo>
                    <a:pt x="7460" y="5603"/>
                  </a:lnTo>
                  <a:lnTo>
                    <a:pt x="8633" y="5799"/>
                  </a:lnTo>
                  <a:lnTo>
                    <a:pt x="9806" y="5961"/>
                  </a:lnTo>
                  <a:lnTo>
                    <a:pt x="11011" y="6092"/>
                  </a:lnTo>
                  <a:lnTo>
                    <a:pt x="12216" y="6189"/>
                  </a:lnTo>
                  <a:lnTo>
                    <a:pt x="13389" y="6287"/>
                  </a:lnTo>
                  <a:lnTo>
                    <a:pt x="14594" y="6352"/>
                  </a:lnTo>
                  <a:lnTo>
                    <a:pt x="15767" y="6385"/>
                  </a:lnTo>
                  <a:lnTo>
                    <a:pt x="18080" y="6417"/>
                  </a:lnTo>
                  <a:lnTo>
                    <a:pt x="20295" y="6385"/>
                  </a:lnTo>
                  <a:lnTo>
                    <a:pt x="22314" y="6287"/>
                  </a:lnTo>
                  <a:lnTo>
                    <a:pt x="24171" y="6189"/>
                  </a:lnTo>
                  <a:lnTo>
                    <a:pt x="25767" y="6059"/>
                  </a:lnTo>
                  <a:lnTo>
                    <a:pt x="27103" y="5929"/>
                  </a:lnTo>
                  <a:lnTo>
                    <a:pt x="28080" y="5831"/>
                  </a:lnTo>
                  <a:lnTo>
                    <a:pt x="28927" y="5733"/>
                  </a:lnTo>
                  <a:lnTo>
                    <a:pt x="28959" y="5408"/>
                  </a:lnTo>
                  <a:lnTo>
                    <a:pt x="28992" y="5114"/>
                  </a:lnTo>
                  <a:lnTo>
                    <a:pt x="28927" y="4528"/>
                  </a:lnTo>
                  <a:lnTo>
                    <a:pt x="28829" y="4007"/>
                  </a:lnTo>
                  <a:lnTo>
                    <a:pt x="28699" y="3551"/>
                  </a:lnTo>
                  <a:lnTo>
                    <a:pt x="28568" y="3160"/>
                  </a:lnTo>
                  <a:lnTo>
                    <a:pt x="28438" y="2867"/>
                  </a:lnTo>
                  <a:lnTo>
                    <a:pt x="28275" y="2606"/>
                  </a:lnTo>
                  <a:lnTo>
                    <a:pt x="26451" y="2834"/>
                  </a:lnTo>
                  <a:lnTo>
                    <a:pt x="24692" y="2997"/>
                  </a:lnTo>
                  <a:lnTo>
                    <a:pt x="22998" y="3127"/>
                  </a:lnTo>
                  <a:lnTo>
                    <a:pt x="21370" y="3193"/>
                  </a:lnTo>
                  <a:lnTo>
                    <a:pt x="19806" y="3258"/>
                  </a:lnTo>
                  <a:lnTo>
                    <a:pt x="18340" y="3290"/>
                  </a:lnTo>
                  <a:lnTo>
                    <a:pt x="16907" y="3290"/>
                  </a:lnTo>
                  <a:lnTo>
                    <a:pt x="15571" y="3258"/>
                  </a:lnTo>
                  <a:lnTo>
                    <a:pt x="14268" y="3193"/>
                  </a:lnTo>
                  <a:lnTo>
                    <a:pt x="13063" y="3095"/>
                  </a:lnTo>
                  <a:lnTo>
                    <a:pt x="11890" y="2997"/>
                  </a:lnTo>
                  <a:lnTo>
                    <a:pt x="10815" y="2867"/>
                  </a:lnTo>
                  <a:lnTo>
                    <a:pt x="9773" y="2737"/>
                  </a:lnTo>
                  <a:lnTo>
                    <a:pt x="8796" y="2574"/>
                  </a:lnTo>
                  <a:lnTo>
                    <a:pt x="7884" y="2411"/>
                  </a:lnTo>
                  <a:lnTo>
                    <a:pt x="7037" y="2215"/>
                  </a:lnTo>
                  <a:lnTo>
                    <a:pt x="5538" y="1857"/>
                  </a:lnTo>
                  <a:lnTo>
                    <a:pt x="4235" y="1466"/>
                  </a:lnTo>
                  <a:lnTo>
                    <a:pt x="3161" y="1108"/>
                  </a:lnTo>
                  <a:lnTo>
                    <a:pt x="2281" y="750"/>
                  </a:lnTo>
                  <a:lnTo>
                    <a:pt x="1630" y="456"/>
                  </a:lnTo>
                  <a:lnTo>
                    <a:pt x="1173" y="196"/>
                  </a:lnTo>
                  <a:lnTo>
                    <a:pt x="815" y="0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4727;p64"/>
            <p:cNvSpPr/>
            <p:nvPr/>
          </p:nvSpPr>
          <p:spPr>
            <a:xfrm flipH="1">
              <a:off x="1340647" y="2985778"/>
              <a:ext cx="508594" cy="171206"/>
            </a:xfrm>
            <a:custGeom>
              <a:avLst/>
              <a:gdLst/>
              <a:ahLst/>
              <a:cxnLst/>
              <a:rect l="l" t="t" r="r" b="b"/>
              <a:pathLst>
                <a:path w="26614" h="8959" extrusionOk="0">
                  <a:moveTo>
                    <a:pt x="2443" y="1"/>
                  </a:moveTo>
                  <a:lnTo>
                    <a:pt x="1336" y="33"/>
                  </a:lnTo>
                  <a:lnTo>
                    <a:pt x="326" y="98"/>
                  </a:lnTo>
                  <a:lnTo>
                    <a:pt x="196" y="1010"/>
                  </a:lnTo>
                  <a:lnTo>
                    <a:pt x="0" y="2379"/>
                  </a:lnTo>
                  <a:lnTo>
                    <a:pt x="1629" y="2509"/>
                  </a:lnTo>
                  <a:lnTo>
                    <a:pt x="3518" y="2672"/>
                  </a:lnTo>
                  <a:lnTo>
                    <a:pt x="5571" y="2932"/>
                  </a:lnTo>
                  <a:lnTo>
                    <a:pt x="7786" y="3258"/>
                  </a:lnTo>
                  <a:lnTo>
                    <a:pt x="10033" y="3616"/>
                  </a:lnTo>
                  <a:lnTo>
                    <a:pt x="12346" y="4072"/>
                  </a:lnTo>
                  <a:lnTo>
                    <a:pt x="13551" y="4366"/>
                  </a:lnTo>
                  <a:lnTo>
                    <a:pt x="14756" y="4626"/>
                  </a:lnTo>
                  <a:lnTo>
                    <a:pt x="15962" y="4952"/>
                  </a:lnTo>
                  <a:lnTo>
                    <a:pt x="17167" y="5278"/>
                  </a:lnTo>
                  <a:lnTo>
                    <a:pt x="18405" y="5636"/>
                  </a:lnTo>
                  <a:lnTo>
                    <a:pt x="19610" y="6027"/>
                  </a:lnTo>
                  <a:lnTo>
                    <a:pt x="20815" y="6450"/>
                  </a:lnTo>
                  <a:lnTo>
                    <a:pt x="21988" y="6874"/>
                  </a:lnTo>
                  <a:lnTo>
                    <a:pt x="23193" y="7362"/>
                  </a:lnTo>
                  <a:lnTo>
                    <a:pt x="24333" y="7851"/>
                  </a:lnTo>
                  <a:lnTo>
                    <a:pt x="25506" y="8405"/>
                  </a:lnTo>
                  <a:lnTo>
                    <a:pt x="26614" y="8959"/>
                  </a:lnTo>
                  <a:lnTo>
                    <a:pt x="26548" y="7232"/>
                  </a:lnTo>
                  <a:lnTo>
                    <a:pt x="26516" y="5799"/>
                  </a:lnTo>
                  <a:lnTo>
                    <a:pt x="26516" y="4528"/>
                  </a:lnTo>
                  <a:lnTo>
                    <a:pt x="26516" y="4463"/>
                  </a:lnTo>
                  <a:lnTo>
                    <a:pt x="26516" y="3160"/>
                  </a:lnTo>
                  <a:lnTo>
                    <a:pt x="23486" y="2607"/>
                  </a:lnTo>
                  <a:lnTo>
                    <a:pt x="19675" y="1955"/>
                  </a:lnTo>
                  <a:lnTo>
                    <a:pt x="17590" y="1597"/>
                  </a:lnTo>
                  <a:lnTo>
                    <a:pt x="15408" y="1271"/>
                  </a:lnTo>
                  <a:lnTo>
                    <a:pt x="13226" y="978"/>
                  </a:lnTo>
                  <a:lnTo>
                    <a:pt x="11010" y="685"/>
                  </a:lnTo>
                  <a:lnTo>
                    <a:pt x="9447" y="489"/>
                  </a:lnTo>
                  <a:lnTo>
                    <a:pt x="7916" y="326"/>
                  </a:lnTo>
                  <a:lnTo>
                    <a:pt x="6418" y="196"/>
                  </a:lnTo>
                  <a:lnTo>
                    <a:pt x="5017" y="98"/>
                  </a:lnTo>
                  <a:lnTo>
                    <a:pt x="3681" y="33"/>
                  </a:lnTo>
                  <a:lnTo>
                    <a:pt x="2443" y="1"/>
                  </a:lnTo>
                  <a:close/>
                </a:path>
              </a:pathLst>
            </a:custGeom>
            <a:solidFill>
              <a:srgbClr val="8F32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8" name="Google Shape;4728;p64"/>
            <p:cNvSpPr/>
            <p:nvPr/>
          </p:nvSpPr>
          <p:spPr>
            <a:xfrm flipH="1">
              <a:off x="1290235" y="3071066"/>
              <a:ext cx="52304" cy="52935"/>
            </a:xfrm>
            <a:custGeom>
              <a:avLst/>
              <a:gdLst/>
              <a:ahLst/>
              <a:cxnLst/>
              <a:rect l="l" t="t" r="r" b="b"/>
              <a:pathLst>
                <a:path w="2737" h="2770" extrusionOk="0">
                  <a:moveTo>
                    <a:pt x="1" y="0"/>
                  </a:moveTo>
                  <a:lnTo>
                    <a:pt x="1" y="65"/>
                  </a:lnTo>
                  <a:lnTo>
                    <a:pt x="33" y="2769"/>
                  </a:lnTo>
                  <a:lnTo>
                    <a:pt x="587" y="2736"/>
                  </a:lnTo>
                  <a:lnTo>
                    <a:pt x="1108" y="2639"/>
                  </a:lnTo>
                  <a:lnTo>
                    <a:pt x="1499" y="2541"/>
                  </a:lnTo>
                  <a:lnTo>
                    <a:pt x="1858" y="2411"/>
                  </a:lnTo>
                  <a:lnTo>
                    <a:pt x="2118" y="2248"/>
                  </a:lnTo>
                  <a:lnTo>
                    <a:pt x="2346" y="2085"/>
                  </a:lnTo>
                  <a:lnTo>
                    <a:pt x="2476" y="1890"/>
                  </a:lnTo>
                  <a:lnTo>
                    <a:pt x="2607" y="1727"/>
                  </a:lnTo>
                  <a:lnTo>
                    <a:pt x="2672" y="1531"/>
                  </a:lnTo>
                  <a:lnTo>
                    <a:pt x="2737" y="1368"/>
                  </a:lnTo>
                  <a:lnTo>
                    <a:pt x="2737" y="1206"/>
                  </a:lnTo>
                  <a:lnTo>
                    <a:pt x="2737" y="1075"/>
                  </a:lnTo>
                  <a:lnTo>
                    <a:pt x="2704" y="847"/>
                  </a:lnTo>
                  <a:lnTo>
                    <a:pt x="2704" y="749"/>
                  </a:lnTo>
                  <a:lnTo>
                    <a:pt x="2672" y="7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A6D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9" name="Google Shape;4729;p64"/>
            <p:cNvSpPr/>
            <p:nvPr/>
          </p:nvSpPr>
          <p:spPr>
            <a:xfrm flipH="1">
              <a:off x="1189373" y="2282358"/>
              <a:ext cx="763827" cy="804283"/>
            </a:xfrm>
            <a:custGeom>
              <a:avLst/>
              <a:gdLst/>
              <a:ahLst/>
              <a:cxnLst/>
              <a:rect l="l" t="t" r="r" b="b"/>
              <a:pathLst>
                <a:path w="39970" h="42087" extrusionOk="0">
                  <a:moveTo>
                    <a:pt x="27135" y="1"/>
                  </a:moveTo>
                  <a:lnTo>
                    <a:pt x="26027" y="164"/>
                  </a:lnTo>
                  <a:lnTo>
                    <a:pt x="15799" y="1727"/>
                  </a:lnTo>
                  <a:lnTo>
                    <a:pt x="15441" y="1760"/>
                  </a:lnTo>
                  <a:lnTo>
                    <a:pt x="14822" y="1857"/>
                  </a:lnTo>
                  <a:lnTo>
                    <a:pt x="14561" y="1923"/>
                  </a:lnTo>
                  <a:lnTo>
                    <a:pt x="13356" y="2085"/>
                  </a:lnTo>
                  <a:lnTo>
                    <a:pt x="11727" y="2411"/>
                  </a:lnTo>
                  <a:lnTo>
                    <a:pt x="10327" y="2704"/>
                  </a:lnTo>
                  <a:lnTo>
                    <a:pt x="9545" y="2932"/>
                  </a:lnTo>
                  <a:lnTo>
                    <a:pt x="9024" y="3063"/>
                  </a:lnTo>
                  <a:lnTo>
                    <a:pt x="8307" y="3291"/>
                  </a:lnTo>
                  <a:lnTo>
                    <a:pt x="7623" y="3519"/>
                  </a:lnTo>
                  <a:lnTo>
                    <a:pt x="7037" y="3779"/>
                  </a:lnTo>
                  <a:lnTo>
                    <a:pt x="6515" y="4040"/>
                  </a:lnTo>
                  <a:lnTo>
                    <a:pt x="6157" y="4235"/>
                  </a:lnTo>
                  <a:lnTo>
                    <a:pt x="5831" y="4431"/>
                  </a:lnTo>
                  <a:lnTo>
                    <a:pt x="5538" y="4659"/>
                  </a:lnTo>
                  <a:lnTo>
                    <a:pt x="5278" y="4887"/>
                  </a:lnTo>
                  <a:lnTo>
                    <a:pt x="5180" y="4952"/>
                  </a:lnTo>
                  <a:lnTo>
                    <a:pt x="4887" y="5278"/>
                  </a:lnTo>
                  <a:lnTo>
                    <a:pt x="4821" y="5343"/>
                  </a:lnTo>
                  <a:lnTo>
                    <a:pt x="4528" y="5734"/>
                  </a:lnTo>
                  <a:lnTo>
                    <a:pt x="4300" y="6190"/>
                  </a:lnTo>
                  <a:lnTo>
                    <a:pt x="4203" y="6385"/>
                  </a:lnTo>
                  <a:lnTo>
                    <a:pt x="4040" y="6809"/>
                  </a:lnTo>
                  <a:lnTo>
                    <a:pt x="3975" y="6972"/>
                  </a:lnTo>
                  <a:lnTo>
                    <a:pt x="3877" y="7265"/>
                  </a:lnTo>
                  <a:lnTo>
                    <a:pt x="3812" y="7591"/>
                  </a:lnTo>
                  <a:lnTo>
                    <a:pt x="3747" y="7949"/>
                  </a:lnTo>
                  <a:lnTo>
                    <a:pt x="3714" y="8047"/>
                  </a:lnTo>
                  <a:lnTo>
                    <a:pt x="3681" y="8275"/>
                  </a:lnTo>
                  <a:lnTo>
                    <a:pt x="3649" y="8470"/>
                  </a:lnTo>
                  <a:lnTo>
                    <a:pt x="3649" y="8535"/>
                  </a:lnTo>
                  <a:lnTo>
                    <a:pt x="3519" y="9512"/>
                  </a:lnTo>
                  <a:lnTo>
                    <a:pt x="3486" y="9806"/>
                  </a:lnTo>
                  <a:lnTo>
                    <a:pt x="3453" y="10034"/>
                  </a:lnTo>
                  <a:lnTo>
                    <a:pt x="3421" y="10294"/>
                  </a:lnTo>
                  <a:lnTo>
                    <a:pt x="3290" y="11402"/>
                  </a:lnTo>
                  <a:lnTo>
                    <a:pt x="3290" y="11434"/>
                  </a:lnTo>
                  <a:lnTo>
                    <a:pt x="3258" y="11662"/>
                  </a:lnTo>
                  <a:lnTo>
                    <a:pt x="3258" y="11793"/>
                  </a:lnTo>
                  <a:lnTo>
                    <a:pt x="3225" y="11955"/>
                  </a:lnTo>
                  <a:lnTo>
                    <a:pt x="3225" y="12183"/>
                  </a:lnTo>
                  <a:lnTo>
                    <a:pt x="3193" y="12249"/>
                  </a:lnTo>
                  <a:lnTo>
                    <a:pt x="3193" y="12444"/>
                  </a:lnTo>
                  <a:lnTo>
                    <a:pt x="3128" y="12868"/>
                  </a:lnTo>
                  <a:lnTo>
                    <a:pt x="2965" y="13877"/>
                  </a:lnTo>
                  <a:lnTo>
                    <a:pt x="2867" y="14301"/>
                  </a:lnTo>
                  <a:lnTo>
                    <a:pt x="2867" y="14366"/>
                  </a:lnTo>
                  <a:lnTo>
                    <a:pt x="2834" y="14529"/>
                  </a:lnTo>
                  <a:lnTo>
                    <a:pt x="2606" y="15636"/>
                  </a:lnTo>
                  <a:lnTo>
                    <a:pt x="2346" y="16711"/>
                  </a:lnTo>
                  <a:lnTo>
                    <a:pt x="2053" y="17851"/>
                  </a:lnTo>
                  <a:lnTo>
                    <a:pt x="1727" y="18894"/>
                  </a:lnTo>
                  <a:lnTo>
                    <a:pt x="1108" y="20750"/>
                  </a:lnTo>
                  <a:lnTo>
                    <a:pt x="554" y="22347"/>
                  </a:lnTo>
                  <a:lnTo>
                    <a:pt x="359" y="23096"/>
                  </a:lnTo>
                  <a:lnTo>
                    <a:pt x="163" y="23812"/>
                  </a:lnTo>
                  <a:lnTo>
                    <a:pt x="98" y="24203"/>
                  </a:lnTo>
                  <a:lnTo>
                    <a:pt x="33" y="24594"/>
                  </a:lnTo>
                  <a:lnTo>
                    <a:pt x="0" y="24985"/>
                  </a:lnTo>
                  <a:lnTo>
                    <a:pt x="0" y="25376"/>
                  </a:lnTo>
                  <a:lnTo>
                    <a:pt x="0" y="25800"/>
                  </a:lnTo>
                  <a:lnTo>
                    <a:pt x="66" y="26451"/>
                  </a:lnTo>
                  <a:lnTo>
                    <a:pt x="131" y="26712"/>
                  </a:lnTo>
                  <a:lnTo>
                    <a:pt x="326" y="27363"/>
                  </a:lnTo>
                  <a:lnTo>
                    <a:pt x="489" y="27754"/>
                  </a:lnTo>
                  <a:lnTo>
                    <a:pt x="750" y="28373"/>
                  </a:lnTo>
                  <a:lnTo>
                    <a:pt x="1075" y="29024"/>
                  </a:lnTo>
                  <a:lnTo>
                    <a:pt x="1434" y="29643"/>
                  </a:lnTo>
                  <a:lnTo>
                    <a:pt x="1825" y="30230"/>
                  </a:lnTo>
                  <a:lnTo>
                    <a:pt x="2216" y="30783"/>
                  </a:lnTo>
                  <a:lnTo>
                    <a:pt x="2606" y="31337"/>
                  </a:lnTo>
                  <a:lnTo>
                    <a:pt x="3356" y="32249"/>
                  </a:lnTo>
                  <a:lnTo>
                    <a:pt x="3616" y="32542"/>
                  </a:lnTo>
                  <a:lnTo>
                    <a:pt x="3877" y="32803"/>
                  </a:lnTo>
                  <a:lnTo>
                    <a:pt x="4170" y="33129"/>
                  </a:lnTo>
                  <a:lnTo>
                    <a:pt x="4300" y="33226"/>
                  </a:lnTo>
                  <a:lnTo>
                    <a:pt x="4463" y="33389"/>
                  </a:lnTo>
                  <a:lnTo>
                    <a:pt x="4463" y="33422"/>
                  </a:lnTo>
                  <a:lnTo>
                    <a:pt x="4431" y="33748"/>
                  </a:lnTo>
                  <a:lnTo>
                    <a:pt x="4398" y="34367"/>
                  </a:lnTo>
                  <a:lnTo>
                    <a:pt x="4333" y="35181"/>
                  </a:lnTo>
                  <a:lnTo>
                    <a:pt x="4333" y="35311"/>
                  </a:lnTo>
                  <a:lnTo>
                    <a:pt x="4300" y="35376"/>
                  </a:lnTo>
                  <a:lnTo>
                    <a:pt x="4300" y="35572"/>
                  </a:lnTo>
                  <a:lnTo>
                    <a:pt x="4170" y="36875"/>
                  </a:lnTo>
                  <a:lnTo>
                    <a:pt x="4007" y="38210"/>
                  </a:lnTo>
                  <a:lnTo>
                    <a:pt x="4789" y="37982"/>
                  </a:lnTo>
                  <a:lnTo>
                    <a:pt x="5636" y="37819"/>
                  </a:lnTo>
                  <a:lnTo>
                    <a:pt x="6809" y="37657"/>
                  </a:lnTo>
                  <a:lnTo>
                    <a:pt x="8014" y="37526"/>
                  </a:lnTo>
                  <a:lnTo>
                    <a:pt x="9284" y="37494"/>
                  </a:lnTo>
                  <a:lnTo>
                    <a:pt x="10587" y="37461"/>
                  </a:lnTo>
                  <a:lnTo>
                    <a:pt x="11923" y="37526"/>
                  </a:lnTo>
                  <a:lnTo>
                    <a:pt x="13323" y="37591"/>
                  </a:lnTo>
                  <a:lnTo>
                    <a:pt x="14724" y="37722"/>
                  </a:lnTo>
                  <a:lnTo>
                    <a:pt x="16125" y="37885"/>
                  </a:lnTo>
                  <a:lnTo>
                    <a:pt x="17786" y="38113"/>
                  </a:lnTo>
                  <a:lnTo>
                    <a:pt x="18698" y="38243"/>
                  </a:lnTo>
                  <a:lnTo>
                    <a:pt x="20131" y="38503"/>
                  </a:lnTo>
                  <a:lnTo>
                    <a:pt x="21565" y="38764"/>
                  </a:lnTo>
                  <a:lnTo>
                    <a:pt x="22965" y="39057"/>
                  </a:lnTo>
                  <a:lnTo>
                    <a:pt x="24333" y="39350"/>
                  </a:lnTo>
                  <a:lnTo>
                    <a:pt x="24789" y="39448"/>
                  </a:lnTo>
                  <a:lnTo>
                    <a:pt x="26744" y="39904"/>
                  </a:lnTo>
                  <a:lnTo>
                    <a:pt x="28601" y="40360"/>
                  </a:lnTo>
                  <a:lnTo>
                    <a:pt x="30327" y="40849"/>
                  </a:lnTo>
                  <a:lnTo>
                    <a:pt x="31956" y="41272"/>
                  </a:lnTo>
                  <a:lnTo>
                    <a:pt x="34627" y="42087"/>
                  </a:lnTo>
                  <a:lnTo>
                    <a:pt x="34627" y="42021"/>
                  </a:lnTo>
                  <a:lnTo>
                    <a:pt x="34529" y="40393"/>
                  </a:lnTo>
                  <a:lnTo>
                    <a:pt x="34464" y="39285"/>
                  </a:lnTo>
                  <a:lnTo>
                    <a:pt x="34464" y="38797"/>
                  </a:lnTo>
                  <a:lnTo>
                    <a:pt x="34431" y="37689"/>
                  </a:lnTo>
                  <a:lnTo>
                    <a:pt x="34464" y="36647"/>
                  </a:lnTo>
                  <a:lnTo>
                    <a:pt x="34497" y="35441"/>
                  </a:lnTo>
                  <a:lnTo>
                    <a:pt x="34497" y="34953"/>
                  </a:lnTo>
                  <a:lnTo>
                    <a:pt x="34594" y="33552"/>
                  </a:lnTo>
                  <a:lnTo>
                    <a:pt x="34594" y="33487"/>
                  </a:lnTo>
                  <a:lnTo>
                    <a:pt x="34725" y="32379"/>
                  </a:lnTo>
                  <a:lnTo>
                    <a:pt x="34855" y="31174"/>
                  </a:lnTo>
                  <a:lnTo>
                    <a:pt x="34920" y="30718"/>
                  </a:lnTo>
                  <a:lnTo>
                    <a:pt x="35213" y="29057"/>
                  </a:lnTo>
                  <a:lnTo>
                    <a:pt x="35572" y="27265"/>
                  </a:lnTo>
                  <a:lnTo>
                    <a:pt x="35962" y="25409"/>
                  </a:lnTo>
                  <a:lnTo>
                    <a:pt x="36418" y="23487"/>
                  </a:lnTo>
                  <a:lnTo>
                    <a:pt x="36516" y="23096"/>
                  </a:lnTo>
                  <a:lnTo>
                    <a:pt x="36549" y="23063"/>
                  </a:lnTo>
                  <a:lnTo>
                    <a:pt x="36940" y="21500"/>
                  </a:lnTo>
                  <a:lnTo>
                    <a:pt x="37070" y="21076"/>
                  </a:lnTo>
                  <a:lnTo>
                    <a:pt x="37135" y="20816"/>
                  </a:lnTo>
                  <a:lnTo>
                    <a:pt x="37200" y="20620"/>
                  </a:lnTo>
                  <a:lnTo>
                    <a:pt x="37363" y="20066"/>
                  </a:lnTo>
                  <a:lnTo>
                    <a:pt x="37526" y="19480"/>
                  </a:lnTo>
                  <a:lnTo>
                    <a:pt x="37819" y="18503"/>
                  </a:lnTo>
                  <a:lnTo>
                    <a:pt x="37852" y="18438"/>
                  </a:lnTo>
                  <a:lnTo>
                    <a:pt x="37949" y="18145"/>
                  </a:lnTo>
                  <a:lnTo>
                    <a:pt x="38047" y="17819"/>
                  </a:lnTo>
                  <a:lnTo>
                    <a:pt x="38731" y="15832"/>
                  </a:lnTo>
                  <a:lnTo>
                    <a:pt x="39090" y="14659"/>
                  </a:lnTo>
                  <a:lnTo>
                    <a:pt x="39187" y="14399"/>
                  </a:lnTo>
                  <a:lnTo>
                    <a:pt x="39285" y="14008"/>
                  </a:lnTo>
                  <a:lnTo>
                    <a:pt x="39383" y="13714"/>
                  </a:lnTo>
                  <a:lnTo>
                    <a:pt x="39578" y="12737"/>
                  </a:lnTo>
                  <a:lnTo>
                    <a:pt x="39676" y="12281"/>
                  </a:lnTo>
                  <a:lnTo>
                    <a:pt x="39806" y="11565"/>
                  </a:lnTo>
                  <a:lnTo>
                    <a:pt x="39904" y="10881"/>
                  </a:lnTo>
                  <a:lnTo>
                    <a:pt x="39969" y="10001"/>
                  </a:lnTo>
                  <a:lnTo>
                    <a:pt x="39969" y="9187"/>
                  </a:lnTo>
                  <a:lnTo>
                    <a:pt x="39969" y="8731"/>
                  </a:lnTo>
                  <a:lnTo>
                    <a:pt x="39936" y="8209"/>
                  </a:lnTo>
                  <a:lnTo>
                    <a:pt x="39904" y="7819"/>
                  </a:lnTo>
                  <a:lnTo>
                    <a:pt x="39904" y="7786"/>
                  </a:lnTo>
                  <a:lnTo>
                    <a:pt x="39839" y="7395"/>
                  </a:lnTo>
                  <a:lnTo>
                    <a:pt x="39806" y="7200"/>
                  </a:lnTo>
                  <a:lnTo>
                    <a:pt x="39774" y="7004"/>
                  </a:lnTo>
                  <a:lnTo>
                    <a:pt x="39708" y="6809"/>
                  </a:lnTo>
                  <a:lnTo>
                    <a:pt x="39676" y="6678"/>
                  </a:lnTo>
                  <a:lnTo>
                    <a:pt x="39676" y="6613"/>
                  </a:lnTo>
                  <a:lnTo>
                    <a:pt x="39643" y="6450"/>
                  </a:lnTo>
                  <a:lnTo>
                    <a:pt x="39578" y="6222"/>
                  </a:lnTo>
                  <a:lnTo>
                    <a:pt x="39383" y="5734"/>
                  </a:lnTo>
                  <a:lnTo>
                    <a:pt x="39383" y="5701"/>
                  </a:lnTo>
                  <a:lnTo>
                    <a:pt x="39318" y="5538"/>
                  </a:lnTo>
                  <a:lnTo>
                    <a:pt x="39252" y="5343"/>
                  </a:lnTo>
                  <a:lnTo>
                    <a:pt x="39155" y="5180"/>
                  </a:lnTo>
                  <a:lnTo>
                    <a:pt x="38992" y="4854"/>
                  </a:lnTo>
                  <a:lnTo>
                    <a:pt x="38894" y="4659"/>
                  </a:lnTo>
                  <a:lnTo>
                    <a:pt x="38796" y="4529"/>
                  </a:lnTo>
                  <a:lnTo>
                    <a:pt x="38601" y="4203"/>
                  </a:lnTo>
                  <a:lnTo>
                    <a:pt x="38471" y="4072"/>
                  </a:lnTo>
                  <a:lnTo>
                    <a:pt x="38405" y="3942"/>
                  </a:lnTo>
                  <a:lnTo>
                    <a:pt x="38340" y="3910"/>
                  </a:lnTo>
                  <a:lnTo>
                    <a:pt x="38243" y="3779"/>
                  </a:lnTo>
                  <a:lnTo>
                    <a:pt x="37982" y="3454"/>
                  </a:lnTo>
                  <a:lnTo>
                    <a:pt x="37852" y="3356"/>
                  </a:lnTo>
                  <a:lnTo>
                    <a:pt x="37721" y="3226"/>
                  </a:lnTo>
                  <a:lnTo>
                    <a:pt x="37591" y="3095"/>
                  </a:lnTo>
                  <a:lnTo>
                    <a:pt x="37428" y="2965"/>
                  </a:lnTo>
                  <a:lnTo>
                    <a:pt x="37331" y="2900"/>
                  </a:lnTo>
                  <a:lnTo>
                    <a:pt x="36940" y="2607"/>
                  </a:lnTo>
                  <a:lnTo>
                    <a:pt x="36484" y="2346"/>
                  </a:lnTo>
                  <a:lnTo>
                    <a:pt x="36386" y="2281"/>
                  </a:lnTo>
                  <a:lnTo>
                    <a:pt x="36223" y="2216"/>
                  </a:lnTo>
                  <a:lnTo>
                    <a:pt x="36028" y="2118"/>
                  </a:lnTo>
                  <a:lnTo>
                    <a:pt x="35930" y="2085"/>
                  </a:lnTo>
                  <a:lnTo>
                    <a:pt x="35800" y="2020"/>
                  </a:lnTo>
                  <a:lnTo>
                    <a:pt x="35115" y="1760"/>
                  </a:lnTo>
                  <a:lnTo>
                    <a:pt x="35083" y="1760"/>
                  </a:lnTo>
                  <a:lnTo>
                    <a:pt x="34887" y="1695"/>
                  </a:lnTo>
                  <a:lnTo>
                    <a:pt x="34627" y="1629"/>
                  </a:lnTo>
                  <a:lnTo>
                    <a:pt x="33975" y="1467"/>
                  </a:lnTo>
                  <a:lnTo>
                    <a:pt x="33324" y="1304"/>
                  </a:lnTo>
                  <a:lnTo>
                    <a:pt x="31369" y="848"/>
                  </a:lnTo>
                  <a:lnTo>
                    <a:pt x="29708" y="489"/>
                  </a:lnTo>
                  <a:lnTo>
                    <a:pt x="27493" y="66"/>
                  </a:lnTo>
                  <a:lnTo>
                    <a:pt x="27330" y="33"/>
                  </a:lnTo>
                  <a:lnTo>
                    <a:pt x="27233" y="33"/>
                  </a:lnTo>
                  <a:lnTo>
                    <a:pt x="27200" y="1"/>
                  </a:lnTo>
                  <a:close/>
                </a:path>
              </a:pathLst>
            </a:custGeom>
            <a:gradFill>
              <a:gsLst>
                <a:gs pos="0">
                  <a:srgbClr val="FFF0B9"/>
                </a:gs>
                <a:gs pos="100000">
                  <a:srgbClr val="F9D03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4730;p64"/>
            <p:cNvSpPr/>
            <p:nvPr/>
          </p:nvSpPr>
          <p:spPr>
            <a:xfrm flipH="1">
              <a:off x="1845495" y="3005079"/>
              <a:ext cx="31761" cy="45463"/>
            </a:xfrm>
            <a:custGeom>
              <a:avLst/>
              <a:gdLst/>
              <a:ahLst/>
              <a:cxnLst/>
              <a:rect l="l" t="t" r="r" b="b"/>
              <a:pathLst>
                <a:path w="1662" h="2379" extrusionOk="0">
                  <a:moveTo>
                    <a:pt x="1662" y="0"/>
                  </a:moveTo>
                  <a:lnTo>
                    <a:pt x="1466" y="33"/>
                  </a:lnTo>
                  <a:lnTo>
                    <a:pt x="1010" y="98"/>
                  </a:lnTo>
                  <a:lnTo>
                    <a:pt x="457" y="196"/>
                  </a:lnTo>
                  <a:lnTo>
                    <a:pt x="229" y="294"/>
                  </a:lnTo>
                  <a:lnTo>
                    <a:pt x="33" y="391"/>
                  </a:lnTo>
                  <a:lnTo>
                    <a:pt x="1" y="619"/>
                  </a:lnTo>
                  <a:lnTo>
                    <a:pt x="1" y="847"/>
                  </a:lnTo>
                  <a:lnTo>
                    <a:pt x="66" y="1140"/>
                  </a:lnTo>
                  <a:lnTo>
                    <a:pt x="131" y="1303"/>
                  </a:lnTo>
                  <a:lnTo>
                    <a:pt x="196" y="1499"/>
                  </a:lnTo>
                  <a:lnTo>
                    <a:pt x="294" y="1662"/>
                  </a:lnTo>
                  <a:lnTo>
                    <a:pt x="424" y="1825"/>
                  </a:lnTo>
                  <a:lnTo>
                    <a:pt x="587" y="1955"/>
                  </a:lnTo>
                  <a:lnTo>
                    <a:pt x="782" y="2118"/>
                  </a:lnTo>
                  <a:lnTo>
                    <a:pt x="1010" y="2248"/>
                  </a:lnTo>
                  <a:lnTo>
                    <a:pt x="1304" y="2378"/>
                  </a:lnTo>
                  <a:lnTo>
                    <a:pt x="1662" y="0"/>
                  </a:lnTo>
                  <a:close/>
                </a:path>
              </a:pathLst>
            </a:custGeom>
            <a:solidFill>
              <a:srgbClr val="CA6D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1" name="Google Shape;4731;p64"/>
            <p:cNvSpPr/>
            <p:nvPr/>
          </p:nvSpPr>
          <p:spPr>
            <a:xfrm flipH="1">
              <a:off x="1189373" y="2419319"/>
              <a:ext cx="694113" cy="51062"/>
            </a:xfrm>
            <a:custGeom>
              <a:avLst/>
              <a:gdLst/>
              <a:ahLst/>
              <a:cxnLst/>
              <a:rect l="l" t="t" r="r" b="b"/>
              <a:pathLst>
                <a:path w="36322" h="2672" extrusionOk="0">
                  <a:moveTo>
                    <a:pt x="27787" y="0"/>
                  </a:moveTo>
                  <a:lnTo>
                    <a:pt x="26972" y="33"/>
                  </a:lnTo>
                  <a:lnTo>
                    <a:pt x="26158" y="98"/>
                  </a:lnTo>
                  <a:lnTo>
                    <a:pt x="24497" y="261"/>
                  </a:lnTo>
                  <a:lnTo>
                    <a:pt x="22868" y="489"/>
                  </a:lnTo>
                  <a:lnTo>
                    <a:pt x="21239" y="749"/>
                  </a:lnTo>
                  <a:lnTo>
                    <a:pt x="19643" y="1042"/>
                  </a:lnTo>
                  <a:lnTo>
                    <a:pt x="17982" y="1336"/>
                  </a:lnTo>
                  <a:lnTo>
                    <a:pt x="16320" y="1629"/>
                  </a:lnTo>
                  <a:lnTo>
                    <a:pt x="14627" y="1857"/>
                  </a:lnTo>
                  <a:lnTo>
                    <a:pt x="12965" y="2052"/>
                  </a:lnTo>
                  <a:lnTo>
                    <a:pt x="11304" y="2183"/>
                  </a:lnTo>
                  <a:lnTo>
                    <a:pt x="10457" y="2248"/>
                  </a:lnTo>
                  <a:lnTo>
                    <a:pt x="7916" y="2248"/>
                  </a:lnTo>
                  <a:lnTo>
                    <a:pt x="7069" y="2183"/>
                  </a:lnTo>
                  <a:lnTo>
                    <a:pt x="6222" y="2117"/>
                  </a:lnTo>
                  <a:lnTo>
                    <a:pt x="4659" y="1922"/>
                  </a:lnTo>
                  <a:lnTo>
                    <a:pt x="3128" y="1661"/>
                  </a:lnTo>
                  <a:lnTo>
                    <a:pt x="1597" y="1303"/>
                  </a:lnTo>
                  <a:lnTo>
                    <a:pt x="66" y="880"/>
                  </a:lnTo>
                  <a:lnTo>
                    <a:pt x="33" y="1108"/>
                  </a:lnTo>
                  <a:lnTo>
                    <a:pt x="1" y="1303"/>
                  </a:lnTo>
                  <a:lnTo>
                    <a:pt x="1271" y="1629"/>
                  </a:lnTo>
                  <a:lnTo>
                    <a:pt x="2574" y="1954"/>
                  </a:lnTo>
                  <a:lnTo>
                    <a:pt x="3877" y="2183"/>
                  </a:lnTo>
                  <a:lnTo>
                    <a:pt x="5148" y="2411"/>
                  </a:lnTo>
                  <a:lnTo>
                    <a:pt x="5994" y="2508"/>
                  </a:lnTo>
                  <a:lnTo>
                    <a:pt x="6809" y="2573"/>
                  </a:lnTo>
                  <a:lnTo>
                    <a:pt x="7656" y="2606"/>
                  </a:lnTo>
                  <a:lnTo>
                    <a:pt x="8470" y="2639"/>
                  </a:lnTo>
                  <a:lnTo>
                    <a:pt x="9317" y="2671"/>
                  </a:lnTo>
                  <a:lnTo>
                    <a:pt x="10131" y="2639"/>
                  </a:lnTo>
                  <a:lnTo>
                    <a:pt x="11760" y="2573"/>
                  </a:lnTo>
                  <a:lnTo>
                    <a:pt x="13421" y="2411"/>
                  </a:lnTo>
                  <a:lnTo>
                    <a:pt x="15050" y="2215"/>
                  </a:lnTo>
                  <a:lnTo>
                    <a:pt x="16711" y="1987"/>
                  </a:lnTo>
                  <a:lnTo>
                    <a:pt x="18340" y="1694"/>
                  </a:lnTo>
                  <a:lnTo>
                    <a:pt x="21826" y="1075"/>
                  </a:lnTo>
                  <a:lnTo>
                    <a:pt x="23585" y="782"/>
                  </a:lnTo>
                  <a:lnTo>
                    <a:pt x="25376" y="554"/>
                  </a:lnTo>
                  <a:lnTo>
                    <a:pt x="26256" y="489"/>
                  </a:lnTo>
                  <a:lnTo>
                    <a:pt x="27135" y="424"/>
                  </a:lnTo>
                  <a:lnTo>
                    <a:pt x="28015" y="391"/>
                  </a:lnTo>
                  <a:lnTo>
                    <a:pt x="28927" y="391"/>
                  </a:lnTo>
                  <a:lnTo>
                    <a:pt x="29806" y="424"/>
                  </a:lnTo>
                  <a:lnTo>
                    <a:pt x="30686" y="489"/>
                  </a:lnTo>
                  <a:lnTo>
                    <a:pt x="31565" y="586"/>
                  </a:lnTo>
                  <a:lnTo>
                    <a:pt x="32445" y="749"/>
                  </a:lnTo>
                  <a:lnTo>
                    <a:pt x="33455" y="945"/>
                  </a:lnTo>
                  <a:lnTo>
                    <a:pt x="34432" y="1238"/>
                  </a:lnTo>
                  <a:lnTo>
                    <a:pt x="35376" y="1596"/>
                  </a:lnTo>
                  <a:lnTo>
                    <a:pt x="36321" y="2020"/>
                  </a:lnTo>
                  <a:lnTo>
                    <a:pt x="36321" y="1564"/>
                  </a:lnTo>
                  <a:lnTo>
                    <a:pt x="35442" y="1173"/>
                  </a:lnTo>
                  <a:lnTo>
                    <a:pt x="34529" y="847"/>
                  </a:lnTo>
                  <a:lnTo>
                    <a:pt x="33617" y="586"/>
                  </a:lnTo>
                  <a:lnTo>
                    <a:pt x="32673" y="391"/>
                  </a:lnTo>
                  <a:lnTo>
                    <a:pt x="31858" y="228"/>
                  </a:lnTo>
                  <a:lnTo>
                    <a:pt x="31044" y="130"/>
                  </a:lnTo>
                  <a:lnTo>
                    <a:pt x="30230" y="65"/>
                  </a:lnTo>
                  <a:lnTo>
                    <a:pt x="29415" y="0"/>
                  </a:lnTo>
                  <a:close/>
                </a:path>
              </a:pathLst>
            </a:custGeom>
            <a:gradFill>
              <a:gsLst>
                <a:gs pos="0">
                  <a:srgbClr val="FFF0B9"/>
                </a:gs>
                <a:gs pos="100000">
                  <a:srgbClr val="F9D03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2" name="Google Shape;4732;p64"/>
            <p:cNvSpPr/>
            <p:nvPr/>
          </p:nvSpPr>
          <p:spPr>
            <a:xfrm flipH="1">
              <a:off x="1255990" y="2322833"/>
              <a:ext cx="514823" cy="52304"/>
            </a:xfrm>
            <a:custGeom>
              <a:avLst/>
              <a:gdLst/>
              <a:ahLst/>
              <a:cxnLst/>
              <a:rect l="l" t="t" r="r" b="b"/>
              <a:pathLst>
                <a:path w="26940" h="2737" extrusionOk="0">
                  <a:moveTo>
                    <a:pt x="26484" y="0"/>
                  </a:moveTo>
                  <a:lnTo>
                    <a:pt x="25604" y="293"/>
                  </a:lnTo>
                  <a:lnTo>
                    <a:pt x="24725" y="554"/>
                  </a:lnTo>
                  <a:lnTo>
                    <a:pt x="23878" y="814"/>
                  </a:lnTo>
                  <a:lnTo>
                    <a:pt x="22966" y="1075"/>
                  </a:lnTo>
                  <a:lnTo>
                    <a:pt x="22086" y="1270"/>
                  </a:lnTo>
                  <a:lnTo>
                    <a:pt x="21207" y="1498"/>
                  </a:lnTo>
                  <a:lnTo>
                    <a:pt x="20294" y="1661"/>
                  </a:lnTo>
                  <a:lnTo>
                    <a:pt x="19415" y="1824"/>
                  </a:lnTo>
                  <a:lnTo>
                    <a:pt x="18242" y="2020"/>
                  </a:lnTo>
                  <a:lnTo>
                    <a:pt x="17070" y="2150"/>
                  </a:lnTo>
                  <a:lnTo>
                    <a:pt x="15864" y="2248"/>
                  </a:lnTo>
                  <a:lnTo>
                    <a:pt x="14692" y="2345"/>
                  </a:lnTo>
                  <a:lnTo>
                    <a:pt x="13519" y="2378"/>
                  </a:lnTo>
                  <a:lnTo>
                    <a:pt x="12346" y="2378"/>
                  </a:lnTo>
                  <a:lnTo>
                    <a:pt x="11174" y="2345"/>
                  </a:lnTo>
                  <a:lnTo>
                    <a:pt x="10001" y="2280"/>
                  </a:lnTo>
                  <a:lnTo>
                    <a:pt x="8828" y="2183"/>
                  </a:lnTo>
                  <a:lnTo>
                    <a:pt x="7656" y="2052"/>
                  </a:lnTo>
                  <a:lnTo>
                    <a:pt x="6483" y="1889"/>
                  </a:lnTo>
                  <a:lnTo>
                    <a:pt x="5343" y="1694"/>
                  </a:lnTo>
                  <a:lnTo>
                    <a:pt x="4170" y="1466"/>
                  </a:lnTo>
                  <a:lnTo>
                    <a:pt x="3030" y="1205"/>
                  </a:lnTo>
                  <a:lnTo>
                    <a:pt x="1890" y="912"/>
                  </a:lnTo>
                  <a:lnTo>
                    <a:pt x="783" y="586"/>
                  </a:lnTo>
                  <a:lnTo>
                    <a:pt x="1" y="814"/>
                  </a:lnTo>
                  <a:lnTo>
                    <a:pt x="1662" y="1270"/>
                  </a:lnTo>
                  <a:lnTo>
                    <a:pt x="3323" y="1694"/>
                  </a:lnTo>
                  <a:lnTo>
                    <a:pt x="4985" y="2052"/>
                  </a:lnTo>
                  <a:lnTo>
                    <a:pt x="6678" y="2313"/>
                  </a:lnTo>
                  <a:lnTo>
                    <a:pt x="8372" y="2541"/>
                  </a:lnTo>
                  <a:lnTo>
                    <a:pt x="10099" y="2671"/>
                  </a:lnTo>
                  <a:lnTo>
                    <a:pt x="11793" y="2736"/>
                  </a:lnTo>
                  <a:lnTo>
                    <a:pt x="13519" y="2736"/>
                  </a:lnTo>
                  <a:lnTo>
                    <a:pt x="15213" y="2671"/>
                  </a:lnTo>
                  <a:lnTo>
                    <a:pt x="16907" y="2541"/>
                  </a:lnTo>
                  <a:lnTo>
                    <a:pt x="18633" y="2313"/>
                  </a:lnTo>
                  <a:lnTo>
                    <a:pt x="20327" y="2052"/>
                  </a:lnTo>
                  <a:lnTo>
                    <a:pt x="21988" y="1694"/>
                  </a:lnTo>
                  <a:lnTo>
                    <a:pt x="23650" y="1270"/>
                  </a:lnTo>
                  <a:lnTo>
                    <a:pt x="25311" y="782"/>
                  </a:lnTo>
                  <a:lnTo>
                    <a:pt x="26940" y="228"/>
                  </a:lnTo>
                  <a:lnTo>
                    <a:pt x="26842" y="163"/>
                  </a:lnTo>
                  <a:lnTo>
                    <a:pt x="26679" y="98"/>
                  </a:lnTo>
                  <a:lnTo>
                    <a:pt x="26484" y="0"/>
                  </a:lnTo>
                  <a:close/>
                </a:path>
              </a:pathLst>
            </a:custGeom>
            <a:gradFill>
              <a:gsLst>
                <a:gs pos="0">
                  <a:srgbClr val="FFF0B9"/>
                </a:gs>
                <a:gs pos="100000">
                  <a:srgbClr val="F9D03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4733;p64"/>
            <p:cNvSpPr/>
            <p:nvPr/>
          </p:nvSpPr>
          <p:spPr>
            <a:xfrm flipH="1">
              <a:off x="1202463" y="2520162"/>
              <a:ext cx="690979" cy="54177"/>
            </a:xfrm>
            <a:custGeom>
              <a:avLst/>
              <a:gdLst/>
              <a:ahLst/>
              <a:cxnLst/>
              <a:rect l="l" t="t" r="r" b="b"/>
              <a:pathLst>
                <a:path w="36158" h="2835" extrusionOk="0">
                  <a:moveTo>
                    <a:pt x="66" y="0"/>
                  </a:moveTo>
                  <a:lnTo>
                    <a:pt x="1" y="424"/>
                  </a:lnTo>
                  <a:lnTo>
                    <a:pt x="913" y="782"/>
                  </a:lnTo>
                  <a:lnTo>
                    <a:pt x="1825" y="1108"/>
                  </a:lnTo>
                  <a:lnTo>
                    <a:pt x="3095" y="1498"/>
                  </a:lnTo>
                  <a:lnTo>
                    <a:pt x="4366" y="1857"/>
                  </a:lnTo>
                  <a:lnTo>
                    <a:pt x="5669" y="2150"/>
                  </a:lnTo>
                  <a:lnTo>
                    <a:pt x="6971" y="2378"/>
                  </a:lnTo>
                  <a:lnTo>
                    <a:pt x="8274" y="2573"/>
                  </a:lnTo>
                  <a:lnTo>
                    <a:pt x="9577" y="2736"/>
                  </a:lnTo>
                  <a:lnTo>
                    <a:pt x="10913" y="2801"/>
                  </a:lnTo>
                  <a:lnTo>
                    <a:pt x="12216" y="2834"/>
                  </a:lnTo>
                  <a:lnTo>
                    <a:pt x="12965" y="2834"/>
                  </a:lnTo>
                  <a:lnTo>
                    <a:pt x="13714" y="2801"/>
                  </a:lnTo>
                  <a:lnTo>
                    <a:pt x="15148" y="2704"/>
                  </a:lnTo>
                  <a:lnTo>
                    <a:pt x="16613" y="2541"/>
                  </a:lnTo>
                  <a:lnTo>
                    <a:pt x="18047" y="2313"/>
                  </a:lnTo>
                  <a:lnTo>
                    <a:pt x="19480" y="2052"/>
                  </a:lnTo>
                  <a:lnTo>
                    <a:pt x="20913" y="1792"/>
                  </a:lnTo>
                  <a:lnTo>
                    <a:pt x="23812" y="1270"/>
                  </a:lnTo>
                  <a:lnTo>
                    <a:pt x="25278" y="1042"/>
                  </a:lnTo>
                  <a:lnTo>
                    <a:pt x="26711" y="880"/>
                  </a:lnTo>
                  <a:lnTo>
                    <a:pt x="28177" y="814"/>
                  </a:lnTo>
                  <a:lnTo>
                    <a:pt x="28894" y="782"/>
                  </a:lnTo>
                  <a:lnTo>
                    <a:pt x="29611" y="782"/>
                  </a:lnTo>
                  <a:lnTo>
                    <a:pt x="30327" y="814"/>
                  </a:lnTo>
                  <a:lnTo>
                    <a:pt x="31044" y="880"/>
                  </a:lnTo>
                  <a:lnTo>
                    <a:pt x="31760" y="945"/>
                  </a:lnTo>
                  <a:lnTo>
                    <a:pt x="32477" y="1042"/>
                  </a:lnTo>
                  <a:lnTo>
                    <a:pt x="33194" y="1173"/>
                  </a:lnTo>
                  <a:lnTo>
                    <a:pt x="33910" y="1336"/>
                  </a:lnTo>
                  <a:lnTo>
                    <a:pt x="34627" y="1498"/>
                  </a:lnTo>
                  <a:lnTo>
                    <a:pt x="35344" y="1727"/>
                  </a:lnTo>
                  <a:lnTo>
                    <a:pt x="36060" y="1955"/>
                  </a:lnTo>
                  <a:lnTo>
                    <a:pt x="36158" y="1564"/>
                  </a:lnTo>
                  <a:lnTo>
                    <a:pt x="35050" y="1205"/>
                  </a:lnTo>
                  <a:lnTo>
                    <a:pt x="34366" y="1010"/>
                  </a:lnTo>
                  <a:lnTo>
                    <a:pt x="33715" y="847"/>
                  </a:lnTo>
                  <a:lnTo>
                    <a:pt x="33031" y="717"/>
                  </a:lnTo>
                  <a:lnTo>
                    <a:pt x="32347" y="619"/>
                  </a:lnTo>
                  <a:lnTo>
                    <a:pt x="31695" y="521"/>
                  </a:lnTo>
                  <a:lnTo>
                    <a:pt x="31011" y="456"/>
                  </a:lnTo>
                  <a:lnTo>
                    <a:pt x="30327" y="424"/>
                  </a:lnTo>
                  <a:lnTo>
                    <a:pt x="29643" y="391"/>
                  </a:lnTo>
                  <a:lnTo>
                    <a:pt x="28308" y="391"/>
                  </a:lnTo>
                  <a:lnTo>
                    <a:pt x="26939" y="456"/>
                  </a:lnTo>
                  <a:lnTo>
                    <a:pt x="25571" y="619"/>
                  </a:lnTo>
                  <a:lnTo>
                    <a:pt x="24203" y="814"/>
                  </a:lnTo>
                  <a:lnTo>
                    <a:pt x="22705" y="1075"/>
                  </a:lnTo>
                  <a:lnTo>
                    <a:pt x="21206" y="1336"/>
                  </a:lnTo>
                  <a:lnTo>
                    <a:pt x="19741" y="1629"/>
                  </a:lnTo>
                  <a:lnTo>
                    <a:pt x="18242" y="1889"/>
                  </a:lnTo>
                  <a:lnTo>
                    <a:pt x="16744" y="2117"/>
                  </a:lnTo>
                  <a:lnTo>
                    <a:pt x="15245" y="2280"/>
                  </a:lnTo>
                  <a:lnTo>
                    <a:pt x="13747" y="2411"/>
                  </a:lnTo>
                  <a:lnTo>
                    <a:pt x="12998" y="2443"/>
                  </a:lnTo>
                  <a:lnTo>
                    <a:pt x="12216" y="2443"/>
                  </a:lnTo>
                  <a:lnTo>
                    <a:pt x="10652" y="2411"/>
                  </a:lnTo>
                  <a:lnTo>
                    <a:pt x="9121" y="2280"/>
                  </a:lnTo>
                  <a:lnTo>
                    <a:pt x="7558" y="2085"/>
                  </a:lnTo>
                  <a:lnTo>
                    <a:pt x="6027" y="1824"/>
                  </a:lnTo>
                  <a:lnTo>
                    <a:pt x="4496" y="1466"/>
                  </a:lnTo>
                  <a:lnTo>
                    <a:pt x="2997" y="1042"/>
                  </a:lnTo>
                  <a:lnTo>
                    <a:pt x="1499" y="554"/>
                  </a:lnTo>
                  <a:lnTo>
                    <a:pt x="66" y="0"/>
                  </a:lnTo>
                  <a:close/>
                </a:path>
              </a:pathLst>
            </a:custGeom>
            <a:gradFill>
              <a:gsLst>
                <a:gs pos="0">
                  <a:srgbClr val="FFF0B9"/>
                </a:gs>
                <a:gs pos="100000">
                  <a:srgbClr val="F9D03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4" name="Google Shape;4734;p64"/>
            <p:cNvSpPr/>
            <p:nvPr/>
          </p:nvSpPr>
          <p:spPr>
            <a:xfrm flipH="1">
              <a:off x="1833666" y="2547547"/>
              <a:ext cx="117660" cy="197960"/>
            </a:xfrm>
            <a:custGeom>
              <a:avLst/>
              <a:gdLst/>
              <a:ahLst/>
              <a:cxnLst/>
              <a:rect l="l" t="t" r="r" b="b"/>
              <a:pathLst>
                <a:path w="6157" h="10359" extrusionOk="0">
                  <a:moveTo>
                    <a:pt x="2867" y="0"/>
                  </a:moveTo>
                  <a:lnTo>
                    <a:pt x="2769" y="424"/>
                  </a:lnTo>
                  <a:lnTo>
                    <a:pt x="3095" y="684"/>
                  </a:lnTo>
                  <a:lnTo>
                    <a:pt x="3421" y="945"/>
                  </a:lnTo>
                  <a:lnTo>
                    <a:pt x="3714" y="1206"/>
                  </a:lnTo>
                  <a:lnTo>
                    <a:pt x="4007" y="1531"/>
                  </a:lnTo>
                  <a:lnTo>
                    <a:pt x="4267" y="1824"/>
                  </a:lnTo>
                  <a:lnTo>
                    <a:pt x="4495" y="2150"/>
                  </a:lnTo>
                  <a:lnTo>
                    <a:pt x="4723" y="2509"/>
                  </a:lnTo>
                  <a:lnTo>
                    <a:pt x="4919" y="2834"/>
                  </a:lnTo>
                  <a:lnTo>
                    <a:pt x="5114" y="3193"/>
                  </a:lnTo>
                  <a:lnTo>
                    <a:pt x="5277" y="3583"/>
                  </a:lnTo>
                  <a:lnTo>
                    <a:pt x="5440" y="3974"/>
                  </a:lnTo>
                  <a:lnTo>
                    <a:pt x="5538" y="4365"/>
                  </a:lnTo>
                  <a:lnTo>
                    <a:pt x="5636" y="4756"/>
                  </a:lnTo>
                  <a:lnTo>
                    <a:pt x="5701" y="5147"/>
                  </a:lnTo>
                  <a:lnTo>
                    <a:pt x="5733" y="5571"/>
                  </a:lnTo>
                  <a:lnTo>
                    <a:pt x="5766" y="5961"/>
                  </a:lnTo>
                  <a:lnTo>
                    <a:pt x="5733" y="6287"/>
                  </a:lnTo>
                  <a:lnTo>
                    <a:pt x="5701" y="6580"/>
                  </a:lnTo>
                  <a:lnTo>
                    <a:pt x="5668" y="6873"/>
                  </a:lnTo>
                  <a:lnTo>
                    <a:pt x="5570" y="7167"/>
                  </a:lnTo>
                  <a:lnTo>
                    <a:pt x="5505" y="7427"/>
                  </a:lnTo>
                  <a:lnTo>
                    <a:pt x="5375" y="7688"/>
                  </a:lnTo>
                  <a:lnTo>
                    <a:pt x="5245" y="7948"/>
                  </a:lnTo>
                  <a:lnTo>
                    <a:pt x="5082" y="8176"/>
                  </a:lnTo>
                  <a:lnTo>
                    <a:pt x="4919" y="8404"/>
                  </a:lnTo>
                  <a:lnTo>
                    <a:pt x="4723" y="8633"/>
                  </a:lnTo>
                  <a:lnTo>
                    <a:pt x="4528" y="8828"/>
                  </a:lnTo>
                  <a:lnTo>
                    <a:pt x="4300" y="8991"/>
                  </a:lnTo>
                  <a:lnTo>
                    <a:pt x="4072" y="9154"/>
                  </a:lnTo>
                  <a:lnTo>
                    <a:pt x="3811" y="9317"/>
                  </a:lnTo>
                  <a:lnTo>
                    <a:pt x="3551" y="9447"/>
                  </a:lnTo>
                  <a:lnTo>
                    <a:pt x="3258" y="9577"/>
                  </a:lnTo>
                  <a:lnTo>
                    <a:pt x="2867" y="9707"/>
                  </a:lnTo>
                  <a:lnTo>
                    <a:pt x="2476" y="9805"/>
                  </a:lnTo>
                  <a:lnTo>
                    <a:pt x="2085" y="9870"/>
                  </a:lnTo>
                  <a:lnTo>
                    <a:pt x="1694" y="9903"/>
                  </a:lnTo>
                  <a:lnTo>
                    <a:pt x="880" y="9935"/>
                  </a:lnTo>
                  <a:lnTo>
                    <a:pt x="65" y="9935"/>
                  </a:lnTo>
                  <a:lnTo>
                    <a:pt x="0" y="10326"/>
                  </a:lnTo>
                  <a:lnTo>
                    <a:pt x="977" y="10359"/>
                  </a:lnTo>
                  <a:lnTo>
                    <a:pt x="1466" y="10326"/>
                  </a:lnTo>
                  <a:lnTo>
                    <a:pt x="1987" y="10294"/>
                  </a:lnTo>
                  <a:lnTo>
                    <a:pt x="2443" y="10196"/>
                  </a:lnTo>
                  <a:lnTo>
                    <a:pt x="2932" y="10098"/>
                  </a:lnTo>
                  <a:lnTo>
                    <a:pt x="3388" y="9935"/>
                  </a:lnTo>
                  <a:lnTo>
                    <a:pt x="3877" y="9740"/>
                  </a:lnTo>
                  <a:lnTo>
                    <a:pt x="4333" y="9479"/>
                  </a:lnTo>
                  <a:lnTo>
                    <a:pt x="4756" y="9154"/>
                  </a:lnTo>
                  <a:lnTo>
                    <a:pt x="5147" y="8795"/>
                  </a:lnTo>
                  <a:lnTo>
                    <a:pt x="5440" y="8404"/>
                  </a:lnTo>
                  <a:lnTo>
                    <a:pt x="5701" y="7948"/>
                  </a:lnTo>
                  <a:lnTo>
                    <a:pt x="5929" y="7492"/>
                  </a:lnTo>
                  <a:lnTo>
                    <a:pt x="6059" y="6971"/>
                  </a:lnTo>
                  <a:lnTo>
                    <a:pt x="6124" y="6417"/>
                  </a:lnTo>
                  <a:lnTo>
                    <a:pt x="6157" y="5961"/>
                  </a:lnTo>
                  <a:lnTo>
                    <a:pt x="6157" y="5473"/>
                  </a:lnTo>
                  <a:lnTo>
                    <a:pt x="6092" y="5017"/>
                  </a:lnTo>
                  <a:lnTo>
                    <a:pt x="6026" y="4561"/>
                  </a:lnTo>
                  <a:lnTo>
                    <a:pt x="5896" y="4105"/>
                  </a:lnTo>
                  <a:lnTo>
                    <a:pt x="5733" y="3649"/>
                  </a:lnTo>
                  <a:lnTo>
                    <a:pt x="5570" y="3225"/>
                  </a:lnTo>
                  <a:lnTo>
                    <a:pt x="5375" y="2802"/>
                  </a:lnTo>
                  <a:lnTo>
                    <a:pt x="5114" y="2378"/>
                  </a:lnTo>
                  <a:lnTo>
                    <a:pt x="4886" y="1987"/>
                  </a:lnTo>
                  <a:lnTo>
                    <a:pt x="4593" y="1596"/>
                  </a:lnTo>
                  <a:lnTo>
                    <a:pt x="4300" y="1238"/>
                  </a:lnTo>
                  <a:lnTo>
                    <a:pt x="3942" y="880"/>
                  </a:lnTo>
                  <a:lnTo>
                    <a:pt x="3616" y="587"/>
                  </a:lnTo>
                  <a:lnTo>
                    <a:pt x="3258" y="261"/>
                  </a:lnTo>
                  <a:lnTo>
                    <a:pt x="2867" y="0"/>
                  </a:lnTo>
                  <a:close/>
                </a:path>
              </a:pathLst>
            </a:custGeom>
            <a:gradFill>
              <a:gsLst>
                <a:gs pos="0">
                  <a:srgbClr val="FFF0B9"/>
                </a:gs>
                <a:gs pos="100000">
                  <a:srgbClr val="F9D03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5" name="Google Shape;4735;p64"/>
            <p:cNvSpPr/>
            <p:nvPr/>
          </p:nvSpPr>
          <p:spPr>
            <a:xfrm flipH="1">
              <a:off x="1227975" y="2607304"/>
              <a:ext cx="718995" cy="205433"/>
            </a:xfrm>
            <a:custGeom>
              <a:avLst/>
              <a:gdLst/>
              <a:ahLst/>
              <a:cxnLst/>
              <a:rect l="l" t="t" r="r" b="b"/>
              <a:pathLst>
                <a:path w="37624" h="10750" extrusionOk="0">
                  <a:moveTo>
                    <a:pt x="29447" y="0"/>
                  </a:moveTo>
                  <a:lnTo>
                    <a:pt x="28698" y="33"/>
                  </a:lnTo>
                  <a:lnTo>
                    <a:pt x="27981" y="98"/>
                  </a:lnTo>
                  <a:lnTo>
                    <a:pt x="26548" y="294"/>
                  </a:lnTo>
                  <a:lnTo>
                    <a:pt x="25115" y="522"/>
                  </a:lnTo>
                  <a:lnTo>
                    <a:pt x="23714" y="847"/>
                  </a:lnTo>
                  <a:lnTo>
                    <a:pt x="22314" y="1238"/>
                  </a:lnTo>
                  <a:lnTo>
                    <a:pt x="20945" y="1662"/>
                  </a:lnTo>
                  <a:lnTo>
                    <a:pt x="19545" y="2118"/>
                  </a:lnTo>
                  <a:lnTo>
                    <a:pt x="18177" y="2639"/>
                  </a:lnTo>
                  <a:lnTo>
                    <a:pt x="16841" y="3193"/>
                  </a:lnTo>
                  <a:lnTo>
                    <a:pt x="15506" y="3779"/>
                  </a:lnTo>
                  <a:lnTo>
                    <a:pt x="14170" y="4365"/>
                  </a:lnTo>
                  <a:lnTo>
                    <a:pt x="12834" y="4984"/>
                  </a:lnTo>
                  <a:lnTo>
                    <a:pt x="10229" y="6255"/>
                  </a:lnTo>
                  <a:lnTo>
                    <a:pt x="7753" y="7427"/>
                  </a:lnTo>
                  <a:lnTo>
                    <a:pt x="6515" y="7981"/>
                  </a:lnTo>
                  <a:lnTo>
                    <a:pt x="5245" y="8535"/>
                  </a:lnTo>
                  <a:lnTo>
                    <a:pt x="3942" y="9056"/>
                  </a:lnTo>
                  <a:lnTo>
                    <a:pt x="2639" y="9545"/>
                  </a:lnTo>
                  <a:lnTo>
                    <a:pt x="1336" y="9968"/>
                  </a:lnTo>
                  <a:lnTo>
                    <a:pt x="0" y="10359"/>
                  </a:lnTo>
                  <a:lnTo>
                    <a:pt x="163" y="10750"/>
                  </a:lnTo>
                  <a:lnTo>
                    <a:pt x="1499" y="10359"/>
                  </a:lnTo>
                  <a:lnTo>
                    <a:pt x="2867" y="9903"/>
                  </a:lnTo>
                  <a:lnTo>
                    <a:pt x="4170" y="9414"/>
                  </a:lnTo>
                  <a:lnTo>
                    <a:pt x="5473" y="8893"/>
                  </a:lnTo>
                  <a:lnTo>
                    <a:pt x="6776" y="8339"/>
                  </a:lnTo>
                  <a:lnTo>
                    <a:pt x="8079" y="7753"/>
                  </a:lnTo>
                  <a:lnTo>
                    <a:pt x="10652" y="6515"/>
                  </a:lnTo>
                  <a:lnTo>
                    <a:pt x="13193" y="5277"/>
                  </a:lnTo>
                  <a:lnTo>
                    <a:pt x="14463" y="4659"/>
                  </a:lnTo>
                  <a:lnTo>
                    <a:pt x="15766" y="4072"/>
                  </a:lnTo>
                  <a:lnTo>
                    <a:pt x="17069" y="3518"/>
                  </a:lnTo>
                  <a:lnTo>
                    <a:pt x="18372" y="2965"/>
                  </a:lnTo>
                  <a:lnTo>
                    <a:pt x="19675" y="2476"/>
                  </a:lnTo>
                  <a:lnTo>
                    <a:pt x="21043" y="2020"/>
                  </a:lnTo>
                  <a:lnTo>
                    <a:pt x="22020" y="1694"/>
                  </a:lnTo>
                  <a:lnTo>
                    <a:pt x="23030" y="1434"/>
                  </a:lnTo>
                  <a:lnTo>
                    <a:pt x="24073" y="1173"/>
                  </a:lnTo>
                  <a:lnTo>
                    <a:pt x="25082" y="978"/>
                  </a:lnTo>
                  <a:lnTo>
                    <a:pt x="26125" y="782"/>
                  </a:lnTo>
                  <a:lnTo>
                    <a:pt x="27167" y="652"/>
                  </a:lnTo>
                  <a:lnTo>
                    <a:pt x="28242" y="522"/>
                  </a:lnTo>
                  <a:lnTo>
                    <a:pt x="29284" y="456"/>
                  </a:lnTo>
                  <a:lnTo>
                    <a:pt x="30327" y="424"/>
                  </a:lnTo>
                  <a:lnTo>
                    <a:pt x="31369" y="424"/>
                  </a:lnTo>
                  <a:lnTo>
                    <a:pt x="32412" y="489"/>
                  </a:lnTo>
                  <a:lnTo>
                    <a:pt x="33454" y="587"/>
                  </a:lnTo>
                  <a:lnTo>
                    <a:pt x="34496" y="750"/>
                  </a:lnTo>
                  <a:lnTo>
                    <a:pt x="35506" y="945"/>
                  </a:lnTo>
                  <a:lnTo>
                    <a:pt x="36516" y="1206"/>
                  </a:lnTo>
                  <a:lnTo>
                    <a:pt x="37493" y="1499"/>
                  </a:lnTo>
                  <a:lnTo>
                    <a:pt x="37526" y="1434"/>
                  </a:lnTo>
                  <a:lnTo>
                    <a:pt x="37623" y="1141"/>
                  </a:lnTo>
                  <a:lnTo>
                    <a:pt x="37005" y="913"/>
                  </a:lnTo>
                  <a:lnTo>
                    <a:pt x="36353" y="750"/>
                  </a:lnTo>
                  <a:lnTo>
                    <a:pt x="35702" y="587"/>
                  </a:lnTo>
                  <a:lnTo>
                    <a:pt x="35050" y="424"/>
                  </a:lnTo>
                  <a:lnTo>
                    <a:pt x="34399" y="326"/>
                  </a:lnTo>
                  <a:lnTo>
                    <a:pt x="33715" y="196"/>
                  </a:lnTo>
                  <a:lnTo>
                    <a:pt x="33063" y="131"/>
                  </a:lnTo>
                  <a:lnTo>
                    <a:pt x="32379" y="66"/>
                  </a:lnTo>
                  <a:lnTo>
                    <a:pt x="31630" y="0"/>
                  </a:lnTo>
                  <a:close/>
                </a:path>
              </a:pathLst>
            </a:custGeom>
            <a:gradFill>
              <a:gsLst>
                <a:gs pos="0">
                  <a:srgbClr val="FFF0B9"/>
                </a:gs>
                <a:gs pos="100000">
                  <a:srgbClr val="F9D03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4736;p64"/>
            <p:cNvSpPr/>
            <p:nvPr/>
          </p:nvSpPr>
          <p:spPr>
            <a:xfrm flipH="1">
              <a:off x="1255359" y="2713747"/>
              <a:ext cx="164365" cy="164365"/>
            </a:xfrm>
            <a:custGeom>
              <a:avLst/>
              <a:gdLst/>
              <a:ahLst/>
              <a:cxnLst/>
              <a:rect l="l" t="t" r="r" b="b"/>
              <a:pathLst>
                <a:path w="8601" h="8601" extrusionOk="0">
                  <a:moveTo>
                    <a:pt x="3681" y="1"/>
                  </a:moveTo>
                  <a:lnTo>
                    <a:pt x="2997" y="66"/>
                  </a:lnTo>
                  <a:lnTo>
                    <a:pt x="2639" y="131"/>
                  </a:lnTo>
                  <a:lnTo>
                    <a:pt x="2281" y="196"/>
                  </a:lnTo>
                  <a:lnTo>
                    <a:pt x="1922" y="261"/>
                  </a:lnTo>
                  <a:lnTo>
                    <a:pt x="1597" y="392"/>
                  </a:lnTo>
                  <a:lnTo>
                    <a:pt x="1304" y="522"/>
                  </a:lnTo>
                  <a:lnTo>
                    <a:pt x="1010" y="685"/>
                  </a:lnTo>
                  <a:lnTo>
                    <a:pt x="750" y="880"/>
                  </a:lnTo>
                  <a:lnTo>
                    <a:pt x="522" y="1108"/>
                  </a:lnTo>
                  <a:lnTo>
                    <a:pt x="326" y="1369"/>
                  </a:lnTo>
                  <a:lnTo>
                    <a:pt x="163" y="1695"/>
                  </a:lnTo>
                  <a:lnTo>
                    <a:pt x="33" y="2020"/>
                  </a:lnTo>
                  <a:lnTo>
                    <a:pt x="1" y="2379"/>
                  </a:lnTo>
                  <a:lnTo>
                    <a:pt x="1" y="2704"/>
                  </a:lnTo>
                  <a:lnTo>
                    <a:pt x="66" y="2997"/>
                  </a:lnTo>
                  <a:lnTo>
                    <a:pt x="196" y="3323"/>
                  </a:lnTo>
                  <a:lnTo>
                    <a:pt x="326" y="3616"/>
                  </a:lnTo>
                  <a:lnTo>
                    <a:pt x="522" y="3877"/>
                  </a:lnTo>
                  <a:lnTo>
                    <a:pt x="750" y="4170"/>
                  </a:lnTo>
                  <a:lnTo>
                    <a:pt x="1010" y="4431"/>
                  </a:lnTo>
                  <a:lnTo>
                    <a:pt x="1271" y="4691"/>
                  </a:lnTo>
                  <a:lnTo>
                    <a:pt x="1857" y="5147"/>
                  </a:lnTo>
                  <a:lnTo>
                    <a:pt x="2411" y="5571"/>
                  </a:lnTo>
                  <a:lnTo>
                    <a:pt x="2932" y="5929"/>
                  </a:lnTo>
                  <a:lnTo>
                    <a:pt x="3909" y="6613"/>
                  </a:lnTo>
                  <a:lnTo>
                    <a:pt x="4919" y="7297"/>
                  </a:lnTo>
                  <a:lnTo>
                    <a:pt x="5929" y="7949"/>
                  </a:lnTo>
                  <a:lnTo>
                    <a:pt x="6939" y="8600"/>
                  </a:lnTo>
                  <a:lnTo>
                    <a:pt x="7004" y="8144"/>
                  </a:lnTo>
                  <a:lnTo>
                    <a:pt x="5506" y="7200"/>
                  </a:lnTo>
                  <a:lnTo>
                    <a:pt x="4007" y="6190"/>
                  </a:lnTo>
                  <a:lnTo>
                    <a:pt x="2769" y="5375"/>
                  </a:lnTo>
                  <a:lnTo>
                    <a:pt x="2053" y="4822"/>
                  </a:lnTo>
                  <a:lnTo>
                    <a:pt x="1694" y="4528"/>
                  </a:lnTo>
                  <a:lnTo>
                    <a:pt x="1369" y="4235"/>
                  </a:lnTo>
                  <a:lnTo>
                    <a:pt x="1043" y="3910"/>
                  </a:lnTo>
                  <a:lnTo>
                    <a:pt x="782" y="3584"/>
                  </a:lnTo>
                  <a:lnTo>
                    <a:pt x="587" y="3258"/>
                  </a:lnTo>
                  <a:lnTo>
                    <a:pt x="457" y="2900"/>
                  </a:lnTo>
                  <a:lnTo>
                    <a:pt x="391" y="2737"/>
                  </a:lnTo>
                  <a:lnTo>
                    <a:pt x="391" y="2541"/>
                  </a:lnTo>
                  <a:lnTo>
                    <a:pt x="391" y="2379"/>
                  </a:lnTo>
                  <a:lnTo>
                    <a:pt x="391" y="2216"/>
                  </a:lnTo>
                  <a:lnTo>
                    <a:pt x="457" y="2020"/>
                  </a:lnTo>
                  <a:lnTo>
                    <a:pt x="522" y="1857"/>
                  </a:lnTo>
                  <a:lnTo>
                    <a:pt x="620" y="1662"/>
                  </a:lnTo>
                  <a:lnTo>
                    <a:pt x="717" y="1499"/>
                  </a:lnTo>
                  <a:lnTo>
                    <a:pt x="978" y="1271"/>
                  </a:lnTo>
                  <a:lnTo>
                    <a:pt x="1238" y="1043"/>
                  </a:lnTo>
                  <a:lnTo>
                    <a:pt x="1532" y="880"/>
                  </a:lnTo>
                  <a:lnTo>
                    <a:pt x="1825" y="750"/>
                  </a:lnTo>
                  <a:lnTo>
                    <a:pt x="2150" y="652"/>
                  </a:lnTo>
                  <a:lnTo>
                    <a:pt x="2509" y="554"/>
                  </a:lnTo>
                  <a:lnTo>
                    <a:pt x="3160" y="457"/>
                  </a:lnTo>
                  <a:lnTo>
                    <a:pt x="3942" y="392"/>
                  </a:lnTo>
                  <a:lnTo>
                    <a:pt x="4691" y="392"/>
                  </a:lnTo>
                  <a:lnTo>
                    <a:pt x="5473" y="424"/>
                  </a:lnTo>
                  <a:lnTo>
                    <a:pt x="6255" y="489"/>
                  </a:lnTo>
                  <a:lnTo>
                    <a:pt x="6809" y="554"/>
                  </a:lnTo>
                  <a:lnTo>
                    <a:pt x="7395" y="652"/>
                  </a:lnTo>
                  <a:lnTo>
                    <a:pt x="7949" y="782"/>
                  </a:lnTo>
                  <a:lnTo>
                    <a:pt x="8502" y="913"/>
                  </a:lnTo>
                  <a:lnTo>
                    <a:pt x="8600" y="522"/>
                  </a:lnTo>
                  <a:lnTo>
                    <a:pt x="7721" y="326"/>
                  </a:lnTo>
                  <a:lnTo>
                    <a:pt x="6809" y="164"/>
                  </a:lnTo>
                  <a:lnTo>
                    <a:pt x="5897" y="33"/>
                  </a:lnTo>
                  <a:lnTo>
                    <a:pt x="4984" y="1"/>
                  </a:lnTo>
                  <a:close/>
                </a:path>
              </a:pathLst>
            </a:custGeom>
            <a:solidFill>
              <a:srgbClr val="FDC4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7" name="Google Shape;4737;p64"/>
            <p:cNvSpPr/>
            <p:nvPr/>
          </p:nvSpPr>
          <p:spPr>
            <a:xfrm flipH="1">
              <a:off x="1293962" y="2756706"/>
              <a:ext cx="595124" cy="202948"/>
            </a:xfrm>
            <a:custGeom>
              <a:avLst/>
              <a:gdLst/>
              <a:ahLst/>
              <a:cxnLst/>
              <a:rect l="l" t="t" r="r" b="b"/>
              <a:pathLst>
                <a:path w="31142" h="10620" extrusionOk="0">
                  <a:moveTo>
                    <a:pt x="13095" y="0"/>
                  </a:moveTo>
                  <a:lnTo>
                    <a:pt x="12574" y="33"/>
                  </a:lnTo>
                  <a:lnTo>
                    <a:pt x="12053" y="98"/>
                  </a:lnTo>
                  <a:lnTo>
                    <a:pt x="11532" y="196"/>
                  </a:lnTo>
                  <a:lnTo>
                    <a:pt x="11011" y="326"/>
                  </a:lnTo>
                  <a:lnTo>
                    <a:pt x="10490" y="489"/>
                  </a:lnTo>
                  <a:lnTo>
                    <a:pt x="10033" y="684"/>
                  </a:lnTo>
                  <a:lnTo>
                    <a:pt x="9577" y="880"/>
                  </a:lnTo>
                  <a:lnTo>
                    <a:pt x="8731" y="1303"/>
                  </a:lnTo>
                  <a:lnTo>
                    <a:pt x="7884" y="1824"/>
                  </a:lnTo>
                  <a:lnTo>
                    <a:pt x="7069" y="2378"/>
                  </a:lnTo>
                  <a:lnTo>
                    <a:pt x="6287" y="2965"/>
                  </a:lnTo>
                  <a:lnTo>
                    <a:pt x="5506" y="3583"/>
                  </a:lnTo>
                  <a:lnTo>
                    <a:pt x="4007" y="4821"/>
                  </a:lnTo>
                  <a:lnTo>
                    <a:pt x="3063" y="5538"/>
                  </a:lnTo>
                  <a:lnTo>
                    <a:pt x="2085" y="6222"/>
                  </a:lnTo>
                  <a:lnTo>
                    <a:pt x="1597" y="6548"/>
                  </a:lnTo>
                  <a:lnTo>
                    <a:pt x="1076" y="6873"/>
                  </a:lnTo>
                  <a:lnTo>
                    <a:pt x="554" y="7167"/>
                  </a:lnTo>
                  <a:lnTo>
                    <a:pt x="1" y="7427"/>
                  </a:lnTo>
                  <a:lnTo>
                    <a:pt x="261" y="7720"/>
                  </a:lnTo>
                  <a:lnTo>
                    <a:pt x="1173" y="7264"/>
                  </a:lnTo>
                  <a:lnTo>
                    <a:pt x="2053" y="6743"/>
                  </a:lnTo>
                  <a:lnTo>
                    <a:pt x="2900" y="6157"/>
                  </a:lnTo>
                  <a:lnTo>
                    <a:pt x="3682" y="5570"/>
                  </a:lnTo>
                  <a:lnTo>
                    <a:pt x="5310" y="4267"/>
                  </a:lnTo>
                  <a:lnTo>
                    <a:pt x="6125" y="3616"/>
                  </a:lnTo>
                  <a:lnTo>
                    <a:pt x="6939" y="2965"/>
                  </a:lnTo>
                  <a:lnTo>
                    <a:pt x="7786" y="2378"/>
                  </a:lnTo>
                  <a:lnTo>
                    <a:pt x="8633" y="1824"/>
                  </a:lnTo>
                  <a:lnTo>
                    <a:pt x="9089" y="1564"/>
                  </a:lnTo>
                  <a:lnTo>
                    <a:pt x="9545" y="1336"/>
                  </a:lnTo>
                  <a:lnTo>
                    <a:pt x="10033" y="1108"/>
                  </a:lnTo>
                  <a:lnTo>
                    <a:pt x="10490" y="912"/>
                  </a:lnTo>
                  <a:lnTo>
                    <a:pt x="11076" y="717"/>
                  </a:lnTo>
                  <a:lnTo>
                    <a:pt x="11630" y="587"/>
                  </a:lnTo>
                  <a:lnTo>
                    <a:pt x="12216" y="489"/>
                  </a:lnTo>
                  <a:lnTo>
                    <a:pt x="12770" y="424"/>
                  </a:lnTo>
                  <a:lnTo>
                    <a:pt x="13323" y="424"/>
                  </a:lnTo>
                  <a:lnTo>
                    <a:pt x="13910" y="456"/>
                  </a:lnTo>
                  <a:lnTo>
                    <a:pt x="14464" y="489"/>
                  </a:lnTo>
                  <a:lnTo>
                    <a:pt x="15017" y="587"/>
                  </a:lnTo>
                  <a:lnTo>
                    <a:pt x="15571" y="717"/>
                  </a:lnTo>
                  <a:lnTo>
                    <a:pt x="16092" y="847"/>
                  </a:lnTo>
                  <a:lnTo>
                    <a:pt x="16646" y="1043"/>
                  </a:lnTo>
                  <a:lnTo>
                    <a:pt x="17200" y="1238"/>
                  </a:lnTo>
                  <a:lnTo>
                    <a:pt x="17721" y="1466"/>
                  </a:lnTo>
                  <a:lnTo>
                    <a:pt x="18242" y="1694"/>
                  </a:lnTo>
                  <a:lnTo>
                    <a:pt x="19285" y="2215"/>
                  </a:lnTo>
                  <a:lnTo>
                    <a:pt x="20881" y="3095"/>
                  </a:lnTo>
                  <a:lnTo>
                    <a:pt x="22412" y="4039"/>
                  </a:lnTo>
                  <a:lnTo>
                    <a:pt x="23943" y="5017"/>
                  </a:lnTo>
                  <a:lnTo>
                    <a:pt x="25441" y="6059"/>
                  </a:lnTo>
                  <a:lnTo>
                    <a:pt x="26907" y="7134"/>
                  </a:lnTo>
                  <a:lnTo>
                    <a:pt x="28340" y="8274"/>
                  </a:lnTo>
                  <a:lnTo>
                    <a:pt x="29741" y="9447"/>
                  </a:lnTo>
                  <a:lnTo>
                    <a:pt x="31142" y="10619"/>
                  </a:lnTo>
                  <a:lnTo>
                    <a:pt x="31142" y="10131"/>
                  </a:lnTo>
                  <a:lnTo>
                    <a:pt x="29969" y="9121"/>
                  </a:lnTo>
                  <a:lnTo>
                    <a:pt x="28796" y="8111"/>
                  </a:lnTo>
                  <a:lnTo>
                    <a:pt x="27558" y="7167"/>
                  </a:lnTo>
                  <a:lnTo>
                    <a:pt x="26321" y="6222"/>
                  </a:lnTo>
                  <a:lnTo>
                    <a:pt x="24464" y="4919"/>
                  </a:lnTo>
                  <a:lnTo>
                    <a:pt x="23519" y="4300"/>
                  </a:lnTo>
                  <a:lnTo>
                    <a:pt x="22575" y="3681"/>
                  </a:lnTo>
                  <a:lnTo>
                    <a:pt x="21597" y="3062"/>
                  </a:lnTo>
                  <a:lnTo>
                    <a:pt x="20620" y="2476"/>
                  </a:lnTo>
                  <a:lnTo>
                    <a:pt x="19643" y="1955"/>
                  </a:lnTo>
                  <a:lnTo>
                    <a:pt x="18633" y="1434"/>
                  </a:lnTo>
                  <a:lnTo>
                    <a:pt x="17656" y="978"/>
                  </a:lnTo>
                  <a:lnTo>
                    <a:pt x="16679" y="619"/>
                  </a:lnTo>
                  <a:lnTo>
                    <a:pt x="16157" y="456"/>
                  </a:lnTo>
                  <a:lnTo>
                    <a:pt x="15669" y="326"/>
                  </a:lnTo>
                  <a:lnTo>
                    <a:pt x="15148" y="196"/>
                  </a:lnTo>
                  <a:lnTo>
                    <a:pt x="14626" y="131"/>
                  </a:lnTo>
                  <a:lnTo>
                    <a:pt x="14138" y="65"/>
                  </a:lnTo>
                  <a:lnTo>
                    <a:pt x="13617" y="33"/>
                  </a:lnTo>
                  <a:lnTo>
                    <a:pt x="13095" y="0"/>
                  </a:lnTo>
                  <a:close/>
                </a:path>
              </a:pathLst>
            </a:custGeom>
            <a:gradFill>
              <a:gsLst>
                <a:gs pos="0">
                  <a:srgbClr val="FFF0B9"/>
                </a:gs>
                <a:gs pos="100000">
                  <a:srgbClr val="F9D03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8" name="Google Shape;4738;p64"/>
            <p:cNvSpPr/>
            <p:nvPr/>
          </p:nvSpPr>
          <p:spPr>
            <a:xfrm flipH="1">
              <a:off x="1294592" y="2978936"/>
              <a:ext cx="193603" cy="57292"/>
            </a:xfrm>
            <a:custGeom>
              <a:avLst/>
              <a:gdLst/>
              <a:ahLst/>
              <a:cxnLst/>
              <a:rect l="l" t="t" r="r" b="b"/>
              <a:pathLst>
                <a:path w="10131" h="2998" extrusionOk="0">
                  <a:moveTo>
                    <a:pt x="4137" y="0"/>
                  </a:moveTo>
                  <a:lnTo>
                    <a:pt x="3584" y="33"/>
                  </a:lnTo>
                  <a:lnTo>
                    <a:pt x="3030" y="131"/>
                  </a:lnTo>
                  <a:lnTo>
                    <a:pt x="2476" y="326"/>
                  </a:lnTo>
                  <a:lnTo>
                    <a:pt x="2215" y="424"/>
                  </a:lnTo>
                  <a:lnTo>
                    <a:pt x="1987" y="554"/>
                  </a:lnTo>
                  <a:lnTo>
                    <a:pt x="1727" y="717"/>
                  </a:lnTo>
                  <a:lnTo>
                    <a:pt x="1499" y="912"/>
                  </a:lnTo>
                  <a:lnTo>
                    <a:pt x="1238" y="1108"/>
                  </a:lnTo>
                  <a:lnTo>
                    <a:pt x="978" y="1336"/>
                  </a:lnTo>
                  <a:lnTo>
                    <a:pt x="782" y="1596"/>
                  </a:lnTo>
                  <a:lnTo>
                    <a:pt x="587" y="1824"/>
                  </a:lnTo>
                  <a:lnTo>
                    <a:pt x="424" y="2085"/>
                  </a:lnTo>
                  <a:lnTo>
                    <a:pt x="261" y="2346"/>
                  </a:lnTo>
                  <a:lnTo>
                    <a:pt x="131" y="2606"/>
                  </a:lnTo>
                  <a:lnTo>
                    <a:pt x="0" y="2899"/>
                  </a:lnTo>
                  <a:lnTo>
                    <a:pt x="456" y="2997"/>
                  </a:lnTo>
                  <a:lnTo>
                    <a:pt x="587" y="2671"/>
                  </a:lnTo>
                  <a:lnTo>
                    <a:pt x="750" y="2378"/>
                  </a:lnTo>
                  <a:lnTo>
                    <a:pt x="945" y="2085"/>
                  </a:lnTo>
                  <a:lnTo>
                    <a:pt x="1141" y="1824"/>
                  </a:lnTo>
                  <a:lnTo>
                    <a:pt x="1369" y="1564"/>
                  </a:lnTo>
                  <a:lnTo>
                    <a:pt x="1629" y="1368"/>
                  </a:lnTo>
                  <a:lnTo>
                    <a:pt x="1890" y="1140"/>
                  </a:lnTo>
                  <a:lnTo>
                    <a:pt x="2150" y="978"/>
                  </a:lnTo>
                  <a:lnTo>
                    <a:pt x="2443" y="815"/>
                  </a:lnTo>
                  <a:lnTo>
                    <a:pt x="2769" y="717"/>
                  </a:lnTo>
                  <a:lnTo>
                    <a:pt x="3095" y="587"/>
                  </a:lnTo>
                  <a:lnTo>
                    <a:pt x="3421" y="521"/>
                  </a:lnTo>
                  <a:lnTo>
                    <a:pt x="3746" y="456"/>
                  </a:lnTo>
                  <a:lnTo>
                    <a:pt x="4463" y="456"/>
                  </a:lnTo>
                  <a:lnTo>
                    <a:pt x="4854" y="489"/>
                  </a:lnTo>
                  <a:lnTo>
                    <a:pt x="5571" y="587"/>
                  </a:lnTo>
                  <a:lnTo>
                    <a:pt x="6287" y="749"/>
                  </a:lnTo>
                  <a:lnTo>
                    <a:pt x="6971" y="978"/>
                  </a:lnTo>
                  <a:lnTo>
                    <a:pt x="7655" y="1271"/>
                  </a:lnTo>
                  <a:lnTo>
                    <a:pt x="8307" y="1596"/>
                  </a:lnTo>
                  <a:lnTo>
                    <a:pt x="8958" y="1955"/>
                  </a:lnTo>
                  <a:lnTo>
                    <a:pt x="9545" y="2378"/>
                  </a:lnTo>
                  <a:lnTo>
                    <a:pt x="10131" y="2834"/>
                  </a:lnTo>
                  <a:lnTo>
                    <a:pt x="10131" y="2346"/>
                  </a:lnTo>
                  <a:lnTo>
                    <a:pt x="9675" y="2020"/>
                  </a:lnTo>
                  <a:lnTo>
                    <a:pt x="9186" y="1694"/>
                  </a:lnTo>
                  <a:lnTo>
                    <a:pt x="8665" y="1368"/>
                  </a:lnTo>
                  <a:lnTo>
                    <a:pt x="8144" y="1075"/>
                  </a:lnTo>
                  <a:lnTo>
                    <a:pt x="7590" y="815"/>
                  </a:lnTo>
                  <a:lnTo>
                    <a:pt x="7036" y="587"/>
                  </a:lnTo>
                  <a:lnTo>
                    <a:pt x="6450" y="359"/>
                  </a:lnTo>
                  <a:lnTo>
                    <a:pt x="5864" y="196"/>
                  </a:lnTo>
                  <a:lnTo>
                    <a:pt x="5277" y="98"/>
                  </a:lnTo>
                  <a:lnTo>
                    <a:pt x="4724" y="0"/>
                  </a:lnTo>
                  <a:close/>
                </a:path>
              </a:pathLst>
            </a:custGeom>
            <a:solidFill>
              <a:srgbClr val="FDC4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9" name="Google Shape;4739;p64"/>
            <p:cNvSpPr/>
            <p:nvPr/>
          </p:nvSpPr>
          <p:spPr>
            <a:xfrm flipH="1">
              <a:off x="1595861" y="2950921"/>
              <a:ext cx="275165" cy="62260"/>
            </a:xfrm>
            <a:custGeom>
              <a:avLst/>
              <a:gdLst/>
              <a:ahLst/>
              <a:cxnLst/>
              <a:rect l="l" t="t" r="r" b="b"/>
              <a:pathLst>
                <a:path w="14399" h="3258" extrusionOk="0">
                  <a:moveTo>
                    <a:pt x="2899" y="0"/>
                  </a:moveTo>
                  <a:lnTo>
                    <a:pt x="1466" y="66"/>
                  </a:lnTo>
                  <a:lnTo>
                    <a:pt x="33" y="196"/>
                  </a:lnTo>
                  <a:lnTo>
                    <a:pt x="33" y="326"/>
                  </a:lnTo>
                  <a:lnTo>
                    <a:pt x="0" y="391"/>
                  </a:lnTo>
                  <a:lnTo>
                    <a:pt x="0" y="587"/>
                  </a:lnTo>
                  <a:lnTo>
                    <a:pt x="815" y="489"/>
                  </a:lnTo>
                  <a:lnTo>
                    <a:pt x="1629" y="424"/>
                  </a:lnTo>
                  <a:lnTo>
                    <a:pt x="2443" y="391"/>
                  </a:lnTo>
                  <a:lnTo>
                    <a:pt x="4105" y="391"/>
                  </a:lnTo>
                  <a:lnTo>
                    <a:pt x="4919" y="424"/>
                  </a:lnTo>
                  <a:lnTo>
                    <a:pt x="5733" y="522"/>
                  </a:lnTo>
                  <a:lnTo>
                    <a:pt x="6548" y="619"/>
                  </a:lnTo>
                  <a:lnTo>
                    <a:pt x="7492" y="750"/>
                  </a:lnTo>
                  <a:lnTo>
                    <a:pt x="8404" y="978"/>
                  </a:lnTo>
                  <a:lnTo>
                    <a:pt x="9284" y="1206"/>
                  </a:lnTo>
                  <a:lnTo>
                    <a:pt x="10163" y="1499"/>
                  </a:lnTo>
                  <a:lnTo>
                    <a:pt x="11043" y="1825"/>
                  </a:lnTo>
                  <a:lnTo>
                    <a:pt x="11890" y="2215"/>
                  </a:lnTo>
                  <a:lnTo>
                    <a:pt x="12704" y="2639"/>
                  </a:lnTo>
                  <a:lnTo>
                    <a:pt x="13486" y="3128"/>
                  </a:lnTo>
                  <a:lnTo>
                    <a:pt x="14398" y="3258"/>
                  </a:lnTo>
                  <a:lnTo>
                    <a:pt x="13681" y="2769"/>
                  </a:lnTo>
                  <a:lnTo>
                    <a:pt x="12932" y="2313"/>
                  </a:lnTo>
                  <a:lnTo>
                    <a:pt x="12183" y="1890"/>
                  </a:lnTo>
                  <a:lnTo>
                    <a:pt x="11369" y="1531"/>
                  </a:lnTo>
                  <a:lnTo>
                    <a:pt x="10685" y="1238"/>
                  </a:lnTo>
                  <a:lnTo>
                    <a:pt x="10001" y="1010"/>
                  </a:lnTo>
                  <a:lnTo>
                    <a:pt x="9284" y="782"/>
                  </a:lnTo>
                  <a:lnTo>
                    <a:pt x="8600" y="587"/>
                  </a:lnTo>
                  <a:lnTo>
                    <a:pt x="7883" y="424"/>
                  </a:lnTo>
                  <a:lnTo>
                    <a:pt x="7167" y="294"/>
                  </a:lnTo>
                  <a:lnTo>
                    <a:pt x="6483" y="196"/>
                  </a:lnTo>
                  <a:lnTo>
                    <a:pt x="5766" y="98"/>
                  </a:lnTo>
                  <a:lnTo>
                    <a:pt x="5049" y="33"/>
                  </a:lnTo>
                  <a:lnTo>
                    <a:pt x="4333" y="0"/>
                  </a:lnTo>
                  <a:close/>
                </a:path>
              </a:pathLst>
            </a:custGeom>
            <a:solidFill>
              <a:srgbClr val="FDC4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0" name="Google Shape;4740;p64"/>
            <p:cNvSpPr/>
            <p:nvPr/>
          </p:nvSpPr>
          <p:spPr>
            <a:xfrm flipH="1">
              <a:off x="1430904" y="2282358"/>
              <a:ext cx="244035" cy="108335"/>
            </a:xfrm>
            <a:custGeom>
              <a:avLst/>
              <a:gdLst/>
              <a:ahLst/>
              <a:cxnLst/>
              <a:rect l="l" t="t" r="r" b="b"/>
              <a:pathLst>
                <a:path w="12770" h="5669" extrusionOk="0">
                  <a:moveTo>
                    <a:pt x="12574" y="1"/>
                  </a:moveTo>
                  <a:lnTo>
                    <a:pt x="0" y="1923"/>
                  </a:lnTo>
                  <a:lnTo>
                    <a:pt x="0" y="2281"/>
                  </a:lnTo>
                  <a:lnTo>
                    <a:pt x="0" y="2672"/>
                  </a:lnTo>
                  <a:lnTo>
                    <a:pt x="33" y="3030"/>
                  </a:lnTo>
                  <a:lnTo>
                    <a:pt x="98" y="3388"/>
                  </a:lnTo>
                  <a:lnTo>
                    <a:pt x="196" y="3714"/>
                  </a:lnTo>
                  <a:lnTo>
                    <a:pt x="358" y="4007"/>
                  </a:lnTo>
                  <a:lnTo>
                    <a:pt x="521" y="4301"/>
                  </a:lnTo>
                  <a:lnTo>
                    <a:pt x="717" y="4561"/>
                  </a:lnTo>
                  <a:lnTo>
                    <a:pt x="945" y="4822"/>
                  </a:lnTo>
                  <a:lnTo>
                    <a:pt x="1238" y="5017"/>
                  </a:lnTo>
                  <a:lnTo>
                    <a:pt x="1531" y="5213"/>
                  </a:lnTo>
                  <a:lnTo>
                    <a:pt x="1889" y="5375"/>
                  </a:lnTo>
                  <a:lnTo>
                    <a:pt x="2280" y="5506"/>
                  </a:lnTo>
                  <a:lnTo>
                    <a:pt x="2704" y="5571"/>
                  </a:lnTo>
                  <a:lnTo>
                    <a:pt x="3192" y="5636"/>
                  </a:lnTo>
                  <a:lnTo>
                    <a:pt x="3714" y="5669"/>
                  </a:lnTo>
                  <a:lnTo>
                    <a:pt x="4202" y="5636"/>
                  </a:lnTo>
                  <a:lnTo>
                    <a:pt x="4691" y="5603"/>
                  </a:lnTo>
                  <a:lnTo>
                    <a:pt x="5179" y="5571"/>
                  </a:lnTo>
                  <a:lnTo>
                    <a:pt x="5635" y="5473"/>
                  </a:lnTo>
                  <a:lnTo>
                    <a:pt x="6059" y="5375"/>
                  </a:lnTo>
                  <a:lnTo>
                    <a:pt x="6515" y="5245"/>
                  </a:lnTo>
                  <a:lnTo>
                    <a:pt x="6906" y="5115"/>
                  </a:lnTo>
                  <a:lnTo>
                    <a:pt x="7329" y="4985"/>
                  </a:lnTo>
                  <a:lnTo>
                    <a:pt x="8079" y="4626"/>
                  </a:lnTo>
                  <a:lnTo>
                    <a:pt x="8795" y="4235"/>
                  </a:lnTo>
                  <a:lnTo>
                    <a:pt x="9447" y="3779"/>
                  </a:lnTo>
                  <a:lnTo>
                    <a:pt x="10033" y="3323"/>
                  </a:lnTo>
                  <a:lnTo>
                    <a:pt x="10587" y="2867"/>
                  </a:lnTo>
                  <a:lnTo>
                    <a:pt x="11075" y="2379"/>
                  </a:lnTo>
                  <a:lnTo>
                    <a:pt x="11499" y="1923"/>
                  </a:lnTo>
                  <a:lnTo>
                    <a:pt x="11857" y="1467"/>
                  </a:lnTo>
                  <a:lnTo>
                    <a:pt x="12183" y="1043"/>
                  </a:lnTo>
                  <a:lnTo>
                    <a:pt x="12411" y="652"/>
                  </a:lnTo>
                  <a:lnTo>
                    <a:pt x="12606" y="326"/>
                  </a:lnTo>
                  <a:lnTo>
                    <a:pt x="12769" y="33"/>
                  </a:lnTo>
                  <a:lnTo>
                    <a:pt x="12574" y="1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1" name="Google Shape;4741;p64"/>
            <p:cNvSpPr/>
            <p:nvPr/>
          </p:nvSpPr>
          <p:spPr>
            <a:xfrm flipH="1">
              <a:off x="1514950" y="2894890"/>
              <a:ext cx="358580" cy="37991"/>
            </a:xfrm>
            <a:custGeom>
              <a:avLst/>
              <a:gdLst/>
              <a:ahLst/>
              <a:cxnLst/>
              <a:rect l="l" t="t" r="r" b="b"/>
              <a:pathLst>
                <a:path w="18764" h="1988" extrusionOk="0">
                  <a:moveTo>
                    <a:pt x="11728" y="1"/>
                  </a:moveTo>
                  <a:lnTo>
                    <a:pt x="10718" y="33"/>
                  </a:lnTo>
                  <a:lnTo>
                    <a:pt x="9676" y="131"/>
                  </a:lnTo>
                  <a:lnTo>
                    <a:pt x="8601" y="294"/>
                  </a:lnTo>
                  <a:lnTo>
                    <a:pt x="8047" y="424"/>
                  </a:lnTo>
                  <a:lnTo>
                    <a:pt x="7493" y="555"/>
                  </a:lnTo>
                  <a:lnTo>
                    <a:pt x="6386" y="815"/>
                  </a:lnTo>
                  <a:lnTo>
                    <a:pt x="5343" y="1011"/>
                  </a:lnTo>
                  <a:lnTo>
                    <a:pt x="4333" y="1173"/>
                  </a:lnTo>
                  <a:lnTo>
                    <a:pt x="3356" y="1239"/>
                  </a:lnTo>
                  <a:lnTo>
                    <a:pt x="2444" y="1271"/>
                  </a:lnTo>
                  <a:lnTo>
                    <a:pt x="1565" y="1239"/>
                  </a:lnTo>
                  <a:lnTo>
                    <a:pt x="783" y="1173"/>
                  </a:lnTo>
                  <a:lnTo>
                    <a:pt x="1" y="1076"/>
                  </a:lnTo>
                  <a:lnTo>
                    <a:pt x="1" y="1076"/>
                  </a:lnTo>
                  <a:lnTo>
                    <a:pt x="294" y="1336"/>
                  </a:lnTo>
                  <a:lnTo>
                    <a:pt x="294" y="1369"/>
                  </a:lnTo>
                  <a:lnTo>
                    <a:pt x="262" y="1695"/>
                  </a:lnTo>
                  <a:lnTo>
                    <a:pt x="1043" y="1792"/>
                  </a:lnTo>
                  <a:lnTo>
                    <a:pt x="1858" y="1825"/>
                  </a:lnTo>
                  <a:lnTo>
                    <a:pt x="2705" y="1857"/>
                  </a:lnTo>
                  <a:lnTo>
                    <a:pt x="3617" y="1792"/>
                  </a:lnTo>
                  <a:lnTo>
                    <a:pt x="4561" y="1727"/>
                  </a:lnTo>
                  <a:lnTo>
                    <a:pt x="5571" y="1564"/>
                  </a:lnTo>
                  <a:lnTo>
                    <a:pt x="6581" y="1369"/>
                  </a:lnTo>
                  <a:lnTo>
                    <a:pt x="7656" y="1108"/>
                  </a:lnTo>
                  <a:lnTo>
                    <a:pt x="8177" y="978"/>
                  </a:lnTo>
                  <a:lnTo>
                    <a:pt x="8731" y="880"/>
                  </a:lnTo>
                  <a:lnTo>
                    <a:pt x="9741" y="717"/>
                  </a:lnTo>
                  <a:lnTo>
                    <a:pt x="10750" y="620"/>
                  </a:lnTo>
                  <a:lnTo>
                    <a:pt x="11728" y="587"/>
                  </a:lnTo>
                  <a:lnTo>
                    <a:pt x="12672" y="620"/>
                  </a:lnTo>
                  <a:lnTo>
                    <a:pt x="13552" y="717"/>
                  </a:lnTo>
                  <a:lnTo>
                    <a:pt x="14366" y="815"/>
                  </a:lnTo>
                  <a:lnTo>
                    <a:pt x="15115" y="945"/>
                  </a:lnTo>
                  <a:lnTo>
                    <a:pt x="15832" y="1108"/>
                  </a:lnTo>
                  <a:lnTo>
                    <a:pt x="16451" y="1271"/>
                  </a:lnTo>
                  <a:lnTo>
                    <a:pt x="17461" y="1597"/>
                  </a:lnTo>
                  <a:lnTo>
                    <a:pt x="18112" y="1857"/>
                  </a:lnTo>
                  <a:lnTo>
                    <a:pt x="18340" y="1955"/>
                  </a:lnTo>
                  <a:lnTo>
                    <a:pt x="18438" y="1988"/>
                  </a:lnTo>
                  <a:lnTo>
                    <a:pt x="18503" y="1988"/>
                  </a:lnTo>
                  <a:lnTo>
                    <a:pt x="18633" y="1955"/>
                  </a:lnTo>
                  <a:lnTo>
                    <a:pt x="18699" y="1890"/>
                  </a:lnTo>
                  <a:lnTo>
                    <a:pt x="18731" y="1825"/>
                  </a:lnTo>
                  <a:lnTo>
                    <a:pt x="18764" y="1727"/>
                  </a:lnTo>
                  <a:lnTo>
                    <a:pt x="18764" y="1597"/>
                  </a:lnTo>
                  <a:lnTo>
                    <a:pt x="18699" y="1499"/>
                  </a:lnTo>
                  <a:lnTo>
                    <a:pt x="18601" y="1434"/>
                  </a:lnTo>
                  <a:lnTo>
                    <a:pt x="18308" y="1304"/>
                  </a:lnTo>
                  <a:lnTo>
                    <a:pt x="17624" y="1043"/>
                  </a:lnTo>
                  <a:lnTo>
                    <a:pt x="17135" y="880"/>
                  </a:lnTo>
                  <a:lnTo>
                    <a:pt x="16581" y="685"/>
                  </a:lnTo>
                  <a:lnTo>
                    <a:pt x="15930" y="522"/>
                  </a:lnTo>
                  <a:lnTo>
                    <a:pt x="15213" y="359"/>
                  </a:lnTo>
                  <a:lnTo>
                    <a:pt x="14431" y="229"/>
                  </a:lnTo>
                  <a:lnTo>
                    <a:pt x="13584" y="98"/>
                  </a:lnTo>
                  <a:lnTo>
                    <a:pt x="12672" y="33"/>
                  </a:lnTo>
                  <a:lnTo>
                    <a:pt x="11728" y="1"/>
                  </a:lnTo>
                  <a:close/>
                </a:path>
              </a:pathLst>
            </a:custGeom>
            <a:gradFill>
              <a:gsLst>
                <a:gs pos="0">
                  <a:srgbClr val="FFF0B9"/>
                </a:gs>
                <a:gs pos="100000">
                  <a:srgbClr val="F9D03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2" name="Google Shape;4742;p64"/>
            <p:cNvSpPr/>
            <p:nvPr/>
          </p:nvSpPr>
          <p:spPr>
            <a:xfrm flipH="1">
              <a:off x="1739034" y="4200887"/>
              <a:ext cx="211051" cy="184908"/>
            </a:xfrm>
            <a:custGeom>
              <a:avLst/>
              <a:gdLst/>
              <a:ahLst/>
              <a:cxnLst/>
              <a:rect l="l" t="t" r="r" b="b"/>
              <a:pathLst>
                <a:path w="11044" h="9676" extrusionOk="0">
                  <a:moveTo>
                    <a:pt x="0" y="0"/>
                  </a:moveTo>
                  <a:lnTo>
                    <a:pt x="4333" y="9675"/>
                  </a:lnTo>
                  <a:lnTo>
                    <a:pt x="11043" y="9219"/>
                  </a:lnTo>
                  <a:lnTo>
                    <a:pt x="8730" y="0"/>
                  </a:lnTo>
                  <a:close/>
                </a:path>
              </a:pathLst>
            </a:custGeom>
            <a:solidFill>
              <a:srgbClr val="D773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3" name="Google Shape;4743;p64"/>
            <p:cNvSpPr/>
            <p:nvPr/>
          </p:nvSpPr>
          <p:spPr>
            <a:xfrm flipH="1">
              <a:off x="1703565" y="4357130"/>
              <a:ext cx="493038" cy="240308"/>
            </a:xfrm>
            <a:custGeom>
              <a:avLst/>
              <a:gdLst/>
              <a:ahLst/>
              <a:cxnLst/>
              <a:rect l="l" t="t" r="r" b="b"/>
              <a:pathLst>
                <a:path w="25800" h="12575" extrusionOk="0">
                  <a:moveTo>
                    <a:pt x="16646" y="1"/>
                  </a:moveTo>
                  <a:lnTo>
                    <a:pt x="16451" y="33"/>
                  </a:lnTo>
                  <a:lnTo>
                    <a:pt x="16288" y="98"/>
                  </a:lnTo>
                  <a:lnTo>
                    <a:pt x="16125" y="163"/>
                  </a:lnTo>
                  <a:lnTo>
                    <a:pt x="15962" y="261"/>
                  </a:lnTo>
                  <a:lnTo>
                    <a:pt x="15343" y="750"/>
                  </a:lnTo>
                  <a:lnTo>
                    <a:pt x="14496" y="1466"/>
                  </a:lnTo>
                  <a:lnTo>
                    <a:pt x="13259" y="2607"/>
                  </a:lnTo>
                  <a:lnTo>
                    <a:pt x="12868" y="2965"/>
                  </a:lnTo>
                  <a:lnTo>
                    <a:pt x="12444" y="3258"/>
                  </a:lnTo>
                  <a:lnTo>
                    <a:pt x="11988" y="3584"/>
                  </a:lnTo>
                  <a:lnTo>
                    <a:pt x="11532" y="3877"/>
                  </a:lnTo>
                  <a:lnTo>
                    <a:pt x="10522" y="4463"/>
                  </a:lnTo>
                  <a:lnTo>
                    <a:pt x="9447" y="4984"/>
                  </a:lnTo>
                  <a:lnTo>
                    <a:pt x="8340" y="5473"/>
                  </a:lnTo>
                  <a:lnTo>
                    <a:pt x="7232" y="5962"/>
                  </a:lnTo>
                  <a:lnTo>
                    <a:pt x="4985" y="6906"/>
                  </a:lnTo>
                  <a:lnTo>
                    <a:pt x="4333" y="7232"/>
                  </a:lnTo>
                  <a:lnTo>
                    <a:pt x="3714" y="7525"/>
                  </a:lnTo>
                  <a:lnTo>
                    <a:pt x="3161" y="7818"/>
                  </a:lnTo>
                  <a:lnTo>
                    <a:pt x="2672" y="8112"/>
                  </a:lnTo>
                  <a:lnTo>
                    <a:pt x="2249" y="8405"/>
                  </a:lnTo>
                  <a:lnTo>
                    <a:pt x="1825" y="8698"/>
                  </a:lnTo>
                  <a:lnTo>
                    <a:pt x="1499" y="8959"/>
                  </a:lnTo>
                  <a:lnTo>
                    <a:pt x="1206" y="9252"/>
                  </a:lnTo>
                  <a:lnTo>
                    <a:pt x="946" y="9512"/>
                  </a:lnTo>
                  <a:lnTo>
                    <a:pt x="718" y="9773"/>
                  </a:lnTo>
                  <a:lnTo>
                    <a:pt x="522" y="10033"/>
                  </a:lnTo>
                  <a:lnTo>
                    <a:pt x="359" y="10294"/>
                  </a:lnTo>
                  <a:lnTo>
                    <a:pt x="262" y="10522"/>
                  </a:lnTo>
                  <a:lnTo>
                    <a:pt x="164" y="10750"/>
                  </a:lnTo>
                  <a:lnTo>
                    <a:pt x="66" y="10978"/>
                  </a:lnTo>
                  <a:lnTo>
                    <a:pt x="34" y="11174"/>
                  </a:lnTo>
                  <a:lnTo>
                    <a:pt x="1" y="11467"/>
                  </a:lnTo>
                  <a:lnTo>
                    <a:pt x="1" y="11760"/>
                  </a:lnTo>
                  <a:lnTo>
                    <a:pt x="34" y="11988"/>
                  </a:lnTo>
                  <a:lnTo>
                    <a:pt x="99" y="12183"/>
                  </a:lnTo>
                  <a:lnTo>
                    <a:pt x="196" y="12477"/>
                  </a:lnTo>
                  <a:lnTo>
                    <a:pt x="262" y="12574"/>
                  </a:lnTo>
                  <a:lnTo>
                    <a:pt x="25474" y="12281"/>
                  </a:lnTo>
                  <a:lnTo>
                    <a:pt x="25604" y="11988"/>
                  </a:lnTo>
                  <a:lnTo>
                    <a:pt x="25702" y="11662"/>
                  </a:lnTo>
                  <a:lnTo>
                    <a:pt x="25735" y="11304"/>
                  </a:lnTo>
                  <a:lnTo>
                    <a:pt x="25800" y="10880"/>
                  </a:lnTo>
                  <a:lnTo>
                    <a:pt x="25800" y="10033"/>
                  </a:lnTo>
                  <a:lnTo>
                    <a:pt x="25735" y="9089"/>
                  </a:lnTo>
                  <a:lnTo>
                    <a:pt x="25637" y="8079"/>
                  </a:lnTo>
                  <a:lnTo>
                    <a:pt x="25507" y="7037"/>
                  </a:lnTo>
                  <a:lnTo>
                    <a:pt x="25148" y="5017"/>
                  </a:lnTo>
                  <a:lnTo>
                    <a:pt x="24855" y="3193"/>
                  </a:lnTo>
                  <a:lnTo>
                    <a:pt x="24725" y="2509"/>
                  </a:lnTo>
                  <a:lnTo>
                    <a:pt x="24660" y="2020"/>
                  </a:lnTo>
                  <a:lnTo>
                    <a:pt x="24660" y="1629"/>
                  </a:lnTo>
                  <a:lnTo>
                    <a:pt x="24627" y="1336"/>
                  </a:lnTo>
                  <a:lnTo>
                    <a:pt x="24562" y="1076"/>
                  </a:lnTo>
                  <a:lnTo>
                    <a:pt x="24497" y="848"/>
                  </a:lnTo>
                  <a:lnTo>
                    <a:pt x="24399" y="685"/>
                  </a:lnTo>
                  <a:lnTo>
                    <a:pt x="24269" y="522"/>
                  </a:lnTo>
                  <a:lnTo>
                    <a:pt x="24138" y="424"/>
                  </a:lnTo>
                  <a:lnTo>
                    <a:pt x="24008" y="326"/>
                  </a:lnTo>
                  <a:lnTo>
                    <a:pt x="23845" y="261"/>
                  </a:lnTo>
                  <a:lnTo>
                    <a:pt x="23585" y="196"/>
                  </a:lnTo>
                  <a:lnTo>
                    <a:pt x="23324" y="163"/>
                  </a:lnTo>
                  <a:lnTo>
                    <a:pt x="23064" y="196"/>
                  </a:lnTo>
                  <a:lnTo>
                    <a:pt x="22835" y="424"/>
                  </a:lnTo>
                  <a:lnTo>
                    <a:pt x="22607" y="587"/>
                  </a:lnTo>
                  <a:lnTo>
                    <a:pt x="22347" y="750"/>
                  </a:lnTo>
                  <a:lnTo>
                    <a:pt x="22119" y="880"/>
                  </a:lnTo>
                  <a:lnTo>
                    <a:pt x="21858" y="978"/>
                  </a:lnTo>
                  <a:lnTo>
                    <a:pt x="21630" y="1043"/>
                  </a:lnTo>
                  <a:lnTo>
                    <a:pt x="21370" y="1076"/>
                  </a:lnTo>
                  <a:lnTo>
                    <a:pt x="21142" y="1108"/>
                  </a:lnTo>
                  <a:lnTo>
                    <a:pt x="20653" y="1076"/>
                  </a:lnTo>
                  <a:lnTo>
                    <a:pt x="20164" y="1010"/>
                  </a:lnTo>
                  <a:lnTo>
                    <a:pt x="19676" y="880"/>
                  </a:lnTo>
                  <a:lnTo>
                    <a:pt x="19187" y="717"/>
                  </a:lnTo>
                  <a:lnTo>
                    <a:pt x="18275" y="359"/>
                  </a:lnTo>
                  <a:lnTo>
                    <a:pt x="17852" y="196"/>
                  </a:lnTo>
                  <a:lnTo>
                    <a:pt x="17428" y="66"/>
                  </a:lnTo>
                  <a:lnTo>
                    <a:pt x="17005" y="1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4" name="Google Shape;4744;p64"/>
            <p:cNvSpPr/>
            <p:nvPr/>
          </p:nvSpPr>
          <p:spPr>
            <a:xfrm flipH="1">
              <a:off x="1703565" y="4565047"/>
              <a:ext cx="493038" cy="32391"/>
            </a:xfrm>
            <a:custGeom>
              <a:avLst/>
              <a:gdLst/>
              <a:ahLst/>
              <a:cxnLst/>
              <a:rect l="l" t="t" r="r" b="b"/>
              <a:pathLst>
                <a:path w="25800" h="1695" extrusionOk="0">
                  <a:moveTo>
                    <a:pt x="25800" y="0"/>
                  </a:moveTo>
                  <a:lnTo>
                    <a:pt x="34" y="294"/>
                  </a:lnTo>
                  <a:lnTo>
                    <a:pt x="1" y="587"/>
                  </a:lnTo>
                  <a:lnTo>
                    <a:pt x="1" y="880"/>
                  </a:lnTo>
                  <a:lnTo>
                    <a:pt x="34" y="1108"/>
                  </a:lnTo>
                  <a:lnTo>
                    <a:pt x="99" y="1303"/>
                  </a:lnTo>
                  <a:lnTo>
                    <a:pt x="196" y="1597"/>
                  </a:lnTo>
                  <a:lnTo>
                    <a:pt x="262" y="1694"/>
                  </a:lnTo>
                  <a:lnTo>
                    <a:pt x="25474" y="1401"/>
                  </a:lnTo>
                  <a:lnTo>
                    <a:pt x="25604" y="1108"/>
                  </a:lnTo>
                  <a:lnTo>
                    <a:pt x="25702" y="782"/>
                  </a:lnTo>
                  <a:lnTo>
                    <a:pt x="25735" y="424"/>
                  </a:lnTo>
                  <a:lnTo>
                    <a:pt x="2580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5" name="Google Shape;4745;p64"/>
            <p:cNvSpPr/>
            <p:nvPr/>
          </p:nvSpPr>
          <p:spPr>
            <a:xfrm flipH="1">
              <a:off x="1721605" y="4405058"/>
              <a:ext cx="61649" cy="187393"/>
            </a:xfrm>
            <a:custGeom>
              <a:avLst/>
              <a:gdLst/>
              <a:ahLst/>
              <a:cxnLst/>
              <a:rect l="l" t="t" r="r" b="b"/>
              <a:pathLst>
                <a:path w="3226" h="9806" extrusionOk="0">
                  <a:moveTo>
                    <a:pt x="3095" y="1"/>
                  </a:moveTo>
                  <a:lnTo>
                    <a:pt x="2671" y="359"/>
                  </a:lnTo>
                  <a:lnTo>
                    <a:pt x="2183" y="848"/>
                  </a:lnTo>
                  <a:lnTo>
                    <a:pt x="1662" y="1402"/>
                  </a:lnTo>
                  <a:lnTo>
                    <a:pt x="1434" y="1727"/>
                  </a:lnTo>
                  <a:lnTo>
                    <a:pt x="1173" y="2086"/>
                  </a:lnTo>
                  <a:lnTo>
                    <a:pt x="945" y="2444"/>
                  </a:lnTo>
                  <a:lnTo>
                    <a:pt x="749" y="2835"/>
                  </a:lnTo>
                  <a:lnTo>
                    <a:pt x="554" y="3258"/>
                  </a:lnTo>
                  <a:lnTo>
                    <a:pt x="391" y="3714"/>
                  </a:lnTo>
                  <a:lnTo>
                    <a:pt x="261" y="4170"/>
                  </a:lnTo>
                  <a:lnTo>
                    <a:pt x="131" y="4692"/>
                  </a:lnTo>
                  <a:lnTo>
                    <a:pt x="65" y="5213"/>
                  </a:lnTo>
                  <a:lnTo>
                    <a:pt x="0" y="5734"/>
                  </a:lnTo>
                  <a:lnTo>
                    <a:pt x="33" y="6385"/>
                  </a:lnTo>
                  <a:lnTo>
                    <a:pt x="98" y="7004"/>
                  </a:lnTo>
                  <a:lnTo>
                    <a:pt x="196" y="7558"/>
                  </a:lnTo>
                  <a:lnTo>
                    <a:pt x="359" y="8079"/>
                  </a:lnTo>
                  <a:lnTo>
                    <a:pt x="554" y="8568"/>
                  </a:lnTo>
                  <a:lnTo>
                    <a:pt x="749" y="9024"/>
                  </a:lnTo>
                  <a:lnTo>
                    <a:pt x="1010" y="9447"/>
                  </a:lnTo>
                  <a:lnTo>
                    <a:pt x="1271" y="9806"/>
                  </a:lnTo>
                  <a:lnTo>
                    <a:pt x="2020" y="9806"/>
                  </a:lnTo>
                  <a:lnTo>
                    <a:pt x="1727" y="9447"/>
                  </a:lnTo>
                  <a:lnTo>
                    <a:pt x="1466" y="9056"/>
                  </a:lnTo>
                  <a:lnTo>
                    <a:pt x="1238" y="8633"/>
                  </a:lnTo>
                  <a:lnTo>
                    <a:pt x="1010" y="8177"/>
                  </a:lnTo>
                  <a:lnTo>
                    <a:pt x="815" y="7656"/>
                  </a:lnTo>
                  <a:lnTo>
                    <a:pt x="684" y="7069"/>
                  </a:lnTo>
                  <a:lnTo>
                    <a:pt x="619" y="6451"/>
                  </a:lnTo>
                  <a:lnTo>
                    <a:pt x="619" y="5766"/>
                  </a:lnTo>
                  <a:lnTo>
                    <a:pt x="652" y="5310"/>
                  </a:lnTo>
                  <a:lnTo>
                    <a:pt x="717" y="4887"/>
                  </a:lnTo>
                  <a:lnTo>
                    <a:pt x="815" y="4463"/>
                  </a:lnTo>
                  <a:lnTo>
                    <a:pt x="912" y="4040"/>
                  </a:lnTo>
                  <a:lnTo>
                    <a:pt x="1043" y="3682"/>
                  </a:lnTo>
                  <a:lnTo>
                    <a:pt x="1205" y="3291"/>
                  </a:lnTo>
                  <a:lnTo>
                    <a:pt x="1368" y="2965"/>
                  </a:lnTo>
                  <a:lnTo>
                    <a:pt x="1564" y="2639"/>
                  </a:lnTo>
                  <a:lnTo>
                    <a:pt x="1955" y="2020"/>
                  </a:lnTo>
                  <a:lnTo>
                    <a:pt x="2378" y="1499"/>
                  </a:lnTo>
                  <a:lnTo>
                    <a:pt x="2802" y="1076"/>
                  </a:lnTo>
                  <a:lnTo>
                    <a:pt x="3225" y="685"/>
                  </a:lnTo>
                  <a:lnTo>
                    <a:pt x="3095" y="1"/>
                  </a:lnTo>
                  <a:close/>
                </a:path>
              </a:pathLst>
            </a:custGeom>
            <a:solidFill>
              <a:srgbClr val="5C5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6" name="Google Shape;4746;p64"/>
            <p:cNvSpPr/>
            <p:nvPr/>
          </p:nvSpPr>
          <p:spPr>
            <a:xfrm flipH="1">
              <a:off x="1927038" y="4412530"/>
              <a:ext cx="46074" cy="23047"/>
            </a:xfrm>
            <a:custGeom>
              <a:avLst/>
              <a:gdLst/>
              <a:ahLst/>
              <a:cxnLst/>
              <a:rect l="l" t="t" r="r" b="b"/>
              <a:pathLst>
                <a:path w="2411" h="1206" extrusionOk="0">
                  <a:moveTo>
                    <a:pt x="358" y="1"/>
                  </a:moveTo>
                  <a:lnTo>
                    <a:pt x="196" y="66"/>
                  </a:lnTo>
                  <a:lnTo>
                    <a:pt x="65" y="164"/>
                  </a:lnTo>
                  <a:lnTo>
                    <a:pt x="0" y="326"/>
                  </a:lnTo>
                  <a:lnTo>
                    <a:pt x="0" y="489"/>
                  </a:lnTo>
                  <a:lnTo>
                    <a:pt x="65" y="620"/>
                  </a:lnTo>
                  <a:lnTo>
                    <a:pt x="163" y="750"/>
                  </a:lnTo>
                  <a:lnTo>
                    <a:pt x="326" y="815"/>
                  </a:lnTo>
                  <a:lnTo>
                    <a:pt x="1889" y="1173"/>
                  </a:lnTo>
                  <a:lnTo>
                    <a:pt x="1987" y="1206"/>
                  </a:lnTo>
                  <a:lnTo>
                    <a:pt x="2150" y="1173"/>
                  </a:lnTo>
                  <a:lnTo>
                    <a:pt x="2248" y="1108"/>
                  </a:lnTo>
                  <a:lnTo>
                    <a:pt x="2345" y="1011"/>
                  </a:lnTo>
                  <a:lnTo>
                    <a:pt x="2411" y="880"/>
                  </a:lnTo>
                  <a:lnTo>
                    <a:pt x="2411" y="717"/>
                  </a:lnTo>
                  <a:lnTo>
                    <a:pt x="2345" y="554"/>
                  </a:lnTo>
                  <a:lnTo>
                    <a:pt x="2248" y="457"/>
                  </a:lnTo>
                  <a:lnTo>
                    <a:pt x="2085" y="392"/>
                  </a:lnTo>
                  <a:lnTo>
                    <a:pt x="5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7" name="Google Shape;4747;p64"/>
            <p:cNvSpPr/>
            <p:nvPr/>
          </p:nvSpPr>
          <p:spPr>
            <a:xfrm flipH="1">
              <a:off x="1899653" y="4388872"/>
              <a:ext cx="46074" cy="23066"/>
            </a:xfrm>
            <a:custGeom>
              <a:avLst/>
              <a:gdLst/>
              <a:ahLst/>
              <a:cxnLst/>
              <a:rect l="l" t="t" r="r" b="b"/>
              <a:pathLst>
                <a:path w="2411" h="1207" extrusionOk="0">
                  <a:moveTo>
                    <a:pt x="326" y="1"/>
                  </a:moveTo>
                  <a:lnTo>
                    <a:pt x="196" y="66"/>
                  </a:lnTo>
                  <a:lnTo>
                    <a:pt x="66" y="164"/>
                  </a:lnTo>
                  <a:lnTo>
                    <a:pt x="0" y="327"/>
                  </a:lnTo>
                  <a:lnTo>
                    <a:pt x="0" y="490"/>
                  </a:lnTo>
                  <a:lnTo>
                    <a:pt x="66" y="620"/>
                  </a:lnTo>
                  <a:lnTo>
                    <a:pt x="163" y="750"/>
                  </a:lnTo>
                  <a:lnTo>
                    <a:pt x="326" y="815"/>
                  </a:lnTo>
                  <a:lnTo>
                    <a:pt x="1890" y="1206"/>
                  </a:lnTo>
                  <a:lnTo>
                    <a:pt x="1987" y="1206"/>
                  </a:lnTo>
                  <a:lnTo>
                    <a:pt x="2118" y="1174"/>
                  </a:lnTo>
                  <a:lnTo>
                    <a:pt x="2248" y="1108"/>
                  </a:lnTo>
                  <a:lnTo>
                    <a:pt x="2346" y="1011"/>
                  </a:lnTo>
                  <a:lnTo>
                    <a:pt x="2378" y="880"/>
                  </a:lnTo>
                  <a:lnTo>
                    <a:pt x="2411" y="718"/>
                  </a:lnTo>
                  <a:lnTo>
                    <a:pt x="2346" y="555"/>
                  </a:lnTo>
                  <a:lnTo>
                    <a:pt x="2215" y="457"/>
                  </a:lnTo>
                  <a:lnTo>
                    <a:pt x="2085" y="392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8" name="Google Shape;4748;p64"/>
            <p:cNvSpPr/>
            <p:nvPr/>
          </p:nvSpPr>
          <p:spPr>
            <a:xfrm flipH="1">
              <a:off x="1956907" y="4430589"/>
              <a:ext cx="46093" cy="22435"/>
            </a:xfrm>
            <a:custGeom>
              <a:avLst/>
              <a:gdLst/>
              <a:ahLst/>
              <a:cxnLst/>
              <a:rect l="l" t="t" r="r" b="b"/>
              <a:pathLst>
                <a:path w="2412" h="1174" extrusionOk="0">
                  <a:moveTo>
                    <a:pt x="359" y="0"/>
                  </a:moveTo>
                  <a:lnTo>
                    <a:pt x="196" y="33"/>
                  </a:lnTo>
                  <a:lnTo>
                    <a:pt x="66" y="163"/>
                  </a:lnTo>
                  <a:lnTo>
                    <a:pt x="1" y="294"/>
                  </a:lnTo>
                  <a:lnTo>
                    <a:pt x="1" y="456"/>
                  </a:lnTo>
                  <a:lnTo>
                    <a:pt x="66" y="619"/>
                  </a:lnTo>
                  <a:lnTo>
                    <a:pt x="163" y="750"/>
                  </a:lnTo>
                  <a:lnTo>
                    <a:pt x="326" y="815"/>
                  </a:lnTo>
                  <a:lnTo>
                    <a:pt x="1890" y="1173"/>
                  </a:lnTo>
                  <a:lnTo>
                    <a:pt x="2150" y="1173"/>
                  </a:lnTo>
                  <a:lnTo>
                    <a:pt x="2248" y="1108"/>
                  </a:lnTo>
                  <a:lnTo>
                    <a:pt x="2346" y="1010"/>
                  </a:lnTo>
                  <a:lnTo>
                    <a:pt x="2411" y="880"/>
                  </a:lnTo>
                  <a:lnTo>
                    <a:pt x="2411" y="717"/>
                  </a:lnTo>
                  <a:lnTo>
                    <a:pt x="2346" y="554"/>
                  </a:lnTo>
                  <a:lnTo>
                    <a:pt x="2248" y="424"/>
                  </a:lnTo>
                  <a:lnTo>
                    <a:pt x="2085" y="359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9" name="Google Shape;4749;p64"/>
            <p:cNvSpPr/>
            <p:nvPr/>
          </p:nvSpPr>
          <p:spPr>
            <a:xfrm flipH="1">
              <a:off x="1986795" y="4447387"/>
              <a:ext cx="46093" cy="23066"/>
            </a:xfrm>
            <a:custGeom>
              <a:avLst/>
              <a:gdLst/>
              <a:ahLst/>
              <a:cxnLst/>
              <a:rect l="l" t="t" r="r" b="b"/>
              <a:pathLst>
                <a:path w="2412" h="1207" extrusionOk="0">
                  <a:moveTo>
                    <a:pt x="359" y="1"/>
                  </a:moveTo>
                  <a:lnTo>
                    <a:pt x="196" y="66"/>
                  </a:lnTo>
                  <a:lnTo>
                    <a:pt x="66" y="164"/>
                  </a:lnTo>
                  <a:lnTo>
                    <a:pt x="1" y="327"/>
                  </a:lnTo>
                  <a:lnTo>
                    <a:pt x="1" y="489"/>
                  </a:lnTo>
                  <a:lnTo>
                    <a:pt x="66" y="652"/>
                  </a:lnTo>
                  <a:lnTo>
                    <a:pt x="164" y="750"/>
                  </a:lnTo>
                  <a:lnTo>
                    <a:pt x="327" y="815"/>
                  </a:lnTo>
                  <a:lnTo>
                    <a:pt x="1890" y="1206"/>
                  </a:lnTo>
                  <a:lnTo>
                    <a:pt x="1988" y="1206"/>
                  </a:lnTo>
                  <a:lnTo>
                    <a:pt x="2118" y="1174"/>
                  </a:lnTo>
                  <a:lnTo>
                    <a:pt x="2249" y="1108"/>
                  </a:lnTo>
                  <a:lnTo>
                    <a:pt x="2346" y="1011"/>
                  </a:lnTo>
                  <a:lnTo>
                    <a:pt x="2411" y="880"/>
                  </a:lnTo>
                  <a:lnTo>
                    <a:pt x="2411" y="718"/>
                  </a:lnTo>
                  <a:lnTo>
                    <a:pt x="2346" y="587"/>
                  </a:lnTo>
                  <a:lnTo>
                    <a:pt x="2249" y="457"/>
                  </a:lnTo>
                  <a:lnTo>
                    <a:pt x="2086" y="392"/>
                  </a:lnTo>
                  <a:lnTo>
                    <a:pt x="5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0" name="Google Shape;4750;p64"/>
            <p:cNvSpPr/>
            <p:nvPr/>
          </p:nvSpPr>
          <p:spPr>
            <a:xfrm flipH="1">
              <a:off x="2019779" y="4463573"/>
              <a:ext cx="45463" cy="23066"/>
            </a:xfrm>
            <a:custGeom>
              <a:avLst/>
              <a:gdLst/>
              <a:ahLst/>
              <a:cxnLst/>
              <a:rect l="l" t="t" r="r" b="b"/>
              <a:pathLst>
                <a:path w="2379" h="1207" extrusionOk="0">
                  <a:moveTo>
                    <a:pt x="326" y="1"/>
                  </a:moveTo>
                  <a:lnTo>
                    <a:pt x="196" y="66"/>
                  </a:lnTo>
                  <a:lnTo>
                    <a:pt x="65" y="164"/>
                  </a:lnTo>
                  <a:lnTo>
                    <a:pt x="0" y="327"/>
                  </a:lnTo>
                  <a:lnTo>
                    <a:pt x="0" y="489"/>
                  </a:lnTo>
                  <a:lnTo>
                    <a:pt x="33" y="620"/>
                  </a:lnTo>
                  <a:lnTo>
                    <a:pt x="163" y="750"/>
                  </a:lnTo>
                  <a:lnTo>
                    <a:pt x="293" y="815"/>
                  </a:lnTo>
                  <a:lnTo>
                    <a:pt x="1889" y="1173"/>
                  </a:lnTo>
                  <a:lnTo>
                    <a:pt x="1987" y="1206"/>
                  </a:lnTo>
                  <a:lnTo>
                    <a:pt x="2117" y="1173"/>
                  </a:lnTo>
                  <a:lnTo>
                    <a:pt x="2248" y="1108"/>
                  </a:lnTo>
                  <a:lnTo>
                    <a:pt x="2313" y="1011"/>
                  </a:lnTo>
                  <a:lnTo>
                    <a:pt x="2378" y="880"/>
                  </a:lnTo>
                  <a:lnTo>
                    <a:pt x="2378" y="717"/>
                  </a:lnTo>
                  <a:lnTo>
                    <a:pt x="2345" y="555"/>
                  </a:lnTo>
                  <a:lnTo>
                    <a:pt x="2215" y="457"/>
                  </a:lnTo>
                  <a:lnTo>
                    <a:pt x="2085" y="392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1" name="Google Shape;4751;p64"/>
            <p:cNvSpPr/>
            <p:nvPr/>
          </p:nvSpPr>
          <p:spPr>
            <a:xfrm flipH="1">
              <a:off x="2055266" y="4477275"/>
              <a:ext cx="45463" cy="23047"/>
            </a:xfrm>
            <a:custGeom>
              <a:avLst/>
              <a:gdLst/>
              <a:ahLst/>
              <a:cxnLst/>
              <a:rect l="l" t="t" r="r" b="b"/>
              <a:pathLst>
                <a:path w="2379" h="1206" extrusionOk="0">
                  <a:moveTo>
                    <a:pt x="326" y="0"/>
                  </a:moveTo>
                  <a:lnTo>
                    <a:pt x="196" y="66"/>
                  </a:lnTo>
                  <a:lnTo>
                    <a:pt x="66" y="163"/>
                  </a:lnTo>
                  <a:lnTo>
                    <a:pt x="0" y="326"/>
                  </a:lnTo>
                  <a:lnTo>
                    <a:pt x="0" y="489"/>
                  </a:lnTo>
                  <a:lnTo>
                    <a:pt x="33" y="619"/>
                  </a:lnTo>
                  <a:lnTo>
                    <a:pt x="163" y="750"/>
                  </a:lnTo>
                  <a:lnTo>
                    <a:pt x="294" y="815"/>
                  </a:lnTo>
                  <a:lnTo>
                    <a:pt x="1890" y="1173"/>
                  </a:lnTo>
                  <a:lnTo>
                    <a:pt x="1987" y="1206"/>
                  </a:lnTo>
                  <a:lnTo>
                    <a:pt x="2118" y="1173"/>
                  </a:lnTo>
                  <a:lnTo>
                    <a:pt x="2248" y="1108"/>
                  </a:lnTo>
                  <a:lnTo>
                    <a:pt x="2346" y="1010"/>
                  </a:lnTo>
                  <a:lnTo>
                    <a:pt x="2378" y="880"/>
                  </a:lnTo>
                  <a:lnTo>
                    <a:pt x="2378" y="717"/>
                  </a:lnTo>
                  <a:lnTo>
                    <a:pt x="2346" y="554"/>
                  </a:lnTo>
                  <a:lnTo>
                    <a:pt x="2215" y="456"/>
                  </a:lnTo>
                  <a:lnTo>
                    <a:pt x="2085" y="359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2" name="Google Shape;4752;p64"/>
            <p:cNvSpPr/>
            <p:nvPr/>
          </p:nvSpPr>
          <p:spPr>
            <a:xfrm flipH="1">
              <a:off x="1630737" y="3196179"/>
              <a:ext cx="726467" cy="1070714"/>
            </a:xfrm>
            <a:custGeom>
              <a:avLst/>
              <a:gdLst/>
              <a:ahLst/>
              <a:cxnLst/>
              <a:rect l="l" t="t" r="r" b="b"/>
              <a:pathLst>
                <a:path w="38015" h="56029" extrusionOk="0">
                  <a:moveTo>
                    <a:pt x="20685" y="1"/>
                  </a:moveTo>
                  <a:lnTo>
                    <a:pt x="19741" y="359"/>
                  </a:lnTo>
                  <a:lnTo>
                    <a:pt x="18666" y="750"/>
                  </a:lnTo>
                  <a:lnTo>
                    <a:pt x="17298" y="1336"/>
                  </a:lnTo>
                  <a:lnTo>
                    <a:pt x="15636" y="2053"/>
                  </a:lnTo>
                  <a:lnTo>
                    <a:pt x="13845" y="2900"/>
                  </a:lnTo>
                  <a:lnTo>
                    <a:pt x="11890" y="3877"/>
                  </a:lnTo>
                  <a:lnTo>
                    <a:pt x="10913" y="4398"/>
                  </a:lnTo>
                  <a:lnTo>
                    <a:pt x="9903" y="4985"/>
                  </a:lnTo>
                  <a:lnTo>
                    <a:pt x="8926" y="5571"/>
                  </a:lnTo>
                  <a:lnTo>
                    <a:pt x="7949" y="6190"/>
                  </a:lnTo>
                  <a:lnTo>
                    <a:pt x="6972" y="6841"/>
                  </a:lnTo>
                  <a:lnTo>
                    <a:pt x="6027" y="7525"/>
                  </a:lnTo>
                  <a:lnTo>
                    <a:pt x="5148" y="8209"/>
                  </a:lnTo>
                  <a:lnTo>
                    <a:pt x="4301" y="8926"/>
                  </a:lnTo>
                  <a:lnTo>
                    <a:pt x="3486" y="9675"/>
                  </a:lnTo>
                  <a:lnTo>
                    <a:pt x="2770" y="10457"/>
                  </a:lnTo>
                  <a:lnTo>
                    <a:pt x="2086" y="11239"/>
                  </a:lnTo>
                  <a:lnTo>
                    <a:pt x="1792" y="11630"/>
                  </a:lnTo>
                  <a:lnTo>
                    <a:pt x="1499" y="12053"/>
                  </a:lnTo>
                  <a:lnTo>
                    <a:pt x="1239" y="12477"/>
                  </a:lnTo>
                  <a:lnTo>
                    <a:pt x="1011" y="12868"/>
                  </a:lnTo>
                  <a:lnTo>
                    <a:pt x="783" y="13291"/>
                  </a:lnTo>
                  <a:lnTo>
                    <a:pt x="587" y="13714"/>
                  </a:lnTo>
                  <a:lnTo>
                    <a:pt x="424" y="14138"/>
                  </a:lnTo>
                  <a:lnTo>
                    <a:pt x="261" y="14594"/>
                  </a:lnTo>
                  <a:lnTo>
                    <a:pt x="164" y="15017"/>
                  </a:lnTo>
                  <a:lnTo>
                    <a:pt x="66" y="15473"/>
                  </a:lnTo>
                  <a:lnTo>
                    <a:pt x="33" y="15897"/>
                  </a:lnTo>
                  <a:lnTo>
                    <a:pt x="1" y="16353"/>
                  </a:lnTo>
                  <a:lnTo>
                    <a:pt x="1" y="16809"/>
                  </a:lnTo>
                  <a:lnTo>
                    <a:pt x="33" y="17265"/>
                  </a:lnTo>
                  <a:lnTo>
                    <a:pt x="131" y="17754"/>
                  </a:lnTo>
                  <a:lnTo>
                    <a:pt x="229" y="18242"/>
                  </a:lnTo>
                  <a:lnTo>
                    <a:pt x="327" y="18763"/>
                  </a:lnTo>
                  <a:lnTo>
                    <a:pt x="489" y="19317"/>
                  </a:lnTo>
                  <a:lnTo>
                    <a:pt x="880" y="20490"/>
                  </a:lnTo>
                  <a:lnTo>
                    <a:pt x="1369" y="21728"/>
                  </a:lnTo>
                  <a:lnTo>
                    <a:pt x="1923" y="23063"/>
                  </a:lnTo>
                  <a:lnTo>
                    <a:pt x="2574" y="24464"/>
                  </a:lnTo>
                  <a:lnTo>
                    <a:pt x="3291" y="25930"/>
                  </a:lnTo>
                  <a:lnTo>
                    <a:pt x="4073" y="27428"/>
                  </a:lnTo>
                  <a:lnTo>
                    <a:pt x="4887" y="28992"/>
                  </a:lnTo>
                  <a:lnTo>
                    <a:pt x="5799" y="30588"/>
                  </a:lnTo>
                  <a:lnTo>
                    <a:pt x="6711" y="32184"/>
                  </a:lnTo>
                  <a:lnTo>
                    <a:pt x="7688" y="33813"/>
                  </a:lnTo>
                  <a:lnTo>
                    <a:pt x="9675" y="37070"/>
                  </a:lnTo>
                  <a:lnTo>
                    <a:pt x="11728" y="40295"/>
                  </a:lnTo>
                  <a:lnTo>
                    <a:pt x="13747" y="43422"/>
                  </a:lnTo>
                  <a:lnTo>
                    <a:pt x="15702" y="46321"/>
                  </a:lnTo>
                  <a:lnTo>
                    <a:pt x="17526" y="48992"/>
                  </a:lnTo>
                  <a:lnTo>
                    <a:pt x="19154" y="51338"/>
                  </a:lnTo>
                  <a:lnTo>
                    <a:pt x="21565" y="54758"/>
                  </a:lnTo>
                  <a:lnTo>
                    <a:pt x="22510" y="56028"/>
                  </a:lnTo>
                  <a:lnTo>
                    <a:pt x="31044" y="54497"/>
                  </a:lnTo>
                  <a:lnTo>
                    <a:pt x="26842" y="38634"/>
                  </a:lnTo>
                  <a:lnTo>
                    <a:pt x="25181" y="32673"/>
                  </a:lnTo>
                  <a:lnTo>
                    <a:pt x="24464" y="30164"/>
                  </a:lnTo>
                  <a:lnTo>
                    <a:pt x="24106" y="29024"/>
                  </a:lnTo>
                  <a:lnTo>
                    <a:pt x="23747" y="27949"/>
                  </a:lnTo>
                  <a:lnTo>
                    <a:pt x="23357" y="26907"/>
                  </a:lnTo>
                  <a:lnTo>
                    <a:pt x="22998" y="25930"/>
                  </a:lnTo>
                  <a:lnTo>
                    <a:pt x="22575" y="24985"/>
                  </a:lnTo>
                  <a:lnTo>
                    <a:pt x="22151" y="24106"/>
                  </a:lnTo>
                  <a:lnTo>
                    <a:pt x="21695" y="23291"/>
                  </a:lnTo>
                  <a:lnTo>
                    <a:pt x="21174" y="22477"/>
                  </a:lnTo>
                  <a:lnTo>
                    <a:pt x="20653" y="21695"/>
                  </a:lnTo>
                  <a:lnTo>
                    <a:pt x="20067" y="20946"/>
                  </a:lnTo>
                  <a:lnTo>
                    <a:pt x="38015" y="18210"/>
                  </a:lnTo>
                  <a:lnTo>
                    <a:pt x="37787" y="17428"/>
                  </a:lnTo>
                  <a:lnTo>
                    <a:pt x="37526" y="16548"/>
                  </a:lnTo>
                  <a:lnTo>
                    <a:pt x="37135" y="15408"/>
                  </a:lnTo>
                  <a:lnTo>
                    <a:pt x="36647" y="14040"/>
                  </a:lnTo>
                  <a:lnTo>
                    <a:pt x="36321" y="13291"/>
                  </a:lnTo>
                  <a:lnTo>
                    <a:pt x="35995" y="12509"/>
                  </a:lnTo>
                  <a:lnTo>
                    <a:pt x="35637" y="11695"/>
                  </a:lnTo>
                  <a:lnTo>
                    <a:pt x="35214" y="10880"/>
                  </a:lnTo>
                  <a:lnTo>
                    <a:pt x="34758" y="10034"/>
                  </a:lnTo>
                  <a:lnTo>
                    <a:pt x="34269" y="9187"/>
                  </a:lnTo>
                  <a:lnTo>
                    <a:pt x="33748" y="8340"/>
                  </a:lnTo>
                  <a:lnTo>
                    <a:pt x="33194" y="7493"/>
                  </a:lnTo>
                  <a:lnTo>
                    <a:pt x="32608" y="6678"/>
                  </a:lnTo>
                  <a:lnTo>
                    <a:pt x="31956" y="5864"/>
                  </a:lnTo>
                  <a:lnTo>
                    <a:pt x="31272" y="5082"/>
                  </a:lnTo>
                  <a:lnTo>
                    <a:pt x="30523" y="4333"/>
                  </a:lnTo>
                  <a:lnTo>
                    <a:pt x="29774" y="3616"/>
                  </a:lnTo>
                  <a:lnTo>
                    <a:pt x="28959" y="2965"/>
                  </a:lnTo>
                  <a:lnTo>
                    <a:pt x="28080" y="2346"/>
                  </a:lnTo>
                  <a:lnTo>
                    <a:pt x="27168" y="1760"/>
                  </a:lnTo>
                  <a:lnTo>
                    <a:pt x="26712" y="1532"/>
                  </a:lnTo>
                  <a:lnTo>
                    <a:pt x="26223" y="1271"/>
                  </a:lnTo>
                  <a:lnTo>
                    <a:pt x="25702" y="1043"/>
                  </a:lnTo>
                  <a:lnTo>
                    <a:pt x="25213" y="848"/>
                  </a:lnTo>
                  <a:lnTo>
                    <a:pt x="24692" y="685"/>
                  </a:lnTo>
                  <a:lnTo>
                    <a:pt x="24138" y="522"/>
                  </a:lnTo>
                  <a:lnTo>
                    <a:pt x="23617" y="359"/>
                  </a:lnTo>
                  <a:lnTo>
                    <a:pt x="23031" y="261"/>
                  </a:lnTo>
                  <a:lnTo>
                    <a:pt x="22477" y="164"/>
                  </a:lnTo>
                  <a:lnTo>
                    <a:pt x="21891" y="66"/>
                  </a:lnTo>
                  <a:lnTo>
                    <a:pt x="21304" y="33"/>
                  </a:lnTo>
                  <a:lnTo>
                    <a:pt x="20685" y="1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3" name="Google Shape;4753;p64"/>
            <p:cNvSpPr/>
            <p:nvPr/>
          </p:nvSpPr>
          <p:spPr>
            <a:xfrm flipH="1">
              <a:off x="1806893" y="3533566"/>
              <a:ext cx="286363" cy="662983"/>
            </a:xfrm>
            <a:custGeom>
              <a:avLst/>
              <a:gdLst/>
              <a:ahLst/>
              <a:cxnLst/>
              <a:rect l="l" t="t" r="r" b="b"/>
              <a:pathLst>
                <a:path w="14985" h="34693" extrusionOk="0">
                  <a:moveTo>
                    <a:pt x="6515" y="1"/>
                  </a:moveTo>
                  <a:lnTo>
                    <a:pt x="5766" y="164"/>
                  </a:lnTo>
                  <a:lnTo>
                    <a:pt x="4039" y="490"/>
                  </a:lnTo>
                  <a:lnTo>
                    <a:pt x="3030" y="652"/>
                  </a:lnTo>
                  <a:lnTo>
                    <a:pt x="1987" y="815"/>
                  </a:lnTo>
                  <a:lnTo>
                    <a:pt x="1075" y="913"/>
                  </a:lnTo>
                  <a:lnTo>
                    <a:pt x="326" y="946"/>
                  </a:lnTo>
                  <a:lnTo>
                    <a:pt x="228" y="978"/>
                  </a:lnTo>
                  <a:lnTo>
                    <a:pt x="131" y="1011"/>
                  </a:lnTo>
                  <a:lnTo>
                    <a:pt x="65" y="1076"/>
                  </a:lnTo>
                  <a:lnTo>
                    <a:pt x="0" y="1174"/>
                  </a:lnTo>
                  <a:lnTo>
                    <a:pt x="0" y="1271"/>
                  </a:lnTo>
                  <a:lnTo>
                    <a:pt x="0" y="1369"/>
                  </a:lnTo>
                  <a:lnTo>
                    <a:pt x="65" y="1467"/>
                  </a:lnTo>
                  <a:lnTo>
                    <a:pt x="131" y="1532"/>
                  </a:lnTo>
                  <a:lnTo>
                    <a:pt x="391" y="1792"/>
                  </a:lnTo>
                  <a:lnTo>
                    <a:pt x="1108" y="2444"/>
                  </a:lnTo>
                  <a:lnTo>
                    <a:pt x="1596" y="2933"/>
                  </a:lnTo>
                  <a:lnTo>
                    <a:pt x="2118" y="3519"/>
                  </a:lnTo>
                  <a:lnTo>
                    <a:pt x="2737" y="4203"/>
                  </a:lnTo>
                  <a:lnTo>
                    <a:pt x="3355" y="4985"/>
                  </a:lnTo>
                  <a:lnTo>
                    <a:pt x="4007" y="5864"/>
                  </a:lnTo>
                  <a:lnTo>
                    <a:pt x="4691" y="6841"/>
                  </a:lnTo>
                  <a:lnTo>
                    <a:pt x="5342" y="7916"/>
                  </a:lnTo>
                  <a:lnTo>
                    <a:pt x="5994" y="9089"/>
                  </a:lnTo>
                  <a:lnTo>
                    <a:pt x="6613" y="10327"/>
                  </a:lnTo>
                  <a:lnTo>
                    <a:pt x="6873" y="10978"/>
                  </a:lnTo>
                  <a:lnTo>
                    <a:pt x="7167" y="11630"/>
                  </a:lnTo>
                  <a:lnTo>
                    <a:pt x="7427" y="12347"/>
                  </a:lnTo>
                  <a:lnTo>
                    <a:pt x="7655" y="13063"/>
                  </a:lnTo>
                  <a:lnTo>
                    <a:pt x="7883" y="13780"/>
                  </a:lnTo>
                  <a:lnTo>
                    <a:pt x="8079" y="14562"/>
                  </a:lnTo>
                  <a:lnTo>
                    <a:pt x="8502" y="16158"/>
                  </a:lnTo>
                  <a:lnTo>
                    <a:pt x="8958" y="17786"/>
                  </a:lnTo>
                  <a:lnTo>
                    <a:pt x="9935" y="21174"/>
                  </a:lnTo>
                  <a:lnTo>
                    <a:pt x="10945" y="24497"/>
                  </a:lnTo>
                  <a:lnTo>
                    <a:pt x="11955" y="27591"/>
                  </a:lnTo>
                  <a:lnTo>
                    <a:pt x="12867" y="30328"/>
                  </a:lnTo>
                  <a:lnTo>
                    <a:pt x="13616" y="32477"/>
                  </a:lnTo>
                  <a:lnTo>
                    <a:pt x="14333" y="34497"/>
                  </a:lnTo>
                  <a:lnTo>
                    <a:pt x="14398" y="34595"/>
                  </a:lnTo>
                  <a:lnTo>
                    <a:pt x="14463" y="34660"/>
                  </a:lnTo>
                  <a:lnTo>
                    <a:pt x="14561" y="34692"/>
                  </a:lnTo>
                  <a:lnTo>
                    <a:pt x="14756" y="34692"/>
                  </a:lnTo>
                  <a:lnTo>
                    <a:pt x="14854" y="34627"/>
                  </a:lnTo>
                  <a:lnTo>
                    <a:pt x="14952" y="34530"/>
                  </a:lnTo>
                  <a:lnTo>
                    <a:pt x="14984" y="34399"/>
                  </a:lnTo>
                  <a:lnTo>
                    <a:pt x="14952" y="34269"/>
                  </a:lnTo>
                  <a:lnTo>
                    <a:pt x="14268" y="32282"/>
                  </a:lnTo>
                  <a:lnTo>
                    <a:pt x="13519" y="30099"/>
                  </a:lnTo>
                  <a:lnTo>
                    <a:pt x="12607" y="27396"/>
                  </a:lnTo>
                  <a:lnTo>
                    <a:pt x="11597" y="24301"/>
                  </a:lnTo>
                  <a:lnTo>
                    <a:pt x="10554" y="20979"/>
                  </a:lnTo>
                  <a:lnTo>
                    <a:pt x="9577" y="17624"/>
                  </a:lnTo>
                  <a:lnTo>
                    <a:pt x="9121" y="15995"/>
                  </a:lnTo>
                  <a:lnTo>
                    <a:pt x="8730" y="14399"/>
                  </a:lnTo>
                  <a:lnTo>
                    <a:pt x="8372" y="13128"/>
                  </a:lnTo>
                  <a:lnTo>
                    <a:pt x="7981" y="11956"/>
                  </a:lnTo>
                  <a:lnTo>
                    <a:pt x="7525" y="10816"/>
                  </a:lnTo>
                  <a:lnTo>
                    <a:pt x="7069" y="9708"/>
                  </a:lnTo>
                  <a:lnTo>
                    <a:pt x="6548" y="8698"/>
                  </a:lnTo>
                  <a:lnTo>
                    <a:pt x="5994" y="7721"/>
                  </a:lnTo>
                  <a:lnTo>
                    <a:pt x="5473" y="6841"/>
                  </a:lnTo>
                  <a:lnTo>
                    <a:pt x="4886" y="5995"/>
                  </a:lnTo>
                  <a:lnTo>
                    <a:pt x="4333" y="5213"/>
                  </a:lnTo>
                  <a:lnTo>
                    <a:pt x="3811" y="4496"/>
                  </a:lnTo>
                  <a:lnTo>
                    <a:pt x="3258" y="3845"/>
                  </a:lnTo>
                  <a:lnTo>
                    <a:pt x="2769" y="3258"/>
                  </a:lnTo>
                  <a:lnTo>
                    <a:pt x="1857" y="2281"/>
                  </a:lnTo>
                  <a:lnTo>
                    <a:pt x="1140" y="1564"/>
                  </a:lnTo>
                  <a:lnTo>
                    <a:pt x="1955" y="1467"/>
                  </a:lnTo>
                  <a:lnTo>
                    <a:pt x="2834" y="1369"/>
                  </a:lnTo>
                  <a:lnTo>
                    <a:pt x="4593" y="1043"/>
                  </a:lnTo>
                  <a:lnTo>
                    <a:pt x="6027" y="783"/>
                  </a:lnTo>
                  <a:lnTo>
                    <a:pt x="6678" y="652"/>
                  </a:lnTo>
                  <a:lnTo>
                    <a:pt x="6776" y="587"/>
                  </a:lnTo>
                  <a:lnTo>
                    <a:pt x="6873" y="490"/>
                  </a:lnTo>
                  <a:lnTo>
                    <a:pt x="6906" y="392"/>
                  </a:lnTo>
                  <a:lnTo>
                    <a:pt x="6906" y="262"/>
                  </a:lnTo>
                  <a:lnTo>
                    <a:pt x="6873" y="131"/>
                  </a:lnTo>
                  <a:lnTo>
                    <a:pt x="6776" y="33"/>
                  </a:lnTo>
                  <a:lnTo>
                    <a:pt x="6645" y="1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4" name="Google Shape;4754;p64"/>
            <p:cNvSpPr/>
            <p:nvPr/>
          </p:nvSpPr>
          <p:spPr>
            <a:xfrm flipH="1">
              <a:off x="1774521" y="4182216"/>
              <a:ext cx="186151" cy="48578"/>
            </a:xfrm>
            <a:custGeom>
              <a:avLst/>
              <a:gdLst/>
              <a:ahLst/>
              <a:cxnLst/>
              <a:rect l="l" t="t" r="r" b="b"/>
              <a:pathLst>
                <a:path w="9741" h="2542" extrusionOk="0">
                  <a:moveTo>
                    <a:pt x="9349" y="0"/>
                  </a:moveTo>
                  <a:lnTo>
                    <a:pt x="261" y="1890"/>
                  </a:lnTo>
                  <a:lnTo>
                    <a:pt x="131" y="1955"/>
                  </a:lnTo>
                  <a:lnTo>
                    <a:pt x="33" y="2020"/>
                  </a:lnTo>
                  <a:lnTo>
                    <a:pt x="1" y="2150"/>
                  </a:lnTo>
                  <a:lnTo>
                    <a:pt x="1" y="2280"/>
                  </a:lnTo>
                  <a:lnTo>
                    <a:pt x="33" y="2378"/>
                  </a:lnTo>
                  <a:lnTo>
                    <a:pt x="131" y="2476"/>
                  </a:lnTo>
                  <a:lnTo>
                    <a:pt x="229" y="2541"/>
                  </a:lnTo>
                  <a:lnTo>
                    <a:pt x="391" y="2541"/>
                  </a:lnTo>
                  <a:lnTo>
                    <a:pt x="9512" y="619"/>
                  </a:lnTo>
                  <a:lnTo>
                    <a:pt x="9610" y="587"/>
                  </a:lnTo>
                  <a:lnTo>
                    <a:pt x="9708" y="489"/>
                  </a:lnTo>
                  <a:lnTo>
                    <a:pt x="9740" y="359"/>
                  </a:lnTo>
                  <a:lnTo>
                    <a:pt x="9740" y="228"/>
                  </a:lnTo>
                  <a:lnTo>
                    <a:pt x="9708" y="131"/>
                  </a:lnTo>
                  <a:lnTo>
                    <a:pt x="9610" y="33"/>
                  </a:lnTo>
                  <a:lnTo>
                    <a:pt x="948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5" name="Google Shape;4755;p64"/>
            <p:cNvSpPr/>
            <p:nvPr/>
          </p:nvSpPr>
          <p:spPr>
            <a:xfrm flipH="1">
              <a:off x="2627343" y="3908943"/>
              <a:ext cx="219765" cy="245888"/>
            </a:xfrm>
            <a:custGeom>
              <a:avLst/>
              <a:gdLst/>
              <a:ahLst/>
              <a:cxnLst/>
              <a:rect l="l" t="t" r="r" b="b"/>
              <a:pathLst>
                <a:path w="11500" h="12867" extrusionOk="0">
                  <a:moveTo>
                    <a:pt x="5311" y="0"/>
                  </a:moveTo>
                  <a:lnTo>
                    <a:pt x="1" y="8795"/>
                  </a:lnTo>
                  <a:lnTo>
                    <a:pt x="5767" y="12867"/>
                  </a:lnTo>
                  <a:lnTo>
                    <a:pt x="11500" y="5831"/>
                  </a:lnTo>
                  <a:lnTo>
                    <a:pt x="5311" y="0"/>
                  </a:lnTo>
                  <a:close/>
                </a:path>
              </a:pathLst>
            </a:custGeom>
            <a:solidFill>
              <a:srgbClr val="D773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6" name="Google Shape;4756;p64"/>
            <p:cNvSpPr/>
            <p:nvPr/>
          </p:nvSpPr>
          <p:spPr>
            <a:xfrm flipH="1">
              <a:off x="2718230" y="3996716"/>
              <a:ext cx="499879" cy="341763"/>
            </a:xfrm>
            <a:custGeom>
              <a:avLst/>
              <a:gdLst/>
              <a:ahLst/>
              <a:cxnLst/>
              <a:rect l="l" t="t" r="r" b="b"/>
              <a:pathLst>
                <a:path w="26158" h="17884" extrusionOk="0">
                  <a:moveTo>
                    <a:pt x="3258" y="0"/>
                  </a:moveTo>
                  <a:lnTo>
                    <a:pt x="2867" y="33"/>
                  </a:lnTo>
                  <a:lnTo>
                    <a:pt x="2476" y="65"/>
                  </a:lnTo>
                  <a:lnTo>
                    <a:pt x="2151" y="130"/>
                  </a:lnTo>
                  <a:lnTo>
                    <a:pt x="1825" y="196"/>
                  </a:lnTo>
                  <a:lnTo>
                    <a:pt x="1564" y="293"/>
                  </a:lnTo>
                  <a:lnTo>
                    <a:pt x="1304" y="391"/>
                  </a:lnTo>
                  <a:lnTo>
                    <a:pt x="1076" y="521"/>
                  </a:lnTo>
                  <a:lnTo>
                    <a:pt x="880" y="652"/>
                  </a:lnTo>
                  <a:lnTo>
                    <a:pt x="717" y="782"/>
                  </a:lnTo>
                  <a:lnTo>
                    <a:pt x="489" y="977"/>
                  </a:lnTo>
                  <a:lnTo>
                    <a:pt x="326" y="1205"/>
                  </a:lnTo>
                  <a:lnTo>
                    <a:pt x="196" y="1401"/>
                  </a:lnTo>
                  <a:lnTo>
                    <a:pt x="131" y="1596"/>
                  </a:lnTo>
                  <a:lnTo>
                    <a:pt x="33" y="1889"/>
                  </a:lnTo>
                  <a:lnTo>
                    <a:pt x="1" y="1987"/>
                  </a:lnTo>
                  <a:lnTo>
                    <a:pt x="19578" y="17883"/>
                  </a:lnTo>
                  <a:lnTo>
                    <a:pt x="19838" y="17753"/>
                  </a:lnTo>
                  <a:lnTo>
                    <a:pt x="20132" y="17558"/>
                  </a:lnTo>
                  <a:lnTo>
                    <a:pt x="20425" y="17297"/>
                  </a:lnTo>
                  <a:lnTo>
                    <a:pt x="20718" y="17004"/>
                  </a:lnTo>
                  <a:lnTo>
                    <a:pt x="21272" y="16352"/>
                  </a:lnTo>
                  <a:lnTo>
                    <a:pt x="21825" y="15603"/>
                  </a:lnTo>
                  <a:lnTo>
                    <a:pt x="22379" y="14756"/>
                  </a:lnTo>
                  <a:lnTo>
                    <a:pt x="22933" y="13877"/>
                  </a:lnTo>
                  <a:lnTo>
                    <a:pt x="23975" y="12085"/>
                  </a:lnTo>
                  <a:lnTo>
                    <a:pt x="24887" y="10522"/>
                  </a:lnTo>
                  <a:lnTo>
                    <a:pt x="25246" y="9903"/>
                  </a:lnTo>
                  <a:lnTo>
                    <a:pt x="25539" y="9479"/>
                  </a:lnTo>
                  <a:lnTo>
                    <a:pt x="25767" y="9186"/>
                  </a:lnTo>
                  <a:lnTo>
                    <a:pt x="25930" y="8925"/>
                  </a:lnTo>
                  <a:lnTo>
                    <a:pt x="26060" y="8697"/>
                  </a:lnTo>
                  <a:lnTo>
                    <a:pt x="26125" y="8469"/>
                  </a:lnTo>
                  <a:lnTo>
                    <a:pt x="26158" y="8274"/>
                  </a:lnTo>
                  <a:lnTo>
                    <a:pt x="26158" y="8079"/>
                  </a:lnTo>
                  <a:lnTo>
                    <a:pt x="26158" y="7916"/>
                  </a:lnTo>
                  <a:lnTo>
                    <a:pt x="26093" y="7753"/>
                  </a:lnTo>
                  <a:lnTo>
                    <a:pt x="26027" y="7623"/>
                  </a:lnTo>
                  <a:lnTo>
                    <a:pt x="25832" y="7394"/>
                  </a:lnTo>
                  <a:lnTo>
                    <a:pt x="25669" y="7199"/>
                  </a:lnTo>
                  <a:lnTo>
                    <a:pt x="25474" y="7069"/>
                  </a:lnTo>
                  <a:lnTo>
                    <a:pt x="25148" y="7101"/>
                  </a:lnTo>
                  <a:lnTo>
                    <a:pt x="24822" y="7069"/>
                  </a:lnTo>
                  <a:lnTo>
                    <a:pt x="24562" y="7036"/>
                  </a:lnTo>
                  <a:lnTo>
                    <a:pt x="24301" y="6971"/>
                  </a:lnTo>
                  <a:lnTo>
                    <a:pt x="24040" y="6906"/>
                  </a:lnTo>
                  <a:lnTo>
                    <a:pt x="23812" y="6776"/>
                  </a:lnTo>
                  <a:lnTo>
                    <a:pt x="23584" y="6678"/>
                  </a:lnTo>
                  <a:lnTo>
                    <a:pt x="23389" y="6515"/>
                  </a:lnTo>
                  <a:lnTo>
                    <a:pt x="23031" y="6189"/>
                  </a:lnTo>
                  <a:lnTo>
                    <a:pt x="22705" y="5831"/>
                  </a:lnTo>
                  <a:lnTo>
                    <a:pt x="22412" y="5407"/>
                  </a:lnTo>
                  <a:lnTo>
                    <a:pt x="22151" y="4984"/>
                  </a:lnTo>
                  <a:lnTo>
                    <a:pt x="21663" y="4137"/>
                  </a:lnTo>
                  <a:lnTo>
                    <a:pt x="21435" y="3714"/>
                  </a:lnTo>
                  <a:lnTo>
                    <a:pt x="21174" y="3355"/>
                  </a:lnTo>
                  <a:lnTo>
                    <a:pt x="20913" y="3062"/>
                  </a:lnTo>
                  <a:lnTo>
                    <a:pt x="20620" y="2802"/>
                  </a:lnTo>
                  <a:lnTo>
                    <a:pt x="20490" y="2704"/>
                  </a:lnTo>
                  <a:lnTo>
                    <a:pt x="20294" y="2639"/>
                  </a:lnTo>
                  <a:lnTo>
                    <a:pt x="20132" y="2574"/>
                  </a:lnTo>
                  <a:lnTo>
                    <a:pt x="19936" y="2574"/>
                  </a:lnTo>
                  <a:lnTo>
                    <a:pt x="19154" y="2541"/>
                  </a:lnTo>
                  <a:lnTo>
                    <a:pt x="18047" y="2574"/>
                  </a:lnTo>
                  <a:lnTo>
                    <a:pt x="16353" y="2639"/>
                  </a:lnTo>
                  <a:lnTo>
                    <a:pt x="15311" y="2639"/>
                  </a:lnTo>
                  <a:lnTo>
                    <a:pt x="14789" y="2574"/>
                  </a:lnTo>
                  <a:lnTo>
                    <a:pt x="14236" y="2508"/>
                  </a:lnTo>
                  <a:lnTo>
                    <a:pt x="13096" y="2313"/>
                  </a:lnTo>
                  <a:lnTo>
                    <a:pt x="11923" y="2052"/>
                  </a:lnTo>
                  <a:lnTo>
                    <a:pt x="10750" y="1727"/>
                  </a:lnTo>
                  <a:lnTo>
                    <a:pt x="9578" y="1368"/>
                  </a:lnTo>
                  <a:lnTo>
                    <a:pt x="7265" y="684"/>
                  </a:lnTo>
                  <a:lnTo>
                    <a:pt x="6548" y="489"/>
                  </a:lnTo>
                  <a:lnTo>
                    <a:pt x="5897" y="326"/>
                  </a:lnTo>
                  <a:lnTo>
                    <a:pt x="5278" y="196"/>
                  </a:lnTo>
                  <a:lnTo>
                    <a:pt x="4724" y="98"/>
                  </a:lnTo>
                  <a:lnTo>
                    <a:pt x="4203" y="33"/>
                  </a:lnTo>
                  <a:lnTo>
                    <a:pt x="3714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7" name="Google Shape;4757;p64"/>
            <p:cNvSpPr/>
            <p:nvPr/>
          </p:nvSpPr>
          <p:spPr>
            <a:xfrm flipH="1">
              <a:off x="2822188" y="4011641"/>
              <a:ext cx="395921" cy="326838"/>
            </a:xfrm>
            <a:custGeom>
              <a:avLst/>
              <a:gdLst/>
              <a:ahLst/>
              <a:cxnLst/>
              <a:rect l="l" t="t" r="r" b="b"/>
              <a:pathLst>
                <a:path w="20718" h="17103" extrusionOk="0">
                  <a:moveTo>
                    <a:pt x="717" y="1"/>
                  </a:moveTo>
                  <a:lnTo>
                    <a:pt x="489" y="196"/>
                  </a:lnTo>
                  <a:lnTo>
                    <a:pt x="326" y="424"/>
                  </a:lnTo>
                  <a:lnTo>
                    <a:pt x="196" y="620"/>
                  </a:lnTo>
                  <a:lnTo>
                    <a:pt x="131" y="815"/>
                  </a:lnTo>
                  <a:lnTo>
                    <a:pt x="33" y="1108"/>
                  </a:lnTo>
                  <a:lnTo>
                    <a:pt x="1" y="1206"/>
                  </a:lnTo>
                  <a:lnTo>
                    <a:pt x="19578" y="17102"/>
                  </a:lnTo>
                  <a:lnTo>
                    <a:pt x="19838" y="16972"/>
                  </a:lnTo>
                  <a:lnTo>
                    <a:pt x="20132" y="16777"/>
                  </a:lnTo>
                  <a:lnTo>
                    <a:pt x="20425" y="16516"/>
                  </a:lnTo>
                  <a:lnTo>
                    <a:pt x="20718" y="16223"/>
                  </a:lnTo>
                  <a:lnTo>
                    <a:pt x="717" y="1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8" name="Google Shape;4758;p64"/>
            <p:cNvSpPr/>
            <p:nvPr/>
          </p:nvSpPr>
          <p:spPr>
            <a:xfrm flipH="1">
              <a:off x="2735658" y="4185943"/>
              <a:ext cx="146306" cy="130751"/>
            </a:xfrm>
            <a:custGeom>
              <a:avLst/>
              <a:gdLst/>
              <a:ahLst/>
              <a:cxnLst/>
              <a:rect l="l" t="t" r="r" b="b"/>
              <a:pathLst>
                <a:path w="7656" h="6842" extrusionOk="0">
                  <a:moveTo>
                    <a:pt x="7069" y="1"/>
                  </a:moveTo>
                  <a:lnTo>
                    <a:pt x="6418" y="66"/>
                  </a:lnTo>
                  <a:lnTo>
                    <a:pt x="5669" y="164"/>
                  </a:lnTo>
                  <a:lnTo>
                    <a:pt x="5278" y="261"/>
                  </a:lnTo>
                  <a:lnTo>
                    <a:pt x="4854" y="392"/>
                  </a:lnTo>
                  <a:lnTo>
                    <a:pt x="4463" y="522"/>
                  </a:lnTo>
                  <a:lnTo>
                    <a:pt x="4040" y="685"/>
                  </a:lnTo>
                  <a:lnTo>
                    <a:pt x="3617" y="880"/>
                  </a:lnTo>
                  <a:lnTo>
                    <a:pt x="3193" y="1108"/>
                  </a:lnTo>
                  <a:lnTo>
                    <a:pt x="2802" y="1401"/>
                  </a:lnTo>
                  <a:lnTo>
                    <a:pt x="2379" y="1695"/>
                  </a:lnTo>
                  <a:lnTo>
                    <a:pt x="1988" y="2053"/>
                  </a:lnTo>
                  <a:lnTo>
                    <a:pt x="1629" y="2444"/>
                  </a:lnTo>
                  <a:lnTo>
                    <a:pt x="1206" y="2965"/>
                  </a:lnTo>
                  <a:lnTo>
                    <a:pt x="880" y="3454"/>
                  </a:lnTo>
                  <a:lnTo>
                    <a:pt x="587" y="3975"/>
                  </a:lnTo>
                  <a:lnTo>
                    <a:pt x="359" y="4463"/>
                  </a:lnTo>
                  <a:lnTo>
                    <a:pt x="196" y="4952"/>
                  </a:lnTo>
                  <a:lnTo>
                    <a:pt x="99" y="5441"/>
                  </a:lnTo>
                  <a:lnTo>
                    <a:pt x="33" y="5929"/>
                  </a:lnTo>
                  <a:lnTo>
                    <a:pt x="1" y="6353"/>
                  </a:lnTo>
                  <a:lnTo>
                    <a:pt x="555" y="6841"/>
                  </a:lnTo>
                  <a:lnTo>
                    <a:pt x="587" y="6385"/>
                  </a:lnTo>
                  <a:lnTo>
                    <a:pt x="620" y="5929"/>
                  </a:lnTo>
                  <a:lnTo>
                    <a:pt x="685" y="5441"/>
                  </a:lnTo>
                  <a:lnTo>
                    <a:pt x="848" y="4952"/>
                  </a:lnTo>
                  <a:lnTo>
                    <a:pt x="1043" y="4431"/>
                  </a:lnTo>
                  <a:lnTo>
                    <a:pt x="1304" y="3910"/>
                  </a:lnTo>
                  <a:lnTo>
                    <a:pt x="1629" y="3388"/>
                  </a:lnTo>
                  <a:lnTo>
                    <a:pt x="2053" y="2835"/>
                  </a:lnTo>
                  <a:lnTo>
                    <a:pt x="2379" y="2509"/>
                  </a:lnTo>
                  <a:lnTo>
                    <a:pt x="2704" y="2216"/>
                  </a:lnTo>
                  <a:lnTo>
                    <a:pt x="3063" y="1955"/>
                  </a:lnTo>
                  <a:lnTo>
                    <a:pt x="3388" y="1727"/>
                  </a:lnTo>
                  <a:lnTo>
                    <a:pt x="3747" y="1499"/>
                  </a:lnTo>
                  <a:lnTo>
                    <a:pt x="4105" y="1336"/>
                  </a:lnTo>
                  <a:lnTo>
                    <a:pt x="4463" y="1173"/>
                  </a:lnTo>
                  <a:lnTo>
                    <a:pt x="4789" y="1043"/>
                  </a:lnTo>
                  <a:lnTo>
                    <a:pt x="5506" y="848"/>
                  </a:lnTo>
                  <a:lnTo>
                    <a:pt x="6157" y="717"/>
                  </a:lnTo>
                  <a:lnTo>
                    <a:pt x="6776" y="620"/>
                  </a:lnTo>
                  <a:lnTo>
                    <a:pt x="7297" y="620"/>
                  </a:lnTo>
                  <a:lnTo>
                    <a:pt x="7656" y="1"/>
                  </a:lnTo>
                  <a:close/>
                </a:path>
              </a:pathLst>
            </a:custGeom>
            <a:solidFill>
              <a:srgbClr val="5C5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9" name="Google Shape;4759;p64"/>
            <p:cNvSpPr/>
            <p:nvPr/>
          </p:nvSpPr>
          <p:spPr>
            <a:xfrm flipH="1">
              <a:off x="2904342" y="4035929"/>
              <a:ext cx="34264" cy="40475"/>
            </a:xfrm>
            <a:custGeom>
              <a:avLst/>
              <a:gdLst/>
              <a:ahLst/>
              <a:cxnLst/>
              <a:rect l="l" t="t" r="r" b="b"/>
              <a:pathLst>
                <a:path w="1793" h="2118" extrusionOk="0">
                  <a:moveTo>
                    <a:pt x="326" y="0"/>
                  </a:moveTo>
                  <a:lnTo>
                    <a:pt x="163" y="65"/>
                  </a:lnTo>
                  <a:lnTo>
                    <a:pt x="66" y="196"/>
                  </a:lnTo>
                  <a:lnTo>
                    <a:pt x="1" y="326"/>
                  </a:lnTo>
                  <a:lnTo>
                    <a:pt x="1" y="489"/>
                  </a:lnTo>
                  <a:lnTo>
                    <a:pt x="98" y="652"/>
                  </a:lnTo>
                  <a:lnTo>
                    <a:pt x="1043" y="1955"/>
                  </a:lnTo>
                  <a:lnTo>
                    <a:pt x="1141" y="2020"/>
                  </a:lnTo>
                  <a:lnTo>
                    <a:pt x="1238" y="2085"/>
                  </a:lnTo>
                  <a:lnTo>
                    <a:pt x="1369" y="2118"/>
                  </a:lnTo>
                  <a:lnTo>
                    <a:pt x="1499" y="2085"/>
                  </a:lnTo>
                  <a:lnTo>
                    <a:pt x="1629" y="2020"/>
                  </a:lnTo>
                  <a:lnTo>
                    <a:pt x="1760" y="1890"/>
                  </a:lnTo>
                  <a:lnTo>
                    <a:pt x="1792" y="1759"/>
                  </a:lnTo>
                  <a:lnTo>
                    <a:pt x="1792" y="1596"/>
                  </a:lnTo>
                  <a:lnTo>
                    <a:pt x="1727" y="1434"/>
                  </a:lnTo>
                  <a:lnTo>
                    <a:pt x="750" y="163"/>
                  </a:lnTo>
                  <a:lnTo>
                    <a:pt x="619" y="33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0" name="Google Shape;4760;p64"/>
            <p:cNvSpPr/>
            <p:nvPr/>
          </p:nvSpPr>
          <p:spPr>
            <a:xfrm flipH="1">
              <a:off x="2868243" y="4034687"/>
              <a:ext cx="34264" cy="41106"/>
            </a:xfrm>
            <a:custGeom>
              <a:avLst/>
              <a:gdLst/>
              <a:ahLst/>
              <a:cxnLst/>
              <a:rect l="l" t="t" r="r" b="b"/>
              <a:pathLst>
                <a:path w="1793" h="2151" extrusionOk="0">
                  <a:moveTo>
                    <a:pt x="457" y="0"/>
                  </a:moveTo>
                  <a:lnTo>
                    <a:pt x="294" y="33"/>
                  </a:lnTo>
                  <a:lnTo>
                    <a:pt x="164" y="98"/>
                  </a:lnTo>
                  <a:lnTo>
                    <a:pt x="66" y="228"/>
                  </a:lnTo>
                  <a:lnTo>
                    <a:pt x="1" y="358"/>
                  </a:lnTo>
                  <a:lnTo>
                    <a:pt x="1" y="521"/>
                  </a:lnTo>
                  <a:lnTo>
                    <a:pt x="66" y="684"/>
                  </a:lnTo>
                  <a:lnTo>
                    <a:pt x="1043" y="1955"/>
                  </a:lnTo>
                  <a:lnTo>
                    <a:pt x="1108" y="2052"/>
                  </a:lnTo>
                  <a:lnTo>
                    <a:pt x="1239" y="2117"/>
                  </a:lnTo>
                  <a:lnTo>
                    <a:pt x="1369" y="2150"/>
                  </a:lnTo>
                  <a:lnTo>
                    <a:pt x="1499" y="2117"/>
                  </a:lnTo>
                  <a:lnTo>
                    <a:pt x="1630" y="2052"/>
                  </a:lnTo>
                  <a:lnTo>
                    <a:pt x="1760" y="1922"/>
                  </a:lnTo>
                  <a:lnTo>
                    <a:pt x="1792" y="1792"/>
                  </a:lnTo>
                  <a:lnTo>
                    <a:pt x="1792" y="1629"/>
                  </a:lnTo>
                  <a:lnTo>
                    <a:pt x="1727" y="1466"/>
                  </a:lnTo>
                  <a:lnTo>
                    <a:pt x="750" y="163"/>
                  </a:lnTo>
                  <a:lnTo>
                    <a:pt x="620" y="65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1" name="Google Shape;4761;p64"/>
            <p:cNvSpPr/>
            <p:nvPr/>
          </p:nvSpPr>
          <p:spPr>
            <a:xfrm flipH="1">
              <a:off x="2938587" y="4030330"/>
              <a:ext cx="34264" cy="40475"/>
            </a:xfrm>
            <a:custGeom>
              <a:avLst/>
              <a:gdLst/>
              <a:ahLst/>
              <a:cxnLst/>
              <a:rect l="l" t="t" r="r" b="b"/>
              <a:pathLst>
                <a:path w="1793" h="2118" extrusionOk="0">
                  <a:moveTo>
                    <a:pt x="294" y="0"/>
                  </a:moveTo>
                  <a:lnTo>
                    <a:pt x="164" y="65"/>
                  </a:lnTo>
                  <a:lnTo>
                    <a:pt x="34" y="196"/>
                  </a:lnTo>
                  <a:lnTo>
                    <a:pt x="1" y="358"/>
                  </a:lnTo>
                  <a:lnTo>
                    <a:pt x="1" y="521"/>
                  </a:lnTo>
                  <a:lnTo>
                    <a:pt x="66" y="652"/>
                  </a:lnTo>
                  <a:lnTo>
                    <a:pt x="1043" y="1955"/>
                  </a:lnTo>
                  <a:lnTo>
                    <a:pt x="1108" y="2020"/>
                  </a:lnTo>
                  <a:lnTo>
                    <a:pt x="1239" y="2085"/>
                  </a:lnTo>
                  <a:lnTo>
                    <a:pt x="1369" y="2117"/>
                  </a:lnTo>
                  <a:lnTo>
                    <a:pt x="1499" y="2085"/>
                  </a:lnTo>
                  <a:lnTo>
                    <a:pt x="1630" y="2052"/>
                  </a:lnTo>
                  <a:lnTo>
                    <a:pt x="1727" y="1922"/>
                  </a:lnTo>
                  <a:lnTo>
                    <a:pt x="1793" y="1759"/>
                  </a:lnTo>
                  <a:lnTo>
                    <a:pt x="1793" y="1596"/>
                  </a:lnTo>
                  <a:lnTo>
                    <a:pt x="1727" y="1466"/>
                  </a:lnTo>
                  <a:lnTo>
                    <a:pt x="750" y="163"/>
                  </a:lnTo>
                  <a:lnTo>
                    <a:pt x="620" y="33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2" name="Google Shape;4762;p64"/>
            <p:cNvSpPr/>
            <p:nvPr/>
          </p:nvSpPr>
          <p:spPr>
            <a:xfrm flipH="1">
              <a:off x="2972833" y="4024100"/>
              <a:ext cx="34245" cy="41106"/>
            </a:xfrm>
            <a:custGeom>
              <a:avLst/>
              <a:gdLst/>
              <a:ahLst/>
              <a:cxnLst/>
              <a:rect l="l" t="t" r="r" b="b"/>
              <a:pathLst>
                <a:path w="1792" h="2151" extrusionOk="0">
                  <a:moveTo>
                    <a:pt x="489" y="0"/>
                  </a:moveTo>
                  <a:lnTo>
                    <a:pt x="326" y="33"/>
                  </a:lnTo>
                  <a:lnTo>
                    <a:pt x="163" y="98"/>
                  </a:lnTo>
                  <a:lnTo>
                    <a:pt x="66" y="228"/>
                  </a:lnTo>
                  <a:lnTo>
                    <a:pt x="0" y="359"/>
                  </a:lnTo>
                  <a:lnTo>
                    <a:pt x="33" y="522"/>
                  </a:lnTo>
                  <a:lnTo>
                    <a:pt x="98" y="684"/>
                  </a:lnTo>
                  <a:lnTo>
                    <a:pt x="1075" y="1955"/>
                  </a:lnTo>
                  <a:lnTo>
                    <a:pt x="1140" y="2053"/>
                  </a:lnTo>
                  <a:lnTo>
                    <a:pt x="1238" y="2118"/>
                  </a:lnTo>
                  <a:lnTo>
                    <a:pt x="1401" y="2150"/>
                  </a:lnTo>
                  <a:lnTo>
                    <a:pt x="1531" y="2118"/>
                  </a:lnTo>
                  <a:lnTo>
                    <a:pt x="1662" y="2053"/>
                  </a:lnTo>
                  <a:lnTo>
                    <a:pt x="1759" y="1922"/>
                  </a:lnTo>
                  <a:lnTo>
                    <a:pt x="1792" y="1792"/>
                  </a:lnTo>
                  <a:lnTo>
                    <a:pt x="1792" y="1629"/>
                  </a:lnTo>
                  <a:lnTo>
                    <a:pt x="1727" y="1466"/>
                  </a:lnTo>
                  <a:lnTo>
                    <a:pt x="750" y="163"/>
                  </a:lnTo>
                  <a:lnTo>
                    <a:pt x="619" y="66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3" name="Google Shape;4763;p64"/>
            <p:cNvSpPr/>
            <p:nvPr/>
          </p:nvSpPr>
          <p:spPr>
            <a:xfrm flipH="1">
              <a:off x="3007689" y="4015998"/>
              <a:ext cx="34245" cy="40494"/>
            </a:xfrm>
            <a:custGeom>
              <a:avLst/>
              <a:gdLst/>
              <a:ahLst/>
              <a:cxnLst/>
              <a:rect l="l" t="t" r="r" b="b"/>
              <a:pathLst>
                <a:path w="1792" h="2119" extrusionOk="0">
                  <a:moveTo>
                    <a:pt x="293" y="1"/>
                  </a:moveTo>
                  <a:lnTo>
                    <a:pt x="163" y="66"/>
                  </a:lnTo>
                  <a:lnTo>
                    <a:pt x="33" y="196"/>
                  </a:lnTo>
                  <a:lnTo>
                    <a:pt x="0" y="327"/>
                  </a:lnTo>
                  <a:lnTo>
                    <a:pt x="0" y="490"/>
                  </a:lnTo>
                  <a:lnTo>
                    <a:pt x="65" y="652"/>
                  </a:lnTo>
                  <a:lnTo>
                    <a:pt x="1043" y="1955"/>
                  </a:lnTo>
                  <a:lnTo>
                    <a:pt x="1108" y="2021"/>
                  </a:lnTo>
                  <a:lnTo>
                    <a:pt x="1238" y="2086"/>
                  </a:lnTo>
                  <a:lnTo>
                    <a:pt x="1368" y="2118"/>
                  </a:lnTo>
                  <a:lnTo>
                    <a:pt x="1499" y="2086"/>
                  </a:lnTo>
                  <a:lnTo>
                    <a:pt x="1629" y="2021"/>
                  </a:lnTo>
                  <a:lnTo>
                    <a:pt x="1727" y="1890"/>
                  </a:lnTo>
                  <a:lnTo>
                    <a:pt x="1792" y="1760"/>
                  </a:lnTo>
                  <a:lnTo>
                    <a:pt x="1792" y="1597"/>
                  </a:lnTo>
                  <a:lnTo>
                    <a:pt x="1694" y="1434"/>
                  </a:lnTo>
                  <a:lnTo>
                    <a:pt x="717" y="131"/>
                  </a:lnTo>
                  <a:lnTo>
                    <a:pt x="619" y="34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4" name="Google Shape;4764;p64"/>
            <p:cNvSpPr/>
            <p:nvPr/>
          </p:nvSpPr>
          <p:spPr>
            <a:xfrm flipH="1">
              <a:off x="3043788" y="4003557"/>
              <a:ext cx="34264" cy="40475"/>
            </a:xfrm>
            <a:custGeom>
              <a:avLst/>
              <a:gdLst/>
              <a:ahLst/>
              <a:cxnLst/>
              <a:rect l="l" t="t" r="r" b="b"/>
              <a:pathLst>
                <a:path w="1793" h="2118" extrusionOk="0">
                  <a:moveTo>
                    <a:pt x="294" y="0"/>
                  </a:moveTo>
                  <a:lnTo>
                    <a:pt x="164" y="66"/>
                  </a:lnTo>
                  <a:lnTo>
                    <a:pt x="33" y="196"/>
                  </a:lnTo>
                  <a:lnTo>
                    <a:pt x="1" y="359"/>
                  </a:lnTo>
                  <a:lnTo>
                    <a:pt x="1" y="522"/>
                  </a:lnTo>
                  <a:lnTo>
                    <a:pt x="66" y="652"/>
                  </a:lnTo>
                  <a:lnTo>
                    <a:pt x="1043" y="1955"/>
                  </a:lnTo>
                  <a:lnTo>
                    <a:pt x="1108" y="2020"/>
                  </a:lnTo>
                  <a:lnTo>
                    <a:pt x="1239" y="2085"/>
                  </a:lnTo>
                  <a:lnTo>
                    <a:pt x="1369" y="2118"/>
                  </a:lnTo>
                  <a:lnTo>
                    <a:pt x="1499" y="2118"/>
                  </a:lnTo>
                  <a:lnTo>
                    <a:pt x="1630" y="2053"/>
                  </a:lnTo>
                  <a:lnTo>
                    <a:pt x="1727" y="1922"/>
                  </a:lnTo>
                  <a:lnTo>
                    <a:pt x="1792" y="1759"/>
                  </a:lnTo>
                  <a:lnTo>
                    <a:pt x="1792" y="1597"/>
                  </a:lnTo>
                  <a:lnTo>
                    <a:pt x="1727" y="1466"/>
                  </a:lnTo>
                  <a:lnTo>
                    <a:pt x="750" y="163"/>
                  </a:lnTo>
                  <a:lnTo>
                    <a:pt x="620" y="66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5" name="Google Shape;4765;p64"/>
            <p:cNvSpPr/>
            <p:nvPr/>
          </p:nvSpPr>
          <p:spPr>
            <a:xfrm flipH="1">
              <a:off x="1307033" y="3184350"/>
              <a:ext cx="1510817" cy="906999"/>
            </a:xfrm>
            <a:custGeom>
              <a:avLst/>
              <a:gdLst/>
              <a:ahLst/>
              <a:cxnLst/>
              <a:rect l="l" t="t" r="r" b="b"/>
              <a:pathLst>
                <a:path w="79059" h="47462" extrusionOk="0">
                  <a:moveTo>
                    <a:pt x="38504" y="1"/>
                  </a:moveTo>
                  <a:lnTo>
                    <a:pt x="37136" y="33"/>
                  </a:lnTo>
                  <a:lnTo>
                    <a:pt x="35735" y="98"/>
                  </a:lnTo>
                  <a:lnTo>
                    <a:pt x="34399" y="196"/>
                  </a:lnTo>
                  <a:lnTo>
                    <a:pt x="33455" y="327"/>
                  </a:lnTo>
                  <a:lnTo>
                    <a:pt x="32575" y="489"/>
                  </a:lnTo>
                  <a:lnTo>
                    <a:pt x="31761" y="685"/>
                  </a:lnTo>
                  <a:lnTo>
                    <a:pt x="31044" y="880"/>
                  </a:lnTo>
                  <a:lnTo>
                    <a:pt x="30718" y="1011"/>
                  </a:lnTo>
                  <a:lnTo>
                    <a:pt x="30360" y="1173"/>
                  </a:lnTo>
                  <a:lnTo>
                    <a:pt x="29643" y="1597"/>
                  </a:lnTo>
                  <a:lnTo>
                    <a:pt x="28862" y="2086"/>
                  </a:lnTo>
                  <a:lnTo>
                    <a:pt x="28080" y="2704"/>
                  </a:lnTo>
                  <a:lnTo>
                    <a:pt x="27233" y="3421"/>
                  </a:lnTo>
                  <a:lnTo>
                    <a:pt x="26386" y="4203"/>
                  </a:lnTo>
                  <a:lnTo>
                    <a:pt x="25507" y="5082"/>
                  </a:lnTo>
                  <a:lnTo>
                    <a:pt x="24594" y="6027"/>
                  </a:lnTo>
                  <a:lnTo>
                    <a:pt x="24334" y="6320"/>
                  </a:lnTo>
                  <a:lnTo>
                    <a:pt x="23357" y="7428"/>
                  </a:lnTo>
                  <a:lnTo>
                    <a:pt x="22347" y="8633"/>
                  </a:lnTo>
                  <a:lnTo>
                    <a:pt x="21337" y="9871"/>
                  </a:lnTo>
                  <a:lnTo>
                    <a:pt x="20327" y="11174"/>
                  </a:lnTo>
                  <a:lnTo>
                    <a:pt x="19285" y="12542"/>
                  </a:lnTo>
                  <a:lnTo>
                    <a:pt x="18242" y="13943"/>
                  </a:lnTo>
                  <a:lnTo>
                    <a:pt x="16158" y="16842"/>
                  </a:lnTo>
                  <a:lnTo>
                    <a:pt x="14106" y="19838"/>
                  </a:lnTo>
                  <a:lnTo>
                    <a:pt x="12086" y="22868"/>
                  </a:lnTo>
                  <a:lnTo>
                    <a:pt x="10132" y="25865"/>
                  </a:lnTo>
                  <a:lnTo>
                    <a:pt x="8275" y="28796"/>
                  </a:lnTo>
                  <a:lnTo>
                    <a:pt x="6548" y="31598"/>
                  </a:lnTo>
                  <a:lnTo>
                    <a:pt x="4952" y="34204"/>
                  </a:lnTo>
                  <a:lnTo>
                    <a:pt x="2346" y="38601"/>
                  </a:lnTo>
                  <a:lnTo>
                    <a:pt x="620" y="41565"/>
                  </a:lnTo>
                  <a:lnTo>
                    <a:pt x="1" y="42673"/>
                  </a:lnTo>
                  <a:lnTo>
                    <a:pt x="7493" y="47461"/>
                  </a:lnTo>
                  <a:lnTo>
                    <a:pt x="11337" y="43943"/>
                  </a:lnTo>
                  <a:lnTo>
                    <a:pt x="15506" y="40132"/>
                  </a:lnTo>
                  <a:lnTo>
                    <a:pt x="20653" y="35572"/>
                  </a:lnTo>
                  <a:lnTo>
                    <a:pt x="21989" y="34367"/>
                  </a:lnTo>
                  <a:lnTo>
                    <a:pt x="23324" y="33096"/>
                  </a:lnTo>
                  <a:lnTo>
                    <a:pt x="24660" y="31858"/>
                  </a:lnTo>
                  <a:lnTo>
                    <a:pt x="25963" y="30588"/>
                  </a:lnTo>
                  <a:lnTo>
                    <a:pt x="27200" y="29285"/>
                  </a:lnTo>
                  <a:lnTo>
                    <a:pt x="28438" y="28015"/>
                  </a:lnTo>
                  <a:lnTo>
                    <a:pt x="29611" y="26712"/>
                  </a:lnTo>
                  <a:lnTo>
                    <a:pt x="30751" y="25441"/>
                  </a:lnTo>
                  <a:lnTo>
                    <a:pt x="31826" y="24138"/>
                  </a:lnTo>
                  <a:lnTo>
                    <a:pt x="32836" y="22868"/>
                  </a:lnTo>
                  <a:lnTo>
                    <a:pt x="33813" y="21630"/>
                  </a:lnTo>
                  <a:lnTo>
                    <a:pt x="34692" y="20392"/>
                  </a:lnTo>
                  <a:lnTo>
                    <a:pt x="35539" y="19220"/>
                  </a:lnTo>
                  <a:lnTo>
                    <a:pt x="36289" y="18047"/>
                  </a:lnTo>
                  <a:lnTo>
                    <a:pt x="36940" y="16907"/>
                  </a:lnTo>
                  <a:lnTo>
                    <a:pt x="37526" y="15799"/>
                  </a:lnTo>
                  <a:lnTo>
                    <a:pt x="38471" y="16190"/>
                  </a:lnTo>
                  <a:lnTo>
                    <a:pt x="39579" y="16646"/>
                  </a:lnTo>
                  <a:lnTo>
                    <a:pt x="41044" y="17200"/>
                  </a:lnTo>
                  <a:lnTo>
                    <a:pt x="42836" y="17884"/>
                  </a:lnTo>
                  <a:lnTo>
                    <a:pt x="44921" y="18601"/>
                  </a:lnTo>
                  <a:lnTo>
                    <a:pt x="47201" y="19382"/>
                  </a:lnTo>
                  <a:lnTo>
                    <a:pt x="49677" y="20132"/>
                  </a:lnTo>
                  <a:lnTo>
                    <a:pt x="52315" y="20881"/>
                  </a:lnTo>
                  <a:lnTo>
                    <a:pt x="53651" y="21239"/>
                  </a:lnTo>
                  <a:lnTo>
                    <a:pt x="55019" y="21565"/>
                  </a:lnTo>
                  <a:lnTo>
                    <a:pt x="56387" y="21858"/>
                  </a:lnTo>
                  <a:lnTo>
                    <a:pt x="57755" y="22151"/>
                  </a:lnTo>
                  <a:lnTo>
                    <a:pt x="59156" y="22412"/>
                  </a:lnTo>
                  <a:lnTo>
                    <a:pt x="60524" y="22640"/>
                  </a:lnTo>
                  <a:lnTo>
                    <a:pt x="61859" y="22803"/>
                  </a:lnTo>
                  <a:lnTo>
                    <a:pt x="63227" y="22966"/>
                  </a:lnTo>
                  <a:lnTo>
                    <a:pt x="64530" y="23063"/>
                  </a:lnTo>
                  <a:lnTo>
                    <a:pt x="65833" y="23096"/>
                  </a:lnTo>
                  <a:lnTo>
                    <a:pt x="67071" y="23096"/>
                  </a:lnTo>
                  <a:lnTo>
                    <a:pt x="68309" y="23031"/>
                  </a:lnTo>
                  <a:lnTo>
                    <a:pt x="69449" y="22933"/>
                  </a:lnTo>
                  <a:lnTo>
                    <a:pt x="70589" y="22738"/>
                  </a:lnTo>
                  <a:lnTo>
                    <a:pt x="71469" y="22542"/>
                  </a:lnTo>
                  <a:lnTo>
                    <a:pt x="72283" y="22282"/>
                  </a:lnTo>
                  <a:lnTo>
                    <a:pt x="73032" y="21956"/>
                  </a:lnTo>
                  <a:lnTo>
                    <a:pt x="73749" y="21630"/>
                  </a:lnTo>
                  <a:lnTo>
                    <a:pt x="74368" y="21207"/>
                  </a:lnTo>
                  <a:lnTo>
                    <a:pt x="74987" y="20783"/>
                  </a:lnTo>
                  <a:lnTo>
                    <a:pt x="75508" y="20295"/>
                  </a:lnTo>
                  <a:lnTo>
                    <a:pt x="76029" y="19806"/>
                  </a:lnTo>
                  <a:lnTo>
                    <a:pt x="76453" y="19252"/>
                  </a:lnTo>
                  <a:lnTo>
                    <a:pt x="76876" y="18698"/>
                  </a:lnTo>
                  <a:lnTo>
                    <a:pt x="77234" y="18112"/>
                  </a:lnTo>
                  <a:lnTo>
                    <a:pt x="77560" y="17493"/>
                  </a:lnTo>
                  <a:lnTo>
                    <a:pt x="77853" y="16874"/>
                  </a:lnTo>
                  <a:lnTo>
                    <a:pt x="78081" y="16223"/>
                  </a:lnTo>
                  <a:lnTo>
                    <a:pt x="78309" y="15571"/>
                  </a:lnTo>
                  <a:lnTo>
                    <a:pt x="78505" y="14920"/>
                  </a:lnTo>
                  <a:lnTo>
                    <a:pt x="78668" y="14138"/>
                  </a:lnTo>
                  <a:lnTo>
                    <a:pt x="78798" y="13324"/>
                  </a:lnTo>
                  <a:lnTo>
                    <a:pt x="78928" y="12509"/>
                  </a:lnTo>
                  <a:lnTo>
                    <a:pt x="78993" y="11662"/>
                  </a:lnTo>
                  <a:lnTo>
                    <a:pt x="79026" y="10881"/>
                  </a:lnTo>
                  <a:lnTo>
                    <a:pt x="79059" y="10066"/>
                  </a:lnTo>
                  <a:lnTo>
                    <a:pt x="79026" y="9317"/>
                  </a:lnTo>
                  <a:lnTo>
                    <a:pt x="78993" y="8600"/>
                  </a:lnTo>
                  <a:lnTo>
                    <a:pt x="78896" y="7265"/>
                  </a:lnTo>
                  <a:lnTo>
                    <a:pt x="78765" y="6157"/>
                  </a:lnTo>
                  <a:lnTo>
                    <a:pt x="78635" y="5310"/>
                  </a:lnTo>
                  <a:lnTo>
                    <a:pt x="78472" y="4561"/>
                  </a:lnTo>
                  <a:lnTo>
                    <a:pt x="77300" y="4333"/>
                  </a:lnTo>
                  <a:lnTo>
                    <a:pt x="74010" y="3779"/>
                  </a:lnTo>
                  <a:lnTo>
                    <a:pt x="69123" y="2998"/>
                  </a:lnTo>
                  <a:lnTo>
                    <a:pt x="66224" y="2542"/>
                  </a:lnTo>
                  <a:lnTo>
                    <a:pt x="63097" y="2118"/>
                  </a:lnTo>
                  <a:lnTo>
                    <a:pt x="59807" y="1662"/>
                  </a:lnTo>
                  <a:lnTo>
                    <a:pt x="56419" y="1239"/>
                  </a:lnTo>
                  <a:lnTo>
                    <a:pt x="52967" y="848"/>
                  </a:lnTo>
                  <a:lnTo>
                    <a:pt x="49546" y="522"/>
                  </a:lnTo>
                  <a:lnTo>
                    <a:pt x="46191" y="261"/>
                  </a:lnTo>
                  <a:lnTo>
                    <a:pt x="44562" y="164"/>
                  </a:lnTo>
                  <a:lnTo>
                    <a:pt x="42966" y="66"/>
                  </a:lnTo>
                  <a:lnTo>
                    <a:pt x="41403" y="33"/>
                  </a:lnTo>
                  <a:lnTo>
                    <a:pt x="39937" y="1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6" name="Google Shape;4766;p64"/>
            <p:cNvSpPr/>
            <p:nvPr/>
          </p:nvSpPr>
          <p:spPr>
            <a:xfrm flipH="1">
              <a:off x="2108181" y="3184980"/>
              <a:ext cx="239678" cy="119533"/>
            </a:xfrm>
            <a:custGeom>
              <a:avLst/>
              <a:gdLst/>
              <a:ahLst/>
              <a:cxnLst/>
              <a:rect l="l" t="t" r="r" b="b"/>
              <a:pathLst>
                <a:path w="12542" h="6255" extrusionOk="0">
                  <a:moveTo>
                    <a:pt x="12542" y="0"/>
                  </a:moveTo>
                  <a:lnTo>
                    <a:pt x="11141" y="65"/>
                  </a:lnTo>
                  <a:lnTo>
                    <a:pt x="9805" y="163"/>
                  </a:lnTo>
                  <a:lnTo>
                    <a:pt x="8861" y="294"/>
                  </a:lnTo>
                  <a:lnTo>
                    <a:pt x="7981" y="456"/>
                  </a:lnTo>
                  <a:lnTo>
                    <a:pt x="7167" y="652"/>
                  </a:lnTo>
                  <a:lnTo>
                    <a:pt x="6450" y="847"/>
                  </a:lnTo>
                  <a:lnTo>
                    <a:pt x="6124" y="978"/>
                  </a:lnTo>
                  <a:lnTo>
                    <a:pt x="5766" y="1140"/>
                  </a:lnTo>
                  <a:lnTo>
                    <a:pt x="5049" y="1564"/>
                  </a:lnTo>
                  <a:lnTo>
                    <a:pt x="4268" y="2053"/>
                  </a:lnTo>
                  <a:lnTo>
                    <a:pt x="3486" y="2671"/>
                  </a:lnTo>
                  <a:lnTo>
                    <a:pt x="2639" y="3388"/>
                  </a:lnTo>
                  <a:lnTo>
                    <a:pt x="1792" y="4170"/>
                  </a:lnTo>
                  <a:lnTo>
                    <a:pt x="913" y="5049"/>
                  </a:lnTo>
                  <a:lnTo>
                    <a:pt x="0" y="5994"/>
                  </a:lnTo>
                  <a:lnTo>
                    <a:pt x="717" y="6124"/>
                  </a:lnTo>
                  <a:lnTo>
                    <a:pt x="1401" y="6189"/>
                  </a:lnTo>
                  <a:lnTo>
                    <a:pt x="2053" y="6255"/>
                  </a:lnTo>
                  <a:lnTo>
                    <a:pt x="2704" y="6255"/>
                  </a:lnTo>
                  <a:lnTo>
                    <a:pt x="3323" y="6222"/>
                  </a:lnTo>
                  <a:lnTo>
                    <a:pt x="3909" y="6189"/>
                  </a:lnTo>
                  <a:lnTo>
                    <a:pt x="4463" y="6124"/>
                  </a:lnTo>
                  <a:lnTo>
                    <a:pt x="5017" y="6027"/>
                  </a:lnTo>
                  <a:lnTo>
                    <a:pt x="5538" y="5896"/>
                  </a:lnTo>
                  <a:lnTo>
                    <a:pt x="6059" y="5766"/>
                  </a:lnTo>
                  <a:lnTo>
                    <a:pt x="6515" y="5603"/>
                  </a:lnTo>
                  <a:lnTo>
                    <a:pt x="7004" y="5440"/>
                  </a:lnTo>
                  <a:lnTo>
                    <a:pt x="7427" y="5245"/>
                  </a:lnTo>
                  <a:lnTo>
                    <a:pt x="7851" y="5017"/>
                  </a:lnTo>
                  <a:lnTo>
                    <a:pt x="8274" y="4789"/>
                  </a:lnTo>
                  <a:lnTo>
                    <a:pt x="8633" y="4561"/>
                  </a:lnTo>
                  <a:lnTo>
                    <a:pt x="9024" y="4300"/>
                  </a:lnTo>
                  <a:lnTo>
                    <a:pt x="9349" y="4040"/>
                  </a:lnTo>
                  <a:lnTo>
                    <a:pt x="10001" y="3486"/>
                  </a:lnTo>
                  <a:lnTo>
                    <a:pt x="10587" y="2899"/>
                  </a:lnTo>
                  <a:lnTo>
                    <a:pt x="11076" y="2281"/>
                  </a:lnTo>
                  <a:lnTo>
                    <a:pt x="11532" y="1694"/>
                  </a:lnTo>
                  <a:lnTo>
                    <a:pt x="11923" y="1108"/>
                  </a:lnTo>
                  <a:lnTo>
                    <a:pt x="12281" y="522"/>
                  </a:lnTo>
                  <a:lnTo>
                    <a:pt x="12542" y="0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7" name="Google Shape;4767;p64"/>
            <p:cNvSpPr/>
            <p:nvPr/>
          </p:nvSpPr>
          <p:spPr>
            <a:xfrm flipH="1">
              <a:off x="1866039" y="3480039"/>
              <a:ext cx="407750" cy="238435"/>
            </a:xfrm>
            <a:custGeom>
              <a:avLst/>
              <a:gdLst/>
              <a:ahLst/>
              <a:cxnLst/>
              <a:rect l="l" t="t" r="r" b="b"/>
              <a:pathLst>
                <a:path w="21337" h="12477" extrusionOk="0">
                  <a:moveTo>
                    <a:pt x="9056" y="1"/>
                  </a:moveTo>
                  <a:lnTo>
                    <a:pt x="8926" y="66"/>
                  </a:lnTo>
                  <a:lnTo>
                    <a:pt x="8861" y="196"/>
                  </a:lnTo>
                  <a:lnTo>
                    <a:pt x="8731" y="522"/>
                  </a:lnTo>
                  <a:lnTo>
                    <a:pt x="8307" y="1401"/>
                  </a:lnTo>
                  <a:lnTo>
                    <a:pt x="7656" y="2704"/>
                  </a:lnTo>
                  <a:lnTo>
                    <a:pt x="7200" y="3486"/>
                  </a:lnTo>
                  <a:lnTo>
                    <a:pt x="6711" y="4333"/>
                  </a:lnTo>
                  <a:lnTo>
                    <a:pt x="6125" y="5245"/>
                  </a:lnTo>
                  <a:lnTo>
                    <a:pt x="5473" y="6190"/>
                  </a:lnTo>
                  <a:lnTo>
                    <a:pt x="4757" y="7134"/>
                  </a:lnTo>
                  <a:lnTo>
                    <a:pt x="3975" y="8112"/>
                  </a:lnTo>
                  <a:lnTo>
                    <a:pt x="3128" y="9089"/>
                  </a:lnTo>
                  <a:lnTo>
                    <a:pt x="2183" y="10066"/>
                  </a:lnTo>
                  <a:lnTo>
                    <a:pt x="1206" y="10978"/>
                  </a:lnTo>
                  <a:lnTo>
                    <a:pt x="652" y="11434"/>
                  </a:lnTo>
                  <a:lnTo>
                    <a:pt x="131" y="11858"/>
                  </a:lnTo>
                  <a:lnTo>
                    <a:pt x="33" y="11988"/>
                  </a:lnTo>
                  <a:lnTo>
                    <a:pt x="1" y="12086"/>
                  </a:lnTo>
                  <a:lnTo>
                    <a:pt x="1" y="12216"/>
                  </a:lnTo>
                  <a:lnTo>
                    <a:pt x="66" y="12346"/>
                  </a:lnTo>
                  <a:lnTo>
                    <a:pt x="131" y="12411"/>
                  </a:lnTo>
                  <a:lnTo>
                    <a:pt x="196" y="12444"/>
                  </a:lnTo>
                  <a:lnTo>
                    <a:pt x="359" y="12476"/>
                  </a:lnTo>
                  <a:lnTo>
                    <a:pt x="457" y="12444"/>
                  </a:lnTo>
                  <a:lnTo>
                    <a:pt x="522" y="12411"/>
                  </a:lnTo>
                  <a:lnTo>
                    <a:pt x="1499" y="11597"/>
                  </a:lnTo>
                  <a:lnTo>
                    <a:pt x="2379" y="10783"/>
                  </a:lnTo>
                  <a:lnTo>
                    <a:pt x="3258" y="9936"/>
                  </a:lnTo>
                  <a:lnTo>
                    <a:pt x="4040" y="9056"/>
                  </a:lnTo>
                  <a:lnTo>
                    <a:pt x="4789" y="8209"/>
                  </a:lnTo>
                  <a:lnTo>
                    <a:pt x="5441" y="7330"/>
                  </a:lnTo>
                  <a:lnTo>
                    <a:pt x="6092" y="6483"/>
                  </a:lnTo>
                  <a:lnTo>
                    <a:pt x="6646" y="5636"/>
                  </a:lnTo>
                  <a:lnTo>
                    <a:pt x="7167" y="4822"/>
                  </a:lnTo>
                  <a:lnTo>
                    <a:pt x="7623" y="4072"/>
                  </a:lnTo>
                  <a:lnTo>
                    <a:pt x="8047" y="3356"/>
                  </a:lnTo>
                  <a:lnTo>
                    <a:pt x="8405" y="2672"/>
                  </a:lnTo>
                  <a:lnTo>
                    <a:pt x="8959" y="1564"/>
                  </a:lnTo>
                  <a:lnTo>
                    <a:pt x="9317" y="815"/>
                  </a:lnTo>
                  <a:lnTo>
                    <a:pt x="9903" y="1108"/>
                  </a:lnTo>
                  <a:lnTo>
                    <a:pt x="10587" y="1434"/>
                  </a:lnTo>
                  <a:lnTo>
                    <a:pt x="11402" y="1792"/>
                  </a:lnTo>
                  <a:lnTo>
                    <a:pt x="12249" y="2118"/>
                  </a:lnTo>
                  <a:lnTo>
                    <a:pt x="14105" y="2802"/>
                  </a:lnTo>
                  <a:lnTo>
                    <a:pt x="16027" y="3453"/>
                  </a:lnTo>
                  <a:lnTo>
                    <a:pt x="17819" y="4040"/>
                  </a:lnTo>
                  <a:lnTo>
                    <a:pt x="19350" y="4528"/>
                  </a:lnTo>
                  <a:lnTo>
                    <a:pt x="20913" y="5017"/>
                  </a:lnTo>
                  <a:lnTo>
                    <a:pt x="21076" y="5017"/>
                  </a:lnTo>
                  <a:lnTo>
                    <a:pt x="21174" y="4984"/>
                  </a:lnTo>
                  <a:lnTo>
                    <a:pt x="21272" y="4887"/>
                  </a:lnTo>
                  <a:lnTo>
                    <a:pt x="21337" y="4789"/>
                  </a:lnTo>
                  <a:lnTo>
                    <a:pt x="21337" y="4659"/>
                  </a:lnTo>
                  <a:lnTo>
                    <a:pt x="21304" y="4528"/>
                  </a:lnTo>
                  <a:lnTo>
                    <a:pt x="21239" y="4431"/>
                  </a:lnTo>
                  <a:lnTo>
                    <a:pt x="21109" y="4365"/>
                  </a:lnTo>
                  <a:lnTo>
                    <a:pt x="19545" y="3909"/>
                  </a:lnTo>
                  <a:lnTo>
                    <a:pt x="17949" y="3388"/>
                  </a:lnTo>
                  <a:lnTo>
                    <a:pt x="16027" y="2769"/>
                  </a:lnTo>
                  <a:lnTo>
                    <a:pt x="14040" y="2085"/>
                  </a:lnTo>
                  <a:lnTo>
                    <a:pt x="12118" y="1369"/>
                  </a:lnTo>
                  <a:lnTo>
                    <a:pt x="11271" y="1010"/>
                  </a:lnTo>
                  <a:lnTo>
                    <a:pt x="10490" y="685"/>
                  </a:lnTo>
                  <a:lnTo>
                    <a:pt x="9838" y="359"/>
                  </a:lnTo>
                  <a:lnTo>
                    <a:pt x="9350" y="33"/>
                  </a:lnTo>
                  <a:lnTo>
                    <a:pt x="9219" y="1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8" name="Google Shape;4768;p64"/>
            <p:cNvSpPr/>
            <p:nvPr/>
          </p:nvSpPr>
          <p:spPr>
            <a:xfrm flipH="1">
              <a:off x="2637930" y="3951884"/>
              <a:ext cx="158116" cy="108335"/>
            </a:xfrm>
            <a:custGeom>
              <a:avLst/>
              <a:gdLst/>
              <a:ahLst/>
              <a:cxnLst/>
              <a:rect l="l" t="t" r="r" b="b"/>
              <a:pathLst>
                <a:path w="8274" h="5669" extrusionOk="0">
                  <a:moveTo>
                    <a:pt x="261" y="1"/>
                  </a:moveTo>
                  <a:lnTo>
                    <a:pt x="130" y="66"/>
                  </a:lnTo>
                  <a:lnTo>
                    <a:pt x="33" y="131"/>
                  </a:lnTo>
                  <a:lnTo>
                    <a:pt x="0" y="261"/>
                  </a:lnTo>
                  <a:lnTo>
                    <a:pt x="0" y="392"/>
                  </a:lnTo>
                  <a:lnTo>
                    <a:pt x="33" y="522"/>
                  </a:lnTo>
                  <a:lnTo>
                    <a:pt x="130" y="587"/>
                  </a:lnTo>
                  <a:lnTo>
                    <a:pt x="7753" y="5604"/>
                  </a:lnTo>
                  <a:lnTo>
                    <a:pt x="7850" y="5669"/>
                  </a:lnTo>
                  <a:lnTo>
                    <a:pt x="7981" y="5669"/>
                  </a:lnTo>
                  <a:lnTo>
                    <a:pt x="8111" y="5636"/>
                  </a:lnTo>
                  <a:lnTo>
                    <a:pt x="8209" y="5538"/>
                  </a:lnTo>
                  <a:lnTo>
                    <a:pt x="8274" y="5408"/>
                  </a:lnTo>
                  <a:lnTo>
                    <a:pt x="8274" y="5278"/>
                  </a:lnTo>
                  <a:lnTo>
                    <a:pt x="8209" y="5148"/>
                  </a:lnTo>
                  <a:lnTo>
                    <a:pt x="8144" y="5050"/>
                  </a:lnTo>
                  <a:lnTo>
                    <a:pt x="489" y="66"/>
                  </a:lnTo>
                  <a:lnTo>
                    <a:pt x="391" y="1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9" name="Google Shape;4769;p64"/>
            <p:cNvSpPr/>
            <p:nvPr/>
          </p:nvSpPr>
          <p:spPr>
            <a:xfrm flipH="1">
              <a:off x="1312021" y="3416536"/>
              <a:ext cx="1368868" cy="621285"/>
            </a:xfrm>
            <a:custGeom>
              <a:avLst/>
              <a:gdLst/>
              <a:ahLst/>
              <a:cxnLst/>
              <a:rect l="l" t="t" r="r" b="b"/>
              <a:pathLst>
                <a:path w="71631" h="32511" extrusionOk="0">
                  <a:moveTo>
                    <a:pt x="28372" y="1"/>
                  </a:moveTo>
                  <a:lnTo>
                    <a:pt x="28275" y="34"/>
                  </a:lnTo>
                  <a:lnTo>
                    <a:pt x="28144" y="99"/>
                  </a:lnTo>
                  <a:lnTo>
                    <a:pt x="28079" y="196"/>
                  </a:lnTo>
                  <a:lnTo>
                    <a:pt x="27916" y="620"/>
                  </a:lnTo>
                  <a:lnTo>
                    <a:pt x="27460" y="1662"/>
                  </a:lnTo>
                  <a:lnTo>
                    <a:pt x="26679" y="3258"/>
                  </a:lnTo>
                  <a:lnTo>
                    <a:pt x="26190" y="4203"/>
                  </a:lnTo>
                  <a:lnTo>
                    <a:pt x="25636" y="5213"/>
                  </a:lnTo>
                  <a:lnTo>
                    <a:pt x="25017" y="6288"/>
                  </a:lnTo>
                  <a:lnTo>
                    <a:pt x="24301" y="7428"/>
                  </a:lnTo>
                  <a:lnTo>
                    <a:pt x="23551" y="8568"/>
                  </a:lnTo>
                  <a:lnTo>
                    <a:pt x="22704" y="9741"/>
                  </a:lnTo>
                  <a:lnTo>
                    <a:pt x="21825" y="10881"/>
                  </a:lnTo>
                  <a:lnTo>
                    <a:pt x="20848" y="12021"/>
                  </a:lnTo>
                  <a:lnTo>
                    <a:pt x="20359" y="12575"/>
                  </a:lnTo>
                  <a:lnTo>
                    <a:pt x="19838" y="13096"/>
                  </a:lnTo>
                  <a:lnTo>
                    <a:pt x="19317" y="13617"/>
                  </a:lnTo>
                  <a:lnTo>
                    <a:pt x="18763" y="14138"/>
                  </a:lnTo>
                  <a:lnTo>
                    <a:pt x="16222" y="16418"/>
                  </a:lnTo>
                  <a:lnTo>
                    <a:pt x="13323" y="19155"/>
                  </a:lnTo>
                  <a:lnTo>
                    <a:pt x="10229" y="22086"/>
                  </a:lnTo>
                  <a:lnTo>
                    <a:pt x="7199" y="24985"/>
                  </a:lnTo>
                  <a:lnTo>
                    <a:pt x="2215" y="29872"/>
                  </a:lnTo>
                  <a:lnTo>
                    <a:pt x="98" y="31956"/>
                  </a:lnTo>
                  <a:lnTo>
                    <a:pt x="33" y="32054"/>
                  </a:lnTo>
                  <a:lnTo>
                    <a:pt x="0" y="32184"/>
                  </a:lnTo>
                  <a:lnTo>
                    <a:pt x="33" y="32315"/>
                  </a:lnTo>
                  <a:lnTo>
                    <a:pt x="98" y="32412"/>
                  </a:lnTo>
                  <a:lnTo>
                    <a:pt x="228" y="32510"/>
                  </a:lnTo>
                  <a:lnTo>
                    <a:pt x="456" y="32510"/>
                  </a:lnTo>
                  <a:lnTo>
                    <a:pt x="554" y="32445"/>
                  </a:lnTo>
                  <a:lnTo>
                    <a:pt x="2671" y="30328"/>
                  </a:lnTo>
                  <a:lnTo>
                    <a:pt x="7655" y="25474"/>
                  </a:lnTo>
                  <a:lnTo>
                    <a:pt x="10685" y="22575"/>
                  </a:lnTo>
                  <a:lnTo>
                    <a:pt x="13747" y="19643"/>
                  </a:lnTo>
                  <a:lnTo>
                    <a:pt x="16678" y="16907"/>
                  </a:lnTo>
                  <a:lnTo>
                    <a:pt x="19186" y="14627"/>
                  </a:lnTo>
                  <a:lnTo>
                    <a:pt x="20196" y="13682"/>
                  </a:lnTo>
                  <a:lnTo>
                    <a:pt x="21108" y="12705"/>
                  </a:lnTo>
                  <a:lnTo>
                    <a:pt x="22020" y="11695"/>
                  </a:lnTo>
                  <a:lnTo>
                    <a:pt x="22867" y="10653"/>
                  </a:lnTo>
                  <a:lnTo>
                    <a:pt x="23649" y="9610"/>
                  </a:lnTo>
                  <a:lnTo>
                    <a:pt x="24366" y="8535"/>
                  </a:lnTo>
                  <a:lnTo>
                    <a:pt x="25050" y="7493"/>
                  </a:lnTo>
                  <a:lnTo>
                    <a:pt x="25669" y="6483"/>
                  </a:lnTo>
                  <a:lnTo>
                    <a:pt x="26222" y="5506"/>
                  </a:lnTo>
                  <a:lnTo>
                    <a:pt x="26744" y="4594"/>
                  </a:lnTo>
                  <a:lnTo>
                    <a:pt x="27591" y="2933"/>
                  </a:lnTo>
                  <a:lnTo>
                    <a:pt x="28210" y="1597"/>
                  </a:lnTo>
                  <a:lnTo>
                    <a:pt x="28568" y="750"/>
                  </a:lnTo>
                  <a:lnTo>
                    <a:pt x="29936" y="1271"/>
                  </a:lnTo>
                  <a:lnTo>
                    <a:pt x="32249" y="2086"/>
                  </a:lnTo>
                  <a:lnTo>
                    <a:pt x="33682" y="2607"/>
                  </a:lnTo>
                  <a:lnTo>
                    <a:pt x="35343" y="3128"/>
                  </a:lnTo>
                  <a:lnTo>
                    <a:pt x="37135" y="3682"/>
                  </a:lnTo>
                  <a:lnTo>
                    <a:pt x="39089" y="4268"/>
                  </a:lnTo>
                  <a:lnTo>
                    <a:pt x="41174" y="4822"/>
                  </a:lnTo>
                  <a:lnTo>
                    <a:pt x="43357" y="5376"/>
                  </a:lnTo>
                  <a:lnTo>
                    <a:pt x="45604" y="5897"/>
                  </a:lnTo>
                  <a:lnTo>
                    <a:pt x="47949" y="6386"/>
                  </a:lnTo>
                  <a:lnTo>
                    <a:pt x="50327" y="6809"/>
                  </a:lnTo>
                  <a:lnTo>
                    <a:pt x="51533" y="7004"/>
                  </a:lnTo>
                  <a:lnTo>
                    <a:pt x="52770" y="7167"/>
                  </a:lnTo>
                  <a:lnTo>
                    <a:pt x="53976" y="7330"/>
                  </a:lnTo>
                  <a:lnTo>
                    <a:pt x="55181" y="7428"/>
                  </a:lnTo>
                  <a:lnTo>
                    <a:pt x="56419" y="7558"/>
                  </a:lnTo>
                  <a:lnTo>
                    <a:pt x="57624" y="7623"/>
                  </a:lnTo>
                  <a:lnTo>
                    <a:pt x="58699" y="7656"/>
                  </a:lnTo>
                  <a:lnTo>
                    <a:pt x="59709" y="7656"/>
                  </a:lnTo>
                  <a:lnTo>
                    <a:pt x="60686" y="7623"/>
                  </a:lnTo>
                  <a:lnTo>
                    <a:pt x="61598" y="7526"/>
                  </a:lnTo>
                  <a:lnTo>
                    <a:pt x="62478" y="7395"/>
                  </a:lnTo>
                  <a:lnTo>
                    <a:pt x="63325" y="7265"/>
                  </a:lnTo>
                  <a:lnTo>
                    <a:pt x="64106" y="7070"/>
                  </a:lnTo>
                  <a:lnTo>
                    <a:pt x="64823" y="6874"/>
                  </a:lnTo>
                  <a:lnTo>
                    <a:pt x="65540" y="6646"/>
                  </a:lnTo>
                  <a:lnTo>
                    <a:pt x="66158" y="6386"/>
                  </a:lnTo>
                  <a:lnTo>
                    <a:pt x="66777" y="6157"/>
                  </a:lnTo>
                  <a:lnTo>
                    <a:pt x="67331" y="5864"/>
                  </a:lnTo>
                  <a:lnTo>
                    <a:pt x="67852" y="5604"/>
                  </a:lnTo>
                  <a:lnTo>
                    <a:pt x="68341" y="5311"/>
                  </a:lnTo>
                  <a:lnTo>
                    <a:pt x="68797" y="5050"/>
                  </a:lnTo>
                  <a:lnTo>
                    <a:pt x="69188" y="4757"/>
                  </a:lnTo>
                  <a:lnTo>
                    <a:pt x="69872" y="4236"/>
                  </a:lnTo>
                  <a:lnTo>
                    <a:pt x="70426" y="3714"/>
                  </a:lnTo>
                  <a:lnTo>
                    <a:pt x="70914" y="3226"/>
                  </a:lnTo>
                  <a:lnTo>
                    <a:pt x="71338" y="2770"/>
                  </a:lnTo>
                  <a:lnTo>
                    <a:pt x="71501" y="1988"/>
                  </a:lnTo>
                  <a:lnTo>
                    <a:pt x="71631" y="1174"/>
                  </a:lnTo>
                  <a:lnTo>
                    <a:pt x="71435" y="1532"/>
                  </a:lnTo>
                  <a:lnTo>
                    <a:pt x="71045" y="2086"/>
                  </a:lnTo>
                  <a:lnTo>
                    <a:pt x="70621" y="2574"/>
                  </a:lnTo>
                  <a:lnTo>
                    <a:pt x="70133" y="3096"/>
                  </a:lnTo>
                  <a:lnTo>
                    <a:pt x="69514" y="3682"/>
                  </a:lnTo>
                  <a:lnTo>
                    <a:pt x="68764" y="4236"/>
                  </a:lnTo>
                  <a:lnTo>
                    <a:pt x="68374" y="4496"/>
                  </a:lnTo>
                  <a:lnTo>
                    <a:pt x="67950" y="4789"/>
                  </a:lnTo>
                  <a:lnTo>
                    <a:pt x="67494" y="5050"/>
                  </a:lnTo>
                  <a:lnTo>
                    <a:pt x="67005" y="5311"/>
                  </a:lnTo>
                  <a:lnTo>
                    <a:pt x="66452" y="5571"/>
                  </a:lnTo>
                  <a:lnTo>
                    <a:pt x="65865" y="5799"/>
                  </a:lnTo>
                  <a:lnTo>
                    <a:pt x="65246" y="6027"/>
                  </a:lnTo>
                  <a:lnTo>
                    <a:pt x="64595" y="6255"/>
                  </a:lnTo>
                  <a:lnTo>
                    <a:pt x="63878" y="6451"/>
                  </a:lnTo>
                  <a:lnTo>
                    <a:pt x="63129" y="6614"/>
                  </a:lnTo>
                  <a:lnTo>
                    <a:pt x="62347" y="6744"/>
                  </a:lnTo>
                  <a:lnTo>
                    <a:pt x="61500" y="6874"/>
                  </a:lnTo>
                  <a:lnTo>
                    <a:pt x="60621" y="6939"/>
                  </a:lnTo>
                  <a:lnTo>
                    <a:pt x="59676" y="7004"/>
                  </a:lnTo>
                  <a:lnTo>
                    <a:pt x="58699" y="7004"/>
                  </a:lnTo>
                  <a:lnTo>
                    <a:pt x="57657" y="6972"/>
                  </a:lnTo>
                  <a:lnTo>
                    <a:pt x="56354" y="6874"/>
                  </a:lnTo>
                  <a:lnTo>
                    <a:pt x="55051" y="6776"/>
                  </a:lnTo>
                  <a:lnTo>
                    <a:pt x="53715" y="6614"/>
                  </a:lnTo>
                  <a:lnTo>
                    <a:pt x="52412" y="6451"/>
                  </a:lnTo>
                  <a:lnTo>
                    <a:pt x="51109" y="6255"/>
                  </a:lnTo>
                  <a:lnTo>
                    <a:pt x="49806" y="6060"/>
                  </a:lnTo>
                  <a:lnTo>
                    <a:pt x="47265" y="5571"/>
                  </a:lnTo>
                  <a:lnTo>
                    <a:pt x="44757" y="5017"/>
                  </a:lnTo>
                  <a:lnTo>
                    <a:pt x="42379" y="4464"/>
                  </a:lnTo>
                  <a:lnTo>
                    <a:pt x="40067" y="3845"/>
                  </a:lnTo>
                  <a:lnTo>
                    <a:pt x="37917" y="3226"/>
                  </a:lnTo>
                  <a:lnTo>
                    <a:pt x="35930" y="2607"/>
                  </a:lnTo>
                  <a:lnTo>
                    <a:pt x="34138" y="2053"/>
                  </a:lnTo>
                  <a:lnTo>
                    <a:pt x="32542" y="1499"/>
                  </a:lnTo>
                  <a:lnTo>
                    <a:pt x="31174" y="1011"/>
                  </a:lnTo>
                  <a:lnTo>
                    <a:pt x="29252" y="294"/>
                  </a:lnTo>
                  <a:lnTo>
                    <a:pt x="28503" y="1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0" name="Google Shape;4770;p64"/>
            <p:cNvSpPr/>
            <p:nvPr/>
          </p:nvSpPr>
          <p:spPr>
            <a:xfrm flipH="1">
              <a:off x="1156389" y="1438269"/>
              <a:ext cx="400278" cy="433893"/>
            </a:xfrm>
            <a:custGeom>
              <a:avLst/>
              <a:gdLst/>
              <a:ahLst/>
              <a:cxnLst/>
              <a:rect l="l" t="t" r="r" b="b"/>
              <a:pathLst>
                <a:path w="20946" h="22705" extrusionOk="0">
                  <a:moveTo>
                    <a:pt x="13323" y="0"/>
                  </a:moveTo>
                  <a:lnTo>
                    <a:pt x="12835" y="65"/>
                  </a:lnTo>
                  <a:lnTo>
                    <a:pt x="12378" y="196"/>
                  </a:lnTo>
                  <a:lnTo>
                    <a:pt x="11955" y="391"/>
                  </a:lnTo>
                  <a:lnTo>
                    <a:pt x="11532" y="619"/>
                  </a:lnTo>
                  <a:lnTo>
                    <a:pt x="11141" y="880"/>
                  </a:lnTo>
                  <a:lnTo>
                    <a:pt x="10782" y="1173"/>
                  </a:lnTo>
                  <a:lnTo>
                    <a:pt x="10457" y="1466"/>
                  </a:lnTo>
                  <a:lnTo>
                    <a:pt x="10163" y="1792"/>
                  </a:lnTo>
                  <a:lnTo>
                    <a:pt x="9903" y="2085"/>
                  </a:lnTo>
                  <a:lnTo>
                    <a:pt x="9479" y="2639"/>
                  </a:lnTo>
                  <a:lnTo>
                    <a:pt x="9219" y="3029"/>
                  </a:lnTo>
                  <a:lnTo>
                    <a:pt x="9154" y="3160"/>
                  </a:lnTo>
                  <a:lnTo>
                    <a:pt x="8795" y="2997"/>
                  </a:lnTo>
                  <a:lnTo>
                    <a:pt x="8404" y="2867"/>
                  </a:lnTo>
                  <a:lnTo>
                    <a:pt x="7883" y="2769"/>
                  </a:lnTo>
                  <a:lnTo>
                    <a:pt x="7590" y="2736"/>
                  </a:lnTo>
                  <a:lnTo>
                    <a:pt x="7264" y="2704"/>
                  </a:lnTo>
                  <a:lnTo>
                    <a:pt x="6906" y="2704"/>
                  </a:lnTo>
                  <a:lnTo>
                    <a:pt x="6548" y="2769"/>
                  </a:lnTo>
                  <a:lnTo>
                    <a:pt x="6189" y="2834"/>
                  </a:lnTo>
                  <a:lnTo>
                    <a:pt x="5798" y="2932"/>
                  </a:lnTo>
                  <a:lnTo>
                    <a:pt x="5408" y="3095"/>
                  </a:lnTo>
                  <a:lnTo>
                    <a:pt x="5017" y="3323"/>
                  </a:lnTo>
                  <a:lnTo>
                    <a:pt x="4821" y="3453"/>
                  </a:lnTo>
                  <a:lnTo>
                    <a:pt x="4658" y="3583"/>
                  </a:lnTo>
                  <a:lnTo>
                    <a:pt x="4496" y="3746"/>
                  </a:lnTo>
                  <a:lnTo>
                    <a:pt x="4365" y="3909"/>
                  </a:lnTo>
                  <a:lnTo>
                    <a:pt x="4137" y="4300"/>
                  </a:lnTo>
                  <a:lnTo>
                    <a:pt x="3974" y="4691"/>
                  </a:lnTo>
                  <a:lnTo>
                    <a:pt x="3844" y="5114"/>
                  </a:lnTo>
                  <a:lnTo>
                    <a:pt x="3779" y="5570"/>
                  </a:lnTo>
                  <a:lnTo>
                    <a:pt x="3746" y="6026"/>
                  </a:lnTo>
                  <a:lnTo>
                    <a:pt x="3779" y="6482"/>
                  </a:lnTo>
                  <a:lnTo>
                    <a:pt x="3779" y="6906"/>
                  </a:lnTo>
                  <a:lnTo>
                    <a:pt x="3844" y="7297"/>
                  </a:lnTo>
                  <a:lnTo>
                    <a:pt x="3974" y="8013"/>
                  </a:lnTo>
                  <a:lnTo>
                    <a:pt x="4072" y="8502"/>
                  </a:lnTo>
                  <a:lnTo>
                    <a:pt x="4137" y="8665"/>
                  </a:lnTo>
                  <a:lnTo>
                    <a:pt x="4039" y="8632"/>
                  </a:lnTo>
                  <a:lnTo>
                    <a:pt x="3746" y="8535"/>
                  </a:lnTo>
                  <a:lnTo>
                    <a:pt x="3355" y="8437"/>
                  </a:lnTo>
                  <a:lnTo>
                    <a:pt x="3095" y="8372"/>
                  </a:lnTo>
                  <a:lnTo>
                    <a:pt x="2248" y="8372"/>
                  </a:lnTo>
                  <a:lnTo>
                    <a:pt x="1922" y="8437"/>
                  </a:lnTo>
                  <a:lnTo>
                    <a:pt x="1596" y="8535"/>
                  </a:lnTo>
                  <a:lnTo>
                    <a:pt x="1303" y="8665"/>
                  </a:lnTo>
                  <a:lnTo>
                    <a:pt x="977" y="8860"/>
                  </a:lnTo>
                  <a:lnTo>
                    <a:pt x="652" y="9121"/>
                  </a:lnTo>
                  <a:lnTo>
                    <a:pt x="359" y="9414"/>
                  </a:lnTo>
                  <a:lnTo>
                    <a:pt x="196" y="9642"/>
                  </a:lnTo>
                  <a:lnTo>
                    <a:pt x="98" y="9903"/>
                  </a:lnTo>
                  <a:lnTo>
                    <a:pt x="33" y="10163"/>
                  </a:lnTo>
                  <a:lnTo>
                    <a:pt x="0" y="10424"/>
                  </a:lnTo>
                  <a:lnTo>
                    <a:pt x="33" y="10717"/>
                  </a:lnTo>
                  <a:lnTo>
                    <a:pt x="65" y="11010"/>
                  </a:lnTo>
                  <a:lnTo>
                    <a:pt x="163" y="11303"/>
                  </a:lnTo>
                  <a:lnTo>
                    <a:pt x="261" y="11596"/>
                  </a:lnTo>
                  <a:lnTo>
                    <a:pt x="424" y="11890"/>
                  </a:lnTo>
                  <a:lnTo>
                    <a:pt x="587" y="12183"/>
                  </a:lnTo>
                  <a:lnTo>
                    <a:pt x="945" y="12769"/>
                  </a:lnTo>
                  <a:lnTo>
                    <a:pt x="1336" y="13355"/>
                  </a:lnTo>
                  <a:lnTo>
                    <a:pt x="1759" y="13877"/>
                  </a:lnTo>
                  <a:lnTo>
                    <a:pt x="2378" y="14561"/>
                  </a:lnTo>
                  <a:lnTo>
                    <a:pt x="3160" y="15375"/>
                  </a:lnTo>
                  <a:lnTo>
                    <a:pt x="4105" y="16287"/>
                  </a:lnTo>
                  <a:lnTo>
                    <a:pt x="6580" y="18111"/>
                  </a:lnTo>
                  <a:lnTo>
                    <a:pt x="8665" y="19935"/>
                  </a:lnTo>
                  <a:lnTo>
                    <a:pt x="9707" y="20489"/>
                  </a:lnTo>
                  <a:lnTo>
                    <a:pt x="10782" y="21010"/>
                  </a:lnTo>
                  <a:lnTo>
                    <a:pt x="12053" y="21597"/>
                  </a:lnTo>
                  <a:lnTo>
                    <a:pt x="12737" y="21890"/>
                  </a:lnTo>
                  <a:lnTo>
                    <a:pt x="13388" y="22151"/>
                  </a:lnTo>
                  <a:lnTo>
                    <a:pt x="14040" y="22379"/>
                  </a:lnTo>
                  <a:lnTo>
                    <a:pt x="14659" y="22541"/>
                  </a:lnTo>
                  <a:lnTo>
                    <a:pt x="15212" y="22672"/>
                  </a:lnTo>
                  <a:lnTo>
                    <a:pt x="15734" y="22704"/>
                  </a:lnTo>
                  <a:lnTo>
                    <a:pt x="15929" y="22704"/>
                  </a:lnTo>
                  <a:lnTo>
                    <a:pt x="16124" y="22672"/>
                  </a:lnTo>
                  <a:lnTo>
                    <a:pt x="16320" y="22607"/>
                  </a:lnTo>
                  <a:lnTo>
                    <a:pt x="16450" y="22509"/>
                  </a:lnTo>
                  <a:lnTo>
                    <a:pt x="16581" y="22411"/>
                  </a:lnTo>
                  <a:lnTo>
                    <a:pt x="16711" y="22281"/>
                  </a:lnTo>
                  <a:lnTo>
                    <a:pt x="16841" y="22118"/>
                  </a:lnTo>
                  <a:lnTo>
                    <a:pt x="16906" y="21988"/>
                  </a:lnTo>
                  <a:lnTo>
                    <a:pt x="17037" y="21662"/>
                  </a:lnTo>
                  <a:lnTo>
                    <a:pt x="17102" y="21304"/>
                  </a:lnTo>
                  <a:lnTo>
                    <a:pt x="17134" y="20978"/>
                  </a:lnTo>
                  <a:lnTo>
                    <a:pt x="17134" y="20652"/>
                  </a:lnTo>
                  <a:lnTo>
                    <a:pt x="17069" y="20326"/>
                  </a:lnTo>
                  <a:lnTo>
                    <a:pt x="17004" y="20001"/>
                  </a:lnTo>
                  <a:lnTo>
                    <a:pt x="16906" y="19675"/>
                  </a:lnTo>
                  <a:lnTo>
                    <a:pt x="16841" y="19414"/>
                  </a:lnTo>
                  <a:lnTo>
                    <a:pt x="16743" y="19186"/>
                  </a:lnTo>
                  <a:lnTo>
                    <a:pt x="16841" y="19251"/>
                  </a:lnTo>
                  <a:lnTo>
                    <a:pt x="17167" y="19349"/>
                  </a:lnTo>
                  <a:lnTo>
                    <a:pt x="17427" y="19382"/>
                  </a:lnTo>
                  <a:lnTo>
                    <a:pt x="17721" y="19414"/>
                  </a:lnTo>
                  <a:lnTo>
                    <a:pt x="18046" y="19414"/>
                  </a:lnTo>
                  <a:lnTo>
                    <a:pt x="18372" y="19349"/>
                  </a:lnTo>
                  <a:lnTo>
                    <a:pt x="18568" y="19284"/>
                  </a:lnTo>
                  <a:lnTo>
                    <a:pt x="18730" y="19219"/>
                  </a:lnTo>
                  <a:lnTo>
                    <a:pt x="18893" y="19121"/>
                  </a:lnTo>
                  <a:lnTo>
                    <a:pt x="19056" y="18991"/>
                  </a:lnTo>
                  <a:lnTo>
                    <a:pt x="19186" y="18828"/>
                  </a:lnTo>
                  <a:lnTo>
                    <a:pt x="19349" y="18665"/>
                  </a:lnTo>
                  <a:lnTo>
                    <a:pt x="19480" y="18437"/>
                  </a:lnTo>
                  <a:lnTo>
                    <a:pt x="19577" y="18209"/>
                  </a:lnTo>
                  <a:lnTo>
                    <a:pt x="19708" y="17851"/>
                  </a:lnTo>
                  <a:lnTo>
                    <a:pt x="19773" y="17492"/>
                  </a:lnTo>
                  <a:lnTo>
                    <a:pt x="19740" y="17102"/>
                  </a:lnTo>
                  <a:lnTo>
                    <a:pt x="19675" y="16743"/>
                  </a:lnTo>
                  <a:lnTo>
                    <a:pt x="19577" y="16385"/>
                  </a:lnTo>
                  <a:lnTo>
                    <a:pt x="19447" y="16059"/>
                  </a:lnTo>
                  <a:lnTo>
                    <a:pt x="19252" y="15701"/>
                  </a:lnTo>
                  <a:lnTo>
                    <a:pt x="19089" y="15408"/>
                  </a:lnTo>
                  <a:lnTo>
                    <a:pt x="18698" y="14854"/>
                  </a:lnTo>
                  <a:lnTo>
                    <a:pt x="18307" y="14430"/>
                  </a:lnTo>
                  <a:lnTo>
                    <a:pt x="17949" y="14040"/>
                  </a:lnTo>
                  <a:lnTo>
                    <a:pt x="18274" y="14040"/>
                  </a:lnTo>
                  <a:lnTo>
                    <a:pt x="18600" y="13974"/>
                  </a:lnTo>
                  <a:lnTo>
                    <a:pt x="19024" y="13844"/>
                  </a:lnTo>
                  <a:lnTo>
                    <a:pt x="19512" y="13649"/>
                  </a:lnTo>
                  <a:lnTo>
                    <a:pt x="19740" y="13518"/>
                  </a:lnTo>
                  <a:lnTo>
                    <a:pt x="19968" y="13355"/>
                  </a:lnTo>
                  <a:lnTo>
                    <a:pt x="20196" y="13160"/>
                  </a:lnTo>
                  <a:lnTo>
                    <a:pt x="20424" y="12965"/>
                  </a:lnTo>
                  <a:lnTo>
                    <a:pt x="20620" y="12704"/>
                  </a:lnTo>
                  <a:lnTo>
                    <a:pt x="20783" y="12411"/>
                  </a:lnTo>
                  <a:lnTo>
                    <a:pt x="20880" y="12248"/>
                  </a:lnTo>
                  <a:lnTo>
                    <a:pt x="20913" y="12085"/>
                  </a:lnTo>
                  <a:lnTo>
                    <a:pt x="20945" y="11922"/>
                  </a:lnTo>
                  <a:lnTo>
                    <a:pt x="20945" y="11727"/>
                  </a:lnTo>
                  <a:lnTo>
                    <a:pt x="20880" y="11368"/>
                  </a:lnTo>
                  <a:lnTo>
                    <a:pt x="20783" y="10978"/>
                  </a:lnTo>
                  <a:lnTo>
                    <a:pt x="20620" y="10587"/>
                  </a:lnTo>
                  <a:lnTo>
                    <a:pt x="20392" y="10196"/>
                  </a:lnTo>
                  <a:lnTo>
                    <a:pt x="20131" y="9837"/>
                  </a:lnTo>
                  <a:lnTo>
                    <a:pt x="19871" y="9447"/>
                  </a:lnTo>
                  <a:lnTo>
                    <a:pt x="19317" y="8795"/>
                  </a:lnTo>
                  <a:lnTo>
                    <a:pt x="18796" y="8241"/>
                  </a:lnTo>
                  <a:lnTo>
                    <a:pt x="18274" y="7753"/>
                  </a:lnTo>
                  <a:lnTo>
                    <a:pt x="18340" y="7753"/>
                  </a:lnTo>
                  <a:lnTo>
                    <a:pt x="18470" y="7688"/>
                  </a:lnTo>
                  <a:lnTo>
                    <a:pt x="18633" y="7590"/>
                  </a:lnTo>
                  <a:lnTo>
                    <a:pt x="18796" y="7394"/>
                  </a:lnTo>
                  <a:lnTo>
                    <a:pt x="18861" y="7264"/>
                  </a:lnTo>
                  <a:lnTo>
                    <a:pt x="18958" y="7101"/>
                  </a:lnTo>
                  <a:lnTo>
                    <a:pt x="18991" y="6938"/>
                  </a:lnTo>
                  <a:lnTo>
                    <a:pt x="19024" y="6710"/>
                  </a:lnTo>
                  <a:lnTo>
                    <a:pt x="19056" y="6482"/>
                  </a:lnTo>
                  <a:lnTo>
                    <a:pt x="19024" y="6189"/>
                  </a:lnTo>
                  <a:lnTo>
                    <a:pt x="18991" y="5863"/>
                  </a:lnTo>
                  <a:lnTo>
                    <a:pt x="18893" y="5505"/>
                  </a:lnTo>
                  <a:lnTo>
                    <a:pt x="18763" y="5147"/>
                  </a:lnTo>
                  <a:lnTo>
                    <a:pt x="18633" y="4854"/>
                  </a:lnTo>
                  <a:lnTo>
                    <a:pt x="18437" y="4593"/>
                  </a:lnTo>
                  <a:lnTo>
                    <a:pt x="18242" y="4398"/>
                  </a:lnTo>
                  <a:lnTo>
                    <a:pt x="18014" y="4235"/>
                  </a:lnTo>
                  <a:lnTo>
                    <a:pt x="17786" y="4137"/>
                  </a:lnTo>
                  <a:lnTo>
                    <a:pt x="17525" y="4039"/>
                  </a:lnTo>
                  <a:lnTo>
                    <a:pt x="17297" y="3974"/>
                  </a:lnTo>
                  <a:lnTo>
                    <a:pt x="17069" y="3942"/>
                  </a:lnTo>
                  <a:lnTo>
                    <a:pt x="16483" y="3942"/>
                  </a:lnTo>
                  <a:lnTo>
                    <a:pt x="16222" y="3974"/>
                  </a:lnTo>
                  <a:lnTo>
                    <a:pt x="16124" y="3974"/>
                  </a:lnTo>
                  <a:lnTo>
                    <a:pt x="16124" y="3811"/>
                  </a:lnTo>
                  <a:lnTo>
                    <a:pt x="16124" y="3388"/>
                  </a:lnTo>
                  <a:lnTo>
                    <a:pt x="16092" y="2801"/>
                  </a:lnTo>
                  <a:lnTo>
                    <a:pt x="16027" y="2443"/>
                  </a:lnTo>
                  <a:lnTo>
                    <a:pt x="15962" y="2117"/>
                  </a:lnTo>
                  <a:lnTo>
                    <a:pt x="15864" y="1759"/>
                  </a:lnTo>
                  <a:lnTo>
                    <a:pt x="15701" y="1401"/>
                  </a:lnTo>
                  <a:lnTo>
                    <a:pt x="15506" y="1042"/>
                  </a:lnTo>
                  <a:lnTo>
                    <a:pt x="15278" y="749"/>
                  </a:lnTo>
                  <a:lnTo>
                    <a:pt x="15017" y="489"/>
                  </a:lnTo>
                  <a:lnTo>
                    <a:pt x="14854" y="358"/>
                  </a:lnTo>
                  <a:lnTo>
                    <a:pt x="14659" y="261"/>
                  </a:lnTo>
                  <a:lnTo>
                    <a:pt x="14463" y="163"/>
                  </a:lnTo>
                  <a:lnTo>
                    <a:pt x="14268" y="98"/>
                  </a:lnTo>
                  <a:lnTo>
                    <a:pt x="14040" y="33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1" name="Google Shape;4771;p64"/>
            <p:cNvSpPr/>
            <p:nvPr/>
          </p:nvSpPr>
          <p:spPr>
            <a:xfrm flipH="1">
              <a:off x="1391079" y="1749513"/>
              <a:ext cx="93391" cy="85919"/>
            </a:xfrm>
            <a:custGeom>
              <a:avLst/>
              <a:gdLst/>
              <a:ahLst/>
              <a:cxnLst/>
              <a:rect l="l" t="t" r="r" b="b"/>
              <a:pathLst>
                <a:path w="4887" h="4496" extrusionOk="0">
                  <a:moveTo>
                    <a:pt x="327" y="0"/>
                  </a:moveTo>
                  <a:lnTo>
                    <a:pt x="229" y="98"/>
                  </a:lnTo>
                  <a:lnTo>
                    <a:pt x="131" y="228"/>
                  </a:lnTo>
                  <a:lnTo>
                    <a:pt x="33" y="456"/>
                  </a:lnTo>
                  <a:lnTo>
                    <a:pt x="1" y="684"/>
                  </a:lnTo>
                  <a:lnTo>
                    <a:pt x="1" y="912"/>
                  </a:lnTo>
                  <a:lnTo>
                    <a:pt x="33" y="1108"/>
                  </a:lnTo>
                  <a:lnTo>
                    <a:pt x="66" y="1271"/>
                  </a:lnTo>
                  <a:lnTo>
                    <a:pt x="131" y="1433"/>
                  </a:lnTo>
                  <a:lnTo>
                    <a:pt x="587" y="1661"/>
                  </a:lnTo>
                  <a:lnTo>
                    <a:pt x="1011" y="1889"/>
                  </a:lnTo>
                  <a:lnTo>
                    <a:pt x="1402" y="2117"/>
                  </a:lnTo>
                  <a:lnTo>
                    <a:pt x="1727" y="2378"/>
                  </a:lnTo>
                  <a:lnTo>
                    <a:pt x="2020" y="2639"/>
                  </a:lnTo>
                  <a:lnTo>
                    <a:pt x="2281" y="2899"/>
                  </a:lnTo>
                  <a:lnTo>
                    <a:pt x="2509" y="3127"/>
                  </a:lnTo>
                  <a:lnTo>
                    <a:pt x="2705" y="3388"/>
                  </a:lnTo>
                  <a:lnTo>
                    <a:pt x="2998" y="3811"/>
                  </a:lnTo>
                  <a:lnTo>
                    <a:pt x="3193" y="4170"/>
                  </a:lnTo>
                  <a:lnTo>
                    <a:pt x="3323" y="4495"/>
                  </a:lnTo>
                  <a:lnTo>
                    <a:pt x="3714" y="4398"/>
                  </a:lnTo>
                  <a:lnTo>
                    <a:pt x="4040" y="4267"/>
                  </a:lnTo>
                  <a:lnTo>
                    <a:pt x="4301" y="4137"/>
                  </a:lnTo>
                  <a:lnTo>
                    <a:pt x="4529" y="3974"/>
                  </a:lnTo>
                  <a:lnTo>
                    <a:pt x="4692" y="3844"/>
                  </a:lnTo>
                  <a:lnTo>
                    <a:pt x="4822" y="3746"/>
                  </a:lnTo>
                  <a:lnTo>
                    <a:pt x="4887" y="3648"/>
                  </a:lnTo>
                  <a:lnTo>
                    <a:pt x="4659" y="3127"/>
                  </a:lnTo>
                  <a:lnTo>
                    <a:pt x="4366" y="2671"/>
                  </a:lnTo>
                  <a:lnTo>
                    <a:pt x="4040" y="2248"/>
                  </a:lnTo>
                  <a:lnTo>
                    <a:pt x="3682" y="1857"/>
                  </a:lnTo>
                  <a:lnTo>
                    <a:pt x="3323" y="1531"/>
                  </a:lnTo>
                  <a:lnTo>
                    <a:pt x="2933" y="1238"/>
                  </a:lnTo>
                  <a:lnTo>
                    <a:pt x="2542" y="977"/>
                  </a:lnTo>
                  <a:lnTo>
                    <a:pt x="2183" y="749"/>
                  </a:lnTo>
                  <a:lnTo>
                    <a:pt x="1825" y="554"/>
                  </a:lnTo>
                  <a:lnTo>
                    <a:pt x="1467" y="391"/>
                  </a:lnTo>
                  <a:lnTo>
                    <a:pt x="880" y="163"/>
                  </a:lnTo>
                  <a:lnTo>
                    <a:pt x="489" y="33"/>
                  </a:lnTo>
                  <a:lnTo>
                    <a:pt x="327" y="0"/>
                  </a:lnTo>
                  <a:close/>
                </a:path>
              </a:pathLst>
            </a:custGeom>
            <a:gradFill>
              <a:gsLst>
                <a:gs pos="0">
                  <a:srgbClr val="36D5E6"/>
                </a:gs>
                <a:gs pos="100000">
                  <a:srgbClr val="17788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64"/>
            <p:cNvSpPr/>
            <p:nvPr/>
          </p:nvSpPr>
          <p:spPr>
            <a:xfrm flipH="1">
              <a:off x="1378619" y="1751367"/>
              <a:ext cx="422694" cy="387837"/>
            </a:xfrm>
            <a:custGeom>
              <a:avLst/>
              <a:gdLst/>
              <a:ahLst/>
              <a:cxnLst/>
              <a:rect l="l" t="t" r="r" b="b"/>
              <a:pathLst>
                <a:path w="22119" h="20295" extrusionOk="0">
                  <a:moveTo>
                    <a:pt x="12607" y="1"/>
                  </a:moveTo>
                  <a:lnTo>
                    <a:pt x="11206" y="66"/>
                  </a:lnTo>
                  <a:lnTo>
                    <a:pt x="9675" y="164"/>
                  </a:lnTo>
                  <a:lnTo>
                    <a:pt x="9056" y="261"/>
                  </a:lnTo>
                  <a:lnTo>
                    <a:pt x="8437" y="359"/>
                  </a:lnTo>
                  <a:lnTo>
                    <a:pt x="7851" y="490"/>
                  </a:lnTo>
                  <a:lnTo>
                    <a:pt x="7297" y="620"/>
                  </a:lnTo>
                  <a:lnTo>
                    <a:pt x="6743" y="783"/>
                  </a:lnTo>
                  <a:lnTo>
                    <a:pt x="6222" y="978"/>
                  </a:lnTo>
                  <a:lnTo>
                    <a:pt x="5734" y="1206"/>
                  </a:lnTo>
                  <a:lnTo>
                    <a:pt x="5245" y="1434"/>
                  </a:lnTo>
                  <a:lnTo>
                    <a:pt x="4756" y="1662"/>
                  </a:lnTo>
                  <a:lnTo>
                    <a:pt x="4333" y="1923"/>
                  </a:lnTo>
                  <a:lnTo>
                    <a:pt x="3877" y="2216"/>
                  </a:lnTo>
                  <a:lnTo>
                    <a:pt x="3486" y="2509"/>
                  </a:lnTo>
                  <a:lnTo>
                    <a:pt x="3095" y="2835"/>
                  </a:lnTo>
                  <a:lnTo>
                    <a:pt x="2737" y="3161"/>
                  </a:lnTo>
                  <a:lnTo>
                    <a:pt x="2379" y="3519"/>
                  </a:lnTo>
                  <a:lnTo>
                    <a:pt x="2085" y="3877"/>
                  </a:lnTo>
                  <a:lnTo>
                    <a:pt x="1760" y="4268"/>
                  </a:lnTo>
                  <a:lnTo>
                    <a:pt x="1499" y="4659"/>
                  </a:lnTo>
                  <a:lnTo>
                    <a:pt x="1238" y="5050"/>
                  </a:lnTo>
                  <a:lnTo>
                    <a:pt x="1010" y="5473"/>
                  </a:lnTo>
                  <a:lnTo>
                    <a:pt x="815" y="5897"/>
                  </a:lnTo>
                  <a:lnTo>
                    <a:pt x="620" y="6320"/>
                  </a:lnTo>
                  <a:lnTo>
                    <a:pt x="457" y="6776"/>
                  </a:lnTo>
                  <a:lnTo>
                    <a:pt x="326" y="7232"/>
                  </a:lnTo>
                  <a:lnTo>
                    <a:pt x="196" y="7688"/>
                  </a:lnTo>
                  <a:lnTo>
                    <a:pt x="131" y="8144"/>
                  </a:lnTo>
                  <a:lnTo>
                    <a:pt x="66" y="8633"/>
                  </a:lnTo>
                  <a:lnTo>
                    <a:pt x="33" y="9122"/>
                  </a:lnTo>
                  <a:lnTo>
                    <a:pt x="1" y="9610"/>
                  </a:lnTo>
                  <a:lnTo>
                    <a:pt x="33" y="10099"/>
                  </a:lnTo>
                  <a:lnTo>
                    <a:pt x="66" y="10620"/>
                  </a:lnTo>
                  <a:lnTo>
                    <a:pt x="131" y="11109"/>
                  </a:lnTo>
                  <a:lnTo>
                    <a:pt x="261" y="11695"/>
                  </a:lnTo>
                  <a:lnTo>
                    <a:pt x="424" y="12216"/>
                  </a:lnTo>
                  <a:lnTo>
                    <a:pt x="587" y="12705"/>
                  </a:lnTo>
                  <a:lnTo>
                    <a:pt x="815" y="13096"/>
                  </a:lnTo>
                  <a:lnTo>
                    <a:pt x="1043" y="13487"/>
                  </a:lnTo>
                  <a:lnTo>
                    <a:pt x="1271" y="13780"/>
                  </a:lnTo>
                  <a:lnTo>
                    <a:pt x="1532" y="14073"/>
                  </a:lnTo>
                  <a:lnTo>
                    <a:pt x="1760" y="14301"/>
                  </a:lnTo>
                  <a:lnTo>
                    <a:pt x="1988" y="14496"/>
                  </a:lnTo>
                  <a:lnTo>
                    <a:pt x="2216" y="14627"/>
                  </a:lnTo>
                  <a:lnTo>
                    <a:pt x="2607" y="14855"/>
                  </a:lnTo>
                  <a:lnTo>
                    <a:pt x="2867" y="14952"/>
                  </a:lnTo>
                  <a:lnTo>
                    <a:pt x="2997" y="14985"/>
                  </a:lnTo>
                  <a:lnTo>
                    <a:pt x="15180" y="20295"/>
                  </a:lnTo>
                  <a:lnTo>
                    <a:pt x="15734" y="20099"/>
                  </a:lnTo>
                  <a:lnTo>
                    <a:pt x="16353" y="19806"/>
                  </a:lnTo>
                  <a:lnTo>
                    <a:pt x="17135" y="19448"/>
                  </a:lnTo>
                  <a:lnTo>
                    <a:pt x="17526" y="19187"/>
                  </a:lnTo>
                  <a:lnTo>
                    <a:pt x="17949" y="18927"/>
                  </a:lnTo>
                  <a:lnTo>
                    <a:pt x="18405" y="18633"/>
                  </a:lnTo>
                  <a:lnTo>
                    <a:pt x="18828" y="18308"/>
                  </a:lnTo>
                  <a:lnTo>
                    <a:pt x="19252" y="17917"/>
                  </a:lnTo>
                  <a:lnTo>
                    <a:pt x="19675" y="17526"/>
                  </a:lnTo>
                  <a:lnTo>
                    <a:pt x="20034" y="17102"/>
                  </a:lnTo>
                  <a:lnTo>
                    <a:pt x="20392" y="16614"/>
                  </a:lnTo>
                  <a:lnTo>
                    <a:pt x="20718" y="16093"/>
                  </a:lnTo>
                  <a:lnTo>
                    <a:pt x="21011" y="15506"/>
                  </a:lnTo>
                  <a:lnTo>
                    <a:pt x="21272" y="14855"/>
                  </a:lnTo>
                  <a:lnTo>
                    <a:pt x="21500" y="14203"/>
                  </a:lnTo>
                  <a:lnTo>
                    <a:pt x="21695" y="13519"/>
                  </a:lnTo>
                  <a:lnTo>
                    <a:pt x="21858" y="12803"/>
                  </a:lnTo>
                  <a:lnTo>
                    <a:pt x="21988" y="12053"/>
                  </a:lnTo>
                  <a:lnTo>
                    <a:pt x="22053" y="11304"/>
                  </a:lnTo>
                  <a:lnTo>
                    <a:pt x="22118" y="10522"/>
                  </a:lnTo>
                  <a:lnTo>
                    <a:pt x="22118" y="9773"/>
                  </a:lnTo>
                  <a:lnTo>
                    <a:pt x="22086" y="8991"/>
                  </a:lnTo>
                  <a:lnTo>
                    <a:pt x="21988" y="8242"/>
                  </a:lnTo>
                  <a:lnTo>
                    <a:pt x="21858" y="7493"/>
                  </a:lnTo>
                  <a:lnTo>
                    <a:pt x="21695" y="6776"/>
                  </a:lnTo>
                  <a:lnTo>
                    <a:pt x="21467" y="6092"/>
                  </a:lnTo>
                  <a:lnTo>
                    <a:pt x="21174" y="5441"/>
                  </a:lnTo>
                  <a:lnTo>
                    <a:pt x="20588" y="4170"/>
                  </a:lnTo>
                  <a:lnTo>
                    <a:pt x="20262" y="3584"/>
                  </a:lnTo>
                  <a:lnTo>
                    <a:pt x="19936" y="3030"/>
                  </a:lnTo>
                  <a:lnTo>
                    <a:pt x="19545" y="2509"/>
                  </a:lnTo>
                  <a:lnTo>
                    <a:pt x="19122" y="2020"/>
                  </a:lnTo>
                  <a:lnTo>
                    <a:pt x="18894" y="1792"/>
                  </a:lnTo>
                  <a:lnTo>
                    <a:pt x="18666" y="1564"/>
                  </a:lnTo>
                  <a:lnTo>
                    <a:pt x="18372" y="1369"/>
                  </a:lnTo>
                  <a:lnTo>
                    <a:pt x="18112" y="1174"/>
                  </a:lnTo>
                  <a:lnTo>
                    <a:pt x="17786" y="978"/>
                  </a:lnTo>
                  <a:lnTo>
                    <a:pt x="17460" y="815"/>
                  </a:lnTo>
                  <a:lnTo>
                    <a:pt x="17102" y="685"/>
                  </a:lnTo>
                  <a:lnTo>
                    <a:pt x="16711" y="522"/>
                  </a:lnTo>
                  <a:lnTo>
                    <a:pt x="16320" y="424"/>
                  </a:lnTo>
                  <a:lnTo>
                    <a:pt x="15897" y="294"/>
                  </a:lnTo>
                  <a:lnTo>
                    <a:pt x="15408" y="196"/>
                  </a:lnTo>
                  <a:lnTo>
                    <a:pt x="14920" y="131"/>
                  </a:lnTo>
                  <a:lnTo>
                    <a:pt x="14398" y="66"/>
                  </a:lnTo>
                  <a:lnTo>
                    <a:pt x="13845" y="33"/>
                  </a:lnTo>
                  <a:lnTo>
                    <a:pt x="132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3" name="Google Shape;4773;p64"/>
            <p:cNvSpPr/>
            <p:nvPr/>
          </p:nvSpPr>
          <p:spPr>
            <a:xfrm flipH="1">
              <a:off x="1378619" y="1751367"/>
              <a:ext cx="422694" cy="387837"/>
            </a:xfrm>
            <a:custGeom>
              <a:avLst/>
              <a:gdLst/>
              <a:ahLst/>
              <a:cxnLst/>
              <a:rect l="l" t="t" r="r" b="b"/>
              <a:pathLst>
                <a:path w="22119" h="20295" fill="none" extrusionOk="0">
                  <a:moveTo>
                    <a:pt x="2997" y="14985"/>
                  </a:moveTo>
                  <a:lnTo>
                    <a:pt x="2997" y="14985"/>
                  </a:lnTo>
                  <a:lnTo>
                    <a:pt x="2867" y="14952"/>
                  </a:lnTo>
                  <a:lnTo>
                    <a:pt x="2607" y="14855"/>
                  </a:lnTo>
                  <a:lnTo>
                    <a:pt x="2216" y="14627"/>
                  </a:lnTo>
                  <a:lnTo>
                    <a:pt x="1988" y="14496"/>
                  </a:lnTo>
                  <a:lnTo>
                    <a:pt x="1760" y="14301"/>
                  </a:lnTo>
                  <a:lnTo>
                    <a:pt x="1532" y="14073"/>
                  </a:lnTo>
                  <a:lnTo>
                    <a:pt x="1271" y="13780"/>
                  </a:lnTo>
                  <a:lnTo>
                    <a:pt x="1043" y="13487"/>
                  </a:lnTo>
                  <a:lnTo>
                    <a:pt x="815" y="13096"/>
                  </a:lnTo>
                  <a:lnTo>
                    <a:pt x="587" y="12705"/>
                  </a:lnTo>
                  <a:lnTo>
                    <a:pt x="424" y="12216"/>
                  </a:lnTo>
                  <a:lnTo>
                    <a:pt x="261" y="11695"/>
                  </a:lnTo>
                  <a:lnTo>
                    <a:pt x="131" y="11109"/>
                  </a:lnTo>
                  <a:lnTo>
                    <a:pt x="131" y="11109"/>
                  </a:lnTo>
                  <a:lnTo>
                    <a:pt x="66" y="10620"/>
                  </a:lnTo>
                  <a:lnTo>
                    <a:pt x="33" y="10099"/>
                  </a:lnTo>
                  <a:lnTo>
                    <a:pt x="1" y="9610"/>
                  </a:lnTo>
                  <a:lnTo>
                    <a:pt x="33" y="9122"/>
                  </a:lnTo>
                  <a:lnTo>
                    <a:pt x="66" y="8633"/>
                  </a:lnTo>
                  <a:lnTo>
                    <a:pt x="131" y="8144"/>
                  </a:lnTo>
                  <a:lnTo>
                    <a:pt x="196" y="7688"/>
                  </a:lnTo>
                  <a:lnTo>
                    <a:pt x="326" y="7232"/>
                  </a:lnTo>
                  <a:lnTo>
                    <a:pt x="457" y="6776"/>
                  </a:lnTo>
                  <a:lnTo>
                    <a:pt x="620" y="6320"/>
                  </a:lnTo>
                  <a:lnTo>
                    <a:pt x="815" y="5897"/>
                  </a:lnTo>
                  <a:lnTo>
                    <a:pt x="1010" y="5473"/>
                  </a:lnTo>
                  <a:lnTo>
                    <a:pt x="1238" y="5050"/>
                  </a:lnTo>
                  <a:lnTo>
                    <a:pt x="1499" y="4659"/>
                  </a:lnTo>
                  <a:lnTo>
                    <a:pt x="1760" y="4268"/>
                  </a:lnTo>
                  <a:lnTo>
                    <a:pt x="2085" y="3877"/>
                  </a:lnTo>
                  <a:lnTo>
                    <a:pt x="2379" y="3519"/>
                  </a:lnTo>
                  <a:lnTo>
                    <a:pt x="2737" y="3161"/>
                  </a:lnTo>
                  <a:lnTo>
                    <a:pt x="3095" y="2835"/>
                  </a:lnTo>
                  <a:lnTo>
                    <a:pt x="3486" y="2509"/>
                  </a:lnTo>
                  <a:lnTo>
                    <a:pt x="3877" y="2216"/>
                  </a:lnTo>
                  <a:lnTo>
                    <a:pt x="4333" y="1923"/>
                  </a:lnTo>
                  <a:lnTo>
                    <a:pt x="4756" y="1662"/>
                  </a:lnTo>
                  <a:lnTo>
                    <a:pt x="5245" y="1434"/>
                  </a:lnTo>
                  <a:lnTo>
                    <a:pt x="5734" y="1206"/>
                  </a:lnTo>
                  <a:lnTo>
                    <a:pt x="6222" y="978"/>
                  </a:lnTo>
                  <a:lnTo>
                    <a:pt x="6743" y="783"/>
                  </a:lnTo>
                  <a:lnTo>
                    <a:pt x="7297" y="620"/>
                  </a:lnTo>
                  <a:lnTo>
                    <a:pt x="7851" y="490"/>
                  </a:lnTo>
                  <a:lnTo>
                    <a:pt x="8437" y="359"/>
                  </a:lnTo>
                  <a:lnTo>
                    <a:pt x="9056" y="261"/>
                  </a:lnTo>
                  <a:lnTo>
                    <a:pt x="9675" y="164"/>
                  </a:lnTo>
                  <a:lnTo>
                    <a:pt x="9675" y="164"/>
                  </a:lnTo>
                  <a:lnTo>
                    <a:pt x="11206" y="66"/>
                  </a:lnTo>
                  <a:lnTo>
                    <a:pt x="12607" y="1"/>
                  </a:lnTo>
                  <a:lnTo>
                    <a:pt x="13226" y="1"/>
                  </a:lnTo>
                  <a:lnTo>
                    <a:pt x="13845" y="33"/>
                  </a:lnTo>
                  <a:lnTo>
                    <a:pt x="14398" y="66"/>
                  </a:lnTo>
                  <a:lnTo>
                    <a:pt x="14920" y="131"/>
                  </a:lnTo>
                  <a:lnTo>
                    <a:pt x="15408" y="196"/>
                  </a:lnTo>
                  <a:lnTo>
                    <a:pt x="15897" y="294"/>
                  </a:lnTo>
                  <a:lnTo>
                    <a:pt x="16320" y="424"/>
                  </a:lnTo>
                  <a:lnTo>
                    <a:pt x="16711" y="522"/>
                  </a:lnTo>
                  <a:lnTo>
                    <a:pt x="17102" y="685"/>
                  </a:lnTo>
                  <a:lnTo>
                    <a:pt x="17460" y="815"/>
                  </a:lnTo>
                  <a:lnTo>
                    <a:pt x="17786" y="978"/>
                  </a:lnTo>
                  <a:lnTo>
                    <a:pt x="18112" y="1174"/>
                  </a:lnTo>
                  <a:lnTo>
                    <a:pt x="18372" y="1369"/>
                  </a:lnTo>
                  <a:lnTo>
                    <a:pt x="18666" y="1564"/>
                  </a:lnTo>
                  <a:lnTo>
                    <a:pt x="18894" y="1792"/>
                  </a:lnTo>
                  <a:lnTo>
                    <a:pt x="19122" y="2020"/>
                  </a:lnTo>
                  <a:lnTo>
                    <a:pt x="19545" y="2509"/>
                  </a:lnTo>
                  <a:lnTo>
                    <a:pt x="19936" y="3030"/>
                  </a:lnTo>
                  <a:lnTo>
                    <a:pt x="20262" y="3584"/>
                  </a:lnTo>
                  <a:lnTo>
                    <a:pt x="20588" y="4170"/>
                  </a:lnTo>
                  <a:lnTo>
                    <a:pt x="21174" y="5441"/>
                  </a:lnTo>
                  <a:lnTo>
                    <a:pt x="21174" y="5441"/>
                  </a:lnTo>
                  <a:lnTo>
                    <a:pt x="21467" y="6092"/>
                  </a:lnTo>
                  <a:lnTo>
                    <a:pt x="21695" y="6776"/>
                  </a:lnTo>
                  <a:lnTo>
                    <a:pt x="21858" y="7493"/>
                  </a:lnTo>
                  <a:lnTo>
                    <a:pt x="21988" y="8242"/>
                  </a:lnTo>
                  <a:lnTo>
                    <a:pt x="22086" y="8991"/>
                  </a:lnTo>
                  <a:lnTo>
                    <a:pt x="22118" y="9773"/>
                  </a:lnTo>
                  <a:lnTo>
                    <a:pt x="22118" y="10522"/>
                  </a:lnTo>
                  <a:lnTo>
                    <a:pt x="22053" y="11304"/>
                  </a:lnTo>
                  <a:lnTo>
                    <a:pt x="21988" y="12053"/>
                  </a:lnTo>
                  <a:lnTo>
                    <a:pt x="21858" y="12803"/>
                  </a:lnTo>
                  <a:lnTo>
                    <a:pt x="21695" y="13519"/>
                  </a:lnTo>
                  <a:lnTo>
                    <a:pt x="21500" y="14203"/>
                  </a:lnTo>
                  <a:lnTo>
                    <a:pt x="21272" y="14855"/>
                  </a:lnTo>
                  <a:lnTo>
                    <a:pt x="21011" y="15506"/>
                  </a:lnTo>
                  <a:lnTo>
                    <a:pt x="20718" y="16093"/>
                  </a:lnTo>
                  <a:lnTo>
                    <a:pt x="20392" y="16614"/>
                  </a:lnTo>
                  <a:lnTo>
                    <a:pt x="20392" y="16614"/>
                  </a:lnTo>
                  <a:lnTo>
                    <a:pt x="20034" y="17102"/>
                  </a:lnTo>
                  <a:lnTo>
                    <a:pt x="19675" y="17526"/>
                  </a:lnTo>
                  <a:lnTo>
                    <a:pt x="19252" y="17917"/>
                  </a:lnTo>
                  <a:lnTo>
                    <a:pt x="18828" y="18308"/>
                  </a:lnTo>
                  <a:lnTo>
                    <a:pt x="18405" y="18633"/>
                  </a:lnTo>
                  <a:lnTo>
                    <a:pt x="17949" y="18927"/>
                  </a:lnTo>
                  <a:lnTo>
                    <a:pt x="17526" y="19187"/>
                  </a:lnTo>
                  <a:lnTo>
                    <a:pt x="17135" y="19448"/>
                  </a:lnTo>
                  <a:lnTo>
                    <a:pt x="16353" y="19806"/>
                  </a:lnTo>
                  <a:lnTo>
                    <a:pt x="15734" y="20099"/>
                  </a:lnTo>
                  <a:lnTo>
                    <a:pt x="15180" y="20295"/>
                  </a:lnTo>
                  <a:lnTo>
                    <a:pt x="2997" y="1498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4" name="Google Shape;4774;p64"/>
            <p:cNvSpPr/>
            <p:nvPr/>
          </p:nvSpPr>
          <p:spPr>
            <a:xfrm flipH="1">
              <a:off x="1724720" y="2014072"/>
              <a:ext cx="47947" cy="94002"/>
            </a:xfrm>
            <a:custGeom>
              <a:avLst/>
              <a:gdLst/>
              <a:ahLst/>
              <a:cxnLst/>
              <a:rect l="l" t="t" r="r" b="b"/>
              <a:pathLst>
                <a:path w="2509" h="4919" extrusionOk="0">
                  <a:moveTo>
                    <a:pt x="1270" y="0"/>
                  </a:moveTo>
                  <a:lnTo>
                    <a:pt x="1108" y="33"/>
                  </a:lnTo>
                  <a:lnTo>
                    <a:pt x="945" y="98"/>
                  </a:lnTo>
                  <a:lnTo>
                    <a:pt x="717" y="228"/>
                  </a:lnTo>
                  <a:lnTo>
                    <a:pt x="489" y="424"/>
                  </a:lnTo>
                  <a:lnTo>
                    <a:pt x="391" y="554"/>
                  </a:lnTo>
                  <a:lnTo>
                    <a:pt x="293" y="684"/>
                  </a:lnTo>
                  <a:lnTo>
                    <a:pt x="195" y="847"/>
                  </a:lnTo>
                  <a:lnTo>
                    <a:pt x="130" y="1043"/>
                  </a:lnTo>
                  <a:lnTo>
                    <a:pt x="65" y="1271"/>
                  </a:lnTo>
                  <a:lnTo>
                    <a:pt x="33" y="1531"/>
                  </a:lnTo>
                  <a:lnTo>
                    <a:pt x="0" y="1792"/>
                  </a:lnTo>
                  <a:lnTo>
                    <a:pt x="0" y="2085"/>
                  </a:lnTo>
                  <a:lnTo>
                    <a:pt x="33" y="2378"/>
                  </a:lnTo>
                  <a:lnTo>
                    <a:pt x="65" y="2671"/>
                  </a:lnTo>
                  <a:lnTo>
                    <a:pt x="130" y="2997"/>
                  </a:lnTo>
                  <a:lnTo>
                    <a:pt x="228" y="3290"/>
                  </a:lnTo>
                  <a:lnTo>
                    <a:pt x="326" y="3583"/>
                  </a:lnTo>
                  <a:lnTo>
                    <a:pt x="423" y="3844"/>
                  </a:lnTo>
                  <a:lnTo>
                    <a:pt x="586" y="4105"/>
                  </a:lnTo>
                  <a:lnTo>
                    <a:pt x="717" y="4333"/>
                  </a:lnTo>
                  <a:lnTo>
                    <a:pt x="912" y="4528"/>
                  </a:lnTo>
                  <a:lnTo>
                    <a:pt x="1108" y="4691"/>
                  </a:lnTo>
                  <a:lnTo>
                    <a:pt x="1303" y="4821"/>
                  </a:lnTo>
                  <a:lnTo>
                    <a:pt x="1531" y="4919"/>
                  </a:lnTo>
                  <a:lnTo>
                    <a:pt x="1759" y="4919"/>
                  </a:lnTo>
                  <a:lnTo>
                    <a:pt x="2020" y="4886"/>
                  </a:lnTo>
                  <a:lnTo>
                    <a:pt x="2150" y="4854"/>
                  </a:lnTo>
                  <a:lnTo>
                    <a:pt x="2248" y="4789"/>
                  </a:lnTo>
                  <a:lnTo>
                    <a:pt x="2345" y="4691"/>
                  </a:lnTo>
                  <a:lnTo>
                    <a:pt x="2411" y="4593"/>
                  </a:lnTo>
                  <a:lnTo>
                    <a:pt x="2443" y="4463"/>
                  </a:lnTo>
                  <a:lnTo>
                    <a:pt x="2476" y="4333"/>
                  </a:lnTo>
                  <a:lnTo>
                    <a:pt x="2508" y="4007"/>
                  </a:lnTo>
                  <a:lnTo>
                    <a:pt x="2476" y="3616"/>
                  </a:lnTo>
                  <a:lnTo>
                    <a:pt x="2411" y="3192"/>
                  </a:lnTo>
                  <a:lnTo>
                    <a:pt x="2313" y="2769"/>
                  </a:lnTo>
                  <a:lnTo>
                    <a:pt x="2182" y="2313"/>
                  </a:lnTo>
                  <a:lnTo>
                    <a:pt x="1889" y="1466"/>
                  </a:lnTo>
                  <a:lnTo>
                    <a:pt x="1596" y="717"/>
                  </a:lnTo>
                  <a:lnTo>
                    <a:pt x="1270" y="0"/>
                  </a:lnTo>
                  <a:close/>
                </a:path>
              </a:pathLst>
            </a:custGeom>
            <a:solidFill>
              <a:srgbClr val="8F32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64"/>
            <p:cNvSpPr/>
            <p:nvPr/>
          </p:nvSpPr>
          <p:spPr>
            <a:xfrm flipH="1">
              <a:off x="1724720" y="2014072"/>
              <a:ext cx="47947" cy="94002"/>
            </a:xfrm>
            <a:custGeom>
              <a:avLst/>
              <a:gdLst/>
              <a:ahLst/>
              <a:cxnLst/>
              <a:rect l="l" t="t" r="r" b="b"/>
              <a:pathLst>
                <a:path w="2509" h="4919" fill="none" extrusionOk="0">
                  <a:moveTo>
                    <a:pt x="1270" y="0"/>
                  </a:moveTo>
                  <a:lnTo>
                    <a:pt x="1270" y="0"/>
                  </a:lnTo>
                  <a:lnTo>
                    <a:pt x="1108" y="33"/>
                  </a:lnTo>
                  <a:lnTo>
                    <a:pt x="945" y="98"/>
                  </a:lnTo>
                  <a:lnTo>
                    <a:pt x="717" y="228"/>
                  </a:lnTo>
                  <a:lnTo>
                    <a:pt x="489" y="424"/>
                  </a:lnTo>
                  <a:lnTo>
                    <a:pt x="391" y="554"/>
                  </a:lnTo>
                  <a:lnTo>
                    <a:pt x="293" y="684"/>
                  </a:lnTo>
                  <a:lnTo>
                    <a:pt x="195" y="847"/>
                  </a:lnTo>
                  <a:lnTo>
                    <a:pt x="130" y="1043"/>
                  </a:lnTo>
                  <a:lnTo>
                    <a:pt x="65" y="1271"/>
                  </a:lnTo>
                  <a:lnTo>
                    <a:pt x="33" y="1531"/>
                  </a:lnTo>
                  <a:lnTo>
                    <a:pt x="33" y="1531"/>
                  </a:lnTo>
                  <a:lnTo>
                    <a:pt x="0" y="1792"/>
                  </a:lnTo>
                  <a:lnTo>
                    <a:pt x="0" y="2085"/>
                  </a:lnTo>
                  <a:lnTo>
                    <a:pt x="33" y="2378"/>
                  </a:lnTo>
                  <a:lnTo>
                    <a:pt x="65" y="2671"/>
                  </a:lnTo>
                  <a:lnTo>
                    <a:pt x="130" y="2997"/>
                  </a:lnTo>
                  <a:lnTo>
                    <a:pt x="228" y="3290"/>
                  </a:lnTo>
                  <a:lnTo>
                    <a:pt x="326" y="3583"/>
                  </a:lnTo>
                  <a:lnTo>
                    <a:pt x="423" y="3844"/>
                  </a:lnTo>
                  <a:lnTo>
                    <a:pt x="586" y="4105"/>
                  </a:lnTo>
                  <a:lnTo>
                    <a:pt x="717" y="4333"/>
                  </a:lnTo>
                  <a:lnTo>
                    <a:pt x="912" y="4528"/>
                  </a:lnTo>
                  <a:lnTo>
                    <a:pt x="1108" y="4691"/>
                  </a:lnTo>
                  <a:lnTo>
                    <a:pt x="1303" y="4821"/>
                  </a:lnTo>
                  <a:lnTo>
                    <a:pt x="1531" y="4919"/>
                  </a:lnTo>
                  <a:lnTo>
                    <a:pt x="1759" y="4919"/>
                  </a:lnTo>
                  <a:lnTo>
                    <a:pt x="2020" y="4886"/>
                  </a:lnTo>
                  <a:lnTo>
                    <a:pt x="2020" y="4886"/>
                  </a:lnTo>
                  <a:lnTo>
                    <a:pt x="2150" y="4854"/>
                  </a:lnTo>
                  <a:lnTo>
                    <a:pt x="2248" y="4789"/>
                  </a:lnTo>
                  <a:lnTo>
                    <a:pt x="2345" y="4691"/>
                  </a:lnTo>
                  <a:lnTo>
                    <a:pt x="2411" y="4593"/>
                  </a:lnTo>
                  <a:lnTo>
                    <a:pt x="2443" y="4463"/>
                  </a:lnTo>
                  <a:lnTo>
                    <a:pt x="2476" y="4333"/>
                  </a:lnTo>
                  <a:lnTo>
                    <a:pt x="2508" y="4007"/>
                  </a:lnTo>
                  <a:lnTo>
                    <a:pt x="2476" y="3616"/>
                  </a:lnTo>
                  <a:lnTo>
                    <a:pt x="2411" y="3192"/>
                  </a:lnTo>
                  <a:lnTo>
                    <a:pt x="2313" y="2769"/>
                  </a:lnTo>
                  <a:lnTo>
                    <a:pt x="2182" y="2313"/>
                  </a:lnTo>
                  <a:lnTo>
                    <a:pt x="1889" y="1466"/>
                  </a:lnTo>
                  <a:lnTo>
                    <a:pt x="1596" y="717"/>
                  </a:lnTo>
                  <a:lnTo>
                    <a:pt x="127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6" name="Google Shape;4776;p64"/>
            <p:cNvSpPr/>
            <p:nvPr/>
          </p:nvSpPr>
          <p:spPr>
            <a:xfrm flipH="1">
              <a:off x="1718509" y="2093130"/>
              <a:ext cx="48559" cy="47947"/>
            </a:xfrm>
            <a:custGeom>
              <a:avLst/>
              <a:gdLst/>
              <a:ahLst/>
              <a:cxnLst/>
              <a:rect l="l" t="t" r="r" b="b"/>
              <a:pathLst>
                <a:path w="2541" h="2509" extrusionOk="0">
                  <a:moveTo>
                    <a:pt x="1108" y="0"/>
                  </a:moveTo>
                  <a:lnTo>
                    <a:pt x="847" y="65"/>
                  </a:lnTo>
                  <a:lnTo>
                    <a:pt x="619" y="163"/>
                  </a:lnTo>
                  <a:lnTo>
                    <a:pt x="424" y="293"/>
                  </a:lnTo>
                  <a:lnTo>
                    <a:pt x="261" y="489"/>
                  </a:lnTo>
                  <a:lnTo>
                    <a:pt x="130" y="684"/>
                  </a:lnTo>
                  <a:lnTo>
                    <a:pt x="65" y="912"/>
                  </a:lnTo>
                  <a:lnTo>
                    <a:pt x="0" y="1173"/>
                  </a:lnTo>
                  <a:lnTo>
                    <a:pt x="33" y="1433"/>
                  </a:lnTo>
                  <a:lnTo>
                    <a:pt x="65" y="1661"/>
                  </a:lnTo>
                  <a:lnTo>
                    <a:pt x="196" y="1889"/>
                  </a:lnTo>
                  <a:lnTo>
                    <a:pt x="326" y="2085"/>
                  </a:lnTo>
                  <a:lnTo>
                    <a:pt x="489" y="2248"/>
                  </a:lnTo>
                  <a:lnTo>
                    <a:pt x="717" y="2378"/>
                  </a:lnTo>
                  <a:lnTo>
                    <a:pt x="945" y="2476"/>
                  </a:lnTo>
                  <a:lnTo>
                    <a:pt x="1173" y="2508"/>
                  </a:lnTo>
                  <a:lnTo>
                    <a:pt x="1433" y="2508"/>
                  </a:lnTo>
                  <a:lnTo>
                    <a:pt x="1694" y="2443"/>
                  </a:lnTo>
                  <a:lnTo>
                    <a:pt x="1922" y="2345"/>
                  </a:lnTo>
                  <a:lnTo>
                    <a:pt x="2118" y="2215"/>
                  </a:lnTo>
                  <a:lnTo>
                    <a:pt x="2280" y="2020"/>
                  </a:lnTo>
                  <a:lnTo>
                    <a:pt x="2411" y="1824"/>
                  </a:lnTo>
                  <a:lnTo>
                    <a:pt x="2508" y="1596"/>
                  </a:lnTo>
                  <a:lnTo>
                    <a:pt x="2541" y="1336"/>
                  </a:lnTo>
                  <a:lnTo>
                    <a:pt x="2541" y="1075"/>
                  </a:lnTo>
                  <a:lnTo>
                    <a:pt x="2476" y="847"/>
                  </a:lnTo>
                  <a:lnTo>
                    <a:pt x="2378" y="619"/>
                  </a:lnTo>
                  <a:lnTo>
                    <a:pt x="2215" y="424"/>
                  </a:lnTo>
                  <a:lnTo>
                    <a:pt x="2052" y="261"/>
                  </a:lnTo>
                  <a:lnTo>
                    <a:pt x="1824" y="130"/>
                  </a:lnTo>
                  <a:lnTo>
                    <a:pt x="1596" y="33"/>
                  </a:lnTo>
                  <a:lnTo>
                    <a:pt x="13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7" name="Google Shape;4777;p64"/>
            <p:cNvSpPr/>
            <p:nvPr/>
          </p:nvSpPr>
          <p:spPr>
            <a:xfrm flipH="1">
              <a:off x="1445217" y="2105571"/>
              <a:ext cx="223511" cy="268324"/>
            </a:xfrm>
            <a:custGeom>
              <a:avLst/>
              <a:gdLst/>
              <a:ahLst/>
              <a:cxnLst/>
              <a:rect l="l" t="t" r="r" b="b"/>
              <a:pathLst>
                <a:path w="11696" h="14041" extrusionOk="0">
                  <a:moveTo>
                    <a:pt x="9317" y="1"/>
                  </a:moveTo>
                  <a:lnTo>
                    <a:pt x="8959" y="229"/>
                  </a:lnTo>
                  <a:lnTo>
                    <a:pt x="8438" y="587"/>
                  </a:lnTo>
                  <a:lnTo>
                    <a:pt x="8047" y="1076"/>
                  </a:lnTo>
                  <a:lnTo>
                    <a:pt x="7656" y="1532"/>
                  </a:lnTo>
                  <a:lnTo>
                    <a:pt x="7232" y="1988"/>
                  </a:lnTo>
                  <a:lnTo>
                    <a:pt x="6809" y="2411"/>
                  </a:lnTo>
                  <a:lnTo>
                    <a:pt x="6320" y="2835"/>
                  </a:lnTo>
                  <a:lnTo>
                    <a:pt x="5864" y="3193"/>
                  </a:lnTo>
                  <a:lnTo>
                    <a:pt x="5343" y="3584"/>
                  </a:lnTo>
                  <a:lnTo>
                    <a:pt x="4822" y="3910"/>
                  </a:lnTo>
                  <a:lnTo>
                    <a:pt x="4301" y="4235"/>
                  </a:lnTo>
                  <a:lnTo>
                    <a:pt x="3747" y="4528"/>
                  </a:lnTo>
                  <a:lnTo>
                    <a:pt x="3161" y="4822"/>
                  </a:lnTo>
                  <a:lnTo>
                    <a:pt x="2574" y="5082"/>
                  </a:lnTo>
                  <a:lnTo>
                    <a:pt x="1955" y="5310"/>
                  </a:lnTo>
                  <a:lnTo>
                    <a:pt x="1336" y="5538"/>
                  </a:lnTo>
                  <a:lnTo>
                    <a:pt x="685" y="5734"/>
                  </a:lnTo>
                  <a:lnTo>
                    <a:pt x="33" y="5929"/>
                  </a:lnTo>
                  <a:lnTo>
                    <a:pt x="33" y="5962"/>
                  </a:lnTo>
                  <a:lnTo>
                    <a:pt x="131" y="6711"/>
                  </a:lnTo>
                  <a:lnTo>
                    <a:pt x="294" y="8177"/>
                  </a:lnTo>
                  <a:lnTo>
                    <a:pt x="359" y="8828"/>
                  </a:lnTo>
                  <a:lnTo>
                    <a:pt x="359" y="9480"/>
                  </a:lnTo>
                  <a:lnTo>
                    <a:pt x="359" y="10359"/>
                  </a:lnTo>
                  <a:lnTo>
                    <a:pt x="294" y="10913"/>
                  </a:lnTo>
                  <a:lnTo>
                    <a:pt x="229" y="11434"/>
                  </a:lnTo>
                  <a:lnTo>
                    <a:pt x="131" y="11988"/>
                  </a:lnTo>
                  <a:lnTo>
                    <a:pt x="1" y="12509"/>
                  </a:lnTo>
                  <a:lnTo>
                    <a:pt x="33" y="12607"/>
                  </a:lnTo>
                  <a:lnTo>
                    <a:pt x="196" y="12835"/>
                  </a:lnTo>
                  <a:lnTo>
                    <a:pt x="327" y="12998"/>
                  </a:lnTo>
                  <a:lnTo>
                    <a:pt x="490" y="13161"/>
                  </a:lnTo>
                  <a:lnTo>
                    <a:pt x="718" y="13323"/>
                  </a:lnTo>
                  <a:lnTo>
                    <a:pt x="978" y="13519"/>
                  </a:lnTo>
                  <a:lnTo>
                    <a:pt x="1304" y="13649"/>
                  </a:lnTo>
                  <a:lnTo>
                    <a:pt x="1727" y="13812"/>
                  </a:lnTo>
                  <a:lnTo>
                    <a:pt x="2183" y="13910"/>
                  </a:lnTo>
                  <a:lnTo>
                    <a:pt x="2737" y="14008"/>
                  </a:lnTo>
                  <a:lnTo>
                    <a:pt x="3389" y="14040"/>
                  </a:lnTo>
                  <a:lnTo>
                    <a:pt x="4105" y="14040"/>
                  </a:lnTo>
                  <a:lnTo>
                    <a:pt x="4920" y="13942"/>
                  </a:lnTo>
                  <a:lnTo>
                    <a:pt x="5832" y="13812"/>
                  </a:lnTo>
                  <a:lnTo>
                    <a:pt x="6581" y="13649"/>
                  </a:lnTo>
                  <a:lnTo>
                    <a:pt x="7265" y="13421"/>
                  </a:lnTo>
                  <a:lnTo>
                    <a:pt x="7884" y="13161"/>
                  </a:lnTo>
                  <a:lnTo>
                    <a:pt x="8470" y="12835"/>
                  </a:lnTo>
                  <a:lnTo>
                    <a:pt x="8991" y="12509"/>
                  </a:lnTo>
                  <a:lnTo>
                    <a:pt x="9480" y="12118"/>
                  </a:lnTo>
                  <a:lnTo>
                    <a:pt x="9903" y="11760"/>
                  </a:lnTo>
                  <a:lnTo>
                    <a:pt x="10294" y="11369"/>
                  </a:lnTo>
                  <a:lnTo>
                    <a:pt x="10620" y="11011"/>
                  </a:lnTo>
                  <a:lnTo>
                    <a:pt x="10913" y="10652"/>
                  </a:lnTo>
                  <a:lnTo>
                    <a:pt x="11369" y="10033"/>
                  </a:lnTo>
                  <a:lnTo>
                    <a:pt x="11630" y="9610"/>
                  </a:lnTo>
                  <a:lnTo>
                    <a:pt x="11695" y="9447"/>
                  </a:lnTo>
                  <a:lnTo>
                    <a:pt x="11076" y="8405"/>
                  </a:lnTo>
                  <a:lnTo>
                    <a:pt x="10783" y="7884"/>
                  </a:lnTo>
                  <a:lnTo>
                    <a:pt x="10522" y="7362"/>
                  </a:lnTo>
                  <a:lnTo>
                    <a:pt x="10294" y="6841"/>
                  </a:lnTo>
                  <a:lnTo>
                    <a:pt x="10099" y="6320"/>
                  </a:lnTo>
                  <a:lnTo>
                    <a:pt x="9903" y="5799"/>
                  </a:lnTo>
                  <a:lnTo>
                    <a:pt x="9741" y="5278"/>
                  </a:lnTo>
                  <a:lnTo>
                    <a:pt x="9610" y="4756"/>
                  </a:lnTo>
                  <a:lnTo>
                    <a:pt x="9513" y="4235"/>
                  </a:lnTo>
                  <a:lnTo>
                    <a:pt x="9415" y="3682"/>
                  </a:lnTo>
                  <a:lnTo>
                    <a:pt x="9350" y="3160"/>
                  </a:lnTo>
                  <a:lnTo>
                    <a:pt x="9317" y="2607"/>
                  </a:lnTo>
                  <a:lnTo>
                    <a:pt x="9285" y="2053"/>
                  </a:lnTo>
                  <a:lnTo>
                    <a:pt x="9285" y="1466"/>
                  </a:lnTo>
                  <a:lnTo>
                    <a:pt x="9317" y="880"/>
                  </a:lnTo>
                  <a:lnTo>
                    <a:pt x="9382" y="229"/>
                  </a:lnTo>
                  <a:lnTo>
                    <a:pt x="9317" y="1"/>
                  </a:lnTo>
                  <a:close/>
                </a:path>
              </a:pathLst>
            </a:custGeom>
            <a:solidFill>
              <a:srgbClr val="D773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8" name="Google Shape;4778;p64"/>
            <p:cNvSpPr/>
            <p:nvPr/>
          </p:nvSpPr>
          <p:spPr>
            <a:xfrm flipH="1">
              <a:off x="1553533" y="2170927"/>
              <a:ext cx="114564" cy="115807"/>
            </a:xfrm>
            <a:custGeom>
              <a:avLst/>
              <a:gdLst/>
              <a:ahLst/>
              <a:cxnLst/>
              <a:rect l="l" t="t" r="r" b="b"/>
              <a:pathLst>
                <a:path w="5995" h="6060" extrusionOk="0">
                  <a:moveTo>
                    <a:pt x="5994" y="1"/>
                  </a:moveTo>
                  <a:lnTo>
                    <a:pt x="5310" y="555"/>
                  </a:lnTo>
                  <a:lnTo>
                    <a:pt x="4626" y="1043"/>
                  </a:lnTo>
                  <a:lnTo>
                    <a:pt x="3909" y="1499"/>
                  </a:lnTo>
                  <a:lnTo>
                    <a:pt x="3193" y="1890"/>
                  </a:lnTo>
                  <a:lnTo>
                    <a:pt x="2834" y="2053"/>
                  </a:lnTo>
                  <a:lnTo>
                    <a:pt x="2444" y="2183"/>
                  </a:lnTo>
                  <a:lnTo>
                    <a:pt x="2085" y="2314"/>
                  </a:lnTo>
                  <a:lnTo>
                    <a:pt x="1694" y="2411"/>
                  </a:lnTo>
                  <a:lnTo>
                    <a:pt x="1336" y="2477"/>
                  </a:lnTo>
                  <a:lnTo>
                    <a:pt x="945" y="2542"/>
                  </a:lnTo>
                  <a:lnTo>
                    <a:pt x="0" y="2542"/>
                  </a:lnTo>
                  <a:lnTo>
                    <a:pt x="98" y="3291"/>
                  </a:lnTo>
                  <a:lnTo>
                    <a:pt x="261" y="4757"/>
                  </a:lnTo>
                  <a:lnTo>
                    <a:pt x="326" y="5408"/>
                  </a:lnTo>
                  <a:lnTo>
                    <a:pt x="326" y="6060"/>
                  </a:lnTo>
                  <a:lnTo>
                    <a:pt x="913" y="5799"/>
                  </a:lnTo>
                  <a:lnTo>
                    <a:pt x="1499" y="5506"/>
                  </a:lnTo>
                  <a:lnTo>
                    <a:pt x="2020" y="5180"/>
                  </a:lnTo>
                  <a:lnTo>
                    <a:pt x="2509" y="4822"/>
                  </a:lnTo>
                  <a:lnTo>
                    <a:pt x="2965" y="4464"/>
                  </a:lnTo>
                  <a:lnTo>
                    <a:pt x="3356" y="4040"/>
                  </a:lnTo>
                  <a:lnTo>
                    <a:pt x="3747" y="3649"/>
                  </a:lnTo>
                  <a:lnTo>
                    <a:pt x="4105" y="3226"/>
                  </a:lnTo>
                  <a:lnTo>
                    <a:pt x="4431" y="2770"/>
                  </a:lnTo>
                  <a:lnTo>
                    <a:pt x="4756" y="2346"/>
                  </a:lnTo>
                  <a:lnTo>
                    <a:pt x="5017" y="1923"/>
                  </a:lnTo>
                  <a:lnTo>
                    <a:pt x="5245" y="1499"/>
                  </a:lnTo>
                  <a:lnTo>
                    <a:pt x="5668" y="685"/>
                  </a:lnTo>
                  <a:lnTo>
                    <a:pt x="5994" y="1"/>
                  </a:lnTo>
                  <a:close/>
                </a:path>
              </a:pathLst>
            </a:custGeom>
            <a:solidFill>
              <a:srgbClr val="8F32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9" name="Google Shape;4779;p64"/>
            <p:cNvSpPr/>
            <p:nvPr/>
          </p:nvSpPr>
          <p:spPr>
            <a:xfrm flipH="1">
              <a:off x="1409749" y="1803671"/>
              <a:ext cx="367294" cy="420191"/>
            </a:xfrm>
            <a:custGeom>
              <a:avLst/>
              <a:gdLst/>
              <a:ahLst/>
              <a:cxnLst/>
              <a:rect l="l" t="t" r="r" b="b"/>
              <a:pathLst>
                <a:path w="19220" h="21988" extrusionOk="0">
                  <a:moveTo>
                    <a:pt x="10653" y="0"/>
                  </a:moveTo>
                  <a:lnTo>
                    <a:pt x="10099" y="33"/>
                  </a:lnTo>
                  <a:lnTo>
                    <a:pt x="9480" y="65"/>
                  </a:lnTo>
                  <a:lnTo>
                    <a:pt x="8861" y="163"/>
                  </a:lnTo>
                  <a:lnTo>
                    <a:pt x="8210" y="261"/>
                  </a:lnTo>
                  <a:lnTo>
                    <a:pt x="6907" y="521"/>
                  </a:lnTo>
                  <a:lnTo>
                    <a:pt x="6320" y="684"/>
                  </a:lnTo>
                  <a:lnTo>
                    <a:pt x="5767" y="847"/>
                  </a:lnTo>
                  <a:lnTo>
                    <a:pt x="5245" y="1043"/>
                  </a:lnTo>
                  <a:lnTo>
                    <a:pt x="4724" y="1238"/>
                  </a:lnTo>
                  <a:lnTo>
                    <a:pt x="4268" y="1433"/>
                  </a:lnTo>
                  <a:lnTo>
                    <a:pt x="3812" y="1629"/>
                  </a:lnTo>
                  <a:lnTo>
                    <a:pt x="3421" y="1857"/>
                  </a:lnTo>
                  <a:lnTo>
                    <a:pt x="3030" y="2085"/>
                  </a:lnTo>
                  <a:lnTo>
                    <a:pt x="2672" y="2313"/>
                  </a:lnTo>
                  <a:lnTo>
                    <a:pt x="2314" y="2573"/>
                  </a:lnTo>
                  <a:lnTo>
                    <a:pt x="2021" y="2802"/>
                  </a:lnTo>
                  <a:lnTo>
                    <a:pt x="1727" y="3062"/>
                  </a:lnTo>
                  <a:lnTo>
                    <a:pt x="1467" y="3323"/>
                  </a:lnTo>
                  <a:lnTo>
                    <a:pt x="1239" y="3583"/>
                  </a:lnTo>
                  <a:lnTo>
                    <a:pt x="1011" y="3876"/>
                  </a:lnTo>
                  <a:lnTo>
                    <a:pt x="815" y="4170"/>
                  </a:lnTo>
                  <a:lnTo>
                    <a:pt x="652" y="4430"/>
                  </a:lnTo>
                  <a:lnTo>
                    <a:pt x="522" y="4723"/>
                  </a:lnTo>
                  <a:lnTo>
                    <a:pt x="392" y="5017"/>
                  </a:lnTo>
                  <a:lnTo>
                    <a:pt x="262" y="5310"/>
                  </a:lnTo>
                  <a:lnTo>
                    <a:pt x="131" y="5929"/>
                  </a:lnTo>
                  <a:lnTo>
                    <a:pt x="34" y="6548"/>
                  </a:lnTo>
                  <a:lnTo>
                    <a:pt x="1" y="7166"/>
                  </a:lnTo>
                  <a:lnTo>
                    <a:pt x="66" y="7753"/>
                  </a:lnTo>
                  <a:lnTo>
                    <a:pt x="164" y="8372"/>
                  </a:lnTo>
                  <a:lnTo>
                    <a:pt x="359" y="9088"/>
                  </a:lnTo>
                  <a:lnTo>
                    <a:pt x="587" y="9935"/>
                  </a:lnTo>
                  <a:lnTo>
                    <a:pt x="1141" y="11759"/>
                  </a:lnTo>
                  <a:lnTo>
                    <a:pt x="1825" y="13877"/>
                  </a:lnTo>
                  <a:lnTo>
                    <a:pt x="1793" y="13942"/>
                  </a:lnTo>
                  <a:lnTo>
                    <a:pt x="1727" y="14528"/>
                  </a:lnTo>
                  <a:lnTo>
                    <a:pt x="1662" y="15115"/>
                  </a:lnTo>
                  <a:lnTo>
                    <a:pt x="1630" y="15668"/>
                  </a:lnTo>
                  <a:lnTo>
                    <a:pt x="1662" y="16222"/>
                  </a:lnTo>
                  <a:lnTo>
                    <a:pt x="1695" y="16776"/>
                  </a:lnTo>
                  <a:lnTo>
                    <a:pt x="1760" y="17330"/>
                  </a:lnTo>
                  <a:lnTo>
                    <a:pt x="1825" y="17883"/>
                  </a:lnTo>
                  <a:lnTo>
                    <a:pt x="1955" y="18405"/>
                  </a:lnTo>
                  <a:lnTo>
                    <a:pt x="2118" y="18926"/>
                  </a:lnTo>
                  <a:lnTo>
                    <a:pt x="2281" y="19447"/>
                  </a:lnTo>
                  <a:lnTo>
                    <a:pt x="2509" y="19903"/>
                  </a:lnTo>
                  <a:lnTo>
                    <a:pt x="2770" y="20326"/>
                  </a:lnTo>
                  <a:lnTo>
                    <a:pt x="3063" y="20750"/>
                  </a:lnTo>
                  <a:lnTo>
                    <a:pt x="3389" y="21076"/>
                  </a:lnTo>
                  <a:lnTo>
                    <a:pt x="3747" y="21369"/>
                  </a:lnTo>
                  <a:lnTo>
                    <a:pt x="4170" y="21597"/>
                  </a:lnTo>
                  <a:lnTo>
                    <a:pt x="4366" y="21695"/>
                  </a:lnTo>
                  <a:lnTo>
                    <a:pt x="4594" y="21792"/>
                  </a:lnTo>
                  <a:lnTo>
                    <a:pt x="4855" y="21825"/>
                  </a:lnTo>
                  <a:lnTo>
                    <a:pt x="5115" y="21890"/>
                  </a:lnTo>
                  <a:lnTo>
                    <a:pt x="5343" y="21923"/>
                  </a:lnTo>
                  <a:lnTo>
                    <a:pt x="5701" y="21955"/>
                  </a:lnTo>
                  <a:lnTo>
                    <a:pt x="6223" y="21988"/>
                  </a:lnTo>
                  <a:lnTo>
                    <a:pt x="6842" y="21955"/>
                  </a:lnTo>
                  <a:lnTo>
                    <a:pt x="7330" y="21857"/>
                  </a:lnTo>
                  <a:lnTo>
                    <a:pt x="7884" y="21727"/>
                  </a:lnTo>
                  <a:lnTo>
                    <a:pt x="8438" y="21564"/>
                  </a:lnTo>
                  <a:lnTo>
                    <a:pt x="9024" y="21336"/>
                  </a:lnTo>
                  <a:lnTo>
                    <a:pt x="9643" y="21076"/>
                  </a:lnTo>
                  <a:lnTo>
                    <a:pt x="10262" y="20782"/>
                  </a:lnTo>
                  <a:lnTo>
                    <a:pt x="10881" y="20424"/>
                  </a:lnTo>
                  <a:lnTo>
                    <a:pt x="11467" y="20066"/>
                  </a:lnTo>
                  <a:lnTo>
                    <a:pt x="12086" y="19642"/>
                  </a:lnTo>
                  <a:lnTo>
                    <a:pt x="12640" y="19186"/>
                  </a:lnTo>
                  <a:lnTo>
                    <a:pt x="13194" y="18698"/>
                  </a:lnTo>
                  <a:lnTo>
                    <a:pt x="13682" y="18177"/>
                  </a:lnTo>
                  <a:lnTo>
                    <a:pt x="14138" y="17623"/>
                  </a:lnTo>
                  <a:lnTo>
                    <a:pt x="14562" y="17036"/>
                  </a:lnTo>
                  <a:lnTo>
                    <a:pt x="14887" y="16450"/>
                  </a:lnTo>
                  <a:lnTo>
                    <a:pt x="15181" y="15799"/>
                  </a:lnTo>
                  <a:lnTo>
                    <a:pt x="15246" y="15636"/>
                  </a:lnTo>
                  <a:lnTo>
                    <a:pt x="15343" y="15277"/>
                  </a:lnTo>
                  <a:lnTo>
                    <a:pt x="15409" y="15277"/>
                  </a:lnTo>
                  <a:lnTo>
                    <a:pt x="15865" y="15212"/>
                  </a:lnTo>
                  <a:lnTo>
                    <a:pt x="16321" y="15082"/>
                  </a:lnTo>
                  <a:lnTo>
                    <a:pt x="16712" y="14887"/>
                  </a:lnTo>
                  <a:lnTo>
                    <a:pt x="17102" y="14691"/>
                  </a:lnTo>
                  <a:lnTo>
                    <a:pt x="17461" y="14431"/>
                  </a:lnTo>
                  <a:lnTo>
                    <a:pt x="17787" y="14137"/>
                  </a:lnTo>
                  <a:lnTo>
                    <a:pt x="18047" y="13844"/>
                  </a:lnTo>
                  <a:lnTo>
                    <a:pt x="18308" y="13486"/>
                  </a:lnTo>
                  <a:lnTo>
                    <a:pt x="18536" y="13160"/>
                  </a:lnTo>
                  <a:lnTo>
                    <a:pt x="18731" y="12769"/>
                  </a:lnTo>
                  <a:lnTo>
                    <a:pt x="18894" y="12411"/>
                  </a:lnTo>
                  <a:lnTo>
                    <a:pt x="19024" y="12020"/>
                  </a:lnTo>
                  <a:lnTo>
                    <a:pt x="19122" y="11629"/>
                  </a:lnTo>
                  <a:lnTo>
                    <a:pt x="19187" y="11238"/>
                  </a:lnTo>
                  <a:lnTo>
                    <a:pt x="19220" y="10880"/>
                  </a:lnTo>
                  <a:lnTo>
                    <a:pt x="19187" y="10489"/>
                  </a:lnTo>
                  <a:lnTo>
                    <a:pt x="19155" y="10228"/>
                  </a:lnTo>
                  <a:lnTo>
                    <a:pt x="19122" y="10000"/>
                  </a:lnTo>
                  <a:lnTo>
                    <a:pt x="19024" y="9740"/>
                  </a:lnTo>
                  <a:lnTo>
                    <a:pt x="18927" y="9479"/>
                  </a:lnTo>
                  <a:lnTo>
                    <a:pt x="18796" y="9251"/>
                  </a:lnTo>
                  <a:lnTo>
                    <a:pt x="18601" y="9056"/>
                  </a:lnTo>
                  <a:lnTo>
                    <a:pt x="18405" y="8893"/>
                  </a:lnTo>
                  <a:lnTo>
                    <a:pt x="18145" y="8763"/>
                  </a:lnTo>
                  <a:lnTo>
                    <a:pt x="18210" y="8665"/>
                  </a:lnTo>
                  <a:lnTo>
                    <a:pt x="18275" y="8535"/>
                  </a:lnTo>
                  <a:lnTo>
                    <a:pt x="18340" y="8144"/>
                  </a:lnTo>
                  <a:lnTo>
                    <a:pt x="18373" y="7688"/>
                  </a:lnTo>
                  <a:lnTo>
                    <a:pt x="18373" y="7166"/>
                  </a:lnTo>
                  <a:lnTo>
                    <a:pt x="18373" y="6645"/>
                  </a:lnTo>
                  <a:lnTo>
                    <a:pt x="18340" y="6189"/>
                  </a:lnTo>
                  <a:lnTo>
                    <a:pt x="18308" y="5831"/>
                  </a:lnTo>
                  <a:lnTo>
                    <a:pt x="18243" y="5603"/>
                  </a:lnTo>
                  <a:lnTo>
                    <a:pt x="18112" y="5114"/>
                  </a:lnTo>
                  <a:lnTo>
                    <a:pt x="17917" y="4626"/>
                  </a:lnTo>
                  <a:lnTo>
                    <a:pt x="17656" y="4104"/>
                  </a:lnTo>
                  <a:lnTo>
                    <a:pt x="17396" y="3583"/>
                  </a:lnTo>
                  <a:lnTo>
                    <a:pt x="17037" y="3062"/>
                  </a:lnTo>
                  <a:lnTo>
                    <a:pt x="16646" y="2541"/>
                  </a:lnTo>
                  <a:lnTo>
                    <a:pt x="16190" y="2020"/>
                  </a:lnTo>
                  <a:lnTo>
                    <a:pt x="15930" y="1792"/>
                  </a:lnTo>
                  <a:lnTo>
                    <a:pt x="15637" y="1564"/>
                  </a:lnTo>
                  <a:lnTo>
                    <a:pt x="15343" y="1336"/>
                  </a:lnTo>
                  <a:lnTo>
                    <a:pt x="15018" y="1108"/>
                  </a:lnTo>
                  <a:lnTo>
                    <a:pt x="14692" y="912"/>
                  </a:lnTo>
                  <a:lnTo>
                    <a:pt x="14334" y="749"/>
                  </a:lnTo>
                  <a:lnTo>
                    <a:pt x="13975" y="586"/>
                  </a:lnTo>
                  <a:lnTo>
                    <a:pt x="13552" y="424"/>
                  </a:lnTo>
                  <a:lnTo>
                    <a:pt x="13128" y="326"/>
                  </a:lnTo>
                  <a:lnTo>
                    <a:pt x="12705" y="196"/>
                  </a:lnTo>
                  <a:lnTo>
                    <a:pt x="12216" y="130"/>
                  </a:lnTo>
                  <a:lnTo>
                    <a:pt x="11728" y="65"/>
                  </a:lnTo>
                  <a:lnTo>
                    <a:pt x="11207" y="33"/>
                  </a:lnTo>
                  <a:lnTo>
                    <a:pt x="10653" y="0"/>
                  </a:lnTo>
                  <a:close/>
                </a:path>
              </a:pathLst>
            </a:custGeom>
            <a:solidFill>
              <a:srgbClr val="D773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0" name="Google Shape;4780;p64"/>
            <p:cNvSpPr/>
            <p:nvPr/>
          </p:nvSpPr>
          <p:spPr>
            <a:xfrm flipH="1">
              <a:off x="1409749" y="1803671"/>
              <a:ext cx="367294" cy="420191"/>
            </a:xfrm>
            <a:custGeom>
              <a:avLst/>
              <a:gdLst/>
              <a:ahLst/>
              <a:cxnLst/>
              <a:rect l="l" t="t" r="r" b="b"/>
              <a:pathLst>
                <a:path w="19220" h="21988" fill="none" extrusionOk="0">
                  <a:moveTo>
                    <a:pt x="19187" y="10489"/>
                  </a:moveTo>
                  <a:lnTo>
                    <a:pt x="19187" y="10489"/>
                  </a:lnTo>
                  <a:lnTo>
                    <a:pt x="19220" y="10880"/>
                  </a:lnTo>
                  <a:lnTo>
                    <a:pt x="19187" y="11238"/>
                  </a:lnTo>
                  <a:lnTo>
                    <a:pt x="19122" y="11629"/>
                  </a:lnTo>
                  <a:lnTo>
                    <a:pt x="19024" y="12020"/>
                  </a:lnTo>
                  <a:lnTo>
                    <a:pt x="18894" y="12411"/>
                  </a:lnTo>
                  <a:lnTo>
                    <a:pt x="18731" y="12769"/>
                  </a:lnTo>
                  <a:lnTo>
                    <a:pt x="18536" y="13160"/>
                  </a:lnTo>
                  <a:lnTo>
                    <a:pt x="18308" y="13486"/>
                  </a:lnTo>
                  <a:lnTo>
                    <a:pt x="18047" y="13844"/>
                  </a:lnTo>
                  <a:lnTo>
                    <a:pt x="17787" y="14137"/>
                  </a:lnTo>
                  <a:lnTo>
                    <a:pt x="17461" y="14431"/>
                  </a:lnTo>
                  <a:lnTo>
                    <a:pt x="17102" y="14691"/>
                  </a:lnTo>
                  <a:lnTo>
                    <a:pt x="16712" y="14887"/>
                  </a:lnTo>
                  <a:lnTo>
                    <a:pt x="16321" y="15082"/>
                  </a:lnTo>
                  <a:lnTo>
                    <a:pt x="15865" y="15212"/>
                  </a:lnTo>
                  <a:lnTo>
                    <a:pt x="15409" y="15277"/>
                  </a:lnTo>
                  <a:lnTo>
                    <a:pt x="15409" y="15277"/>
                  </a:lnTo>
                  <a:lnTo>
                    <a:pt x="15409" y="15277"/>
                  </a:lnTo>
                  <a:lnTo>
                    <a:pt x="15343" y="15277"/>
                  </a:lnTo>
                  <a:lnTo>
                    <a:pt x="15343" y="15277"/>
                  </a:lnTo>
                  <a:lnTo>
                    <a:pt x="15246" y="15636"/>
                  </a:lnTo>
                  <a:lnTo>
                    <a:pt x="15246" y="15636"/>
                  </a:lnTo>
                  <a:lnTo>
                    <a:pt x="15181" y="15799"/>
                  </a:lnTo>
                  <a:lnTo>
                    <a:pt x="15181" y="15799"/>
                  </a:lnTo>
                  <a:lnTo>
                    <a:pt x="15181" y="15799"/>
                  </a:lnTo>
                  <a:lnTo>
                    <a:pt x="14887" y="16450"/>
                  </a:lnTo>
                  <a:lnTo>
                    <a:pt x="14562" y="17036"/>
                  </a:lnTo>
                  <a:lnTo>
                    <a:pt x="14138" y="17623"/>
                  </a:lnTo>
                  <a:lnTo>
                    <a:pt x="13682" y="18177"/>
                  </a:lnTo>
                  <a:lnTo>
                    <a:pt x="13194" y="18698"/>
                  </a:lnTo>
                  <a:lnTo>
                    <a:pt x="12640" y="19186"/>
                  </a:lnTo>
                  <a:lnTo>
                    <a:pt x="12086" y="19642"/>
                  </a:lnTo>
                  <a:lnTo>
                    <a:pt x="11467" y="20066"/>
                  </a:lnTo>
                  <a:lnTo>
                    <a:pt x="10881" y="20424"/>
                  </a:lnTo>
                  <a:lnTo>
                    <a:pt x="10262" y="20782"/>
                  </a:lnTo>
                  <a:lnTo>
                    <a:pt x="9643" y="21076"/>
                  </a:lnTo>
                  <a:lnTo>
                    <a:pt x="9024" y="21336"/>
                  </a:lnTo>
                  <a:lnTo>
                    <a:pt x="8438" y="21564"/>
                  </a:lnTo>
                  <a:lnTo>
                    <a:pt x="7884" y="21727"/>
                  </a:lnTo>
                  <a:lnTo>
                    <a:pt x="7330" y="21857"/>
                  </a:lnTo>
                  <a:lnTo>
                    <a:pt x="6842" y="21955"/>
                  </a:lnTo>
                  <a:lnTo>
                    <a:pt x="6842" y="21955"/>
                  </a:lnTo>
                  <a:lnTo>
                    <a:pt x="6223" y="21988"/>
                  </a:lnTo>
                  <a:lnTo>
                    <a:pt x="5701" y="21955"/>
                  </a:lnTo>
                  <a:lnTo>
                    <a:pt x="5343" y="21923"/>
                  </a:lnTo>
                  <a:lnTo>
                    <a:pt x="5115" y="21890"/>
                  </a:lnTo>
                  <a:lnTo>
                    <a:pt x="5115" y="21890"/>
                  </a:lnTo>
                  <a:lnTo>
                    <a:pt x="4855" y="21825"/>
                  </a:lnTo>
                  <a:lnTo>
                    <a:pt x="4594" y="21792"/>
                  </a:lnTo>
                  <a:lnTo>
                    <a:pt x="4366" y="21695"/>
                  </a:lnTo>
                  <a:lnTo>
                    <a:pt x="4170" y="21597"/>
                  </a:lnTo>
                  <a:lnTo>
                    <a:pt x="3747" y="21369"/>
                  </a:lnTo>
                  <a:lnTo>
                    <a:pt x="3389" y="21076"/>
                  </a:lnTo>
                  <a:lnTo>
                    <a:pt x="3063" y="20750"/>
                  </a:lnTo>
                  <a:lnTo>
                    <a:pt x="2770" y="20326"/>
                  </a:lnTo>
                  <a:lnTo>
                    <a:pt x="2509" y="19903"/>
                  </a:lnTo>
                  <a:lnTo>
                    <a:pt x="2281" y="19447"/>
                  </a:lnTo>
                  <a:lnTo>
                    <a:pt x="2118" y="18926"/>
                  </a:lnTo>
                  <a:lnTo>
                    <a:pt x="1955" y="18405"/>
                  </a:lnTo>
                  <a:lnTo>
                    <a:pt x="1825" y="17883"/>
                  </a:lnTo>
                  <a:lnTo>
                    <a:pt x="1760" y="17330"/>
                  </a:lnTo>
                  <a:lnTo>
                    <a:pt x="1695" y="16776"/>
                  </a:lnTo>
                  <a:lnTo>
                    <a:pt x="1662" y="16222"/>
                  </a:lnTo>
                  <a:lnTo>
                    <a:pt x="1630" y="15668"/>
                  </a:lnTo>
                  <a:lnTo>
                    <a:pt x="1662" y="15115"/>
                  </a:lnTo>
                  <a:lnTo>
                    <a:pt x="1662" y="15115"/>
                  </a:lnTo>
                  <a:lnTo>
                    <a:pt x="1727" y="14528"/>
                  </a:lnTo>
                  <a:lnTo>
                    <a:pt x="1793" y="13942"/>
                  </a:lnTo>
                  <a:lnTo>
                    <a:pt x="1793" y="13942"/>
                  </a:lnTo>
                  <a:lnTo>
                    <a:pt x="1825" y="13877"/>
                  </a:lnTo>
                  <a:lnTo>
                    <a:pt x="1825" y="13877"/>
                  </a:lnTo>
                  <a:lnTo>
                    <a:pt x="1141" y="11759"/>
                  </a:lnTo>
                  <a:lnTo>
                    <a:pt x="587" y="9935"/>
                  </a:lnTo>
                  <a:lnTo>
                    <a:pt x="359" y="9088"/>
                  </a:lnTo>
                  <a:lnTo>
                    <a:pt x="164" y="8372"/>
                  </a:lnTo>
                  <a:lnTo>
                    <a:pt x="164" y="8372"/>
                  </a:lnTo>
                  <a:lnTo>
                    <a:pt x="66" y="7753"/>
                  </a:lnTo>
                  <a:lnTo>
                    <a:pt x="1" y="7166"/>
                  </a:lnTo>
                  <a:lnTo>
                    <a:pt x="34" y="6548"/>
                  </a:lnTo>
                  <a:lnTo>
                    <a:pt x="131" y="5929"/>
                  </a:lnTo>
                  <a:lnTo>
                    <a:pt x="262" y="5310"/>
                  </a:lnTo>
                  <a:lnTo>
                    <a:pt x="392" y="5017"/>
                  </a:lnTo>
                  <a:lnTo>
                    <a:pt x="522" y="4723"/>
                  </a:lnTo>
                  <a:lnTo>
                    <a:pt x="652" y="4430"/>
                  </a:lnTo>
                  <a:lnTo>
                    <a:pt x="815" y="4170"/>
                  </a:lnTo>
                  <a:lnTo>
                    <a:pt x="1011" y="3876"/>
                  </a:lnTo>
                  <a:lnTo>
                    <a:pt x="1239" y="3583"/>
                  </a:lnTo>
                  <a:lnTo>
                    <a:pt x="1467" y="3323"/>
                  </a:lnTo>
                  <a:lnTo>
                    <a:pt x="1727" y="3062"/>
                  </a:lnTo>
                  <a:lnTo>
                    <a:pt x="2021" y="2802"/>
                  </a:lnTo>
                  <a:lnTo>
                    <a:pt x="2314" y="2573"/>
                  </a:lnTo>
                  <a:lnTo>
                    <a:pt x="2672" y="2313"/>
                  </a:lnTo>
                  <a:lnTo>
                    <a:pt x="3030" y="2085"/>
                  </a:lnTo>
                  <a:lnTo>
                    <a:pt x="3421" y="1857"/>
                  </a:lnTo>
                  <a:lnTo>
                    <a:pt x="3812" y="1629"/>
                  </a:lnTo>
                  <a:lnTo>
                    <a:pt x="4268" y="1433"/>
                  </a:lnTo>
                  <a:lnTo>
                    <a:pt x="4724" y="1238"/>
                  </a:lnTo>
                  <a:lnTo>
                    <a:pt x="5245" y="1043"/>
                  </a:lnTo>
                  <a:lnTo>
                    <a:pt x="5767" y="847"/>
                  </a:lnTo>
                  <a:lnTo>
                    <a:pt x="6320" y="684"/>
                  </a:lnTo>
                  <a:lnTo>
                    <a:pt x="6907" y="521"/>
                  </a:lnTo>
                  <a:lnTo>
                    <a:pt x="8210" y="261"/>
                  </a:lnTo>
                  <a:lnTo>
                    <a:pt x="8210" y="261"/>
                  </a:lnTo>
                  <a:lnTo>
                    <a:pt x="8861" y="163"/>
                  </a:lnTo>
                  <a:lnTo>
                    <a:pt x="9480" y="65"/>
                  </a:lnTo>
                  <a:lnTo>
                    <a:pt x="10099" y="33"/>
                  </a:lnTo>
                  <a:lnTo>
                    <a:pt x="10653" y="0"/>
                  </a:lnTo>
                  <a:lnTo>
                    <a:pt x="11207" y="33"/>
                  </a:lnTo>
                  <a:lnTo>
                    <a:pt x="11728" y="65"/>
                  </a:lnTo>
                  <a:lnTo>
                    <a:pt x="12216" y="130"/>
                  </a:lnTo>
                  <a:lnTo>
                    <a:pt x="12705" y="196"/>
                  </a:lnTo>
                  <a:lnTo>
                    <a:pt x="13128" y="326"/>
                  </a:lnTo>
                  <a:lnTo>
                    <a:pt x="13552" y="424"/>
                  </a:lnTo>
                  <a:lnTo>
                    <a:pt x="13975" y="586"/>
                  </a:lnTo>
                  <a:lnTo>
                    <a:pt x="14334" y="749"/>
                  </a:lnTo>
                  <a:lnTo>
                    <a:pt x="14692" y="912"/>
                  </a:lnTo>
                  <a:lnTo>
                    <a:pt x="15018" y="1108"/>
                  </a:lnTo>
                  <a:lnTo>
                    <a:pt x="15343" y="1336"/>
                  </a:lnTo>
                  <a:lnTo>
                    <a:pt x="15637" y="1564"/>
                  </a:lnTo>
                  <a:lnTo>
                    <a:pt x="15930" y="1792"/>
                  </a:lnTo>
                  <a:lnTo>
                    <a:pt x="16190" y="2020"/>
                  </a:lnTo>
                  <a:lnTo>
                    <a:pt x="16646" y="2541"/>
                  </a:lnTo>
                  <a:lnTo>
                    <a:pt x="17037" y="3062"/>
                  </a:lnTo>
                  <a:lnTo>
                    <a:pt x="17396" y="3583"/>
                  </a:lnTo>
                  <a:lnTo>
                    <a:pt x="17656" y="4104"/>
                  </a:lnTo>
                  <a:lnTo>
                    <a:pt x="17917" y="4626"/>
                  </a:lnTo>
                  <a:lnTo>
                    <a:pt x="18112" y="5114"/>
                  </a:lnTo>
                  <a:lnTo>
                    <a:pt x="18243" y="5603"/>
                  </a:lnTo>
                  <a:lnTo>
                    <a:pt x="18243" y="5603"/>
                  </a:lnTo>
                  <a:lnTo>
                    <a:pt x="18308" y="5831"/>
                  </a:lnTo>
                  <a:lnTo>
                    <a:pt x="18340" y="6189"/>
                  </a:lnTo>
                  <a:lnTo>
                    <a:pt x="18373" y="6645"/>
                  </a:lnTo>
                  <a:lnTo>
                    <a:pt x="18373" y="7166"/>
                  </a:lnTo>
                  <a:lnTo>
                    <a:pt x="18373" y="7688"/>
                  </a:lnTo>
                  <a:lnTo>
                    <a:pt x="18340" y="8144"/>
                  </a:lnTo>
                  <a:lnTo>
                    <a:pt x="18275" y="8535"/>
                  </a:lnTo>
                  <a:lnTo>
                    <a:pt x="18210" y="8665"/>
                  </a:lnTo>
                  <a:lnTo>
                    <a:pt x="18145" y="8763"/>
                  </a:lnTo>
                  <a:lnTo>
                    <a:pt x="18145" y="8763"/>
                  </a:lnTo>
                  <a:lnTo>
                    <a:pt x="18405" y="8893"/>
                  </a:lnTo>
                  <a:lnTo>
                    <a:pt x="18601" y="9056"/>
                  </a:lnTo>
                  <a:lnTo>
                    <a:pt x="18796" y="9251"/>
                  </a:lnTo>
                  <a:lnTo>
                    <a:pt x="18927" y="9479"/>
                  </a:lnTo>
                  <a:lnTo>
                    <a:pt x="19024" y="9740"/>
                  </a:lnTo>
                  <a:lnTo>
                    <a:pt x="19122" y="10000"/>
                  </a:lnTo>
                  <a:lnTo>
                    <a:pt x="19155" y="10228"/>
                  </a:lnTo>
                  <a:lnTo>
                    <a:pt x="19187" y="1048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4781;p64"/>
            <p:cNvSpPr/>
            <p:nvPr/>
          </p:nvSpPr>
          <p:spPr>
            <a:xfrm flipH="1">
              <a:off x="1412864" y="1793696"/>
              <a:ext cx="373505" cy="254010"/>
            </a:xfrm>
            <a:custGeom>
              <a:avLst/>
              <a:gdLst/>
              <a:ahLst/>
              <a:cxnLst/>
              <a:rect l="l" t="t" r="r" b="b"/>
              <a:pathLst>
                <a:path w="19545" h="13292" extrusionOk="0">
                  <a:moveTo>
                    <a:pt x="10750" y="1"/>
                  </a:moveTo>
                  <a:lnTo>
                    <a:pt x="10261" y="34"/>
                  </a:lnTo>
                  <a:lnTo>
                    <a:pt x="9773" y="66"/>
                  </a:lnTo>
                  <a:lnTo>
                    <a:pt x="8763" y="262"/>
                  </a:lnTo>
                  <a:lnTo>
                    <a:pt x="7786" y="490"/>
                  </a:lnTo>
                  <a:lnTo>
                    <a:pt x="6841" y="783"/>
                  </a:lnTo>
                  <a:lnTo>
                    <a:pt x="5961" y="1108"/>
                  </a:lnTo>
                  <a:lnTo>
                    <a:pt x="5082" y="1467"/>
                  </a:lnTo>
                  <a:lnTo>
                    <a:pt x="4268" y="1890"/>
                  </a:lnTo>
                  <a:lnTo>
                    <a:pt x="3518" y="2314"/>
                  </a:lnTo>
                  <a:lnTo>
                    <a:pt x="2802" y="2802"/>
                  </a:lnTo>
                  <a:lnTo>
                    <a:pt x="2183" y="3356"/>
                  </a:lnTo>
                  <a:lnTo>
                    <a:pt x="1597" y="3910"/>
                  </a:lnTo>
                  <a:lnTo>
                    <a:pt x="1336" y="4203"/>
                  </a:lnTo>
                  <a:lnTo>
                    <a:pt x="1108" y="4496"/>
                  </a:lnTo>
                  <a:lnTo>
                    <a:pt x="880" y="4789"/>
                  </a:lnTo>
                  <a:lnTo>
                    <a:pt x="717" y="5115"/>
                  </a:lnTo>
                  <a:lnTo>
                    <a:pt x="522" y="5408"/>
                  </a:lnTo>
                  <a:lnTo>
                    <a:pt x="391" y="5734"/>
                  </a:lnTo>
                  <a:lnTo>
                    <a:pt x="261" y="6060"/>
                  </a:lnTo>
                  <a:lnTo>
                    <a:pt x="163" y="6418"/>
                  </a:lnTo>
                  <a:lnTo>
                    <a:pt x="66" y="6744"/>
                  </a:lnTo>
                  <a:lnTo>
                    <a:pt x="33" y="7102"/>
                  </a:lnTo>
                  <a:lnTo>
                    <a:pt x="0" y="7460"/>
                  </a:lnTo>
                  <a:lnTo>
                    <a:pt x="0" y="7786"/>
                  </a:lnTo>
                  <a:lnTo>
                    <a:pt x="33" y="8470"/>
                  </a:lnTo>
                  <a:lnTo>
                    <a:pt x="66" y="9024"/>
                  </a:lnTo>
                  <a:lnTo>
                    <a:pt x="131" y="9480"/>
                  </a:lnTo>
                  <a:lnTo>
                    <a:pt x="196" y="9871"/>
                  </a:lnTo>
                  <a:lnTo>
                    <a:pt x="261" y="10197"/>
                  </a:lnTo>
                  <a:lnTo>
                    <a:pt x="359" y="10425"/>
                  </a:lnTo>
                  <a:lnTo>
                    <a:pt x="424" y="10588"/>
                  </a:lnTo>
                  <a:lnTo>
                    <a:pt x="522" y="10718"/>
                  </a:lnTo>
                  <a:lnTo>
                    <a:pt x="587" y="10816"/>
                  </a:lnTo>
                  <a:lnTo>
                    <a:pt x="652" y="10848"/>
                  </a:lnTo>
                  <a:lnTo>
                    <a:pt x="717" y="10881"/>
                  </a:lnTo>
                  <a:lnTo>
                    <a:pt x="782" y="10848"/>
                  </a:lnTo>
                  <a:lnTo>
                    <a:pt x="880" y="10816"/>
                  </a:lnTo>
                  <a:lnTo>
                    <a:pt x="912" y="10783"/>
                  </a:lnTo>
                  <a:lnTo>
                    <a:pt x="880" y="10718"/>
                  </a:lnTo>
                  <a:lnTo>
                    <a:pt x="880" y="10294"/>
                  </a:lnTo>
                  <a:lnTo>
                    <a:pt x="945" y="9317"/>
                  </a:lnTo>
                  <a:lnTo>
                    <a:pt x="1075" y="7493"/>
                  </a:lnTo>
                  <a:lnTo>
                    <a:pt x="1108" y="7232"/>
                  </a:lnTo>
                  <a:lnTo>
                    <a:pt x="1206" y="6972"/>
                  </a:lnTo>
                  <a:lnTo>
                    <a:pt x="1336" y="6744"/>
                  </a:lnTo>
                  <a:lnTo>
                    <a:pt x="1531" y="6516"/>
                  </a:lnTo>
                  <a:lnTo>
                    <a:pt x="1727" y="6320"/>
                  </a:lnTo>
                  <a:lnTo>
                    <a:pt x="1987" y="6092"/>
                  </a:lnTo>
                  <a:lnTo>
                    <a:pt x="2248" y="5897"/>
                  </a:lnTo>
                  <a:lnTo>
                    <a:pt x="2541" y="5734"/>
                  </a:lnTo>
                  <a:lnTo>
                    <a:pt x="2867" y="5571"/>
                  </a:lnTo>
                  <a:lnTo>
                    <a:pt x="3225" y="5408"/>
                  </a:lnTo>
                  <a:lnTo>
                    <a:pt x="3974" y="5115"/>
                  </a:lnTo>
                  <a:lnTo>
                    <a:pt x="4756" y="4887"/>
                  </a:lnTo>
                  <a:lnTo>
                    <a:pt x="5538" y="4724"/>
                  </a:lnTo>
                  <a:lnTo>
                    <a:pt x="6352" y="4594"/>
                  </a:lnTo>
                  <a:lnTo>
                    <a:pt x="7102" y="4529"/>
                  </a:lnTo>
                  <a:lnTo>
                    <a:pt x="7818" y="4529"/>
                  </a:lnTo>
                  <a:lnTo>
                    <a:pt x="8437" y="4561"/>
                  </a:lnTo>
                  <a:lnTo>
                    <a:pt x="8698" y="4626"/>
                  </a:lnTo>
                  <a:lnTo>
                    <a:pt x="8926" y="4659"/>
                  </a:lnTo>
                  <a:lnTo>
                    <a:pt x="9154" y="4757"/>
                  </a:lnTo>
                  <a:lnTo>
                    <a:pt x="9317" y="4855"/>
                  </a:lnTo>
                  <a:lnTo>
                    <a:pt x="9447" y="4952"/>
                  </a:lnTo>
                  <a:lnTo>
                    <a:pt x="9512" y="5083"/>
                  </a:lnTo>
                  <a:lnTo>
                    <a:pt x="9577" y="5245"/>
                  </a:lnTo>
                  <a:lnTo>
                    <a:pt x="9545" y="5376"/>
                  </a:lnTo>
                  <a:lnTo>
                    <a:pt x="9577" y="5734"/>
                  </a:lnTo>
                  <a:lnTo>
                    <a:pt x="9642" y="6092"/>
                  </a:lnTo>
                  <a:lnTo>
                    <a:pt x="9740" y="6548"/>
                  </a:lnTo>
                  <a:lnTo>
                    <a:pt x="9838" y="6809"/>
                  </a:lnTo>
                  <a:lnTo>
                    <a:pt x="9968" y="7037"/>
                  </a:lnTo>
                  <a:lnTo>
                    <a:pt x="10098" y="7298"/>
                  </a:lnTo>
                  <a:lnTo>
                    <a:pt x="10261" y="7558"/>
                  </a:lnTo>
                  <a:lnTo>
                    <a:pt x="10489" y="7819"/>
                  </a:lnTo>
                  <a:lnTo>
                    <a:pt x="10717" y="8047"/>
                  </a:lnTo>
                  <a:lnTo>
                    <a:pt x="11010" y="8275"/>
                  </a:lnTo>
                  <a:lnTo>
                    <a:pt x="11336" y="8470"/>
                  </a:lnTo>
                  <a:lnTo>
                    <a:pt x="11727" y="8698"/>
                  </a:lnTo>
                  <a:lnTo>
                    <a:pt x="12085" y="8926"/>
                  </a:lnTo>
                  <a:lnTo>
                    <a:pt x="12379" y="9154"/>
                  </a:lnTo>
                  <a:lnTo>
                    <a:pt x="12639" y="9415"/>
                  </a:lnTo>
                  <a:lnTo>
                    <a:pt x="12737" y="9545"/>
                  </a:lnTo>
                  <a:lnTo>
                    <a:pt x="12835" y="9708"/>
                  </a:lnTo>
                  <a:lnTo>
                    <a:pt x="12900" y="9838"/>
                  </a:lnTo>
                  <a:lnTo>
                    <a:pt x="12932" y="10001"/>
                  </a:lnTo>
                  <a:lnTo>
                    <a:pt x="12965" y="10197"/>
                  </a:lnTo>
                  <a:lnTo>
                    <a:pt x="12965" y="10360"/>
                  </a:lnTo>
                  <a:lnTo>
                    <a:pt x="12932" y="10555"/>
                  </a:lnTo>
                  <a:lnTo>
                    <a:pt x="12867" y="10783"/>
                  </a:lnTo>
                  <a:lnTo>
                    <a:pt x="12737" y="11337"/>
                  </a:lnTo>
                  <a:lnTo>
                    <a:pt x="12704" y="11825"/>
                  </a:lnTo>
                  <a:lnTo>
                    <a:pt x="12704" y="12249"/>
                  </a:lnTo>
                  <a:lnTo>
                    <a:pt x="12769" y="12444"/>
                  </a:lnTo>
                  <a:lnTo>
                    <a:pt x="12802" y="12607"/>
                  </a:lnTo>
                  <a:lnTo>
                    <a:pt x="12867" y="12770"/>
                  </a:lnTo>
                  <a:lnTo>
                    <a:pt x="12965" y="12900"/>
                  </a:lnTo>
                  <a:lnTo>
                    <a:pt x="13063" y="13031"/>
                  </a:lnTo>
                  <a:lnTo>
                    <a:pt x="13160" y="13128"/>
                  </a:lnTo>
                  <a:lnTo>
                    <a:pt x="13291" y="13194"/>
                  </a:lnTo>
                  <a:lnTo>
                    <a:pt x="13454" y="13259"/>
                  </a:lnTo>
                  <a:lnTo>
                    <a:pt x="13584" y="13291"/>
                  </a:lnTo>
                  <a:lnTo>
                    <a:pt x="13910" y="13291"/>
                  </a:lnTo>
                  <a:lnTo>
                    <a:pt x="14040" y="13259"/>
                  </a:lnTo>
                  <a:lnTo>
                    <a:pt x="14268" y="13161"/>
                  </a:lnTo>
                  <a:lnTo>
                    <a:pt x="14528" y="12965"/>
                  </a:lnTo>
                  <a:lnTo>
                    <a:pt x="14724" y="12737"/>
                  </a:lnTo>
                  <a:lnTo>
                    <a:pt x="14919" y="12477"/>
                  </a:lnTo>
                  <a:lnTo>
                    <a:pt x="15147" y="12151"/>
                  </a:lnTo>
                  <a:lnTo>
                    <a:pt x="15571" y="11467"/>
                  </a:lnTo>
                  <a:lnTo>
                    <a:pt x="15799" y="11109"/>
                  </a:lnTo>
                  <a:lnTo>
                    <a:pt x="16092" y="10783"/>
                  </a:lnTo>
                  <a:lnTo>
                    <a:pt x="16385" y="10425"/>
                  </a:lnTo>
                  <a:lnTo>
                    <a:pt x="16711" y="10099"/>
                  </a:lnTo>
                  <a:lnTo>
                    <a:pt x="17102" y="9838"/>
                  </a:lnTo>
                  <a:lnTo>
                    <a:pt x="17558" y="9578"/>
                  </a:lnTo>
                  <a:lnTo>
                    <a:pt x="17818" y="9480"/>
                  </a:lnTo>
                  <a:lnTo>
                    <a:pt x="18079" y="9415"/>
                  </a:lnTo>
                  <a:lnTo>
                    <a:pt x="18340" y="9350"/>
                  </a:lnTo>
                  <a:lnTo>
                    <a:pt x="18633" y="9285"/>
                  </a:lnTo>
                  <a:lnTo>
                    <a:pt x="18828" y="9187"/>
                  </a:lnTo>
                  <a:lnTo>
                    <a:pt x="18991" y="9057"/>
                  </a:lnTo>
                  <a:lnTo>
                    <a:pt x="19187" y="8861"/>
                  </a:lnTo>
                  <a:lnTo>
                    <a:pt x="19284" y="8698"/>
                  </a:lnTo>
                  <a:lnTo>
                    <a:pt x="19349" y="8535"/>
                  </a:lnTo>
                  <a:lnTo>
                    <a:pt x="19447" y="8340"/>
                  </a:lnTo>
                  <a:lnTo>
                    <a:pt x="19480" y="8112"/>
                  </a:lnTo>
                  <a:lnTo>
                    <a:pt x="19545" y="7851"/>
                  </a:lnTo>
                  <a:lnTo>
                    <a:pt x="19545" y="7558"/>
                  </a:lnTo>
                  <a:lnTo>
                    <a:pt x="19545" y="7232"/>
                  </a:lnTo>
                  <a:lnTo>
                    <a:pt x="19512" y="6874"/>
                  </a:lnTo>
                  <a:lnTo>
                    <a:pt x="19382" y="6451"/>
                  </a:lnTo>
                  <a:lnTo>
                    <a:pt x="19219" y="5962"/>
                  </a:lnTo>
                  <a:lnTo>
                    <a:pt x="18959" y="5408"/>
                  </a:lnTo>
                  <a:lnTo>
                    <a:pt x="18600" y="4822"/>
                  </a:lnTo>
                  <a:lnTo>
                    <a:pt x="18177" y="4236"/>
                  </a:lnTo>
                  <a:lnTo>
                    <a:pt x="17688" y="3617"/>
                  </a:lnTo>
                  <a:lnTo>
                    <a:pt x="17134" y="2998"/>
                  </a:lnTo>
                  <a:lnTo>
                    <a:pt x="16516" y="2411"/>
                  </a:lnTo>
                  <a:lnTo>
                    <a:pt x="15831" y="1825"/>
                  </a:lnTo>
                  <a:lnTo>
                    <a:pt x="15115" y="1336"/>
                  </a:lnTo>
                  <a:lnTo>
                    <a:pt x="14724" y="1076"/>
                  </a:lnTo>
                  <a:lnTo>
                    <a:pt x="14333" y="880"/>
                  </a:lnTo>
                  <a:lnTo>
                    <a:pt x="13910" y="685"/>
                  </a:lnTo>
                  <a:lnTo>
                    <a:pt x="13486" y="490"/>
                  </a:lnTo>
                  <a:lnTo>
                    <a:pt x="13063" y="359"/>
                  </a:lnTo>
                  <a:lnTo>
                    <a:pt x="12607" y="229"/>
                  </a:lnTo>
                  <a:lnTo>
                    <a:pt x="12183" y="131"/>
                  </a:lnTo>
                  <a:lnTo>
                    <a:pt x="11695" y="34"/>
                  </a:lnTo>
                  <a:lnTo>
                    <a:pt x="112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2" name="Google Shape;4782;p64"/>
            <p:cNvSpPr/>
            <p:nvPr/>
          </p:nvSpPr>
          <p:spPr>
            <a:xfrm flipH="1">
              <a:off x="1434019" y="2071345"/>
              <a:ext cx="47947" cy="48559"/>
            </a:xfrm>
            <a:custGeom>
              <a:avLst/>
              <a:gdLst/>
              <a:ahLst/>
              <a:cxnLst/>
              <a:rect l="l" t="t" r="r" b="b"/>
              <a:pathLst>
                <a:path w="2509" h="2541" extrusionOk="0">
                  <a:moveTo>
                    <a:pt x="1336" y="0"/>
                  </a:moveTo>
                  <a:lnTo>
                    <a:pt x="1075" y="33"/>
                  </a:lnTo>
                  <a:lnTo>
                    <a:pt x="847" y="98"/>
                  </a:lnTo>
                  <a:lnTo>
                    <a:pt x="619" y="195"/>
                  </a:lnTo>
                  <a:lnTo>
                    <a:pt x="424" y="326"/>
                  </a:lnTo>
                  <a:lnTo>
                    <a:pt x="261" y="521"/>
                  </a:lnTo>
                  <a:lnTo>
                    <a:pt x="130" y="717"/>
                  </a:lnTo>
                  <a:lnTo>
                    <a:pt x="33" y="945"/>
                  </a:lnTo>
                  <a:lnTo>
                    <a:pt x="0" y="1173"/>
                  </a:lnTo>
                  <a:lnTo>
                    <a:pt x="0" y="1433"/>
                  </a:lnTo>
                  <a:lnTo>
                    <a:pt x="65" y="1694"/>
                  </a:lnTo>
                  <a:lnTo>
                    <a:pt x="163" y="1922"/>
                  </a:lnTo>
                  <a:lnTo>
                    <a:pt x="293" y="2117"/>
                  </a:lnTo>
                  <a:lnTo>
                    <a:pt x="489" y="2280"/>
                  </a:lnTo>
                  <a:lnTo>
                    <a:pt x="684" y="2411"/>
                  </a:lnTo>
                  <a:lnTo>
                    <a:pt x="912" y="2508"/>
                  </a:lnTo>
                  <a:lnTo>
                    <a:pt x="1173" y="2541"/>
                  </a:lnTo>
                  <a:lnTo>
                    <a:pt x="1401" y="2541"/>
                  </a:lnTo>
                  <a:lnTo>
                    <a:pt x="1661" y="2476"/>
                  </a:lnTo>
                  <a:lnTo>
                    <a:pt x="1889" y="2378"/>
                  </a:lnTo>
                  <a:lnTo>
                    <a:pt x="2085" y="2215"/>
                  </a:lnTo>
                  <a:lnTo>
                    <a:pt x="2248" y="2052"/>
                  </a:lnTo>
                  <a:lnTo>
                    <a:pt x="2378" y="1857"/>
                  </a:lnTo>
                  <a:lnTo>
                    <a:pt x="2476" y="1629"/>
                  </a:lnTo>
                  <a:lnTo>
                    <a:pt x="2508" y="1368"/>
                  </a:lnTo>
                  <a:lnTo>
                    <a:pt x="2508" y="1108"/>
                  </a:lnTo>
                  <a:lnTo>
                    <a:pt x="2443" y="847"/>
                  </a:lnTo>
                  <a:lnTo>
                    <a:pt x="2346" y="652"/>
                  </a:lnTo>
                  <a:lnTo>
                    <a:pt x="2183" y="424"/>
                  </a:lnTo>
                  <a:lnTo>
                    <a:pt x="2020" y="261"/>
                  </a:lnTo>
                  <a:lnTo>
                    <a:pt x="1824" y="130"/>
                  </a:lnTo>
                  <a:lnTo>
                    <a:pt x="1596" y="65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3" name="Google Shape;4783;p64"/>
            <p:cNvSpPr/>
            <p:nvPr/>
          </p:nvSpPr>
          <p:spPr>
            <a:xfrm flipH="1">
              <a:off x="1717879" y="2070084"/>
              <a:ext cx="27404" cy="22435"/>
            </a:xfrm>
            <a:custGeom>
              <a:avLst/>
              <a:gdLst/>
              <a:ahLst/>
              <a:cxnLst/>
              <a:rect l="l" t="t" r="r" b="b"/>
              <a:pathLst>
                <a:path w="1434" h="1174" extrusionOk="0">
                  <a:moveTo>
                    <a:pt x="131" y="1"/>
                  </a:moveTo>
                  <a:lnTo>
                    <a:pt x="65" y="587"/>
                  </a:lnTo>
                  <a:lnTo>
                    <a:pt x="0" y="1174"/>
                  </a:lnTo>
                  <a:lnTo>
                    <a:pt x="587" y="1076"/>
                  </a:lnTo>
                  <a:lnTo>
                    <a:pt x="815" y="978"/>
                  </a:lnTo>
                  <a:lnTo>
                    <a:pt x="1043" y="880"/>
                  </a:lnTo>
                  <a:lnTo>
                    <a:pt x="1206" y="815"/>
                  </a:lnTo>
                  <a:lnTo>
                    <a:pt x="1336" y="685"/>
                  </a:lnTo>
                  <a:lnTo>
                    <a:pt x="1401" y="587"/>
                  </a:lnTo>
                  <a:lnTo>
                    <a:pt x="1434" y="490"/>
                  </a:lnTo>
                  <a:lnTo>
                    <a:pt x="1401" y="392"/>
                  </a:lnTo>
                  <a:lnTo>
                    <a:pt x="1336" y="294"/>
                  </a:lnTo>
                  <a:lnTo>
                    <a:pt x="1206" y="229"/>
                  </a:lnTo>
                  <a:lnTo>
                    <a:pt x="1043" y="164"/>
                  </a:lnTo>
                  <a:lnTo>
                    <a:pt x="652" y="66"/>
                  </a:lnTo>
                  <a:lnTo>
                    <a:pt x="131" y="1"/>
                  </a:lnTo>
                  <a:close/>
                </a:path>
              </a:pathLst>
            </a:custGeom>
            <a:solidFill>
              <a:srgbClr val="B35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4" name="Google Shape;4784;p64"/>
            <p:cNvSpPr/>
            <p:nvPr/>
          </p:nvSpPr>
          <p:spPr>
            <a:xfrm flipH="1">
              <a:off x="1717879" y="2070084"/>
              <a:ext cx="27404" cy="22435"/>
            </a:xfrm>
            <a:custGeom>
              <a:avLst/>
              <a:gdLst/>
              <a:ahLst/>
              <a:cxnLst/>
              <a:rect l="l" t="t" r="r" b="b"/>
              <a:pathLst>
                <a:path w="1434" h="1174" fill="none" extrusionOk="0">
                  <a:moveTo>
                    <a:pt x="131" y="1"/>
                  </a:moveTo>
                  <a:lnTo>
                    <a:pt x="131" y="1"/>
                  </a:lnTo>
                  <a:lnTo>
                    <a:pt x="131" y="1"/>
                  </a:lnTo>
                  <a:lnTo>
                    <a:pt x="65" y="587"/>
                  </a:lnTo>
                  <a:lnTo>
                    <a:pt x="0" y="1174"/>
                  </a:lnTo>
                  <a:lnTo>
                    <a:pt x="0" y="1174"/>
                  </a:lnTo>
                  <a:lnTo>
                    <a:pt x="587" y="1076"/>
                  </a:lnTo>
                  <a:lnTo>
                    <a:pt x="815" y="978"/>
                  </a:lnTo>
                  <a:lnTo>
                    <a:pt x="1043" y="880"/>
                  </a:lnTo>
                  <a:lnTo>
                    <a:pt x="1206" y="815"/>
                  </a:lnTo>
                  <a:lnTo>
                    <a:pt x="1336" y="685"/>
                  </a:lnTo>
                  <a:lnTo>
                    <a:pt x="1401" y="587"/>
                  </a:lnTo>
                  <a:lnTo>
                    <a:pt x="1434" y="490"/>
                  </a:lnTo>
                  <a:lnTo>
                    <a:pt x="1434" y="490"/>
                  </a:lnTo>
                  <a:lnTo>
                    <a:pt x="1401" y="392"/>
                  </a:lnTo>
                  <a:lnTo>
                    <a:pt x="1336" y="294"/>
                  </a:lnTo>
                  <a:lnTo>
                    <a:pt x="1206" y="229"/>
                  </a:lnTo>
                  <a:lnTo>
                    <a:pt x="1043" y="164"/>
                  </a:lnTo>
                  <a:lnTo>
                    <a:pt x="652" y="66"/>
                  </a:lnTo>
                  <a:lnTo>
                    <a:pt x="13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5" name="Google Shape;4785;p64"/>
            <p:cNvSpPr/>
            <p:nvPr/>
          </p:nvSpPr>
          <p:spPr>
            <a:xfrm flipH="1">
              <a:off x="1652523" y="2141670"/>
              <a:ext cx="21805" cy="10606"/>
            </a:xfrm>
            <a:custGeom>
              <a:avLst/>
              <a:gdLst/>
              <a:ahLst/>
              <a:cxnLst/>
              <a:rect l="l" t="t" r="r" b="b"/>
              <a:pathLst>
                <a:path w="1141" h="555" extrusionOk="0">
                  <a:moveTo>
                    <a:pt x="913" y="1"/>
                  </a:moveTo>
                  <a:lnTo>
                    <a:pt x="880" y="34"/>
                  </a:lnTo>
                  <a:lnTo>
                    <a:pt x="815" y="99"/>
                  </a:lnTo>
                  <a:lnTo>
                    <a:pt x="685" y="196"/>
                  </a:lnTo>
                  <a:lnTo>
                    <a:pt x="587" y="229"/>
                  </a:lnTo>
                  <a:lnTo>
                    <a:pt x="489" y="262"/>
                  </a:lnTo>
                  <a:lnTo>
                    <a:pt x="359" y="262"/>
                  </a:lnTo>
                  <a:lnTo>
                    <a:pt x="196" y="229"/>
                  </a:lnTo>
                  <a:lnTo>
                    <a:pt x="66" y="229"/>
                  </a:lnTo>
                  <a:lnTo>
                    <a:pt x="33" y="294"/>
                  </a:lnTo>
                  <a:lnTo>
                    <a:pt x="1" y="327"/>
                  </a:lnTo>
                  <a:lnTo>
                    <a:pt x="1" y="392"/>
                  </a:lnTo>
                  <a:lnTo>
                    <a:pt x="33" y="457"/>
                  </a:lnTo>
                  <a:lnTo>
                    <a:pt x="66" y="490"/>
                  </a:lnTo>
                  <a:lnTo>
                    <a:pt x="98" y="522"/>
                  </a:lnTo>
                  <a:lnTo>
                    <a:pt x="359" y="555"/>
                  </a:lnTo>
                  <a:lnTo>
                    <a:pt x="587" y="555"/>
                  </a:lnTo>
                  <a:lnTo>
                    <a:pt x="815" y="457"/>
                  </a:lnTo>
                  <a:lnTo>
                    <a:pt x="978" y="359"/>
                  </a:lnTo>
                  <a:lnTo>
                    <a:pt x="1108" y="229"/>
                  </a:lnTo>
                  <a:lnTo>
                    <a:pt x="1141" y="164"/>
                  </a:lnTo>
                  <a:lnTo>
                    <a:pt x="1141" y="131"/>
                  </a:lnTo>
                  <a:lnTo>
                    <a:pt x="1108" y="66"/>
                  </a:lnTo>
                  <a:lnTo>
                    <a:pt x="1076" y="3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8F32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6" name="Google Shape;4786;p64"/>
            <p:cNvSpPr/>
            <p:nvPr/>
          </p:nvSpPr>
          <p:spPr>
            <a:xfrm flipH="1">
              <a:off x="1641305" y="2104329"/>
              <a:ext cx="61649" cy="29277"/>
            </a:xfrm>
            <a:custGeom>
              <a:avLst/>
              <a:gdLst/>
              <a:ahLst/>
              <a:cxnLst/>
              <a:rect l="l" t="t" r="r" b="b"/>
              <a:pathLst>
                <a:path w="3226" h="1532" extrusionOk="0">
                  <a:moveTo>
                    <a:pt x="2965" y="0"/>
                  </a:moveTo>
                  <a:lnTo>
                    <a:pt x="2867" y="33"/>
                  </a:lnTo>
                  <a:lnTo>
                    <a:pt x="2802" y="66"/>
                  </a:lnTo>
                  <a:lnTo>
                    <a:pt x="2769" y="163"/>
                  </a:lnTo>
                  <a:lnTo>
                    <a:pt x="2704" y="294"/>
                  </a:lnTo>
                  <a:lnTo>
                    <a:pt x="2639" y="391"/>
                  </a:lnTo>
                  <a:lnTo>
                    <a:pt x="2509" y="522"/>
                  </a:lnTo>
                  <a:lnTo>
                    <a:pt x="2378" y="685"/>
                  </a:lnTo>
                  <a:lnTo>
                    <a:pt x="2183" y="815"/>
                  </a:lnTo>
                  <a:lnTo>
                    <a:pt x="1955" y="945"/>
                  </a:lnTo>
                  <a:lnTo>
                    <a:pt x="1694" y="1010"/>
                  </a:lnTo>
                  <a:lnTo>
                    <a:pt x="1662" y="1010"/>
                  </a:lnTo>
                  <a:lnTo>
                    <a:pt x="1368" y="1075"/>
                  </a:lnTo>
                  <a:lnTo>
                    <a:pt x="1108" y="1075"/>
                  </a:lnTo>
                  <a:lnTo>
                    <a:pt x="912" y="1043"/>
                  </a:lnTo>
                  <a:lnTo>
                    <a:pt x="717" y="978"/>
                  </a:lnTo>
                  <a:lnTo>
                    <a:pt x="489" y="847"/>
                  </a:lnTo>
                  <a:lnTo>
                    <a:pt x="391" y="782"/>
                  </a:lnTo>
                  <a:lnTo>
                    <a:pt x="326" y="750"/>
                  </a:lnTo>
                  <a:lnTo>
                    <a:pt x="228" y="717"/>
                  </a:lnTo>
                  <a:lnTo>
                    <a:pt x="131" y="750"/>
                  </a:lnTo>
                  <a:lnTo>
                    <a:pt x="65" y="815"/>
                  </a:lnTo>
                  <a:lnTo>
                    <a:pt x="33" y="880"/>
                  </a:lnTo>
                  <a:lnTo>
                    <a:pt x="0" y="978"/>
                  </a:lnTo>
                  <a:lnTo>
                    <a:pt x="33" y="1075"/>
                  </a:lnTo>
                  <a:lnTo>
                    <a:pt x="65" y="1141"/>
                  </a:lnTo>
                  <a:lnTo>
                    <a:pt x="196" y="1238"/>
                  </a:lnTo>
                  <a:lnTo>
                    <a:pt x="326" y="1303"/>
                  </a:lnTo>
                  <a:lnTo>
                    <a:pt x="522" y="1401"/>
                  </a:lnTo>
                  <a:lnTo>
                    <a:pt x="750" y="1466"/>
                  </a:lnTo>
                  <a:lnTo>
                    <a:pt x="1043" y="1531"/>
                  </a:lnTo>
                  <a:lnTo>
                    <a:pt x="1368" y="1531"/>
                  </a:lnTo>
                  <a:lnTo>
                    <a:pt x="1759" y="1499"/>
                  </a:lnTo>
                  <a:lnTo>
                    <a:pt x="1792" y="1499"/>
                  </a:lnTo>
                  <a:lnTo>
                    <a:pt x="2150" y="1369"/>
                  </a:lnTo>
                  <a:lnTo>
                    <a:pt x="2476" y="1206"/>
                  </a:lnTo>
                  <a:lnTo>
                    <a:pt x="2704" y="1010"/>
                  </a:lnTo>
                  <a:lnTo>
                    <a:pt x="2899" y="815"/>
                  </a:lnTo>
                  <a:lnTo>
                    <a:pt x="3030" y="652"/>
                  </a:lnTo>
                  <a:lnTo>
                    <a:pt x="3127" y="489"/>
                  </a:lnTo>
                  <a:lnTo>
                    <a:pt x="3193" y="326"/>
                  </a:lnTo>
                  <a:lnTo>
                    <a:pt x="3225" y="229"/>
                  </a:lnTo>
                  <a:lnTo>
                    <a:pt x="3193" y="131"/>
                  </a:lnTo>
                  <a:lnTo>
                    <a:pt x="3127" y="66"/>
                  </a:lnTo>
                  <a:lnTo>
                    <a:pt x="3062" y="0"/>
                  </a:lnTo>
                  <a:close/>
                </a:path>
              </a:pathLst>
            </a:custGeom>
            <a:solidFill>
              <a:srgbClr val="8F32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4787;p64"/>
            <p:cNvSpPr/>
            <p:nvPr/>
          </p:nvSpPr>
          <p:spPr>
            <a:xfrm flipH="1">
              <a:off x="1674308" y="2027755"/>
              <a:ext cx="34245" cy="66006"/>
            </a:xfrm>
            <a:custGeom>
              <a:avLst/>
              <a:gdLst/>
              <a:ahLst/>
              <a:cxnLst/>
              <a:rect l="l" t="t" r="r" b="b"/>
              <a:pathLst>
                <a:path w="1792" h="3454" extrusionOk="0">
                  <a:moveTo>
                    <a:pt x="1531" y="1"/>
                  </a:moveTo>
                  <a:lnTo>
                    <a:pt x="1433" y="33"/>
                  </a:lnTo>
                  <a:lnTo>
                    <a:pt x="1401" y="99"/>
                  </a:lnTo>
                  <a:lnTo>
                    <a:pt x="1368" y="196"/>
                  </a:lnTo>
                  <a:lnTo>
                    <a:pt x="1303" y="587"/>
                  </a:lnTo>
                  <a:lnTo>
                    <a:pt x="1205" y="946"/>
                  </a:lnTo>
                  <a:lnTo>
                    <a:pt x="1108" y="1271"/>
                  </a:lnTo>
                  <a:lnTo>
                    <a:pt x="945" y="1597"/>
                  </a:lnTo>
                  <a:lnTo>
                    <a:pt x="782" y="1858"/>
                  </a:lnTo>
                  <a:lnTo>
                    <a:pt x="586" y="2118"/>
                  </a:lnTo>
                  <a:lnTo>
                    <a:pt x="358" y="2346"/>
                  </a:lnTo>
                  <a:lnTo>
                    <a:pt x="98" y="2574"/>
                  </a:lnTo>
                  <a:lnTo>
                    <a:pt x="33" y="2639"/>
                  </a:lnTo>
                  <a:lnTo>
                    <a:pt x="0" y="2770"/>
                  </a:lnTo>
                  <a:lnTo>
                    <a:pt x="33" y="2867"/>
                  </a:lnTo>
                  <a:lnTo>
                    <a:pt x="130" y="2933"/>
                  </a:lnTo>
                  <a:lnTo>
                    <a:pt x="1173" y="3421"/>
                  </a:lnTo>
                  <a:lnTo>
                    <a:pt x="1303" y="3454"/>
                  </a:lnTo>
                  <a:lnTo>
                    <a:pt x="1401" y="3421"/>
                  </a:lnTo>
                  <a:lnTo>
                    <a:pt x="1466" y="3323"/>
                  </a:lnTo>
                  <a:lnTo>
                    <a:pt x="1499" y="3258"/>
                  </a:lnTo>
                  <a:lnTo>
                    <a:pt x="1466" y="3161"/>
                  </a:lnTo>
                  <a:lnTo>
                    <a:pt x="1433" y="3095"/>
                  </a:lnTo>
                  <a:lnTo>
                    <a:pt x="1368" y="3030"/>
                  </a:lnTo>
                  <a:lnTo>
                    <a:pt x="652" y="2705"/>
                  </a:lnTo>
                  <a:lnTo>
                    <a:pt x="880" y="2476"/>
                  </a:lnTo>
                  <a:lnTo>
                    <a:pt x="1075" y="2216"/>
                  </a:lnTo>
                  <a:lnTo>
                    <a:pt x="1271" y="1955"/>
                  </a:lnTo>
                  <a:lnTo>
                    <a:pt x="1433" y="1662"/>
                  </a:lnTo>
                  <a:lnTo>
                    <a:pt x="1564" y="1336"/>
                  </a:lnTo>
                  <a:lnTo>
                    <a:pt x="1661" y="1011"/>
                  </a:lnTo>
                  <a:lnTo>
                    <a:pt x="1759" y="652"/>
                  </a:lnTo>
                  <a:lnTo>
                    <a:pt x="1792" y="261"/>
                  </a:lnTo>
                  <a:lnTo>
                    <a:pt x="1792" y="164"/>
                  </a:lnTo>
                  <a:lnTo>
                    <a:pt x="1759" y="99"/>
                  </a:lnTo>
                  <a:lnTo>
                    <a:pt x="1694" y="33"/>
                  </a:lnTo>
                  <a:lnTo>
                    <a:pt x="1596" y="1"/>
                  </a:lnTo>
                  <a:close/>
                </a:path>
              </a:pathLst>
            </a:custGeom>
            <a:solidFill>
              <a:srgbClr val="8F32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8" name="Google Shape;4788;p64"/>
            <p:cNvSpPr/>
            <p:nvPr/>
          </p:nvSpPr>
          <p:spPr>
            <a:xfrm flipH="1">
              <a:off x="1585905" y="1946213"/>
              <a:ext cx="80950" cy="34264"/>
            </a:xfrm>
            <a:custGeom>
              <a:avLst/>
              <a:gdLst/>
              <a:ahLst/>
              <a:cxnLst/>
              <a:rect l="l" t="t" r="r" b="b"/>
              <a:pathLst>
                <a:path w="4236" h="1793" extrusionOk="0">
                  <a:moveTo>
                    <a:pt x="945" y="1"/>
                  </a:moveTo>
                  <a:lnTo>
                    <a:pt x="652" y="33"/>
                  </a:lnTo>
                  <a:lnTo>
                    <a:pt x="424" y="131"/>
                  </a:lnTo>
                  <a:lnTo>
                    <a:pt x="196" y="261"/>
                  </a:lnTo>
                  <a:lnTo>
                    <a:pt x="131" y="326"/>
                  </a:lnTo>
                  <a:lnTo>
                    <a:pt x="66" y="392"/>
                  </a:lnTo>
                  <a:lnTo>
                    <a:pt x="1" y="587"/>
                  </a:lnTo>
                  <a:lnTo>
                    <a:pt x="1" y="750"/>
                  </a:lnTo>
                  <a:lnTo>
                    <a:pt x="33" y="913"/>
                  </a:lnTo>
                  <a:lnTo>
                    <a:pt x="131" y="1076"/>
                  </a:lnTo>
                  <a:lnTo>
                    <a:pt x="294" y="1173"/>
                  </a:lnTo>
                  <a:lnTo>
                    <a:pt x="457" y="1238"/>
                  </a:lnTo>
                  <a:lnTo>
                    <a:pt x="685" y="1206"/>
                  </a:lnTo>
                  <a:lnTo>
                    <a:pt x="945" y="1141"/>
                  </a:lnTo>
                  <a:lnTo>
                    <a:pt x="1271" y="1108"/>
                  </a:lnTo>
                  <a:lnTo>
                    <a:pt x="1694" y="1141"/>
                  </a:lnTo>
                  <a:lnTo>
                    <a:pt x="2151" y="1206"/>
                  </a:lnTo>
                  <a:lnTo>
                    <a:pt x="2672" y="1304"/>
                  </a:lnTo>
                  <a:lnTo>
                    <a:pt x="3128" y="1434"/>
                  </a:lnTo>
                  <a:lnTo>
                    <a:pt x="3910" y="1694"/>
                  </a:lnTo>
                  <a:lnTo>
                    <a:pt x="4235" y="1792"/>
                  </a:lnTo>
                  <a:lnTo>
                    <a:pt x="4040" y="1532"/>
                  </a:lnTo>
                  <a:lnTo>
                    <a:pt x="3812" y="1271"/>
                  </a:lnTo>
                  <a:lnTo>
                    <a:pt x="3519" y="945"/>
                  </a:lnTo>
                  <a:lnTo>
                    <a:pt x="3095" y="620"/>
                  </a:lnTo>
                  <a:lnTo>
                    <a:pt x="2867" y="489"/>
                  </a:lnTo>
                  <a:lnTo>
                    <a:pt x="2574" y="326"/>
                  </a:lnTo>
                  <a:lnTo>
                    <a:pt x="2281" y="229"/>
                  </a:lnTo>
                  <a:lnTo>
                    <a:pt x="1988" y="98"/>
                  </a:lnTo>
                  <a:lnTo>
                    <a:pt x="1629" y="33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9" name="Google Shape;4789;p64"/>
            <p:cNvSpPr/>
            <p:nvPr/>
          </p:nvSpPr>
          <p:spPr>
            <a:xfrm flipH="1">
              <a:off x="1702935" y="1957411"/>
              <a:ext cx="62891" cy="42367"/>
            </a:xfrm>
            <a:custGeom>
              <a:avLst/>
              <a:gdLst/>
              <a:ahLst/>
              <a:cxnLst/>
              <a:rect l="l" t="t" r="r" b="b"/>
              <a:pathLst>
                <a:path w="3291" h="2217" extrusionOk="0">
                  <a:moveTo>
                    <a:pt x="2443" y="1"/>
                  </a:moveTo>
                  <a:lnTo>
                    <a:pt x="2183" y="34"/>
                  </a:lnTo>
                  <a:lnTo>
                    <a:pt x="1857" y="99"/>
                  </a:lnTo>
                  <a:lnTo>
                    <a:pt x="1531" y="229"/>
                  </a:lnTo>
                  <a:lnTo>
                    <a:pt x="1238" y="392"/>
                  </a:lnTo>
                  <a:lnTo>
                    <a:pt x="978" y="555"/>
                  </a:lnTo>
                  <a:lnTo>
                    <a:pt x="750" y="718"/>
                  </a:lnTo>
                  <a:lnTo>
                    <a:pt x="587" y="880"/>
                  </a:lnTo>
                  <a:lnTo>
                    <a:pt x="424" y="1076"/>
                  </a:lnTo>
                  <a:lnTo>
                    <a:pt x="293" y="1239"/>
                  </a:lnTo>
                  <a:lnTo>
                    <a:pt x="196" y="1402"/>
                  </a:lnTo>
                  <a:lnTo>
                    <a:pt x="98" y="1727"/>
                  </a:lnTo>
                  <a:lnTo>
                    <a:pt x="33" y="1955"/>
                  </a:lnTo>
                  <a:lnTo>
                    <a:pt x="0" y="2216"/>
                  </a:lnTo>
                  <a:lnTo>
                    <a:pt x="196" y="2086"/>
                  </a:lnTo>
                  <a:lnTo>
                    <a:pt x="684" y="1793"/>
                  </a:lnTo>
                  <a:lnTo>
                    <a:pt x="1043" y="1597"/>
                  </a:lnTo>
                  <a:lnTo>
                    <a:pt x="1401" y="1434"/>
                  </a:lnTo>
                  <a:lnTo>
                    <a:pt x="1759" y="1304"/>
                  </a:lnTo>
                  <a:lnTo>
                    <a:pt x="2150" y="1206"/>
                  </a:lnTo>
                  <a:lnTo>
                    <a:pt x="2476" y="1141"/>
                  </a:lnTo>
                  <a:lnTo>
                    <a:pt x="2737" y="1141"/>
                  </a:lnTo>
                  <a:lnTo>
                    <a:pt x="2965" y="1108"/>
                  </a:lnTo>
                  <a:lnTo>
                    <a:pt x="3095" y="1011"/>
                  </a:lnTo>
                  <a:lnTo>
                    <a:pt x="3225" y="848"/>
                  </a:lnTo>
                  <a:lnTo>
                    <a:pt x="3290" y="685"/>
                  </a:lnTo>
                  <a:lnTo>
                    <a:pt x="3290" y="522"/>
                  </a:lnTo>
                  <a:lnTo>
                    <a:pt x="3225" y="327"/>
                  </a:lnTo>
                  <a:lnTo>
                    <a:pt x="3127" y="196"/>
                  </a:lnTo>
                  <a:lnTo>
                    <a:pt x="3030" y="131"/>
                  </a:lnTo>
                  <a:lnTo>
                    <a:pt x="2932" y="99"/>
                  </a:lnTo>
                  <a:lnTo>
                    <a:pt x="2704" y="34"/>
                  </a:lnTo>
                  <a:lnTo>
                    <a:pt x="2443" y="1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0" name="Google Shape;4790;p64"/>
            <p:cNvSpPr/>
            <p:nvPr/>
          </p:nvSpPr>
          <p:spPr>
            <a:xfrm flipH="1">
              <a:off x="1561635" y="2057643"/>
              <a:ext cx="70363" cy="23677"/>
            </a:xfrm>
            <a:custGeom>
              <a:avLst/>
              <a:gdLst/>
              <a:ahLst/>
              <a:cxnLst/>
              <a:rect l="l" t="t" r="r" b="b"/>
              <a:pathLst>
                <a:path w="3682" h="1239" extrusionOk="0">
                  <a:moveTo>
                    <a:pt x="2216" y="0"/>
                  </a:moveTo>
                  <a:lnTo>
                    <a:pt x="1792" y="33"/>
                  </a:lnTo>
                  <a:lnTo>
                    <a:pt x="1434" y="66"/>
                  </a:lnTo>
                  <a:lnTo>
                    <a:pt x="1076" y="131"/>
                  </a:lnTo>
                  <a:lnTo>
                    <a:pt x="783" y="196"/>
                  </a:lnTo>
                  <a:lnTo>
                    <a:pt x="489" y="294"/>
                  </a:lnTo>
                  <a:lnTo>
                    <a:pt x="294" y="391"/>
                  </a:lnTo>
                  <a:lnTo>
                    <a:pt x="131" y="522"/>
                  </a:lnTo>
                  <a:lnTo>
                    <a:pt x="33" y="619"/>
                  </a:lnTo>
                  <a:lnTo>
                    <a:pt x="1" y="750"/>
                  </a:lnTo>
                  <a:lnTo>
                    <a:pt x="33" y="847"/>
                  </a:lnTo>
                  <a:lnTo>
                    <a:pt x="131" y="945"/>
                  </a:lnTo>
                  <a:lnTo>
                    <a:pt x="261" y="1043"/>
                  </a:lnTo>
                  <a:lnTo>
                    <a:pt x="424" y="1108"/>
                  </a:lnTo>
                  <a:lnTo>
                    <a:pt x="652" y="1141"/>
                  </a:lnTo>
                  <a:lnTo>
                    <a:pt x="880" y="1206"/>
                  </a:lnTo>
                  <a:lnTo>
                    <a:pt x="1467" y="1238"/>
                  </a:lnTo>
                  <a:lnTo>
                    <a:pt x="1890" y="1206"/>
                  </a:lnTo>
                  <a:lnTo>
                    <a:pt x="2248" y="1173"/>
                  </a:lnTo>
                  <a:lnTo>
                    <a:pt x="2574" y="1108"/>
                  </a:lnTo>
                  <a:lnTo>
                    <a:pt x="2900" y="1043"/>
                  </a:lnTo>
                  <a:lnTo>
                    <a:pt x="3160" y="945"/>
                  </a:lnTo>
                  <a:lnTo>
                    <a:pt x="3388" y="847"/>
                  </a:lnTo>
                  <a:lnTo>
                    <a:pt x="3551" y="717"/>
                  </a:lnTo>
                  <a:lnTo>
                    <a:pt x="3649" y="587"/>
                  </a:lnTo>
                  <a:lnTo>
                    <a:pt x="3682" y="489"/>
                  </a:lnTo>
                  <a:lnTo>
                    <a:pt x="3649" y="359"/>
                  </a:lnTo>
                  <a:lnTo>
                    <a:pt x="3551" y="294"/>
                  </a:lnTo>
                  <a:lnTo>
                    <a:pt x="3421" y="196"/>
                  </a:lnTo>
                  <a:lnTo>
                    <a:pt x="3226" y="131"/>
                  </a:lnTo>
                  <a:lnTo>
                    <a:pt x="3030" y="66"/>
                  </a:lnTo>
                  <a:lnTo>
                    <a:pt x="2770" y="33"/>
                  </a:lnTo>
                  <a:lnTo>
                    <a:pt x="2216" y="0"/>
                  </a:lnTo>
                  <a:close/>
                </a:path>
              </a:pathLst>
            </a:custGeom>
            <a:solidFill>
              <a:srgbClr val="B35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1" name="Google Shape;4791;p64"/>
            <p:cNvSpPr/>
            <p:nvPr/>
          </p:nvSpPr>
          <p:spPr>
            <a:xfrm flipH="1">
              <a:off x="1561635" y="2057643"/>
              <a:ext cx="70363" cy="23677"/>
            </a:xfrm>
            <a:custGeom>
              <a:avLst/>
              <a:gdLst/>
              <a:ahLst/>
              <a:cxnLst/>
              <a:rect l="l" t="t" r="r" b="b"/>
              <a:pathLst>
                <a:path w="3682" h="1239" fill="none" extrusionOk="0">
                  <a:moveTo>
                    <a:pt x="2216" y="0"/>
                  </a:moveTo>
                  <a:lnTo>
                    <a:pt x="2216" y="0"/>
                  </a:lnTo>
                  <a:lnTo>
                    <a:pt x="1792" y="33"/>
                  </a:lnTo>
                  <a:lnTo>
                    <a:pt x="1792" y="33"/>
                  </a:lnTo>
                  <a:lnTo>
                    <a:pt x="1434" y="66"/>
                  </a:lnTo>
                  <a:lnTo>
                    <a:pt x="1076" y="131"/>
                  </a:lnTo>
                  <a:lnTo>
                    <a:pt x="783" y="196"/>
                  </a:lnTo>
                  <a:lnTo>
                    <a:pt x="489" y="294"/>
                  </a:lnTo>
                  <a:lnTo>
                    <a:pt x="294" y="391"/>
                  </a:lnTo>
                  <a:lnTo>
                    <a:pt x="131" y="522"/>
                  </a:lnTo>
                  <a:lnTo>
                    <a:pt x="33" y="619"/>
                  </a:lnTo>
                  <a:lnTo>
                    <a:pt x="1" y="750"/>
                  </a:lnTo>
                  <a:lnTo>
                    <a:pt x="1" y="750"/>
                  </a:lnTo>
                  <a:lnTo>
                    <a:pt x="33" y="847"/>
                  </a:lnTo>
                  <a:lnTo>
                    <a:pt x="131" y="945"/>
                  </a:lnTo>
                  <a:lnTo>
                    <a:pt x="261" y="1043"/>
                  </a:lnTo>
                  <a:lnTo>
                    <a:pt x="424" y="1108"/>
                  </a:lnTo>
                  <a:lnTo>
                    <a:pt x="652" y="1141"/>
                  </a:lnTo>
                  <a:lnTo>
                    <a:pt x="880" y="1206"/>
                  </a:lnTo>
                  <a:lnTo>
                    <a:pt x="1467" y="1238"/>
                  </a:lnTo>
                  <a:lnTo>
                    <a:pt x="1467" y="1238"/>
                  </a:lnTo>
                  <a:lnTo>
                    <a:pt x="1890" y="1206"/>
                  </a:lnTo>
                  <a:lnTo>
                    <a:pt x="1890" y="1206"/>
                  </a:lnTo>
                  <a:lnTo>
                    <a:pt x="2248" y="1173"/>
                  </a:lnTo>
                  <a:lnTo>
                    <a:pt x="2574" y="1108"/>
                  </a:lnTo>
                  <a:lnTo>
                    <a:pt x="2900" y="1043"/>
                  </a:lnTo>
                  <a:lnTo>
                    <a:pt x="3160" y="945"/>
                  </a:lnTo>
                  <a:lnTo>
                    <a:pt x="3388" y="847"/>
                  </a:lnTo>
                  <a:lnTo>
                    <a:pt x="3551" y="717"/>
                  </a:lnTo>
                  <a:lnTo>
                    <a:pt x="3649" y="587"/>
                  </a:lnTo>
                  <a:lnTo>
                    <a:pt x="3682" y="489"/>
                  </a:lnTo>
                  <a:lnTo>
                    <a:pt x="3682" y="489"/>
                  </a:lnTo>
                  <a:lnTo>
                    <a:pt x="3649" y="359"/>
                  </a:lnTo>
                  <a:lnTo>
                    <a:pt x="3551" y="294"/>
                  </a:lnTo>
                  <a:lnTo>
                    <a:pt x="3421" y="196"/>
                  </a:lnTo>
                  <a:lnTo>
                    <a:pt x="3226" y="131"/>
                  </a:lnTo>
                  <a:lnTo>
                    <a:pt x="3030" y="66"/>
                  </a:lnTo>
                  <a:lnTo>
                    <a:pt x="2770" y="33"/>
                  </a:lnTo>
                  <a:lnTo>
                    <a:pt x="221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2" name="Google Shape;4792;p64"/>
            <p:cNvSpPr/>
            <p:nvPr/>
          </p:nvSpPr>
          <p:spPr>
            <a:xfrm flipH="1">
              <a:off x="1483820" y="2081913"/>
              <a:ext cx="34264" cy="23677"/>
            </a:xfrm>
            <a:custGeom>
              <a:avLst/>
              <a:gdLst/>
              <a:ahLst/>
              <a:cxnLst/>
              <a:rect l="l" t="t" r="r" b="b"/>
              <a:pathLst>
                <a:path w="1793" h="1239" extrusionOk="0">
                  <a:moveTo>
                    <a:pt x="294" y="1"/>
                  </a:moveTo>
                  <a:lnTo>
                    <a:pt x="196" y="33"/>
                  </a:lnTo>
                  <a:lnTo>
                    <a:pt x="99" y="66"/>
                  </a:lnTo>
                  <a:lnTo>
                    <a:pt x="33" y="131"/>
                  </a:lnTo>
                  <a:lnTo>
                    <a:pt x="1" y="229"/>
                  </a:lnTo>
                  <a:lnTo>
                    <a:pt x="1" y="327"/>
                  </a:lnTo>
                  <a:lnTo>
                    <a:pt x="33" y="424"/>
                  </a:lnTo>
                  <a:lnTo>
                    <a:pt x="164" y="587"/>
                  </a:lnTo>
                  <a:lnTo>
                    <a:pt x="294" y="717"/>
                  </a:lnTo>
                  <a:lnTo>
                    <a:pt x="620" y="945"/>
                  </a:lnTo>
                  <a:lnTo>
                    <a:pt x="880" y="1076"/>
                  </a:lnTo>
                  <a:lnTo>
                    <a:pt x="1141" y="1173"/>
                  </a:lnTo>
                  <a:lnTo>
                    <a:pt x="1402" y="1206"/>
                  </a:lnTo>
                  <a:lnTo>
                    <a:pt x="1630" y="1239"/>
                  </a:lnTo>
                  <a:lnTo>
                    <a:pt x="1695" y="1076"/>
                  </a:lnTo>
                  <a:lnTo>
                    <a:pt x="1792" y="717"/>
                  </a:lnTo>
                  <a:lnTo>
                    <a:pt x="1597" y="717"/>
                  </a:lnTo>
                  <a:lnTo>
                    <a:pt x="1369" y="685"/>
                  </a:lnTo>
                  <a:lnTo>
                    <a:pt x="1141" y="620"/>
                  </a:lnTo>
                  <a:lnTo>
                    <a:pt x="946" y="522"/>
                  </a:lnTo>
                  <a:lnTo>
                    <a:pt x="783" y="424"/>
                  </a:lnTo>
                  <a:lnTo>
                    <a:pt x="620" y="294"/>
                  </a:lnTo>
                  <a:lnTo>
                    <a:pt x="457" y="131"/>
                  </a:lnTo>
                  <a:lnTo>
                    <a:pt x="392" y="33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8F32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3" name="Google Shape;4793;p64"/>
            <p:cNvSpPr/>
            <p:nvPr/>
          </p:nvSpPr>
          <p:spPr>
            <a:xfrm flipH="1">
              <a:off x="1439007" y="1998498"/>
              <a:ext cx="57292" cy="68509"/>
            </a:xfrm>
            <a:custGeom>
              <a:avLst/>
              <a:gdLst/>
              <a:ahLst/>
              <a:cxnLst/>
              <a:rect l="l" t="t" r="r" b="b"/>
              <a:pathLst>
                <a:path w="2998" h="3585" extrusionOk="0">
                  <a:moveTo>
                    <a:pt x="2639" y="1"/>
                  </a:moveTo>
                  <a:lnTo>
                    <a:pt x="2216" y="229"/>
                  </a:lnTo>
                  <a:lnTo>
                    <a:pt x="1825" y="522"/>
                  </a:lnTo>
                  <a:lnTo>
                    <a:pt x="1369" y="880"/>
                  </a:lnTo>
                  <a:lnTo>
                    <a:pt x="1141" y="1076"/>
                  </a:lnTo>
                  <a:lnTo>
                    <a:pt x="913" y="1336"/>
                  </a:lnTo>
                  <a:lnTo>
                    <a:pt x="685" y="1597"/>
                  </a:lnTo>
                  <a:lnTo>
                    <a:pt x="490" y="1890"/>
                  </a:lnTo>
                  <a:lnTo>
                    <a:pt x="327" y="2216"/>
                  </a:lnTo>
                  <a:lnTo>
                    <a:pt x="164" y="2542"/>
                  </a:lnTo>
                  <a:lnTo>
                    <a:pt x="66" y="2933"/>
                  </a:lnTo>
                  <a:lnTo>
                    <a:pt x="1" y="3323"/>
                  </a:lnTo>
                  <a:lnTo>
                    <a:pt x="34" y="3421"/>
                  </a:lnTo>
                  <a:lnTo>
                    <a:pt x="66" y="3519"/>
                  </a:lnTo>
                  <a:lnTo>
                    <a:pt x="131" y="3584"/>
                  </a:lnTo>
                  <a:lnTo>
                    <a:pt x="327" y="3584"/>
                  </a:lnTo>
                  <a:lnTo>
                    <a:pt x="424" y="3551"/>
                  </a:lnTo>
                  <a:lnTo>
                    <a:pt x="457" y="3519"/>
                  </a:lnTo>
                  <a:lnTo>
                    <a:pt x="522" y="3454"/>
                  </a:lnTo>
                  <a:lnTo>
                    <a:pt x="522" y="3356"/>
                  </a:lnTo>
                  <a:lnTo>
                    <a:pt x="587" y="3030"/>
                  </a:lnTo>
                  <a:lnTo>
                    <a:pt x="685" y="2705"/>
                  </a:lnTo>
                  <a:lnTo>
                    <a:pt x="815" y="2411"/>
                  </a:lnTo>
                  <a:lnTo>
                    <a:pt x="978" y="2118"/>
                  </a:lnTo>
                  <a:lnTo>
                    <a:pt x="1141" y="1858"/>
                  </a:lnTo>
                  <a:lnTo>
                    <a:pt x="1337" y="1630"/>
                  </a:lnTo>
                  <a:lnTo>
                    <a:pt x="1760" y="1239"/>
                  </a:lnTo>
                  <a:lnTo>
                    <a:pt x="2151" y="913"/>
                  </a:lnTo>
                  <a:lnTo>
                    <a:pt x="2509" y="685"/>
                  </a:lnTo>
                  <a:lnTo>
                    <a:pt x="2835" y="489"/>
                  </a:lnTo>
                  <a:lnTo>
                    <a:pt x="2933" y="424"/>
                  </a:lnTo>
                  <a:lnTo>
                    <a:pt x="2998" y="359"/>
                  </a:lnTo>
                  <a:lnTo>
                    <a:pt x="2998" y="261"/>
                  </a:lnTo>
                  <a:lnTo>
                    <a:pt x="2965" y="131"/>
                  </a:lnTo>
                  <a:lnTo>
                    <a:pt x="2900" y="66"/>
                  </a:lnTo>
                  <a:lnTo>
                    <a:pt x="2835" y="1"/>
                  </a:lnTo>
                  <a:close/>
                </a:path>
              </a:pathLst>
            </a:custGeom>
            <a:solidFill>
              <a:srgbClr val="8F32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4" name="Google Shape;4794;p64"/>
            <p:cNvSpPr/>
            <p:nvPr/>
          </p:nvSpPr>
          <p:spPr>
            <a:xfrm flipH="1">
              <a:off x="1443975" y="2023398"/>
              <a:ext cx="37379" cy="20562"/>
            </a:xfrm>
            <a:custGeom>
              <a:avLst/>
              <a:gdLst/>
              <a:ahLst/>
              <a:cxnLst/>
              <a:rect l="l" t="t" r="r" b="b"/>
              <a:pathLst>
                <a:path w="1956" h="1076" extrusionOk="0">
                  <a:moveTo>
                    <a:pt x="229" y="1"/>
                  </a:moveTo>
                  <a:lnTo>
                    <a:pt x="131" y="33"/>
                  </a:lnTo>
                  <a:lnTo>
                    <a:pt x="66" y="99"/>
                  </a:lnTo>
                  <a:lnTo>
                    <a:pt x="1" y="196"/>
                  </a:lnTo>
                  <a:lnTo>
                    <a:pt x="1" y="294"/>
                  </a:lnTo>
                  <a:lnTo>
                    <a:pt x="33" y="392"/>
                  </a:lnTo>
                  <a:lnTo>
                    <a:pt x="98" y="489"/>
                  </a:lnTo>
                  <a:lnTo>
                    <a:pt x="196" y="522"/>
                  </a:lnTo>
                  <a:lnTo>
                    <a:pt x="555" y="522"/>
                  </a:lnTo>
                  <a:lnTo>
                    <a:pt x="815" y="555"/>
                  </a:lnTo>
                  <a:lnTo>
                    <a:pt x="1011" y="620"/>
                  </a:lnTo>
                  <a:lnTo>
                    <a:pt x="1173" y="717"/>
                  </a:lnTo>
                  <a:lnTo>
                    <a:pt x="1401" y="880"/>
                  </a:lnTo>
                  <a:lnTo>
                    <a:pt x="1467" y="945"/>
                  </a:lnTo>
                  <a:lnTo>
                    <a:pt x="1532" y="1011"/>
                  </a:lnTo>
                  <a:lnTo>
                    <a:pt x="1597" y="1043"/>
                  </a:lnTo>
                  <a:lnTo>
                    <a:pt x="1662" y="1076"/>
                  </a:lnTo>
                  <a:lnTo>
                    <a:pt x="1760" y="1043"/>
                  </a:lnTo>
                  <a:lnTo>
                    <a:pt x="1825" y="1011"/>
                  </a:lnTo>
                  <a:lnTo>
                    <a:pt x="1890" y="945"/>
                  </a:lnTo>
                  <a:lnTo>
                    <a:pt x="1955" y="848"/>
                  </a:lnTo>
                  <a:lnTo>
                    <a:pt x="1923" y="750"/>
                  </a:lnTo>
                  <a:lnTo>
                    <a:pt x="1890" y="652"/>
                  </a:lnTo>
                  <a:lnTo>
                    <a:pt x="1760" y="522"/>
                  </a:lnTo>
                  <a:lnTo>
                    <a:pt x="1629" y="392"/>
                  </a:lnTo>
                  <a:lnTo>
                    <a:pt x="1434" y="261"/>
                  </a:lnTo>
                  <a:lnTo>
                    <a:pt x="1206" y="131"/>
                  </a:lnTo>
                  <a:lnTo>
                    <a:pt x="945" y="33"/>
                  </a:lnTo>
                  <a:lnTo>
                    <a:pt x="620" y="1"/>
                  </a:lnTo>
                  <a:close/>
                </a:path>
              </a:pathLst>
            </a:custGeom>
            <a:solidFill>
              <a:srgbClr val="8F32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5" name="Google Shape;4795;p64"/>
            <p:cNvSpPr/>
            <p:nvPr/>
          </p:nvSpPr>
          <p:spPr>
            <a:xfrm flipH="1">
              <a:off x="1625119" y="2011569"/>
              <a:ext cx="18078" cy="34264"/>
            </a:xfrm>
            <a:custGeom>
              <a:avLst/>
              <a:gdLst/>
              <a:ahLst/>
              <a:cxnLst/>
              <a:rect l="l" t="t" r="r" b="b"/>
              <a:pathLst>
                <a:path w="946" h="1793" extrusionOk="0">
                  <a:moveTo>
                    <a:pt x="359" y="1"/>
                  </a:moveTo>
                  <a:lnTo>
                    <a:pt x="261" y="33"/>
                  </a:lnTo>
                  <a:lnTo>
                    <a:pt x="196" y="99"/>
                  </a:lnTo>
                  <a:lnTo>
                    <a:pt x="131" y="196"/>
                  </a:lnTo>
                  <a:lnTo>
                    <a:pt x="66" y="294"/>
                  </a:lnTo>
                  <a:lnTo>
                    <a:pt x="33" y="457"/>
                  </a:lnTo>
                  <a:lnTo>
                    <a:pt x="0" y="620"/>
                  </a:lnTo>
                  <a:lnTo>
                    <a:pt x="0" y="946"/>
                  </a:lnTo>
                  <a:lnTo>
                    <a:pt x="98" y="1304"/>
                  </a:lnTo>
                  <a:lnTo>
                    <a:pt x="163" y="1434"/>
                  </a:lnTo>
                  <a:lnTo>
                    <a:pt x="228" y="1564"/>
                  </a:lnTo>
                  <a:lnTo>
                    <a:pt x="294" y="1662"/>
                  </a:lnTo>
                  <a:lnTo>
                    <a:pt x="391" y="1760"/>
                  </a:lnTo>
                  <a:lnTo>
                    <a:pt x="489" y="1793"/>
                  </a:lnTo>
                  <a:lnTo>
                    <a:pt x="587" y="1793"/>
                  </a:lnTo>
                  <a:lnTo>
                    <a:pt x="685" y="1760"/>
                  </a:lnTo>
                  <a:lnTo>
                    <a:pt x="750" y="1695"/>
                  </a:lnTo>
                  <a:lnTo>
                    <a:pt x="815" y="1597"/>
                  </a:lnTo>
                  <a:lnTo>
                    <a:pt x="880" y="1499"/>
                  </a:lnTo>
                  <a:lnTo>
                    <a:pt x="913" y="1336"/>
                  </a:lnTo>
                  <a:lnTo>
                    <a:pt x="945" y="1206"/>
                  </a:lnTo>
                  <a:lnTo>
                    <a:pt x="945" y="848"/>
                  </a:lnTo>
                  <a:lnTo>
                    <a:pt x="847" y="490"/>
                  </a:lnTo>
                  <a:lnTo>
                    <a:pt x="782" y="359"/>
                  </a:lnTo>
                  <a:lnTo>
                    <a:pt x="717" y="229"/>
                  </a:lnTo>
                  <a:lnTo>
                    <a:pt x="652" y="131"/>
                  </a:lnTo>
                  <a:lnTo>
                    <a:pt x="554" y="66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6" name="Google Shape;4796;p64"/>
            <p:cNvSpPr/>
            <p:nvPr/>
          </p:nvSpPr>
          <p:spPr>
            <a:xfrm flipH="1">
              <a:off x="1608321" y="2001613"/>
              <a:ext cx="45463" cy="14963"/>
            </a:xfrm>
            <a:custGeom>
              <a:avLst/>
              <a:gdLst/>
              <a:ahLst/>
              <a:cxnLst/>
              <a:rect l="l" t="t" r="r" b="b"/>
              <a:pathLst>
                <a:path w="2379" h="783" extrusionOk="0">
                  <a:moveTo>
                    <a:pt x="1108" y="1"/>
                  </a:moveTo>
                  <a:lnTo>
                    <a:pt x="913" y="33"/>
                  </a:lnTo>
                  <a:lnTo>
                    <a:pt x="750" y="98"/>
                  </a:lnTo>
                  <a:lnTo>
                    <a:pt x="554" y="164"/>
                  </a:lnTo>
                  <a:lnTo>
                    <a:pt x="359" y="261"/>
                  </a:lnTo>
                  <a:lnTo>
                    <a:pt x="196" y="392"/>
                  </a:lnTo>
                  <a:lnTo>
                    <a:pt x="33" y="554"/>
                  </a:lnTo>
                  <a:lnTo>
                    <a:pt x="1" y="620"/>
                  </a:lnTo>
                  <a:lnTo>
                    <a:pt x="1" y="652"/>
                  </a:lnTo>
                  <a:lnTo>
                    <a:pt x="1" y="717"/>
                  </a:lnTo>
                  <a:lnTo>
                    <a:pt x="33" y="750"/>
                  </a:lnTo>
                  <a:lnTo>
                    <a:pt x="66" y="783"/>
                  </a:lnTo>
                  <a:lnTo>
                    <a:pt x="164" y="783"/>
                  </a:lnTo>
                  <a:lnTo>
                    <a:pt x="229" y="750"/>
                  </a:lnTo>
                  <a:lnTo>
                    <a:pt x="359" y="620"/>
                  </a:lnTo>
                  <a:lnTo>
                    <a:pt x="522" y="489"/>
                  </a:lnTo>
                  <a:lnTo>
                    <a:pt x="685" y="392"/>
                  </a:lnTo>
                  <a:lnTo>
                    <a:pt x="848" y="359"/>
                  </a:lnTo>
                  <a:lnTo>
                    <a:pt x="1173" y="261"/>
                  </a:lnTo>
                  <a:lnTo>
                    <a:pt x="1467" y="261"/>
                  </a:lnTo>
                  <a:lnTo>
                    <a:pt x="1760" y="294"/>
                  </a:lnTo>
                  <a:lnTo>
                    <a:pt x="1988" y="359"/>
                  </a:lnTo>
                  <a:lnTo>
                    <a:pt x="2183" y="424"/>
                  </a:lnTo>
                  <a:lnTo>
                    <a:pt x="2248" y="424"/>
                  </a:lnTo>
                  <a:lnTo>
                    <a:pt x="2313" y="392"/>
                  </a:lnTo>
                  <a:lnTo>
                    <a:pt x="2346" y="326"/>
                  </a:lnTo>
                  <a:lnTo>
                    <a:pt x="2379" y="294"/>
                  </a:lnTo>
                  <a:lnTo>
                    <a:pt x="2346" y="229"/>
                  </a:lnTo>
                  <a:lnTo>
                    <a:pt x="2313" y="196"/>
                  </a:lnTo>
                  <a:lnTo>
                    <a:pt x="2281" y="164"/>
                  </a:lnTo>
                  <a:lnTo>
                    <a:pt x="2020" y="98"/>
                  </a:lnTo>
                  <a:lnTo>
                    <a:pt x="1760" y="33"/>
                  </a:lnTo>
                  <a:lnTo>
                    <a:pt x="1467" y="1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7" name="Google Shape;4797;p64"/>
            <p:cNvSpPr/>
            <p:nvPr/>
          </p:nvSpPr>
          <p:spPr>
            <a:xfrm flipH="1">
              <a:off x="1711649" y="2022156"/>
              <a:ext cx="18078" cy="34264"/>
            </a:xfrm>
            <a:custGeom>
              <a:avLst/>
              <a:gdLst/>
              <a:ahLst/>
              <a:cxnLst/>
              <a:rect l="l" t="t" r="r" b="b"/>
              <a:pathLst>
                <a:path w="946" h="1793" extrusionOk="0">
                  <a:moveTo>
                    <a:pt x="359" y="1"/>
                  </a:moveTo>
                  <a:lnTo>
                    <a:pt x="261" y="33"/>
                  </a:lnTo>
                  <a:lnTo>
                    <a:pt x="196" y="98"/>
                  </a:lnTo>
                  <a:lnTo>
                    <a:pt x="131" y="196"/>
                  </a:lnTo>
                  <a:lnTo>
                    <a:pt x="66" y="326"/>
                  </a:lnTo>
                  <a:lnTo>
                    <a:pt x="33" y="457"/>
                  </a:lnTo>
                  <a:lnTo>
                    <a:pt x="1" y="620"/>
                  </a:lnTo>
                  <a:lnTo>
                    <a:pt x="1" y="978"/>
                  </a:lnTo>
                  <a:lnTo>
                    <a:pt x="98" y="1304"/>
                  </a:lnTo>
                  <a:lnTo>
                    <a:pt x="164" y="1467"/>
                  </a:lnTo>
                  <a:lnTo>
                    <a:pt x="229" y="1597"/>
                  </a:lnTo>
                  <a:lnTo>
                    <a:pt x="326" y="1695"/>
                  </a:lnTo>
                  <a:lnTo>
                    <a:pt x="392" y="1760"/>
                  </a:lnTo>
                  <a:lnTo>
                    <a:pt x="489" y="1792"/>
                  </a:lnTo>
                  <a:lnTo>
                    <a:pt x="587" y="1792"/>
                  </a:lnTo>
                  <a:lnTo>
                    <a:pt x="685" y="1760"/>
                  </a:lnTo>
                  <a:lnTo>
                    <a:pt x="750" y="1695"/>
                  </a:lnTo>
                  <a:lnTo>
                    <a:pt x="848" y="1629"/>
                  </a:lnTo>
                  <a:lnTo>
                    <a:pt x="880" y="1499"/>
                  </a:lnTo>
                  <a:lnTo>
                    <a:pt x="913" y="1369"/>
                  </a:lnTo>
                  <a:lnTo>
                    <a:pt x="945" y="1206"/>
                  </a:lnTo>
                  <a:lnTo>
                    <a:pt x="945" y="848"/>
                  </a:lnTo>
                  <a:lnTo>
                    <a:pt x="880" y="522"/>
                  </a:lnTo>
                  <a:lnTo>
                    <a:pt x="815" y="359"/>
                  </a:lnTo>
                  <a:lnTo>
                    <a:pt x="717" y="229"/>
                  </a:lnTo>
                  <a:lnTo>
                    <a:pt x="652" y="131"/>
                  </a:lnTo>
                  <a:lnTo>
                    <a:pt x="554" y="66"/>
                  </a:lnTo>
                  <a:lnTo>
                    <a:pt x="457" y="33"/>
                  </a:lnTo>
                  <a:lnTo>
                    <a:pt x="359" y="1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8" name="Google Shape;4798;p64"/>
            <p:cNvSpPr/>
            <p:nvPr/>
          </p:nvSpPr>
          <p:spPr>
            <a:xfrm flipH="1">
              <a:off x="1697966" y="2012200"/>
              <a:ext cx="44832" cy="16205"/>
            </a:xfrm>
            <a:custGeom>
              <a:avLst/>
              <a:gdLst/>
              <a:ahLst/>
              <a:cxnLst/>
              <a:rect l="l" t="t" r="r" b="b"/>
              <a:pathLst>
                <a:path w="2346" h="848" extrusionOk="0">
                  <a:moveTo>
                    <a:pt x="1434" y="0"/>
                  </a:moveTo>
                  <a:lnTo>
                    <a:pt x="1076" y="33"/>
                  </a:lnTo>
                  <a:lnTo>
                    <a:pt x="913" y="98"/>
                  </a:lnTo>
                  <a:lnTo>
                    <a:pt x="717" y="131"/>
                  </a:lnTo>
                  <a:lnTo>
                    <a:pt x="554" y="229"/>
                  </a:lnTo>
                  <a:lnTo>
                    <a:pt x="359" y="326"/>
                  </a:lnTo>
                  <a:lnTo>
                    <a:pt x="196" y="489"/>
                  </a:lnTo>
                  <a:lnTo>
                    <a:pt x="33" y="652"/>
                  </a:lnTo>
                  <a:lnTo>
                    <a:pt x="1" y="685"/>
                  </a:lnTo>
                  <a:lnTo>
                    <a:pt x="1" y="750"/>
                  </a:lnTo>
                  <a:lnTo>
                    <a:pt x="33" y="782"/>
                  </a:lnTo>
                  <a:lnTo>
                    <a:pt x="66" y="815"/>
                  </a:lnTo>
                  <a:lnTo>
                    <a:pt x="98" y="847"/>
                  </a:lnTo>
                  <a:lnTo>
                    <a:pt x="196" y="847"/>
                  </a:lnTo>
                  <a:lnTo>
                    <a:pt x="229" y="815"/>
                  </a:lnTo>
                  <a:lnTo>
                    <a:pt x="359" y="652"/>
                  </a:lnTo>
                  <a:lnTo>
                    <a:pt x="522" y="554"/>
                  </a:lnTo>
                  <a:lnTo>
                    <a:pt x="685" y="457"/>
                  </a:lnTo>
                  <a:lnTo>
                    <a:pt x="848" y="391"/>
                  </a:lnTo>
                  <a:lnTo>
                    <a:pt x="1173" y="294"/>
                  </a:lnTo>
                  <a:lnTo>
                    <a:pt x="1760" y="294"/>
                  </a:lnTo>
                  <a:lnTo>
                    <a:pt x="1988" y="326"/>
                  </a:lnTo>
                  <a:lnTo>
                    <a:pt x="2183" y="391"/>
                  </a:lnTo>
                  <a:lnTo>
                    <a:pt x="2248" y="391"/>
                  </a:lnTo>
                  <a:lnTo>
                    <a:pt x="2313" y="359"/>
                  </a:lnTo>
                  <a:lnTo>
                    <a:pt x="2346" y="294"/>
                  </a:lnTo>
                  <a:lnTo>
                    <a:pt x="2346" y="261"/>
                  </a:lnTo>
                  <a:lnTo>
                    <a:pt x="2346" y="196"/>
                  </a:lnTo>
                  <a:lnTo>
                    <a:pt x="2313" y="163"/>
                  </a:lnTo>
                  <a:lnTo>
                    <a:pt x="2281" y="131"/>
                  </a:lnTo>
                  <a:lnTo>
                    <a:pt x="2020" y="66"/>
                  </a:lnTo>
                  <a:lnTo>
                    <a:pt x="1760" y="33"/>
                  </a:lnTo>
                  <a:lnTo>
                    <a:pt x="1434" y="0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9" name="Google Shape;4799;p64"/>
            <p:cNvSpPr/>
            <p:nvPr/>
          </p:nvSpPr>
          <p:spPr>
            <a:xfrm flipH="1">
              <a:off x="1442733" y="2282988"/>
              <a:ext cx="234709" cy="187393"/>
            </a:xfrm>
            <a:custGeom>
              <a:avLst/>
              <a:gdLst/>
              <a:ahLst/>
              <a:cxnLst/>
              <a:rect l="l" t="t" r="r" b="b"/>
              <a:pathLst>
                <a:path w="12282" h="9806" extrusionOk="0">
                  <a:moveTo>
                    <a:pt x="12021" y="0"/>
                  </a:moveTo>
                  <a:lnTo>
                    <a:pt x="11890" y="33"/>
                  </a:lnTo>
                  <a:lnTo>
                    <a:pt x="11825" y="65"/>
                  </a:lnTo>
                  <a:lnTo>
                    <a:pt x="11728" y="163"/>
                  </a:lnTo>
                  <a:lnTo>
                    <a:pt x="11532" y="587"/>
                  </a:lnTo>
                  <a:lnTo>
                    <a:pt x="10913" y="1596"/>
                  </a:lnTo>
                  <a:lnTo>
                    <a:pt x="10034" y="3062"/>
                  </a:lnTo>
                  <a:lnTo>
                    <a:pt x="9480" y="3877"/>
                  </a:lnTo>
                  <a:lnTo>
                    <a:pt x="8894" y="4724"/>
                  </a:lnTo>
                  <a:lnTo>
                    <a:pt x="8275" y="5538"/>
                  </a:lnTo>
                  <a:lnTo>
                    <a:pt x="7591" y="6352"/>
                  </a:lnTo>
                  <a:lnTo>
                    <a:pt x="6907" y="7134"/>
                  </a:lnTo>
                  <a:lnTo>
                    <a:pt x="6190" y="7818"/>
                  </a:lnTo>
                  <a:lnTo>
                    <a:pt x="5832" y="8111"/>
                  </a:lnTo>
                  <a:lnTo>
                    <a:pt x="5473" y="8372"/>
                  </a:lnTo>
                  <a:lnTo>
                    <a:pt x="5115" y="8632"/>
                  </a:lnTo>
                  <a:lnTo>
                    <a:pt x="4757" y="8828"/>
                  </a:lnTo>
                  <a:lnTo>
                    <a:pt x="4398" y="8991"/>
                  </a:lnTo>
                  <a:lnTo>
                    <a:pt x="4040" y="9121"/>
                  </a:lnTo>
                  <a:lnTo>
                    <a:pt x="3714" y="9219"/>
                  </a:lnTo>
                  <a:lnTo>
                    <a:pt x="3030" y="9219"/>
                  </a:lnTo>
                  <a:lnTo>
                    <a:pt x="2737" y="9186"/>
                  </a:lnTo>
                  <a:lnTo>
                    <a:pt x="2477" y="9121"/>
                  </a:lnTo>
                  <a:lnTo>
                    <a:pt x="2216" y="9023"/>
                  </a:lnTo>
                  <a:lnTo>
                    <a:pt x="1955" y="8926"/>
                  </a:lnTo>
                  <a:lnTo>
                    <a:pt x="1760" y="8763"/>
                  </a:lnTo>
                  <a:lnTo>
                    <a:pt x="1532" y="8600"/>
                  </a:lnTo>
                  <a:lnTo>
                    <a:pt x="1369" y="8372"/>
                  </a:lnTo>
                  <a:lnTo>
                    <a:pt x="1108" y="8014"/>
                  </a:lnTo>
                  <a:lnTo>
                    <a:pt x="913" y="7590"/>
                  </a:lnTo>
                  <a:lnTo>
                    <a:pt x="750" y="7101"/>
                  </a:lnTo>
                  <a:lnTo>
                    <a:pt x="652" y="6613"/>
                  </a:lnTo>
                  <a:lnTo>
                    <a:pt x="587" y="6124"/>
                  </a:lnTo>
                  <a:lnTo>
                    <a:pt x="555" y="5603"/>
                  </a:lnTo>
                  <a:lnTo>
                    <a:pt x="555" y="5082"/>
                  </a:lnTo>
                  <a:lnTo>
                    <a:pt x="555" y="4561"/>
                  </a:lnTo>
                  <a:lnTo>
                    <a:pt x="652" y="3649"/>
                  </a:lnTo>
                  <a:lnTo>
                    <a:pt x="750" y="2867"/>
                  </a:lnTo>
                  <a:lnTo>
                    <a:pt x="880" y="2150"/>
                  </a:lnTo>
                  <a:lnTo>
                    <a:pt x="913" y="2020"/>
                  </a:lnTo>
                  <a:lnTo>
                    <a:pt x="848" y="1922"/>
                  </a:lnTo>
                  <a:lnTo>
                    <a:pt x="783" y="1857"/>
                  </a:lnTo>
                  <a:lnTo>
                    <a:pt x="685" y="1824"/>
                  </a:lnTo>
                  <a:lnTo>
                    <a:pt x="587" y="1792"/>
                  </a:lnTo>
                  <a:lnTo>
                    <a:pt x="489" y="1857"/>
                  </a:lnTo>
                  <a:lnTo>
                    <a:pt x="392" y="1922"/>
                  </a:lnTo>
                  <a:lnTo>
                    <a:pt x="359" y="2020"/>
                  </a:lnTo>
                  <a:lnTo>
                    <a:pt x="294" y="2280"/>
                  </a:lnTo>
                  <a:lnTo>
                    <a:pt x="196" y="2834"/>
                  </a:lnTo>
                  <a:lnTo>
                    <a:pt x="66" y="3681"/>
                  </a:lnTo>
                  <a:lnTo>
                    <a:pt x="1" y="4658"/>
                  </a:lnTo>
                  <a:lnTo>
                    <a:pt x="1" y="5180"/>
                  </a:lnTo>
                  <a:lnTo>
                    <a:pt x="1" y="5733"/>
                  </a:lnTo>
                  <a:lnTo>
                    <a:pt x="33" y="6287"/>
                  </a:lnTo>
                  <a:lnTo>
                    <a:pt x="131" y="6808"/>
                  </a:lnTo>
                  <a:lnTo>
                    <a:pt x="261" y="7362"/>
                  </a:lnTo>
                  <a:lnTo>
                    <a:pt x="424" y="7851"/>
                  </a:lnTo>
                  <a:lnTo>
                    <a:pt x="652" y="8307"/>
                  </a:lnTo>
                  <a:lnTo>
                    <a:pt x="783" y="8535"/>
                  </a:lnTo>
                  <a:lnTo>
                    <a:pt x="913" y="8730"/>
                  </a:lnTo>
                  <a:lnTo>
                    <a:pt x="1141" y="8991"/>
                  </a:lnTo>
                  <a:lnTo>
                    <a:pt x="1402" y="9186"/>
                  </a:lnTo>
                  <a:lnTo>
                    <a:pt x="1662" y="9382"/>
                  </a:lnTo>
                  <a:lnTo>
                    <a:pt x="1955" y="9545"/>
                  </a:lnTo>
                  <a:lnTo>
                    <a:pt x="2281" y="9642"/>
                  </a:lnTo>
                  <a:lnTo>
                    <a:pt x="2607" y="9740"/>
                  </a:lnTo>
                  <a:lnTo>
                    <a:pt x="2965" y="9773"/>
                  </a:lnTo>
                  <a:lnTo>
                    <a:pt x="3356" y="9805"/>
                  </a:lnTo>
                  <a:lnTo>
                    <a:pt x="3682" y="9773"/>
                  </a:lnTo>
                  <a:lnTo>
                    <a:pt x="4073" y="9707"/>
                  </a:lnTo>
                  <a:lnTo>
                    <a:pt x="4431" y="9577"/>
                  </a:lnTo>
                  <a:lnTo>
                    <a:pt x="4789" y="9414"/>
                  </a:lnTo>
                  <a:lnTo>
                    <a:pt x="5180" y="9219"/>
                  </a:lnTo>
                  <a:lnTo>
                    <a:pt x="5538" y="8991"/>
                  </a:lnTo>
                  <a:lnTo>
                    <a:pt x="5929" y="8730"/>
                  </a:lnTo>
                  <a:lnTo>
                    <a:pt x="6288" y="8437"/>
                  </a:lnTo>
                  <a:lnTo>
                    <a:pt x="6646" y="8144"/>
                  </a:lnTo>
                  <a:lnTo>
                    <a:pt x="7363" y="7427"/>
                  </a:lnTo>
                  <a:lnTo>
                    <a:pt x="8047" y="6678"/>
                  </a:lnTo>
                  <a:lnTo>
                    <a:pt x="8731" y="5864"/>
                  </a:lnTo>
                  <a:lnTo>
                    <a:pt x="9350" y="5049"/>
                  </a:lnTo>
                  <a:lnTo>
                    <a:pt x="9936" y="4202"/>
                  </a:lnTo>
                  <a:lnTo>
                    <a:pt x="10490" y="3388"/>
                  </a:lnTo>
                  <a:lnTo>
                    <a:pt x="11369" y="1955"/>
                  </a:lnTo>
                  <a:lnTo>
                    <a:pt x="11988" y="912"/>
                  </a:lnTo>
                  <a:lnTo>
                    <a:pt x="12249" y="424"/>
                  </a:lnTo>
                  <a:lnTo>
                    <a:pt x="12281" y="293"/>
                  </a:lnTo>
                  <a:lnTo>
                    <a:pt x="12249" y="196"/>
                  </a:lnTo>
                  <a:lnTo>
                    <a:pt x="12216" y="98"/>
                  </a:lnTo>
                  <a:lnTo>
                    <a:pt x="12118" y="33"/>
                  </a:lnTo>
                  <a:lnTo>
                    <a:pt x="12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4800;p64"/>
            <p:cNvSpPr/>
            <p:nvPr/>
          </p:nvSpPr>
          <p:spPr>
            <a:xfrm flipH="1">
              <a:off x="1663721" y="3092851"/>
              <a:ext cx="660480" cy="108335"/>
            </a:xfrm>
            <a:custGeom>
              <a:avLst/>
              <a:gdLst/>
              <a:ahLst/>
              <a:cxnLst/>
              <a:rect l="l" t="t" r="r" b="b"/>
              <a:pathLst>
                <a:path w="34562" h="5669" extrusionOk="0">
                  <a:moveTo>
                    <a:pt x="261" y="0"/>
                  </a:moveTo>
                  <a:lnTo>
                    <a:pt x="196" y="33"/>
                  </a:lnTo>
                  <a:lnTo>
                    <a:pt x="163" y="131"/>
                  </a:lnTo>
                  <a:lnTo>
                    <a:pt x="0" y="4365"/>
                  </a:lnTo>
                  <a:lnTo>
                    <a:pt x="33" y="4463"/>
                  </a:lnTo>
                  <a:lnTo>
                    <a:pt x="131" y="4496"/>
                  </a:lnTo>
                  <a:lnTo>
                    <a:pt x="34301" y="5668"/>
                  </a:lnTo>
                  <a:lnTo>
                    <a:pt x="34399" y="5636"/>
                  </a:lnTo>
                  <a:lnTo>
                    <a:pt x="34431" y="5571"/>
                  </a:lnTo>
                  <a:lnTo>
                    <a:pt x="34561" y="1303"/>
                  </a:lnTo>
                  <a:lnTo>
                    <a:pt x="34529" y="1238"/>
                  </a:lnTo>
                  <a:lnTo>
                    <a:pt x="34464" y="1173"/>
                  </a:lnTo>
                  <a:lnTo>
                    <a:pt x="26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4801;p64"/>
            <p:cNvSpPr/>
            <p:nvPr/>
          </p:nvSpPr>
          <p:spPr>
            <a:xfrm flipH="1">
              <a:off x="2041583" y="2614776"/>
              <a:ext cx="511078" cy="573338"/>
            </a:xfrm>
            <a:custGeom>
              <a:avLst/>
              <a:gdLst/>
              <a:ahLst/>
              <a:cxnLst/>
              <a:rect l="l" t="t" r="r" b="b"/>
              <a:pathLst>
                <a:path w="26744" h="30002" extrusionOk="0">
                  <a:moveTo>
                    <a:pt x="2118" y="0"/>
                  </a:moveTo>
                  <a:lnTo>
                    <a:pt x="1857" y="33"/>
                  </a:lnTo>
                  <a:lnTo>
                    <a:pt x="1597" y="98"/>
                  </a:lnTo>
                  <a:lnTo>
                    <a:pt x="1336" y="196"/>
                  </a:lnTo>
                  <a:lnTo>
                    <a:pt x="1108" y="326"/>
                  </a:lnTo>
                  <a:lnTo>
                    <a:pt x="913" y="456"/>
                  </a:lnTo>
                  <a:lnTo>
                    <a:pt x="717" y="652"/>
                  </a:lnTo>
                  <a:lnTo>
                    <a:pt x="522" y="815"/>
                  </a:lnTo>
                  <a:lnTo>
                    <a:pt x="391" y="1043"/>
                  </a:lnTo>
                  <a:lnTo>
                    <a:pt x="261" y="1271"/>
                  </a:lnTo>
                  <a:lnTo>
                    <a:pt x="163" y="1499"/>
                  </a:lnTo>
                  <a:lnTo>
                    <a:pt x="66" y="1759"/>
                  </a:lnTo>
                  <a:lnTo>
                    <a:pt x="33" y="2020"/>
                  </a:lnTo>
                  <a:lnTo>
                    <a:pt x="1" y="2281"/>
                  </a:lnTo>
                  <a:lnTo>
                    <a:pt x="33" y="2541"/>
                  </a:lnTo>
                  <a:lnTo>
                    <a:pt x="66" y="2834"/>
                  </a:lnTo>
                  <a:lnTo>
                    <a:pt x="5668" y="27167"/>
                  </a:lnTo>
                  <a:lnTo>
                    <a:pt x="5734" y="27395"/>
                  </a:lnTo>
                  <a:lnTo>
                    <a:pt x="5799" y="27623"/>
                  </a:lnTo>
                  <a:lnTo>
                    <a:pt x="6027" y="28047"/>
                  </a:lnTo>
                  <a:lnTo>
                    <a:pt x="6320" y="28405"/>
                  </a:lnTo>
                  <a:lnTo>
                    <a:pt x="6646" y="28731"/>
                  </a:lnTo>
                  <a:lnTo>
                    <a:pt x="7004" y="28991"/>
                  </a:lnTo>
                  <a:lnTo>
                    <a:pt x="7427" y="29187"/>
                  </a:lnTo>
                  <a:lnTo>
                    <a:pt x="7883" y="29317"/>
                  </a:lnTo>
                  <a:lnTo>
                    <a:pt x="8112" y="29350"/>
                  </a:lnTo>
                  <a:lnTo>
                    <a:pt x="8372" y="29382"/>
                  </a:lnTo>
                  <a:lnTo>
                    <a:pt x="26744" y="30001"/>
                  </a:lnTo>
                  <a:lnTo>
                    <a:pt x="20001" y="2281"/>
                  </a:lnTo>
                  <a:lnTo>
                    <a:pt x="19871" y="1922"/>
                  </a:lnTo>
                  <a:lnTo>
                    <a:pt x="19708" y="1596"/>
                  </a:lnTo>
                  <a:lnTo>
                    <a:pt x="19480" y="1303"/>
                  </a:lnTo>
                  <a:lnTo>
                    <a:pt x="19219" y="1043"/>
                  </a:lnTo>
                  <a:lnTo>
                    <a:pt x="18894" y="815"/>
                  </a:lnTo>
                  <a:lnTo>
                    <a:pt x="18568" y="684"/>
                  </a:lnTo>
                  <a:lnTo>
                    <a:pt x="18210" y="554"/>
                  </a:lnTo>
                  <a:lnTo>
                    <a:pt x="17819" y="522"/>
                  </a:lnTo>
                  <a:lnTo>
                    <a:pt x="241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4802;p64"/>
            <p:cNvSpPr/>
            <p:nvPr/>
          </p:nvSpPr>
          <p:spPr>
            <a:xfrm flipH="1">
              <a:off x="2408228" y="2690719"/>
              <a:ext cx="105220" cy="109577"/>
            </a:xfrm>
            <a:custGeom>
              <a:avLst/>
              <a:gdLst/>
              <a:ahLst/>
              <a:cxnLst/>
              <a:rect l="l" t="t" r="r" b="b"/>
              <a:pathLst>
                <a:path w="5506" h="5734" extrusionOk="0">
                  <a:moveTo>
                    <a:pt x="1662" y="0"/>
                  </a:moveTo>
                  <a:lnTo>
                    <a:pt x="1434" y="33"/>
                  </a:lnTo>
                  <a:lnTo>
                    <a:pt x="1206" y="98"/>
                  </a:lnTo>
                  <a:lnTo>
                    <a:pt x="978" y="196"/>
                  </a:lnTo>
                  <a:lnTo>
                    <a:pt x="782" y="294"/>
                  </a:lnTo>
                  <a:lnTo>
                    <a:pt x="620" y="456"/>
                  </a:lnTo>
                  <a:lnTo>
                    <a:pt x="457" y="619"/>
                  </a:lnTo>
                  <a:lnTo>
                    <a:pt x="326" y="782"/>
                  </a:lnTo>
                  <a:lnTo>
                    <a:pt x="229" y="978"/>
                  </a:lnTo>
                  <a:lnTo>
                    <a:pt x="131" y="1206"/>
                  </a:lnTo>
                  <a:lnTo>
                    <a:pt x="66" y="1434"/>
                  </a:lnTo>
                  <a:lnTo>
                    <a:pt x="33" y="1694"/>
                  </a:lnTo>
                  <a:lnTo>
                    <a:pt x="1" y="1955"/>
                  </a:lnTo>
                  <a:lnTo>
                    <a:pt x="33" y="2215"/>
                  </a:lnTo>
                  <a:lnTo>
                    <a:pt x="66" y="2509"/>
                  </a:lnTo>
                  <a:lnTo>
                    <a:pt x="131" y="2802"/>
                  </a:lnTo>
                  <a:lnTo>
                    <a:pt x="229" y="3095"/>
                  </a:lnTo>
                  <a:lnTo>
                    <a:pt x="359" y="3356"/>
                  </a:lnTo>
                  <a:lnTo>
                    <a:pt x="489" y="3649"/>
                  </a:lnTo>
                  <a:lnTo>
                    <a:pt x="685" y="3909"/>
                  </a:lnTo>
                  <a:lnTo>
                    <a:pt x="848" y="4170"/>
                  </a:lnTo>
                  <a:lnTo>
                    <a:pt x="1043" y="4398"/>
                  </a:lnTo>
                  <a:lnTo>
                    <a:pt x="1271" y="4626"/>
                  </a:lnTo>
                  <a:lnTo>
                    <a:pt x="1499" y="4854"/>
                  </a:lnTo>
                  <a:lnTo>
                    <a:pt x="1727" y="5017"/>
                  </a:lnTo>
                  <a:lnTo>
                    <a:pt x="1988" y="5212"/>
                  </a:lnTo>
                  <a:lnTo>
                    <a:pt x="2248" y="5343"/>
                  </a:lnTo>
                  <a:lnTo>
                    <a:pt x="2509" y="5473"/>
                  </a:lnTo>
                  <a:lnTo>
                    <a:pt x="2770" y="5571"/>
                  </a:lnTo>
                  <a:lnTo>
                    <a:pt x="3030" y="5668"/>
                  </a:lnTo>
                  <a:lnTo>
                    <a:pt x="3323" y="5701"/>
                  </a:lnTo>
                  <a:lnTo>
                    <a:pt x="3584" y="5733"/>
                  </a:lnTo>
                  <a:lnTo>
                    <a:pt x="3844" y="5733"/>
                  </a:lnTo>
                  <a:lnTo>
                    <a:pt x="4105" y="5701"/>
                  </a:lnTo>
                  <a:lnTo>
                    <a:pt x="4333" y="5636"/>
                  </a:lnTo>
                  <a:lnTo>
                    <a:pt x="4529" y="5538"/>
                  </a:lnTo>
                  <a:lnTo>
                    <a:pt x="4724" y="5408"/>
                  </a:lnTo>
                  <a:lnTo>
                    <a:pt x="4919" y="5277"/>
                  </a:lnTo>
                  <a:lnTo>
                    <a:pt x="5050" y="5115"/>
                  </a:lnTo>
                  <a:lnTo>
                    <a:pt x="5180" y="4952"/>
                  </a:lnTo>
                  <a:lnTo>
                    <a:pt x="5310" y="4756"/>
                  </a:lnTo>
                  <a:lnTo>
                    <a:pt x="5408" y="4528"/>
                  </a:lnTo>
                  <a:lnTo>
                    <a:pt x="5473" y="4300"/>
                  </a:lnTo>
                  <a:lnTo>
                    <a:pt x="5506" y="4040"/>
                  </a:lnTo>
                  <a:lnTo>
                    <a:pt x="5506" y="3779"/>
                  </a:lnTo>
                  <a:lnTo>
                    <a:pt x="5506" y="3518"/>
                  </a:lnTo>
                  <a:lnTo>
                    <a:pt x="5441" y="3225"/>
                  </a:lnTo>
                  <a:lnTo>
                    <a:pt x="5375" y="2932"/>
                  </a:lnTo>
                  <a:lnTo>
                    <a:pt x="5278" y="2639"/>
                  </a:lnTo>
                  <a:lnTo>
                    <a:pt x="5147" y="2346"/>
                  </a:lnTo>
                  <a:lnTo>
                    <a:pt x="5017" y="2085"/>
                  </a:lnTo>
                  <a:lnTo>
                    <a:pt x="4854" y="1825"/>
                  </a:lnTo>
                  <a:lnTo>
                    <a:pt x="4659" y="1564"/>
                  </a:lnTo>
                  <a:lnTo>
                    <a:pt x="4463" y="1303"/>
                  </a:lnTo>
                  <a:lnTo>
                    <a:pt x="4268" y="1108"/>
                  </a:lnTo>
                  <a:lnTo>
                    <a:pt x="4040" y="880"/>
                  </a:lnTo>
                  <a:lnTo>
                    <a:pt x="3779" y="684"/>
                  </a:lnTo>
                  <a:lnTo>
                    <a:pt x="3551" y="522"/>
                  </a:lnTo>
                  <a:lnTo>
                    <a:pt x="3291" y="391"/>
                  </a:lnTo>
                  <a:lnTo>
                    <a:pt x="3030" y="261"/>
                  </a:lnTo>
                  <a:lnTo>
                    <a:pt x="2770" y="131"/>
                  </a:lnTo>
                  <a:lnTo>
                    <a:pt x="2476" y="66"/>
                  </a:lnTo>
                  <a:lnTo>
                    <a:pt x="2216" y="33"/>
                  </a:lnTo>
                  <a:lnTo>
                    <a:pt x="1955" y="0"/>
                  </a:lnTo>
                  <a:close/>
                </a:path>
              </a:pathLst>
            </a:custGeom>
            <a:gradFill>
              <a:gsLst>
                <a:gs pos="0">
                  <a:srgbClr val="FFF0B9"/>
                </a:gs>
                <a:gs pos="100000">
                  <a:srgbClr val="F9D03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4803;p64"/>
            <p:cNvSpPr/>
            <p:nvPr/>
          </p:nvSpPr>
          <p:spPr>
            <a:xfrm flipH="1">
              <a:off x="2445569" y="2724334"/>
              <a:ext cx="10606" cy="21805"/>
            </a:xfrm>
            <a:custGeom>
              <a:avLst/>
              <a:gdLst/>
              <a:ahLst/>
              <a:cxnLst/>
              <a:rect l="l" t="t" r="r" b="b"/>
              <a:pathLst>
                <a:path w="555" h="1141" extrusionOk="0">
                  <a:moveTo>
                    <a:pt x="66" y="0"/>
                  </a:moveTo>
                  <a:lnTo>
                    <a:pt x="33" y="33"/>
                  </a:lnTo>
                  <a:lnTo>
                    <a:pt x="1" y="163"/>
                  </a:lnTo>
                  <a:lnTo>
                    <a:pt x="1" y="359"/>
                  </a:lnTo>
                  <a:lnTo>
                    <a:pt x="33" y="554"/>
                  </a:lnTo>
                  <a:lnTo>
                    <a:pt x="131" y="782"/>
                  </a:lnTo>
                  <a:lnTo>
                    <a:pt x="229" y="978"/>
                  </a:lnTo>
                  <a:lnTo>
                    <a:pt x="326" y="1108"/>
                  </a:lnTo>
                  <a:lnTo>
                    <a:pt x="424" y="1141"/>
                  </a:lnTo>
                  <a:lnTo>
                    <a:pt x="489" y="1141"/>
                  </a:lnTo>
                  <a:lnTo>
                    <a:pt x="522" y="1108"/>
                  </a:lnTo>
                  <a:lnTo>
                    <a:pt x="554" y="978"/>
                  </a:lnTo>
                  <a:lnTo>
                    <a:pt x="554" y="815"/>
                  </a:lnTo>
                  <a:lnTo>
                    <a:pt x="489" y="587"/>
                  </a:lnTo>
                  <a:lnTo>
                    <a:pt x="424" y="359"/>
                  </a:lnTo>
                  <a:lnTo>
                    <a:pt x="326" y="163"/>
                  </a:lnTo>
                  <a:lnTo>
                    <a:pt x="196" y="33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4" name="Google Shape;4804;p64"/>
            <p:cNvSpPr/>
            <p:nvPr/>
          </p:nvSpPr>
          <p:spPr>
            <a:xfrm flipH="1">
              <a:off x="2471711" y="2723703"/>
              <a:ext cx="10606" cy="21805"/>
            </a:xfrm>
            <a:custGeom>
              <a:avLst/>
              <a:gdLst/>
              <a:ahLst/>
              <a:cxnLst/>
              <a:rect l="l" t="t" r="r" b="b"/>
              <a:pathLst>
                <a:path w="555" h="1141" extrusionOk="0">
                  <a:moveTo>
                    <a:pt x="66" y="1"/>
                  </a:moveTo>
                  <a:lnTo>
                    <a:pt x="33" y="33"/>
                  </a:lnTo>
                  <a:lnTo>
                    <a:pt x="0" y="164"/>
                  </a:lnTo>
                  <a:lnTo>
                    <a:pt x="0" y="327"/>
                  </a:lnTo>
                  <a:lnTo>
                    <a:pt x="33" y="555"/>
                  </a:lnTo>
                  <a:lnTo>
                    <a:pt x="131" y="783"/>
                  </a:lnTo>
                  <a:lnTo>
                    <a:pt x="228" y="978"/>
                  </a:lnTo>
                  <a:lnTo>
                    <a:pt x="326" y="1108"/>
                  </a:lnTo>
                  <a:lnTo>
                    <a:pt x="424" y="1141"/>
                  </a:lnTo>
                  <a:lnTo>
                    <a:pt x="489" y="1141"/>
                  </a:lnTo>
                  <a:lnTo>
                    <a:pt x="522" y="1108"/>
                  </a:lnTo>
                  <a:lnTo>
                    <a:pt x="554" y="978"/>
                  </a:lnTo>
                  <a:lnTo>
                    <a:pt x="554" y="783"/>
                  </a:lnTo>
                  <a:lnTo>
                    <a:pt x="489" y="587"/>
                  </a:lnTo>
                  <a:lnTo>
                    <a:pt x="424" y="359"/>
                  </a:lnTo>
                  <a:lnTo>
                    <a:pt x="326" y="164"/>
                  </a:lnTo>
                  <a:lnTo>
                    <a:pt x="196" y="33"/>
                  </a:lnTo>
                  <a:lnTo>
                    <a:pt x="98" y="1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5" name="Google Shape;4805;p64"/>
            <p:cNvSpPr/>
            <p:nvPr/>
          </p:nvSpPr>
          <p:spPr>
            <a:xfrm flipH="1">
              <a:off x="2433739" y="2744877"/>
              <a:ext cx="53565" cy="27404"/>
            </a:xfrm>
            <a:custGeom>
              <a:avLst/>
              <a:gdLst/>
              <a:ahLst/>
              <a:cxnLst/>
              <a:rect l="l" t="t" r="r" b="b"/>
              <a:pathLst>
                <a:path w="2803" h="1434" extrusionOk="0">
                  <a:moveTo>
                    <a:pt x="33" y="0"/>
                  </a:moveTo>
                  <a:lnTo>
                    <a:pt x="1" y="33"/>
                  </a:lnTo>
                  <a:lnTo>
                    <a:pt x="33" y="131"/>
                  </a:lnTo>
                  <a:lnTo>
                    <a:pt x="131" y="326"/>
                  </a:lnTo>
                  <a:lnTo>
                    <a:pt x="294" y="554"/>
                  </a:lnTo>
                  <a:lnTo>
                    <a:pt x="489" y="782"/>
                  </a:lnTo>
                  <a:lnTo>
                    <a:pt x="717" y="1010"/>
                  </a:lnTo>
                  <a:lnTo>
                    <a:pt x="1011" y="1206"/>
                  </a:lnTo>
                  <a:lnTo>
                    <a:pt x="1206" y="1303"/>
                  </a:lnTo>
                  <a:lnTo>
                    <a:pt x="1369" y="1368"/>
                  </a:lnTo>
                  <a:lnTo>
                    <a:pt x="1564" y="1401"/>
                  </a:lnTo>
                  <a:lnTo>
                    <a:pt x="1760" y="1434"/>
                  </a:lnTo>
                  <a:lnTo>
                    <a:pt x="1955" y="1401"/>
                  </a:lnTo>
                  <a:lnTo>
                    <a:pt x="2151" y="1368"/>
                  </a:lnTo>
                  <a:lnTo>
                    <a:pt x="2281" y="1336"/>
                  </a:lnTo>
                  <a:lnTo>
                    <a:pt x="2411" y="1238"/>
                  </a:lnTo>
                  <a:lnTo>
                    <a:pt x="2509" y="1173"/>
                  </a:lnTo>
                  <a:lnTo>
                    <a:pt x="2607" y="1075"/>
                  </a:lnTo>
                  <a:lnTo>
                    <a:pt x="2704" y="847"/>
                  </a:lnTo>
                  <a:lnTo>
                    <a:pt x="2770" y="619"/>
                  </a:lnTo>
                  <a:lnTo>
                    <a:pt x="2802" y="424"/>
                  </a:lnTo>
                  <a:lnTo>
                    <a:pt x="2802" y="228"/>
                  </a:lnTo>
                  <a:lnTo>
                    <a:pt x="2770" y="131"/>
                  </a:lnTo>
                  <a:lnTo>
                    <a:pt x="2672" y="66"/>
                  </a:lnTo>
                  <a:lnTo>
                    <a:pt x="2607" y="66"/>
                  </a:lnTo>
                  <a:lnTo>
                    <a:pt x="2574" y="98"/>
                  </a:lnTo>
                  <a:lnTo>
                    <a:pt x="2574" y="163"/>
                  </a:lnTo>
                  <a:lnTo>
                    <a:pt x="2574" y="326"/>
                  </a:lnTo>
                  <a:lnTo>
                    <a:pt x="2542" y="522"/>
                  </a:lnTo>
                  <a:lnTo>
                    <a:pt x="2476" y="684"/>
                  </a:lnTo>
                  <a:lnTo>
                    <a:pt x="2379" y="880"/>
                  </a:lnTo>
                  <a:lnTo>
                    <a:pt x="2248" y="1043"/>
                  </a:lnTo>
                  <a:lnTo>
                    <a:pt x="2118" y="1108"/>
                  </a:lnTo>
                  <a:lnTo>
                    <a:pt x="2020" y="1140"/>
                  </a:lnTo>
                  <a:lnTo>
                    <a:pt x="1858" y="1173"/>
                  </a:lnTo>
                  <a:lnTo>
                    <a:pt x="1532" y="1173"/>
                  </a:lnTo>
                  <a:lnTo>
                    <a:pt x="1369" y="1108"/>
                  </a:lnTo>
                  <a:lnTo>
                    <a:pt x="1076" y="1010"/>
                  </a:lnTo>
                  <a:lnTo>
                    <a:pt x="815" y="847"/>
                  </a:lnTo>
                  <a:lnTo>
                    <a:pt x="620" y="652"/>
                  </a:lnTo>
                  <a:lnTo>
                    <a:pt x="457" y="456"/>
                  </a:lnTo>
                  <a:lnTo>
                    <a:pt x="327" y="294"/>
                  </a:lnTo>
                  <a:lnTo>
                    <a:pt x="229" y="98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6" name="Google Shape;4806;p64"/>
            <p:cNvSpPr/>
            <p:nvPr/>
          </p:nvSpPr>
          <p:spPr>
            <a:xfrm flipH="1">
              <a:off x="2008580" y="2624732"/>
              <a:ext cx="203579" cy="560267"/>
            </a:xfrm>
            <a:custGeom>
              <a:avLst/>
              <a:gdLst/>
              <a:ahLst/>
              <a:cxnLst/>
              <a:rect l="l" t="t" r="r" b="b"/>
              <a:pathLst>
                <a:path w="10653" h="29318" extrusionOk="0">
                  <a:moveTo>
                    <a:pt x="1" y="1"/>
                  </a:moveTo>
                  <a:lnTo>
                    <a:pt x="392" y="33"/>
                  </a:lnTo>
                  <a:lnTo>
                    <a:pt x="750" y="131"/>
                  </a:lnTo>
                  <a:lnTo>
                    <a:pt x="1076" y="294"/>
                  </a:lnTo>
                  <a:lnTo>
                    <a:pt x="1401" y="522"/>
                  </a:lnTo>
                  <a:lnTo>
                    <a:pt x="1662" y="782"/>
                  </a:lnTo>
                  <a:lnTo>
                    <a:pt x="1890" y="1075"/>
                  </a:lnTo>
                  <a:lnTo>
                    <a:pt x="2053" y="1401"/>
                  </a:lnTo>
                  <a:lnTo>
                    <a:pt x="2183" y="1760"/>
                  </a:lnTo>
                  <a:lnTo>
                    <a:pt x="8893" y="29252"/>
                  </a:lnTo>
                  <a:lnTo>
                    <a:pt x="10652" y="29317"/>
                  </a:lnTo>
                  <a:lnTo>
                    <a:pt x="3942" y="1825"/>
                  </a:lnTo>
                  <a:lnTo>
                    <a:pt x="3812" y="1466"/>
                  </a:lnTo>
                  <a:lnTo>
                    <a:pt x="3649" y="1141"/>
                  </a:lnTo>
                  <a:lnTo>
                    <a:pt x="3421" y="847"/>
                  </a:lnTo>
                  <a:lnTo>
                    <a:pt x="3160" y="587"/>
                  </a:lnTo>
                  <a:lnTo>
                    <a:pt x="2835" y="359"/>
                  </a:lnTo>
                  <a:lnTo>
                    <a:pt x="2509" y="196"/>
                  </a:lnTo>
                  <a:lnTo>
                    <a:pt x="2151" y="98"/>
                  </a:lnTo>
                  <a:lnTo>
                    <a:pt x="1760" y="6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7" name="Google Shape;4807;p64"/>
            <p:cNvSpPr/>
            <p:nvPr/>
          </p:nvSpPr>
          <p:spPr>
            <a:xfrm flipH="1">
              <a:off x="2040952" y="2646518"/>
              <a:ext cx="136961" cy="534124"/>
            </a:xfrm>
            <a:custGeom>
              <a:avLst/>
              <a:gdLst/>
              <a:ahLst/>
              <a:cxnLst/>
              <a:rect l="l" t="t" r="r" b="b"/>
              <a:pathLst>
                <a:path w="7167" h="27950" extrusionOk="0">
                  <a:moveTo>
                    <a:pt x="196" y="1"/>
                  </a:moveTo>
                  <a:lnTo>
                    <a:pt x="98" y="33"/>
                  </a:lnTo>
                  <a:lnTo>
                    <a:pt x="33" y="131"/>
                  </a:lnTo>
                  <a:lnTo>
                    <a:pt x="0" y="229"/>
                  </a:lnTo>
                  <a:lnTo>
                    <a:pt x="0" y="326"/>
                  </a:lnTo>
                  <a:lnTo>
                    <a:pt x="6645" y="27754"/>
                  </a:lnTo>
                  <a:lnTo>
                    <a:pt x="6710" y="27852"/>
                  </a:lnTo>
                  <a:lnTo>
                    <a:pt x="6743" y="27917"/>
                  </a:lnTo>
                  <a:lnTo>
                    <a:pt x="6841" y="27949"/>
                  </a:lnTo>
                  <a:lnTo>
                    <a:pt x="6971" y="27949"/>
                  </a:lnTo>
                  <a:lnTo>
                    <a:pt x="7069" y="27917"/>
                  </a:lnTo>
                  <a:lnTo>
                    <a:pt x="7134" y="27819"/>
                  </a:lnTo>
                  <a:lnTo>
                    <a:pt x="7167" y="27721"/>
                  </a:lnTo>
                  <a:lnTo>
                    <a:pt x="7167" y="27624"/>
                  </a:lnTo>
                  <a:lnTo>
                    <a:pt x="521" y="196"/>
                  </a:lnTo>
                  <a:lnTo>
                    <a:pt x="456" y="98"/>
                  </a:lnTo>
                  <a:lnTo>
                    <a:pt x="391" y="33"/>
                  </a:lnTo>
                  <a:lnTo>
                    <a:pt x="293" y="1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4808;p64"/>
            <p:cNvSpPr/>
            <p:nvPr/>
          </p:nvSpPr>
          <p:spPr>
            <a:xfrm flipH="1">
              <a:off x="2261310" y="2854435"/>
              <a:ext cx="107092" cy="105850"/>
            </a:xfrm>
            <a:custGeom>
              <a:avLst/>
              <a:gdLst/>
              <a:ahLst/>
              <a:cxnLst/>
              <a:rect l="l" t="t" r="r" b="b"/>
              <a:pathLst>
                <a:path w="5604" h="5539" extrusionOk="0">
                  <a:moveTo>
                    <a:pt x="2248" y="0"/>
                  </a:moveTo>
                  <a:lnTo>
                    <a:pt x="1988" y="33"/>
                  </a:lnTo>
                  <a:lnTo>
                    <a:pt x="1727" y="66"/>
                  </a:lnTo>
                  <a:lnTo>
                    <a:pt x="1466" y="98"/>
                  </a:lnTo>
                  <a:lnTo>
                    <a:pt x="1238" y="196"/>
                  </a:lnTo>
                  <a:lnTo>
                    <a:pt x="1010" y="294"/>
                  </a:lnTo>
                  <a:lnTo>
                    <a:pt x="815" y="424"/>
                  </a:lnTo>
                  <a:lnTo>
                    <a:pt x="652" y="587"/>
                  </a:lnTo>
                  <a:lnTo>
                    <a:pt x="489" y="750"/>
                  </a:lnTo>
                  <a:lnTo>
                    <a:pt x="326" y="945"/>
                  </a:lnTo>
                  <a:lnTo>
                    <a:pt x="229" y="1141"/>
                  </a:lnTo>
                  <a:lnTo>
                    <a:pt x="131" y="1369"/>
                  </a:lnTo>
                  <a:lnTo>
                    <a:pt x="66" y="1629"/>
                  </a:lnTo>
                  <a:lnTo>
                    <a:pt x="33" y="1857"/>
                  </a:lnTo>
                  <a:lnTo>
                    <a:pt x="0" y="2118"/>
                  </a:lnTo>
                  <a:lnTo>
                    <a:pt x="33" y="2411"/>
                  </a:lnTo>
                  <a:lnTo>
                    <a:pt x="66" y="2672"/>
                  </a:lnTo>
                  <a:lnTo>
                    <a:pt x="131" y="2965"/>
                  </a:lnTo>
                  <a:lnTo>
                    <a:pt x="229" y="3225"/>
                  </a:lnTo>
                  <a:lnTo>
                    <a:pt x="359" y="3518"/>
                  </a:lnTo>
                  <a:lnTo>
                    <a:pt x="489" y="3779"/>
                  </a:lnTo>
                  <a:lnTo>
                    <a:pt x="652" y="4007"/>
                  </a:lnTo>
                  <a:lnTo>
                    <a:pt x="815" y="4235"/>
                  </a:lnTo>
                  <a:lnTo>
                    <a:pt x="1043" y="4463"/>
                  </a:lnTo>
                  <a:lnTo>
                    <a:pt x="1238" y="4659"/>
                  </a:lnTo>
                  <a:lnTo>
                    <a:pt x="1466" y="4854"/>
                  </a:lnTo>
                  <a:lnTo>
                    <a:pt x="1727" y="5017"/>
                  </a:lnTo>
                  <a:lnTo>
                    <a:pt x="1955" y="5147"/>
                  </a:lnTo>
                  <a:lnTo>
                    <a:pt x="2216" y="5277"/>
                  </a:lnTo>
                  <a:lnTo>
                    <a:pt x="2509" y="5375"/>
                  </a:lnTo>
                  <a:lnTo>
                    <a:pt x="2769" y="5473"/>
                  </a:lnTo>
                  <a:lnTo>
                    <a:pt x="3062" y="5505"/>
                  </a:lnTo>
                  <a:lnTo>
                    <a:pt x="3356" y="5538"/>
                  </a:lnTo>
                  <a:lnTo>
                    <a:pt x="3616" y="5538"/>
                  </a:lnTo>
                  <a:lnTo>
                    <a:pt x="3877" y="5505"/>
                  </a:lnTo>
                  <a:lnTo>
                    <a:pt x="4137" y="5440"/>
                  </a:lnTo>
                  <a:lnTo>
                    <a:pt x="4365" y="5375"/>
                  </a:lnTo>
                  <a:lnTo>
                    <a:pt x="4593" y="5245"/>
                  </a:lnTo>
                  <a:lnTo>
                    <a:pt x="4789" y="5115"/>
                  </a:lnTo>
                  <a:lnTo>
                    <a:pt x="4952" y="4984"/>
                  </a:lnTo>
                  <a:lnTo>
                    <a:pt x="5115" y="4789"/>
                  </a:lnTo>
                  <a:lnTo>
                    <a:pt x="5245" y="4593"/>
                  </a:lnTo>
                  <a:lnTo>
                    <a:pt x="5375" y="4398"/>
                  </a:lnTo>
                  <a:lnTo>
                    <a:pt x="5473" y="4170"/>
                  </a:lnTo>
                  <a:lnTo>
                    <a:pt x="5538" y="3942"/>
                  </a:lnTo>
                  <a:lnTo>
                    <a:pt x="5571" y="3681"/>
                  </a:lnTo>
                  <a:lnTo>
                    <a:pt x="5603" y="3421"/>
                  </a:lnTo>
                  <a:lnTo>
                    <a:pt x="5571" y="3160"/>
                  </a:lnTo>
                  <a:lnTo>
                    <a:pt x="5538" y="2867"/>
                  </a:lnTo>
                  <a:lnTo>
                    <a:pt x="5473" y="2574"/>
                  </a:lnTo>
                  <a:lnTo>
                    <a:pt x="5375" y="2313"/>
                  </a:lnTo>
                  <a:lnTo>
                    <a:pt x="5245" y="2053"/>
                  </a:lnTo>
                  <a:lnTo>
                    <a:pt x="5115" y="1792"/>
                  </a:lnTo>
                  <a:lnTo>
                    <a:pt x="4952" y="1531"/>
                  </a:lnTo>
                  <a:lnTo>
                    <a:pt x="4789" y="1303"/>
                  </a:lnTo>
                  <a:lnTo>
                    <a:pt x="4561" y="1108"/>
                  </a:lnTo>
                  <a:lnTo>
                    <a:pt x="4365" y="880"/>
                  </a:lnTo>
                  <a:lnTo>
                    <a:pt x="4137" y="717"/>
                  </a:lnTo>
                  <a:lnTo>
                    <a:pt x="3877" y="554"/>
                  </a:lnTo>
                  <a:lnTo>
                    <a:pt x="3649" y="391"/>
                  </a:lnTo>
                  <a:lnTo>
                    <a:pt x="3356" y="261"/>
                  </a:lnTo>
                  <a:lnTo>
                    <a:pt x="3095" y="163"/>
                  </a:lnTo>
                  <a:lnTo>
                    <a:pt x="2834" y="98"/>
                  </a:lnTo>
                  <a:lnTo>
                    <a:pt x="2541" y="33"/>
                  </a:lnTo>
                  <a:lnTo>
                    <a:pt x="2248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4809;p64"/>
            <p:cNvSpPr/>
            <p:nvPr/>
          </p:nvSpPr>
          <p:spPr>
            <a:xfrm flipH="1">
              <a:off x="1180659" y="2329674"/>
              <a:ext cx="867785" cy="782497"/>
            </a:xfrm>
            <a:custGeom>
              <a:avLst/>
              <a:gdLst/>
              <a:ahLst/>
              <a:cxnLst/>
              <a:rect l="l" t="t" r="r" b="b"/>
              <a:pathLst>
                <a:path w="45410" h="40947" extrusionOk="0">
                  <a:moveTo>
                    <a:pt x="40230" y="0"/>
                  </a:moveTo>
                  <a:lnTo>
                    <a:pt x="39741" y="33"/>
                  </a:lnTo>
                  <a:lnTo>
                    <a:pt x="39253" y="131"/>
                  </a:lnTo>
                  <a:lnTo>
                    <a:pt x="38797" y="261"/>
                  </a:lnTo>
                  <a:lnTo>
                    <a:pt x="38340" y="456"/>
                  </a:lnTo>
                  <a:lnTo>
                    <a:pt x="37917" y="652"/>
                  </a:lnTo>
                  <a:lnTo>
                    <a:pt x="37494" y="912"/>
                  </a:lnTo>
                  <a:lnTo>
                    <a:pt x="37135" y="1206"/>
                  </a:lnTo>
                  <a:lnTo>
                    <a:pt x="36777" y="1531"/>
                  </a:lnTo>
                  <a:lnTo>
                    <a:pt x="36451" y="1922"/>
                  </a:lnTo>
                  <a:lnTo>
                    <a:pt x="36191" y="2313"/>
                  </a:lnTo>
                  <a:lnTo>
                    <a:pt x="35930" y="2737"/>
                  </a:lnTo>
                  <a:lnTo>
                    <a:pt x="35735" y="3193"/>
                  </a:lnTo>
                  <a:lnTo>
                    <a:pt x="35572" y="3649"/>
                  </a:lnTo>
                  <a:lnTo>
                    <a:pt x="35441" y="4170"/>
                  </a:lnTo>
                  <a:lnTo>
                    <a:pt x="35409" y="4398"/>
                  </a:lnTo>
                  <a:lnTo>
                    <a:pt x="35409" y="4463"/>
                  </a:lnTo>
                  <a:lnTo>
                    <a:pt x="35311" y="5343"/>
                  </a:lnTo>
                  <a:lnTo>
                    <a:pt x="35181" y="6255"/>
                  </a:lnTo>
                  <a:lnTo>
                    <a:pt x="34953" y="8046"/>
                  </a:lnTo>
                  <a:lnTo>
                    <a:pt x="34692" y="9870"/>
                  </a:lnTo>
                  <a:lnTo>
                    <a:pt x="34399" y="11662"/>
                  </a:lnTo>
                  <a:lnTo>
                    <a:pt x="33780" y="15245"/>
                  </a:lnTo>
                  <a:lnTo>
                    <a:pt x="33454" y="17037"/>
                  </a:lnTo>
                  <a:lnTo>
                    <a:pt x="33096" y="18796"/>
                  </a:lnTo>
                  <a:lnTo>
                    <a:pt x="32705" y="20555"/>
                  </a:lnTo>
                  <a:lnTo>
                    <a:pt x="32282" y="22281"/>
                  </a:lnTo>
                  <a:lnTo>
                    <a:pt x="31826" y="23975"/>
                  </a:lnTo>
                  <a:lnTo>
                    <a:pt x="31370" y="25571"/>
                  </a:lnTo>
                  <a:lnTo>
                    <a:pt x="31109" y="26353"/>
                  </a:lnTo>
                  <a:lnTo>
                    <a:pt x="30848" y="27102"/>
                  </a:lnTo>
                  <a:lnTo>
                    <a:pt x="30555" y="27754"/>
                  </a:lnTo>
                  <a:lnTo>
                    <a:pt x="30295" y="28307"/>
                  </a:lnTo>
                  <a:lnTo>
                    <a:pt x="30099" y="28633"/>
                  </a:lnTo>
                  <a:lnTo>
                    <a:pt x="29839" y="28861"/>
                  </a:lnTo>
                  <a:lnTo>
                    <a:pt x="29480" y="29089"/>
                  </a:lnTo>
                  <a:lnTo>
                    <a:pt x="28992" y="29350"/>
                  </a:lnTo>
                  <a:lnTo>
                    <a:pt x="28438" y="29610"/>
                  </a:lnTo>
                  <a:lnTo>
                    <a:pt x="27819" y="29838"/>
                  </a:lnTo>
                  <a:lnTo>
                    <a:pt x="27102" y="30034"/>
                  </a:lnTo>
                  <a:lnTo>
                    <a:pt x="26386" y="30229"/>
                  </a:lnTo>
                  <a:lnTo>
                    <a:pt x="25604" y="30425"/>
                  </a:lnTo>
                  <a:lnTo>
                    <a:pt x="23943" y="30718"/>
                  </a:lnTo>
                  <a:lnTo>
                    <a:pt x="22216" y="31011"/>
                  </a:lnTo>
                  <a:lnTo>
                    <a:pt x="20457" y="31239"/>
                  </a:lnTo>
                  <a:lnTo>
                    <a:pt x="16744" y="31695"/>
                  </a:lnTo>
                  <a:lnTo>
                    <a:pt x="14854" y="31956"/>
                  </a:lnTo>
                  <a:lnTo>
                    <a:pt x="12900" y="32216"/>
                  </a:lnTo>
                  <a:lnTo>
                    <a:pt x="10946" y="32575"/>
                  </a:lnTo>
                  <a:lnTo>
                    <a:pt x="8926" y="32965"/>
                  </a:lnTo>
                  <a:lnTo>
                    <a:pt x="7916" y="33226"/>
                  </a:lnTo>
                  <a:lnTo>
                    <a:pt x="6906" y="33487"/>
                  </a:lnTo>
                  <a:lnTo>
                    <a:pt x="5864" y="33780"/>
                  </a:lnTo>
                  <a:lnTo>
                    <a:pt x="4822" y="34138"/>
                  </a:lnTo>
                  <a:lnTo>
                    <a:pt x="3812" y="34529"/>
                  </a:lnTo>
                  <a:lnTo>
                    <a:pt x="2737" y="34953"/>
                  </a:lnTo>
                  <a:lnTo>
                    <a:pt x="1694" y="35441"/>
                  </a:lnTo>
                  <a:lnTo>
                    <a:pt x="652" y="35995"/>
                  </a:lnTo>
                  <a:lnTo>
                    <a:pt x="652" y="36027"/>
                  </a:lnTo>
                  <a:lnTo>
                    <a:pt x="489" y="36060"/>
                  </a:lnTo>
                  <a:lnTo>
                    <a:pt x="326" y="36125"/>
                  </a:lnTo>
                  <a:lnTo>
                    <a:pt x="131" y="36158"/>
                  </a:lnTo>
                  <a:lnTo>
                    <a:pt x="1" y="36223"/>
                  </a:lnTo>
                  <a:lnTo>
                    <a:pt x="33" y="36386"/>
                  </a:lnTo>
                  <a:lnTo>
                    <a:pt x="978" y="40262"/>
                  </a:lnTo>
                  <a:lnTo>
                    <a:pt x="1010" y="40458"/>
                  </a:lnTo>
                  <a:lnTo>
                    <a:pt x="7590" y="40718"/>
                  </a:lnTo>
                  <a:lnTo>
                    <a:pt x="12900" y="40881"/>
                  </a:lnTo>
                  <a:lnTo>
                    <a:pt x="15213" y="40914"/>
                  </a:lnTo>
                  <a:lnTo>
                    <a:pt x="16939" y="40946"/>
                  </a:lnTo>
                  <a:lnTo>
                    <a:pt x="17884" y="40816"/>
                  </a:lnTo>
                  <a:lnTo>
                    <a:pt x="21597" y="40360"/>
                  </a:lnTo>
                  <a:lnTo>
                    <a:pt x="23519" y="40099"/>
                  </a:lnTo>
                  <a:lnTo>
                    <a:pt x="25474" y="39806"/>
                  </a:lnTo>
                  <a:lnTo>
                    <a:pt x="26483" y="39643"/>
                  </a:lnTo>
                  <a:lnTo>
                    <a:pt x="27493" y="39448"/>
                  </a:lnTo>
                  <a:lnTo>
                    <a:pt x="28536" y="39220"/>
                  </a:lnTo>
                  <a:lnTo>
                    <a:pt x="29611" y="38927"/>
                  </a:lnTo>
                  <a:lnTo>
                    <a:pt x="30686" y="38601"/>
                  </a:lnTo>
                  <a:lnTo>
                    <a:pt x="31826" y="38210"/>
                  </a:lnTo>
                  <a:lnTo>
                    <a:pt x="32379" y="37982"/>
                  </a:lnTo>
                  <a:lnTo>
                    <a:pt x="32966" y="37721"/>
                  </a:lnTo>
                  <a:lnTo>
                    <a:pt x="33552" y="37428"/>
                  </a:lnTo>
                  <a:lnTo>
                    <a:pt x="34138" y="37102"/>
                  </a:lnTo>
                  <a:lnTo>
                    <a:pt x="34725" y="36744"/>
                  </a:lnTo>
                  <a:lnTo>
                    <a:pt x="35344" y="36321"/>
                  </a:lnTo>
                  <a:lnTo>
                    <a:pt x="35930" y="35865"/>
                  </a:lnTo>
                  <a:lnTo>
                    <a:pt x="36516" y="35343"/>
                  </a:lnTo>
                  <a:lnTo>
                    <a:pt x="36809" y="35083"/>
                  </a:lnTo>
                  <a:lnTo>
                    <a:pt x="36875" y="34985"/>
                  </a:lnTo>
                  <a:lnTo>
                    <a:pt x="36972" y="34920"/>
                  </a:lnTo>
                  <a:lnTo>
                    <a:pt x="37135" y="34692"/>
                  </a:lnTo>
                  <a:lnTo>
                    <a:pt x="37298" y="34496"/>
                  </a:lnTo>
                  <a:lnTo>
                    <a:pt x="37461" y="34334"/>
                  </a:lnTo>
                  <a:lnTo>
                    <a:pt x="37591" y="34138"/>
                  </a:lnTo>
                  <a:lnTo>
                    <a:pt x="37722" y="33975"/>
                  </a:lnTo>
                  <a:lnTo>
                    <a:pt x="38145" y="33291"/>
                  </a:lnTo>
                  <a:lnTo>
                    <a:pt x="38503" y="32705"/>
                  </a:lnTo>
                  <a:lnTo>
                    <a:pt x="38797" y="32119"/>
                  </a:lnTo>
                  <a:lnTo>
                    <a:pt x="39057" y="31565"/>
                  </a:lnTo>
                  <a:lnTo>
                    <a:pt x="39513" y="30522"/>
                  </a:lnTo>
                  <a:lnTo>
                    <a:pt x="39904" y="29513"/>
                  </a:lnTo>
                  <a:lnTo>
                    <a:pt x="40230" y="28503"/>
                  </a:lnTo>
                  <a:lnTo>
                    <a:pt x="40556" y="27526"/>
                  </a:lnTo>
                  <a:lnTo>
                    <a:pt x="40849" y="26548"/>
                  </a:lnTo>
                  <a:lnTo>
                    <a:pt x="41402" y="24659"/>
                  </a:lnTo>
                  <a:lnTo>
                    <a:pt x="41891" y="22770"/>
                  </a:lnTo>
                  <a:lnTo>
                    <a:pt x="42347" y="20880"/>
                  </a:lnTo>
                  <a:lnTo>
                    <a:pt x="42771" y="18991"/>
                  </a:lnTo>
                  <a:lnTo>
                    <a:pt x="43194" y="17134"/>
                  </a:lnTo>
                  <a:lnTo>
                    <a:pt x="43943" y="13388"/>
                  </a:lnTo>
                  <a:lnTo>
                    <a:pt x="44660" y="9642"/>
                  </a:lnTo>
                  <a:lnTo>
                    <a:pt x="44986" y="7786"/>
                  </a:lnTo>
                  <a:lnTo>
                    <a:pt x="45181" y="6841"/>
                  </a:lnTo>
                  <a:lnTo>
                    <a:pt x="45344" y="5864"/>
                  </a:lnTo>
                  <a:lnTo>
                    <a:pt x="45409" y="5343"/>
                  </a:lnTo>
                  <a:lnTo>
                    <a:pt x="45409" y="4854"/>
                  </a:lnTo>
                  <a:lnTo>
                    <a:pt x="45377" y="4365"/>
                  </a:lnTo>
                  <a:lnTo>
                    <a:pt x="45279" y="3877"/>
                  </a:lnTo>
                  <a:lnTo>
                    <a:pt x="45148" y="3421"/>
                  </a:lnTo>
                  <a:lnTo>
                    <a:pt x="44953" y="2965"/>
                  </a:lnTo>
                  <a:lnTo>
                    <a:pt x="44758" y="2541"/>
                  </a:lnTo>
                  <a:lnTo>
                    <a:pt x="44497" y="2118"/>
                  </a:lnTo>
                  <a:lnTo>
                    <a:pt x="44204" y="1759"/>
                  </a:lnTo>
                  <a:lnTo>
                    <a:pt x="43878" y="1401"/>
                  </a:lnTo>
                  <a:lnTo>
                    <a:pt x="43487" y="1075"/>
                  </a:lnTo>
                  <a:lnTo>
                    <a:pt x="43096" y="782"/>
                  </a:lnTo>
                  <a:lnTo>
                    <a:pt x="42673" y="554"/>
                  </a:lnTo>
                  <a:lnTo>
                    <a:pt x="42217" y="359"/>
                  </a:lnTo>
                  <a:lnTo>
                    <a:pt x="41761" y="196"/>
                  </a:lnTo>
                  <a:lnTo>
                    <a:pt x="41240" y="66"/>
                  </a:lnTo>
                  <a:lnTo>
                    <a:pt x="40751" y="0"/>
                  </a:lnTo>
                  <a:close/>
                </a:path>
              </a:pathLst>
            </a:custGeom>
            <a:solidFill>
              <a:srgbClr val="D773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0" name="Google Shape;4810;p64"/>
            <p:cNvSpPr/>
            <p:nvPr/>
          </p:nvSpPr>
          <p:spPr>
            <a:xfrm flipH="1">
              <a:off x="1422820" y="2876851"/>
              <a:ext cx="55419" cy="31130"/>
            </a:xfrm>
            <a:custGeom>
              <a:avLst/>
              <a:gdLst/>
              <a:ahLst/>
              <a:cxnLst/>
              <a:rect l="l" t="t" r="r" b="b"/>
              <a:pathLst>
                <a:path w="2900" h="1629" extrusionOk="0">
                  <a:moveTo>
                    <a:pt x="98" y="0"/>
                  </a:moveTo>
                  <a:lnTo>
                    <a:pt x="33" y="65"/>
                  </a:lnTo>
                  <a:lnTo>
                    <a:pt x="1" y="130"/>
                  </a:lnTo>
                  <a:lnTo>
                    <a:pt x="1" y="196"/>
                  </a:lnTo>
                  <a:lnTo>
                    <a:pt x="33" y="293"/>
                  </a:lnTo>
                  <a:lnTo>
                    <a:pt x="66" y="326"/>
                  </a:lnTo>
                  <a:lnTo>
                    <a:pt x="163" y="358"/>
                  </a:lnTo>
                  <a:lnTo>
                    <a:pt x="489" y="456"/>
                  </a:lnTo>
                  <a:lnTo>
                    <a:pt x="815" y="554"/>
                  </a:lnTo>
                  <a:lnTo>
                    <a:pt x="1108" y="684"/>
                  </a:lnTo>
                  <a:lnTo>
                    <a:pt x="1434" y="814"/>
                  </a:lnTo>
                  <a:lnTo>
                    <a:pt x="1727" y="977"/>
                  </a:lnTo>
                  <a:lnTo>
                    <a:pt x="2020" y="1140"/>
                  </a:lnTo>
                  <a:lnTo>
                    <a:pt x="2281" y="1336"/>
                  </a:lnTo>
                  <a:lnTo>
                    <a:pt x="2541" y="1564"/>
                  </a:lnTo>
                  <a:lnTo>
                    <a:pt x="2607" y="1596"/>
                  </a:lnTo>
                  <a:lnTo>
                    <a:pt x="2704" y="1629"/>
                  </a:lnTo>
                  <a:lnTo>
                    <a:pt x="2769" y="1596"/>
                  </a:lnTo>
                  <a:lnTo>
                    <a:pt x="2835" y="1564"/>
                  </a:lnTo>
                  <a:lnTo>
                    <a:pt x="2867" y="1499"/>
                  </a:lnTo>
                  <a:lnTo>
                    <a:pt x="2900" y="1433"/>
                  </a:lnTo>
                  <a:lnTo>
                    <a:pt x="2867" y="1336"/>
                  </a:lnTo>
                  <a:lnTo>
                    <a:pt x="2835" y="1270"/>
                  </a:lnTo>
                  <a:lnTo>
                    <a:pt x="2541" y="1042"/>
                  </a:lnTo>
                  <a:lnTo>
                    <a:pt x="2248" y="847"/>
                  </a:lnTo>
                  <a:lnTo>
                    <a:pt x="1955" y="652"/>
                  </a:lnTo>
                  <a:lnTo>
                    <a:pt x="1629" y="456"/>
                  </a:lnTo>
                  <a:lnTo>
                    <a:pt x="1304" y="326"/>
                  </a:lnTo>
                  <a:lnTo>
                    <a:pt x="978" y="196"/>
                  </a:lnTo>
                  <a:lnTo>
                    <a:pt x="620" y="65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8F32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1" name="Google Shape;4811;p64"/>
            <p:cNvSpPr/>
            <p:nvPr/>
          </p:nvSpPr>
          <p:spPr>
            <a:xfrm flipH="1">
              <a:off x="1424063" y="2874347"/>
              <a:ext cx="45463" cy="9975"/>
            </a:xfrm>
            <a:custGeom>
              <a:avLst/>
              <a:gdLst/>
              <a:ahLst/>
              <a:cxnLst/>
              <a:rect l="l" t="t" r="r" b="b"/>
              <a:pathLst>
                <a:path w="2379" h="522" extrusionOk="0">
                  <a:moveTo>
                    <a:pt x="2183" y="1"/>
                  </a:moveTo>
                  <a:lnTo>
                    <a:pt x="196" y="131"/>
                  </a:lnTo>
                  <a:lnTo>
                    <a:pt x="98" y="164"/>
                  </a:lnTo>
                  <a:lnTo>
                    <a:pt x="33" y="196"/>
                  </a:lnTo>
                  <a:lnTo>
                    <a:pt x="1" y="261"/>
                  </a:lnTo>
                  <a:lnTo>
                    <a:pt x="1" y="359"/>
                  </a:lnTo>
                  <a:lnTo>
                    <a:pt x="1" y="424"/>
                  </a:lnTo>
                  <a:lnTo>
                    <a:pt x="33" y="489"/>
                  </a:lnTo>
                  <a:lnTo>
                    <a:pt x="98" y="522"/>
                  </a:lnTo>
                  <a:lnTo>
                    <a:pt x="196" y="522"/>
                  </a:lnTo>
                  <a:lnTo>
                    <a:pt x="2183" y="392"/>
                  </a:lnTo>
                  <a:lnTo>
                    <a:pt x="2281" y="359"/>
                  </a:lnTo>
                  <a:lnTo>
                    <a:pt x="2346" y="327"/>
                  </a:lnTo>
                  <a:lnTo>
                    <a:pt x="2379" y="261"/>
                  </a:lnTo>
                  <a:lnTo>
                    <a:pt x="2379" y="164"/>
                  </a:lnTo>
                  <a:lnTo>
                    <a:pt x="2379" y="99"/>
                  </a:lnTo>
                  <a:lnTo>
                    <a:pt x="2346" y="33"/>
                  </a:lnTo>
                  <a:lnTo>
                    <a:pt x="2281" y="1"/>
                  </a:lnTo>
                  <a:close/>
                </a:path>
              </a:pathLst>
            </a:custGeom>
            <a:solidFill>
              <a:srgbClr val="8F32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2" name="Google Shape;4812;p64"/>
            <p:cNvSpPr/>
            <p:nvPr/>
          </p:nvSpPr>
          <p:spPr>
            <a:xfrm flipH="1">
              <a:off x="1492534" y="3078538"/>
              <a:ext cx="172449" cy="38602"/>
            </a:xfrm>
            <a:custGeom>
              <a:avLst/>
              <a:gdLst/>
              <a:ahLst/>
              <a:cxnLst/>
              <a:rect l="l" t="t" r="r" b="b"/>
              <a:pathLst>
                <a:path w="9024" h="2020" extrusionOk="0">
                  <a:moveTo>
                    <a:pt x="8763" y="0"/>
                  </a:moveTo>
                  <a:lnTo>
                    <a:pt x="7688" y="228"/>
                  </a:lnTo>
                  <a:lnTo>
                    <a:pt x="6613" y="456"/>
                  </a:lnTo>
                  <a:lnTo>
                    <a:pt x="4496" y="945"/>
                  </a:lnTo>
                  <a:lnTo>
                    <a:pt x="3453" y="1173"/>
                  </a:lnTo>
                  <a:lnTo>
                    <a:pt x="2378" y="1368"/>
                  </a:lnTo>
                  <a:lnTo>
                    <a:pt x="1303" y="1499"/>
                  </a:lnTo>
                  <a:lnTo>
                    <a:pt x="196" y="1629"/>
                  </a:lnTo>
                  <a:lnTo>
                    <a:pt x="98" y="1629"/>
                  </a:lnTo>
                  <a:lnTo>
                    <a:pt x="65" y="1694"/>
                  </a:lnTo>
                  <a:lnTo>
                    <a:pt x="0" y="1759"/>
                  </a:lnTo>
                  <a:lnTo>
                    <a:pt x="0" y="1824"/>
                  </a:lnTo>
                  <a:lnTo>
                    <a:pt x="0" y="1889"/>
                  </a:lnTo>
                  <a:lnTo>
                    <a:pt x="65" y="1955"/>
                  </a:lnTo>
                  <a:lnTo>
                    <a:pt x="98" y="2020"/>
                  </a:lnTo>
                  <a:lnTo>
                    <a:pt x="196" y="2020"/>
                  </a:lnTo>
                  <a:lnTo>
                    <a:pt x="1303" y="1922"/>
                  </a:lnTo>
                  <a:lnTo>
                    <a:pt x="2411" y="1759"/>
                  </a:lnTo>
                  <a:lnTo>
                    <a:pt x="3486" y="1564"/>
                  </a:lnTo>
                  <a:lnTo>
                    <a:pt x="4561" y="1336"/>
                  </a:lnTo>
                  <a:lnTo>
                    <a:pt x="6711" y="847"/>
                  </a:lnTo>
                  <a:lnTo>
                    <a:pt x="7786" y="619"/>
                  </a:lnTo>
                  <a:lnTo>
                    <a:pt x="8861" y="391"/>
                  </a:lnTo>
                  <a:lnTo>
                    <a:pt x="8958" y="358"/>
                  </a:lnTo>
                  <a:lnTo>
                    <a:pt x="8991" y="293"/>
                  </a:lnTo>
                  <a:lnTo>
                    <a:pt x="9023" y="228"/>
                  </a:lnTo>
                  <a:lnTo>
                    <a:pt x="9023" y="163"/>
                  </a:lnTo>
                  <a:lnTo>
                    <a:pt x="8991" y="98"/>
                  </a:lnTo>
                  <a:lnTo>
                    <a:pt x="8926" y="33"/>
                  </a:lnTo>
                  <a:lnTo>
                    <a:pt x="8861" y="0"/>
                  </a:lnTo>
                  <a:close/>
                </a:path>
              </a:pathLst>
            </a:custGeom>
            <a:solidFill>
              <a:srgbClr val="8F32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3" name="Google Shape;4813;p64"/>
            <p:cNvSpPr/>
            <p:nvPr/>
          </p:nvSpPr>
          <p:spPr>
            <a:xfrm flipH="1">
              <a:off x="1471990" y="2876220"/>
              <a:ext cx="650" cy="6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1" y="1"/>
                  </a:moveTo>
                  <a:lnTo>
                    <a:pt x="1" y="33"/>
                  </a:lnTo>
                  <a:lnTo>
                    <a:pt x="1" y="33"/>
                  </a:lnTo>
                  <a:lnTo>
                    <a:pt x="1" y="1"/>
                  </a:lnTo>
                  <a:lnTo>
                    <a:pt x="33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773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4" name="Google Shape;4814;p64"/>
            <p:cNvSpPr/>
            <p:nvPr/>
          </p:nvSpPr>
          <p:spPr>
            <a:xfrm flipH="1">
              <a:off x="1473233" y="2876851"/>
              <a:ext cx="19" cy="1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773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15" name="Google Shape;4815;p64"/>
          <p:cNvSpPr/>
          <p:nvPr/>
        </p:nvSpPr>
        <p:spPr>
          <a:xfrm>
            <a:off x="-321557" y="4726694"/>
            <a:ext cx="9919275" cy="713050"/>
          </a:xfrm>
          <a:custGeom>
            <a:avLst/>
            <a:gdLst/>
            <a:ahLst/>
            <a:cxnLst/>
            <a:rect l="l" t="t" r="r" b="b"/>
            <a:pathLst>
              <a:path w="396771" h="28522" extrusionOk="0">
                <a:moveTo>
                  <a:pt x="5931" y="11775"/>
                </a:moveTo>
                <a:cubicBezTo>
                  <a:pt x="14347" y="7815"/>
                  <a:pt x="39594" y="4844"/>
                  <a:pt x="56849" y="3288"/>
                </a:cubicBezTo>
                <a:cubicBezTo>
                  <a:pt x="74105" y="1732"/>
                  <a:pt x="85419" y="1662"/>
                  <a:pt x="109464" y="2440"/>
                </a:cubicBezTo>
                <a:cubicBezTo>
                  <a:pt x="133509" y="3218"/>
                  <a:pt x="168162" y="8098"/>
                  <a:pt x="201117" y="7956"/>
                </a:cubicBezTo>
                <a:cubicBezTo>
                  <a:pt x="234072" y="7815"/>
                  <a:pt x="278131" y="2864"/>
                  <a:pt x="307196" y="1591"/>
                </a:cubicBezTo>
                <a:cubicBezTo>
                  <a:pt x="336262" y="318"/>
                  <a:pt x="360871" y="-318"/>
                  <a:pt x="375510" y="318"/>
                </a:cubicBezTo>
                <a:cubicBezTo>
                  <a:pt x="390149" y="955"/>
                  <a:pt x="391705" y="2228"/>
                  <a:pt x="395029" y="5410"/>
                </a:cubicBezTo>
                <a:cubicBezTo>
                  <a:pt x="398353" y="8592"/>
                  <a:pt x="395807" y="15947"/>
                  <a:pt x="395453" y="19412"/>
                </a:cubicBezTo>
                <a:cubicBezTo>
                  <a:pt x="395099" y="22877"/>
                  <a:pt x="399201" y="24857"/>
                  <a:pt x="392907" y="26201"/>
                </a:cubicBezTo>
                <a:cubicBezTo>
                  <a:pt x="386613" y="27545"/>
                  <a:pt x="414335" y="27191"/>
                  <a:pt x="357689" y="27474"/>
                </a:cubicBezTo>
                <a:cubicBezTo>
                  <a:pt x="301043" y="27757"/>
                  <a:pt x="111587" y="27970"/>
                  <a:pt x="53031" y="27899"/>
                </a:cubicBezTo>
                <a:cubicBezTo>
                  <a:pt x="-5524" y="27828"/>
                  <a:pt x="14206" y="29737"/>
                  <a:pt x="6356" y="27050"/>
                </a:cubicBezTo>
                <a:cubicBezTo>
                  <a:pt x="-1494" y="24363"/>
                  <a:pt x="-2484" y="15735"/>
                  <a:pt x="5931" y="11775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</p:sp>
      <p:grpSp>
        <p:nvGrpSpPr>
          <p:cNvPr id="4816" name="Google Shape;4816;p64"/>
          <p:cNvGrpSpPr/>
          <p:nvPr/>
        </p:nvGrpSpPr>
        <p:grpSpPr>
          <a:xfrm>
            <a:off x="4254529" y="4442574"/>
            <a:ext cx="745923" cy="742920"/>
            <a:chOff x="778525" y="3588975"/>
            <a:chExt cx="1073425" cy="1068950"/>
          </a:xfrm>
        </p:grpSpPr>
        <p:sp>
          <p:nvSpPr>
            <p:cNvPr id="4817" name="Google Shape;4817;p64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18" name="Google Shape;4818;p64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4819" name="Google Shape;4819;p64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0" name="Google Shape;4820;p64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1" name="Google Shape;4821;p64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2" name="Google Shape;4822;p64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3" name="Google Shape;4823;p64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4" name="Google Shape;4824;p64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5" name="Google Shape;4825;p64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6" name="Google Shape;4826;p64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7" name="Google Shape;4827;p64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8" name="Google Shape;4828;p64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9" name="Google Shape;4829;p64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0" name="Google Shape;4830;p64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31" name="Google Shape;4831;p64"/>
          <p:cNvGrpSpPr/>
          <p:nvPr/>
        </p:nvGrpSpPr>
        <p:grpSpPr>
          <a:xfrm>
            <a:off x="8275693" y="4153063"/>
            <a:ext cx="930353" cy="829089"/>
            <a:chOff x="2236010" y="3967511"/>
            <a:chExt cx="930353" cy="829089"/>
          </a:xfrm>
        </p:grpSpPr>
        <p:sp>
          <p:nvSpPr>
            <p:cNvPr id="4832" name="Google Shape;4832;p64"/>
            <p:cNvSpPr/>
            <p:nvPr/>
          </p:nvSpPr>
          <p:spPr>
            <a:xfrm>
              <a:off x="2265825" y="4694000"/>
              <a:ext cx="767100" cy="1026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33" name="Google Shape;4833;p64"/>
            <p:cNvGrpSpPr/>
            <p:nvPr/>
          </p:nvGrpSpPr>
          <p:grpSpPr>
            <a:xfrm>
              <a:off x="2236010" y="3967511"/>
              <a:ext cx="930353" cy="794959"/>
              <a:chOff x="1627375" y="-1981850"/>
              <a:chExt cx="1305575" cy="1115575"/>
            </a:xfrm>
          </p:grpSpPr>
          <p:sp>
            <p:nvSpPr>
              <p:cNvPr id="4834" name="Google Shape;4834;p64"/>
              <p:cNvSpPr/>
              <p:nvPr/>
            </p:nvSpPr>
            <p:spPr>
              <a:xfrm>
                <a:off x="1627375" y="-1981850"/>
                <a:ext cx="1115075" cy="1115575"/>
              </a:xfrm>
              <a:custGeom>
                <a:avLst/>
                <a:gdLst/>
                <a:ahLst/>
                <a:cxnLst/>
                <a:rect l="l" t="t" r="r" b="b"/>
                <a:pathLst>
                  <a:path w="44603" h="44623" extrusionOk="0">
                    <a:moveTo>
                      <a:pt x="21725" y="1"/>
                    </a:moveTo>
                    <a:lnTo>
                      <a:pt x="21158" y="39"/>
                    </a:lnTo>
                    <a:lnTo>
                      <a:pt x="20590" y="57"/>
                    </a:lnTo>
                    <a:lnTo>
                      <a:pt x="20023" y="114"/>
                    </a:lnTo>
                    <a:lnTo>
                      <a:pt x="19456" y="190"/>
                    </a:lnTo>
                    <a:lnTo>
                      <a:pt x="18908" y="265"/>
                    </a:lnTo>
                    <a:lnTo>
                      <a:pt x="18359" y="341"/>
                    </a:lnTo>
                    <a:lnTo>
                      <a:pt x="17811" y="455"/>
                    </a:lnTo>
                    <a:lnTo>
                      <a:pt x="17263" y="568"/>
                    </a:lnTo>
                    <a:lnTo>
                      <a:pt x="16733" y="700"/>
                    </a:lnTo>
                    <a:lnTo>
                      <a:pt x="16204" y="852"/>
                    </a:lnTo>
                    <a:lnTo>
                      <a:pt x="15674" y="1003"/>
                    </a:lnTo>
                    <a:lnTo>
                      <a:pt x="15145" y="1173"/>
                    </a:lnTo>
                    <a:lnTo>
                      <a:pt x="14634" y="1362"/>
                    </a:lnTo>
                    <a:lnTo>
                      <a:pt x="14124" y="1551"/>
                    </a:lnTo>
                    <a:lnTo>
                      <a:pt x="13613" y="1759"/>
                    </a:lnTo>
                    <a:lnTo>
                      <a:pt x="13122" y="1967"/>
                    </a:lnTo>
                    <a:lnTo>
                      <a:pt x="12630" y="2194"/>
                    </a:lnTo>
                    <a:lnTo>
                      <a:pt x="12139" y="2440"/>
                    </a:lnTo>
                    <a:lnTo>
                      <a:pt x="11666" y="2686"/>
                    </a:lnTo>
                    <a:lnTo>
                      <a:pt x="11193" y="2950"/>
                    </a:lnTo>
                    <a:lnTo>
                      <a:pt x="10740" y="3234"/>
                    </a:lnTo>
                    <a:lnTo>
                      <a:pt x="10286" y="3517"/>
                    </a:lnTo>
                    <a:lnTo>
                      <a:pt x="9832" y="3820"/>
                    </a:lnTo>
                    <a:lnTo>
                      <a:pt x="9397" y="4123"/>
                    </a:lnTo>
                    <a:lnTo>
                      <a:pt x="8962" y="4425"/>
                    </a:lnTo>
                    <a:lnTo>
                      <a:pt x="8527" y="4765"/>
                    </a:lnTo>
                    <a:lnTo>
                      <a:pt x="8111" y="5087"/>
                    </a:lnTo>
                    <a:lnTo>
                      <a:pt x="7696" y="5446"/>
                    </a:lnTo>
                    <a:lnTo>
                      <a:pt x="7298" y="5805"/>
                    </a:lnTo>
                    <a:lnTo>
                      <a:pt x="6920" y="6165"/>
                    </a:lnTo>
                    <a:lnTo>
                      <a:pt x="6523" y="6543"/>
                    </a:lnTo>
                    <a:lnTo>
                      <a:pt x="6164" y="6921"/>
                    </a:lnTo>
                    <a:lnTo>
                      <a:pt x="5786" y="7318"/>
                    </a:lnTo>
                    <a:lnTo>
                      <a:pt x="5427" y="7715"/>
                    </a:lnTo>
                    <a:lnTo>
                      <a:pt x="5086" y="8112"/>
                    </a:lnTo>
                    <a:lnTo>
                      <a:pt x="4746" y="8528"/>
                    </a:lnTo>
                    <a:lnTo>
                      <a:pt x="4425" y="8963"/>
                    </a:lnTo>
                    <a:lnTo>
                      <a:pt x="4103" y="9398"/>
                    </a:lnTo>
                    <a:lnTo>
                      <a:pt x="3801" y="9833"/>
                    </a:lnTo>
                    <a:lnTo>
                      <a:pt x="3517" y="10286"/>
                    </a:lnTo>
                    <a:lnTo>
                      <a:pt x="3233" y="10740"/>
                    </a:lnTo>
                    <a:lnTo>
                      <a:pt x="2950" y="11213"/>
                    </a:lnTo>
                    <a:lnTo>
                      <a:pt x="2685" y="11685"/>
                    </a:lnTo>
                    <a:lnTo>
                      <a:pt x="2439" y="12158"/>
                    </a:lnTo>
                    <a:lnTo>
                      <a:pt x="2193" y="12631"/>
                    </a:lnTo>
                    <a:lnTo>
                      <a:pt x="1967" y="13122"/>
                    </a:lnTo>
                    <a:lnTo>
                      <a:pt x="1740" y="13633"/>
                    </a:lnTo>
                    <a:lnTo>
                      <a:pt x="1551" y="14125"/>
                    </a:lnTo>
                    <a:lnTo>
                      <a:pt x="1343" y="14635"/>
                    </a:lnTo>
                    <a:lnTo>
                      <a:pt x="1172" y="15164"/>
                    </a:lnTo>
                    <a:lnTo>
                      <a:pt x="1002" y="15675"/>
                    </a:lnTo>
                    <a:lnTo>
                      <a:pt x="832" y="16204"/>
                    </a:lnTo>
                    <a:lnTo>
                      <a:pt x="700" y="16734"/>
                    </a:lnTo>
                    <a:lnTo>
                      <a:pt x="567" y="17263"/>
                    </a:lnTo>
                    <a:lnTo>
                      <a:pt x="454" y="17811"/>
                    </a:lnTo>
                    <a:lnTo>
                      <a:pt x="341" y="18360"/>
                    </a:lnTo>
                    <a:lnTo>
                      <a:pt x="246" y="18908"/>
                    </a:lnTo>
                    <a:lnTo>
                      <a:pt x="170" y="19475"/>
                    </a:lnTo>
                    <a:lnTo>
                      <a:pt x="114" y="20024"/>
                    </a:lnTo>
                    <a:lnTo>
                      <a:pt x="57" y="20591"/>
                    </a:lnTo>
                    <a:lnTo>
                      <a:pt x="19" y="21158"/>
                    </a:lnTo>
                    <a:lnTo>
                      <a:pt x="0" y="21725"/>
                    </a:lnTo>
                    <a:lnTo>
                      <a:pt x="0" y="22311"/>
                    </a:lnTo>
                    <a:lnTo>
                      <a:pt x="0" y="22879"/>
                    </a:lnTo>
                    <a:lnTo>
                      <a:pt x="19" y="23465"/>
                    </a:lnTo>
                    <a:lnTo>
                      <a:pt x="57" y="24032"/>
                    </a:lnTo>
                    <a:lnTo>
                      <a:pt x="114" y="24599"/>
                    </a:lnTo>
                    <a:lnTo>
                      <a:pt x="170" y="25147"/>
                    </a:lnTo>
                    <a:lnTo>
                      <a:pt x="246" y="25715"/>
                    </a:lnTo>
                    <a:lnTo>
                      <a:pt x="341" y="26263"/>
                    </a:lnTo>
                    <a:lnTo>
                      <a:pt x="454" y="26811"/>
                    </a:lnTo>
                    <a:lnTo>
                      <a:pt x="567" y="27341"/>
                    </a:lnTo>
                    <a:lnTo>
                      <a:pt x="700" y="27889"/>
                    </a:lnTo>
                    <a:lnTo>
                      <a:pt x="832" y="28418"/>
                    </a:lnTo>
                    <a:lnTo>
                      <a:pt x="1002" y="28948"/>
                    </a:lnTo>
                    <a:lnTo>
                      <a:pt x="1172" y="29458"/>
                    </a:lnTo>
                    <a:lnTo>
                      <a:pt x="1343" y="29988"/>
                    </a:lnTo>
                    <a:lnTo>
                      <a:pt x="1551" y="30498"/>
                    </a:lnTo>
                    <a:lnTo>
                      <a:pt x="1740" y="30990"/>
                    </a:lnTo>
                    <a:lnTo>
                      <a:pt x="1967" y="31481"/>
                    </a:lnTo>
                    <a:lnTo>
                      <a:pt x="2193" y="31973"/>
                    </a:lnTo>
                    <a:lnTo>
                      <a:pt x="2439" y="32465"/>
                    </a:lnTo>
                    <a:lnTo>
                      <a:pt x="2685" y="32937"/>
                    </a:lnTo>
                    <a:lnTo>
                      <a:pt x="2950" y="33410"/>
                    </a:lnTo>
                    <a:lnTo>
                      <a:pt x="3233" y="33883"/>
                    </a:lnTo>
                    <a:lnTo>
                      <a:pt x="3517" y="34336"/>
                    </a:lnTo>
                    <a:lnTo>
                      <a:pt x="3801" y="34790"/>
                    </a:lnTo>
                    <a:lnTo>
                      <a:pt x="4103" y="35225"/>
                    </a:lnTo>
                    <a:lnTo>
                      <a:pt x="4425" y="35660"/>
                    </a:lnTo>
                    <a:lnTo>
                      <a:pt x="4746" y="36076"/>
                    </a:lnTo>
                    <a:lnTo>
                      <a:pt x="5086" y="36492"/>
                    </a:lnTo>
                    <a:lnTo>
                      <a:pt x="5427" y="36908"/>
                    </a:lnTo>
                    <a:lnTo>
                      <a:pt x="5786" y="37305"/>
                    </a:lnTo>
                    <a:lnTo>
                      <a:pt x="6164" y="37702"/>
                    </a:lnTo>
                    <a:lnTo>
                      <a:pt x="6523" y="38080"/>
                    </a:lnTo>
                    <a:lnTo>
                      <a:pt x="6920" y="38458"/>
                    </a:lnTo>
                    <a:lnTo>
                      <a:pt x="7298" y="38817"/>
                    </a:lnTo>
                    <a:lnTo>
                      <a:pt x="7696" y="39177"/>
                    </a:lnTo>
                    <a:lnTo>
                      <a:pt x="8111" y="39517"/>
                    </a:lnTo>
                    <a:lnTo>
                      <a:pt x="8527" y="39857"/>
                    </a:lnTo>
                    <a:lnTo>
                      <a:pt x="8962" y="40179"/>
                    </a:lnTo>
                    <a:lnTo>
                      <a:pt x="9397" y="40500"/>
                    </a:lnTo>
                    <a:lnTo>
                      <a:pt x="9832" y="40803"/>
                    </a:lnTo>
                    <a:lnTo>
                      <a:pt x="10286" y="41105"/>
                    </a:lnTo>
                    <a:lnTo>
                      <a:pt x="10740" y="41389"/>
                    </a:lnTo>
                    <a:lnTo>
                      <a:pt x="11193" y="41654"/>
                    </a:lnTo>
                    <a:lnTo>
                      <a:pt x="11666" y="41918"/>
                    </a:lnTo>
                    <a:lnTo>
                      <a:pt x="12139" y="42183"/>
                    </a:lnTo>
                    <a:lnTo>
                      <a:pt x="12630" y="42410"/>
                    </a:lnTo>
                    <a:lnTo>
                      <a:pt x="13122" y="42656"/>
                    </a:lnTo>
                    <a:lnTo>
                      <a:pt x="13613" y="42864"/>
                    </a:lnTo>
                    <a:lnTo>
                      <a:pt x="14124" y="43072"/>
                    </a:lnTo>
                    <a:lnTo>
                      <a:pt x="14634" y="43261"/>
                    </a:lnTo>
                    <a:lnTo>
                      <a:pt x="15145" y="43450"/>
                    </a:lnTo>
                    <a:lnTo>
                      <a:pt x="15674" y="43620"/>
                    </a:lnTo>
                    <a:lnTo>
                      <a:pt x="16204" y="43771"/>
                    </a:lnTo>
                    <a:lnTo>
                      <a:pt x="16733" y="43922"/>
                    </a:lnTo>
                    <a:lnTo>
                      <a:pt x="17263" y="44055"/>
                    </a:lnTo>
                    <a:lnTo>
                      <a:pt x="17811" y="44168"/>
                    </a:lnTo>
                    <a:lnTo>
                      <a:pt x="18359" y="44263"/>
                    </a:lnTo>
                    <a:lnTo>
                      <a:pt x="18908" y="44357"/>
                    </a:lnTo>
                    <a:lnTo>
                      <a:pt x="19456" y="44433"/>
                    </a:lnTo>
                    <a:lnTo>
                      <a:pt x="20023" y="44509"/>
                    </a:lnTo>
                    <a:lnTo>
                      <a:pt x="20590" y="44546"/>
                    </a:lnTo>
                    <a:lnTo>
                      <a:pt x="21158" y="44584"/>
                    </a:lnTo>
                    <a:lnTo>
                      <a:pt x="21725" y="44603"/>
                    </a:lnTo>
                    <a:lnTo>
                      <a:pt x="22311" y="44622"/>
                    </a:lnTo>
                    <a:lnTo>
                      <a:pt x="22878" y="44603"/>
                    </a:lnTo>
                    <a:lnTo>
                      <a:pt x="23445" y="44584"/>
                    </a:lnTo>
                    <a:lnTo>
                      <a:pt x="24013" y="44546"/>
                    </a:lnTo>
                    <a:lnTo>
                      <a:pt x="24580" y="44509"/>
                    </a:lnTo>
                    <a:lnTo>
                      <a:pt x="25147" y="44433"/>
                    </a:lnTo>
                    <a:lnTo>
                      <a:pt x="25695" y="44357"/>
                    </a:lnTo>
                    <a:lnTo>
                      <a:pt x="26244" y="44263"/>
                    </a:lnTo>
                    <a:lnTo>
                      <a:pt x="26792" y="44168"/>
                    </a:lnTo>
                    <a:lnTo>
                      <a:pt x="27340" y="44055"/>
                    </a:lnTo>
                    <a:lnTo>
                      <a:pt x="27870" y="43922"/>
                    </a:lnTo>
                    <a:lnTo>
                      <a:pt x="28418" y="43771"/>
                    </a:lnTo>
                    <a:lnTo>
                      <a:pt x="28928" y="43620"/>
                    </a:lnTo>
                    <a:lnTo>
                      <a:pt x="29458" y="43450"/>
                    </a:lnTo>
                    <a:lnTo>
                      <a:pt x="29968" y="43261"/>
                    </a:lnTo>
                    <a:lnTo>
                      <a:pt x="30479" y="43072"/>
                    </a:lnTo>
                    <a:lnTo>
                      <a:pt x="30989" y="42864"/>
                    </a:lnTo>
                    <a:lnTo>
                      <a:pt x="31481" y="42656"/>
                    </a:lnTo>
                    <a:lnTo>
                      <a:pt x="31972" y="42410"/>
                    </a:lnTo>
                    <a:lnTo>
                      <a:pt x="32464" y="42183"/>
                    </a:lnTo>
                    <a:lnTo>
                      <a:pt x="32937" y="41918"/>
                    </a:lnTo>
                    <a:lnTo>
                      <a:pt x="33409" y="41654"/>
                    </a:lnTo>
                    <a:lnTo>
                      <a:pt x="33863" y="41389"/>
                    </a:lnTo>
                    <a:lnTo>
                      <a:pt x="34336" y="41105"/>
                    </a:lnTo>
                    <a:lnTo>
                      <a:pt x="34771" y="40803"/>
                    </a:lnTo>
                    <a:lnTo>
                      <a:pt x="35225" y="40500"/>
                    </a:lnTo>
                    <a:lnTo>
                      <a:pt x="35659" y="40179"/>
                    </a:lnTo>
                    <a:lnTo>
                      <a:pt x="36075" y="39857"/>
                    </a:lnTo>
                    <a:lnTo>
                      <a:pt x="36491" y="39517"/>
                    </a:lnTo>
                    <a:lnTo>
                      <a:pt x="36907" y="39177"/>
                    </a:lnTo>
                    <a:lnTo>
                      <a:pt x="37304" y="38817"/>
                    </a:lnTo>
                    <a:lnTo>
                      <a:pt x="37701" y="38458"/>
                    </a:lnTo>
                    <a:lnTo>
                      <a:pt x="38080" y="38080"/>
                    </a:lnTo>
                    <a:lnTo>
                      <a:pt x="38458" y="37702"/>
                    </a:lnTo>
                    <a:lnTo>
                      <a:pt x="38817" y="37305"/>
                    </a:lnTo>
                    <a:lnTo>
                      <a:pt x="39176" y="36908"/>
                    </a:lnTo>
                    <a:lnTo>
                      <a:pt x="39517" y="36492"/>
                    </a:lnTo>
                    <a:lnTo>
                      <a:pt x="39857" y="36076"/>
                    </a:lnTo>
                    <a:lnTo>
                      <a:pt x="40178" y="35660"/>
                    </a:lnTo>
                    <a:lnTo>
                      <a:pt x="40500" y="35225"/>
                    </a:lnTo>
                    <a:lnTo>
                      <a:pt x="40802" y="34790"/>
                    </a:lnTo>
                    <a:lnTo>
                      <a:pt x="41105" y="34336"/>
                    </a:lnTo>
                    <a:lnTo>
                      <a:pt x="41388" y="33883"/>
                    </a:lnTo>
                    <a:lnTo>
                      <a:pt x="41653" y="33410"/>
                    </a:lnTo>
                    <a:lnTo>
                      <a:pt x="41918" y="32937"/>
                    </a:lnTo>
                    <a:lnTo>
                      <a:pt x="42164" y="32465"/>
                    </a:lnTo>
                    <a:lnTo>
                      <a:pt x="42409" y="31973"/>
                    </a:lnTo>
                    <a:lnTo>
                      <a:pt x="42636" y="31481"/>
                    </a:lnTo>
                    <a:lnTo>
                      <a:pt x="42863" y="30990"/>
                    </a:lnTo>
                    <a:lnTo>
                      <a:pt x="43071" y="30498"/>
                    </a:lnTo>
                    <a:lnTo>
                      <a:pt x="43260" y="29988"/>
                    </a:lnTo>
                    <a:lnTo>
                      <a:pt x="43430" y="29458"/>
                    </a:lnTo>
                    <a:lnTo>
                      <a:pt x="43600" y="28948"/>
                    </a:lnTo>
                    <a:lnTo>
                      <a:pt x="43771" y="28418"/>
                    </a:lnTo>
                    <a:lnTo>
                      <a:pt x="43903" y="27889"/>
                    </a:lnTo>
                    <a:lnTo>
                      <a:pt x="44035" y="27341"/>
                    </a:lnTo>
                    <a:lnTo>
                      <a:pt x="44149" y="26811"/>
                    </a:lnTo>
                    <a:lnTo>
                      <a:pt x="44262" y="26263"/>
                    </a:lnTo>
                    <a:lnTo>
                      <a:pt x="44357" y="25715"/>
                    </a:lnTo>
                    <a:lnTo>
                      <a:pt x="44432" y="25147"/>
                    </a:lnTo>
                    <a:lnTo>
                      <a:pt x="44489" y="24599"/>
                    </a:lnTo>
                    <a:lnTo>
                      <a:pt x="44546" y="24032"/>
                    </a:lnTo>
                    <a:lnTo>
                      <a:pt x="44584" y="23465"/>
                    </a:lnTo>
                    <a:lnTo>
                      <a:pt x="44603" y="22879"/>
                    </a:lnTo>
                    <a:lnTo>
                      <a:pt x="44603" y="22311"/>
                    </a:lnTo>
                    <a:lnTo>
                      <a:pt x="44603" y="21725"/>
                    </a:lnTo>
                    <a:lnTo>
                      <a:pt x="44584" y="21158"/>
                    </a:lnTo>
                    <a:lnTo>
                      <a:pt x="44546" y="20591"/>
                    </a:lnTo>
                    <a:lnTo>
                      <a:pt x="44489" y="20024"/>
                    </a:lnTo>
                    <a:lnTo>
                      <a:pt x="44432" y="19475"/>
                    </a:lnTo>
                    <a:lnTo>
                      <a:pt x="44357" y="18908"/>
                    </a:lnTo>
                    <a:lnTo>
                      <a:pt x="44262" y="18360"/>
                    </a:lnTo>
                    <a:lnTo>
                      <a:pt x="44149" y="17811"/>
                    </a:lnTo>
                    <a:lnTo>
                      <a:pt x="44035" y="17263"/>
                    </a:lnTo>
                    <a:lnTo>
                      <a:pt x="43903" y="16734"/>
                    </a:lnTo>
                    <a:lnTo>
                      <a:pt x="43771" y="16204"/>
                    </a:lnTo>
                    <a:lnTo>
                      <a:pt x="43600" y="15675"/>
                    </a:lnTo>
                    <a:lnTo>
                      <a:pt x="43430" y="15164"/>
                    </a:lnTo>
                    <a:lnTo>
                      <a:pt x="43260" y="14635"/>
                    </a:lnTo>
                    <a:lnTo>
                      <a:pt x="43071" y="14125"/>
                    </a:lnTo>
                    <a:lnTo>
                      <a:pt x="42863" y="13633"/>
                    </a:lnTo>
                    <a:lnTo>
                      <a:pt x="42636" y="13122"/>
                    </a:lnTo>
                    <a:lnTo>
                      <a:pt x="42409" y="12631"/>
                    </a:lnTo>
                    <a:lnTo>
                      <a:pt x="42164" y="12158"/>
                    </a:lnTo>
                    <a:lnTo>
                      <a:pt x="41918" y="11685"/>
                    </a:lnTo>
                    <a:lnTo>
                      <a:pt x="41653" y="11213"/>
                    </a:lnTo>
                    <a:lnTo>
                      <a:pt x="41388" y="10740"/>
                    </a:lnTo>
                    <a:lnTo>
                      <a:pt x="41105" y="10286"/>
                    </a:lnTo>
                    <a:lnTo>
                      <a:pt x="40802" y="9833"/>
                    </a:lnTo>
                    <a:lnTo>
                      <a:pt x="40500" y="9398"/>
                    </a:lnTo>
                    <a:lnTo>
                      <a:pt x="40178" y="8963"/>
                    </a:lnTo>
                    <a:lnTo>
                      <a:pt x="39857" y="8528"/>
                    </a:lnTo>
                    <a:lnTo>
                      <a:pt x="39517" y="8112"/>
                    </a:lnTo>
                    <a:lnTo>
                      <a:pt x="39176" y="7715"/>
                    </a:lnTo>
                    <a:lnTo>
                      <a:pt x="38817" y="7318"/>
                    </a:lnTo>
                    <a:lnTo>
                      <a:pt x="38458" y="6921"/>
                    </a:lnTo>
                    <a:lnTo>
                      <a:pt x="38080" y="6543"/>
                    </a:lnTo>
                    <a:lnTo>
                      <a:pt x="37701" y="6165"/>
                    </a:lnTo>
                    <a:lnTo>
                      <a:pt x="37304" y="5805"/>
                    </a:lnTo>
                    <a:lnTo>
                      <a:pt x="36907" y="5446"/>
                    </a:lnTo>
                    <a:lnTo>
                      <a:pt x="36491" y="5087"/>
                    </a:lnTo>
                    <a:lnTo>
                      <a:pt x="36075" y="4765"/>
                    </a:lnTo>
                    <a:lnTo>
                      <a:pt x="35659" y="4425"/>
                    </a:lnTo>
                    <a:lnTo>
                      <a:pt x="35225" y="4123"/>
                    </a:lnTo>
                    <a:lnTo>
                      <a:pt x="34771" y="3820"/>
                    </a:lnTo>
                    <a:lnTo>
                      <a:pt x="34336" y="3517"/>
                    </a:lnTo>
                    <a:lnTo>
                      <a:pt x="33863" y="3234"/>
                    </a:lnTo>
                    <a:lnTo>
                      <a:pt x="33409" y="2950"/>
                    </a:lnTo>
                    <a:lnTo>
                      <a:pt x="32937" y="2686"/>
                    </a:lnTo>
                    <a:lnTo>
                      <a:pt x="32464" y="2440"/>
                    </a:lnTo>
                    <a:lnTo>
                      <a:pt x="31972" y="2194"/>
                    </a:lnTo>
                    <a:lnTo>
                      <a:pt x="31481" y="1967"/>
                    </a:lnTo>
                    <a:lnTo>
                      <a:pt x="30989" y="1759"/>
                    </a:lnTo>
                    <a:lnTo>
                      <a:pt x="30479" y="1551"/>
                    </a:lnTo>
                    <a:lnTo>
                      <a:pt x="29968" y="1362"/>
                    </a:lnTo>
                    <a:lnTo>
                      <a:pt x="29458" y="1173"/>
                    </a:lnTo>
                    <a:lnTo>
                      <a:pt x="28928" y="1003"/>
                    </a:lnTo>
                    <a:lnTo>
                      <a:pt x="28418" y="852"/>
                    </a:lnTo>
                    <a:lnTo>
                      <a:pt x="27870" y="700"/>
                    </a:lnTo>
                    <a:lnTo>
                      <a:pt x="27340" y="568"/>
                    </a:lnTo>
                    <a:lnTo>
                      <a:pt x="26792" y="455"/>
                    </a:lnTo>
                    <a:lnTo>
                      <a:pt x="26244" y="341"/>
                    </a:lnTo>
                    <a:lnTo>
                      <a:pt x="25695" y="265"/>
                    </a:lnTo>
                    <a:lnTo>
                      <a:pt x="25147" y="190"/>
                    </a:lnTo>
                    <a:lnTo>
                      <a:pt x="24580" y="114"/>
                    </a:lnTo>
                    <a:lnTo>
                      <a:pt x="24013" y="57"/>
                    </a:lnTo>
                    <a:lnTo>
                      <a:pt x="23445" y="39"/>
                    </a:lnTo>
                    <a:lnTo>
                      <a:pt x="22878" y="1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5" name="Google Shape;4835;p64"/>
              <p:cNvSpPr/>
              <p:nvPr/>
            </p:nvSpPr>
            <p:spPr>
              <a:xfrm>
                <a:off x="1764450" y="-1858000"/>
                <a:ext cx="854150" cy="854625"/>
              </a:xfrm>
              <a:custGeom>
                <a:avLst/>
                <a:gdLst/>
                <a:ahLst/>
                <a:cxnLst/>
                <a:rect l="l" t="t" r="r" b="b"/>
                <a:pathLst>
                  <a:path w="34166" h="34185" extrusionOk="0">
                    <a:moveTo>
                      <a:pt x="17093" y="0"/>
                    </a:moveTo>
                    <a:lnTo>
                      <a:pt x="16204" y="19"/>
                    </a:lnTo>
                    <a:lnTo>
                      <a:pt x="15334" y="95"/>
                    </a:lnTo>
                    <a:lnTo>
                      <a:pt x="14483" y="208"/>
                    </a:lnTo>
                    <a:lnTo>
                      <a:pt x="13651" y="360"/>
                    </a:lnTo>
                    <a:lnTo>
                      <a:pt x="12820" y="549"/>
                    </a:lnTo>
                    <a:lnTo>
                      <a:pt x="12006" y="776"/>
                    </a:lnTo>
                    <a:lnTo>
                      <a:pt x="11212" y="1040"/>
                    </a:lnTo>
                    <a:lnTo>
                      <a:pt x="10437" y="1343"/>
                    </a:lnTo>
                    <a:lnTo>
                      <a:pt x="9681" y="1683"/>
                    </a:lnTo>
                    <a:lnTo>
                      <a:pt x="8944" y="2061"/>
                    </a:lnTo>
                    <a:lnTo>
                      <a:pt x="8225" y="2477"/>
                    </a:lnTo>
                    <a:lnTo>
                      <a:pt x="7525" y="2931"/>
                    </a:lnTo>
                    <a:lnTo>
                      <a:pt x="6864" y="3404"/>
                    </a:lnTo>
                    <a:lnTo>
                      <a:pt x="6221" y="3914"/>
                    </a:lnTo>
                    <a:lnTo>
                      <a:pt x="5597" y="4444"/>
                    </a:lnTo>
                    <a:lnTo>
                      <a:pt x="5011" y="5011"/>
                    </a:lnTo>
                    <a:lnTo>
                      <a:pt x="4444" y="5597"/>
                    </a:lnTo>
                    <a:lnTo>
                      <a:pt x="3895" y="6221"/>
                    </a:lnTo>
                    <a:lnTo>
                      <a:pt x="3404" y="6864"/>
                    </a:lnTo>
                    <a:lnTo>
                      <a:pt x="2912" y="7544"/>
                    </a:lnTo>
                    <a:lnTo>
                      <a:pt x="2477" y="8225"/>
                    </a:lnTo>
                    <a:lnTo>
                      <a:pt x="2061" y="8944"/>
                    </a:lnTo>
                    <a:lnTo>
                      <a:pt x="1683" y="9681"/>
                    </a:lnTo>
                    <a:lnTo>
                      <a:pt x="1343" y="10437"/>
                    </a:lnTo>
                    <a:lnTo>
                      <a:pt x="1040" y="11213"/>
                    </a:lnTo>
                    <a:lnTo>
                      <a:pt x="776" y="12007"/>
                    </a:lnTo>
                    <a:lnTo>
                      <a:pt x="530" y="12820"/>
                    </a:lnTo>
                    <a:lnTo>
                      <a:pt x="341" y="13652"/>
                    </a:lnTo>
                    <a:lnTo>
                      <a:pt x="189" y="14483"/>
                    </a:lnTo>
                    <a:lnTo>
                      <a:pt x="95" y="15334"/>
                    </a:lnTo>
                    <a:lnTo>
                      <a:pt x="19" y="16204"/>
                    </a:lnTo>
                    <a:lnTo>
                      <a:pt x="0" y="17093"/>
                    </a:lnTo>
                    <a:lnTo>
                      <a:pt x="19" y="17962"/>
                    </a:lnTo>
                    <a:lnTo>
                      <a:pt x="95" y="18832"/>
                    </a:lnTo>
                    <a:lnTo>
                      <a:pt x="189" y="19683"/>
                    </a:lnTo>
                    <a:lnTo>
                      <a:pt x="341" y="20534"/>
                    </a:lnTo>
                    <a:lnTo>
                      <a:pt x="530" y="21366"/>
                    </a:lnTo>
                    <a:lnTo>
                      <a:pt x="776" y="22179"/>
                    </a:lnTo>
                    <a:lnTo>
                      <a:pt x="1040" y="22973"/>
                    </a:lnTo>
                    <a:lnTo>
                      <a:pt x="1343" y="23748"/>
                    </a:lnTo>
                    <a:lnTo>
                      <a:pt x="1683" y="24504"/>
                    </a:lnTo>
                    <a:lnTo>
                      <a:pt x="2061" y="25242"/>
                    </a:lnTo>
                    <a:lnTo>
                      <a:pt x="2477" y="25941"/>
                    </a:lnTo>
                    <a:lnTo>
                      <a:pt x="2912" y="26641"/>
                    </a:lnTo>
                    <a:lnTo>
                      <a:pt x="3404" y="27322"/>
                    </a:lnTo>
                    <a:lnTo>
                      <a:pt x="3895" y="27964"/>
                    </a:lnTo>
                    <a:lnTo>
                      <a:pt x="4444" y="28569"/>
                    </a:lnTo>
                    <a:lnTo>
                      <a:pt x="5011" y="29174"/>
                    </a:lnTo>
                    <a:lnTo>
                      <a:pt x="5597" y="29742"/>
                    </a:lnTo>
                    <a:lnTo>
                      <a:pt x="6221" y="30271"/>
                    </a:lnTo>
                    <a:lnTo>
                      <a:pt x="6864" y="30782"/>
                    </a:lnTo>
                    <a:lnTo>
                      <a:pt x="7525" y="31254"/>
                    </a:lnTo>
                    <a:lnTo>
                      <a:pt x="8225" y="31708"/>
                    </a:lnTo>
                    <a:lnTo>
                      <a:pt x="8944" y="32105"/>
                    </a:lnTo>
                    <a:lnTo>
                      <a:pt x="9681" y="32483"/>
                    </a:lnTo>
                    <a:lnTo>
                      <a:pt x="10437" y="32824"/>
                    </a:lnTo>
                    <a:lnTo>
                      <a:pt x="11212" y="33145"/>
                    </a:lnTo>
                    <a:lnTo>
                      <a:pt x="12006" y="33410"/>
                    </a:lnTo>
                    <a:lnTo>
                      <a:pt x="12820" y="33637"/>
                    </a:lnTo>
                    <a:lnTo>
                      <a:pt x="13651" y="33826"/>
                    </a:lnTo>
                    <a:lnTo>
                      <a:pt x="14483" y="33977"/>
                    </a:lnTo>
                    <a:lnTo>
                      <a:pt x="15334" y="34090"/>
                    </a:lnTo>
                    <a:lnTo>
                      <a:pt x="16204" y="34147"/>
                    </a:lnTo>
                    <a:lnTo>
                      <a:pt x="17093" y="34185"/>
                    </a:lnTo>
                    <a:lnTo>
                      <a:pt x="17962" y="34147"/>
                    </a:lnTo>
                    <a:lnTo>
                      <a:pt x="18832" y="34090"/>
                    </a:lnTo>
                    <a:lnTo>
                      <a:pt x="19683" y="33977"/>
                    </a:lnTo>
                    <a:lnTo>
                      <a:pt x="20534" y="33826"/>
                    </a:lnTo>
                    <a:lnTo>
                      <a:pt x="21347" y="33637"/>
                    </a:lnTo>
                    <a:lnTo>
                      <a:pt x="22160" y="33410"/>
                    </a:lnTo>
                    <a:lnTo>
                      <a:pt x="22954" y="33145"/>
                    </a:lnTo>
                    <a:lnTo>
                      <a:pt x="23729" y="32824"/>
                    </a:lnTo>
                    <a:lnTo>
                      <a:pt x="24485" y="32483"/>
                    </a:lnTo>
                    <a:lnTo>
                      <a:pt x="25223" y="32105"/>
                    </a:lnTo>
                    <a:lnTo>
                      <a:pt x="25941" y="31708"/>
                    </a:lnTo>
                    <a:lnTo>
                      <a:pt x="26641" y="31254"/>
                    </a:lnTo>
                    <a:lnTo>
                      <a:pt x="27303" y="30782"/>
                    </a:lnTo>
                    <a:lnTo>
                      <a:pt x="27945" y="30271"/>
                    </a:lnTo>
                    <a:lnTo>
                      <a:pt x="28569" y="29742"/>
                    </a:lnTo>
                    <a:lnTo>
                      <a:pt x="29174" y="29174"/>
                    </a:lnTo>
                    <a:lnTo>
                      <a:pt x="29723" y="28569"/>
                    </a:lnTo>
                    <a:lnTo>
                      <a:pt x="30271" y="27964"/>
                    </a:lnTo>
                    <a:lnTo>
                      <a:pt x="30781" y="27322"/>
                    </a:lnTo>
                    <a:lnTo>
                      <a:pt x="31254" y="26641"/>
                    </a:lnTo>
                    <a:lnTo>
                      <a:pt x="31689" y="25941"/>
                    </a:lnTo>
                    <a:lnTo>
                      <a:pt x="32105" y="25242"/>
                    </a:lnTo>
                    <a:lnTo>
                      <a:pt x="32483" y="24504"/>
                    </a:lnTo>
                    <a:lnTo>
                      <a:pt x="32823" y="23748"/>
                    </a:lnTo>
                    <a:lnTo>
                      <a:pt x="33126" y="22973"/>
                    </a:lnTo>
                    <a:lnTo>
                      <a:pt x="33410" y="22179"/>
                    </a:lnTo>
                    <a:lnTo>
                      <a:pt x="33636" y="21366"/>
                    </a:lnTo>
                    <a:lnTo>
                      <a:pt x="33826" y="20534"/>
                    </a:lnTo>
                    <a:lnTo>
                      <a:pt x="33977" y="19683"/>
                    </a:lnTo>
                    <a:lnTo>
                      <a:pt x="34090" y="18832"/>
                    </a:lnTo>
                    <a:lnTo>
                      <a:pt x="34147" y="17962"/>
                    </a:lnTo>
                    <a:lnTo>
                      <a:pt x="34166" y="17093"/>
                    </a:lnTo>
                    <a:lnTo>
                      <a:pt x="34147" y="16204"/>
                    </a:lnTo>
                    <a:lnTo>
                      <a:pt x="34090" y="15334"/>
                    </a:lnTo>
                    <a:lnTo>
                      <a:pt x="33977" y="14483"/>
                    </a:lnTo>
                    <a:lnTo>
                      <a:pt x="33826" y="13652"/>
                    </a:lnTo>
                    <a:lnTo>
                      <a:pt x="33636" y="12820"/>
                    </a:lnTo>
                    <a:lnTo>
                      <a:pt x="33410" y="12007"/>
                    </a:lnTo>
                    <a:lnTo>
                      <a:pt x="33126" y="11213"/>
                    </a:lnTo>
                    <a:lnTo>
                      <a:pt x="32823" y="10437"/>
                    </a:lnTo>
                    <a:lnTo>
                      <a:pt x="32483" y="9681"/>
                    </a:lnTo>
                    <a:lnTo>
                      <a:pt x="32105" y="8944"/>
                    </a:lnTo>
                    <a:lnTo>
                      <a:pt x="31689" y="8225"/>
                    </a:lnTo>
                    <a:lnTo>
                      <a:pt x="31254" y="7544"/>
                    </a:lnTo>
                    <a:lnTo>
                      <a:pt x="30781" y="6864"/>
                    </a:lnTo>
                    <a:lnTo>
                      <a:pt x="30271" y="6221"/>
                    </a:lnTo>
                    <a:lnTo>
                      <a:pt x="29723" y="5597"/>
                    </a:lnTo>
                    <a:lnTo>
                      <a:pt x="29174" y="5011"/>
                    </a:lnTo>
                    <a:lnTo>
                      <a:pt x="28569" y="4444"/>
                    </a:lnTo>
                    <a:lnTo>
                      <a:pt x="27945" y="3914"/>
                    </a:lnTo>
                    <a:lnTo>
                      <a:pt x="27303" y="3404"/>
                    </a:lnTo>
                    <a:lnTo>
                      <a:pt x="26641" y="2931"/>
                    </a:lnTo>
                    <a:lnTo>
                      <a:pt x="25941" y="2477"/>
                    </a:lnTo>
                    <a:lnTo>
                      <a:pt x="25223" y="2061"/>
                    </a:lnTo>
                    <a:lnTo>
                      <a:pt x="24485" y="1683"/>
                    </a:lnTo>
                    <a:lnTo>
                      <a:pt x="23729" y="1343"/>
                    </a:lnTo>
                    <a:lnTo>
                      <a:pt x="22954" y="1040"/>
                    </a:lnTo>
                    <a:lnTo>
                      <a:pt x="22160" y="776"/>
                    </a:lnTo>
                    <a:lnTo>
                      <a:pt x="21347" y="549"/>
                    </a:lnTo>
                    <a:lnTo>
                      <a:pt x="20534" y="360"/>
                    </a:lnTo>
                    <a:lnTo>
                      <a:pt x="19683" y="208"/>
                    </a:lnTo>
                    <a:lnTo>
                      <a:pt x="18832" y="95"/>
                    </a:lnTo>
                    <a:lnTo>
                      <a:pt x="17962" y="19"/>
                    </a:lnTo>
                    <a:lnTo>
                      <a:pt x="170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6" name="Google Shape;4836;p64"/>
              <p:cNvSpPr/>
              <p:nvPr/>
            </p:nvSpPr>
            <p:spPr>
              <a:xfrm>
                <a:off x="1875050" y="-1734150"/>
                <a:ext cx="619725" cy="619700"/>
              </a:xfrm>
              <a:custGeom>
                <a:avLst/>
                <a:gdLst/>
                <a:ahLst/>
                <a:cxnLst/>
                <a:rect l="l" t="t" r="r" b="b"/>
                <a:pathLst>
                  <a:path w="24789" h="24788" extrusionOk="0">
                    <a:moveTo>
                      <a:pt x="12404" y="0"/>
                    </a:moveTo>
                    <a:lnTo>
                      <a:pt x="11761" y="19"/>
                    </a:lnTo>
                    <a:lnTo>
                      <a:pt x="11137" y="76"/>
                    </a:lnTo>
                    <a:lnTo>
                      <a:pt x="10513" y="151"/>
                    </a:lnTo>
                    <a:lnTo>
                      <a:pt x="9889" y="265"/>
                    </a:lnTo>
                    <a:lnTo>
                      <a:pt x="9303" y="397"/>
                    </a:lnTo>
                    <a:lnTo>
                      <a:pt x="8717" y="567"/>
                    </a:lnTo>
                    <a:lnTo>
                      <a:pt x="8131" y="756"/>
                    </a:lnTo>
                    <a:lnTo>
                      <a:pt x="7564" y="983"/>
                    </a:lnTo>
                    <a:lnTo>
                      <a:pt x="7015" y="1229"/>
                    </a:lnTo>
                    <a:lnTo>
                      <a:pt x="6486" y="1513"/>
                    </a:lnTo>
                    <a:lnTo>
                      <a:pt x="5975" y="1796"/>
                    </a:lnTo>
                    <a:lnTo>
                      <a:pt x="5465" y="2118"/>
                    </a:lnTo>
                    <a:lnTo>
                      <a:pt x="4973" y="2477"/>
                    </a:lnTo>
                    <a:lnTo>
                      <a:pt x="4520" y="2836"/>
                    </a:lnTo>
                    <a:lnTo>
                      <a:pt x="4066" y="3233"/>
                    </a:lnTo>
                    <a:lnTo>
                      <a:pt x="3631" y="3630"/>
                    </a:lnTo>
                    <a:lnTo>
                      <a:pt x="3215" y="4065"/>
                    </a:lnTo>
                    <a:lnTo>
                      <a:pt x="2837" y="4519"/>
                    </a:lnTo>
                    <a:lnTo>
                      <a:pt x="2459" y="4992"/>
                    </a:lnTo>
                    <a:lnTo>
                      <a:pt x="2118" y="5464"/>
                    </a:lnTo>
                    <a:lnTo>
                      <a:pt x="1797" y="5975"/>
                    </a:lnTo>
                    <a:lnTo>
                      <a:pt x="1494" y="6485"/>
                    </a:lnTo>
                    <a:lnTo>
                      <a:pt x="1230" y="7034"/>
                    </a:lnTo>
                    <a:lnTo>
                      <a:pt x="984" y="7582"/>
                    </a:lnTo>
                    <a:lnTo>
                      <a:pt x="757" y="8149"/>
                    </a:lnTo>
                    <a:lnTo>
                      <a:pt x="568" y="8716"/>
                    </a:lnTo>
                    <a:lnTo>
                      <a:pt x="398" y="9303"/>
                    </a:lnTo>
                    <a:lnTo>
                      <a:pt x="246" y="9908"/>
                    </a:lnTo>
                    <a:lnTo>
                      <a:pt x="152" y="10513"/>
                    </a:lnTo>
                    <a:lnTo>
                      <a:pt x="57" y="11137"/>
                    </a:lnTo>
                    <a:lnTo>
                      <a:pt x="20" y="11761"/>
                    </a:lnTo>
                    <a:lnTo>
                      <a:pt x="1" y="12403"/>
                    </a:lnTo>
                    <a:lnTo>
                      <a:pt x="20" y="13046"/>
                    </a:lnTo>
                    <a:lnTo>
                      <a:pt x="57" y="13670"/>
                    </a:lnTo>
                    <a:lnTo>
                      <a:pt x="152" y="14294"/>
                    </a:lnTo>
                    <a:lnTo>
                      <a:pt x="246" y="14899"/>
                    </a:lnTo>
                    <a:lnTo>
                      <a:pt x="398" y="15504"/>
                    </a:lnTo>
                    <a:lnTo>
                      <a:pt x="568" y="16090"/>
                    </a:lnTo>
                    <a:lnTo>
                      <a:pt x="757" y="16658"/>
                    </a:lnTo>
                    <a:lnTo>
                      <a:pt x="984" y="17225"/>
                    </a:lnTo>
                    <a:lnTo>
                      <a:pt x="1230" y="17773"/>
                    </a:lnTo>
                    <a:lnTo>
                      <a:pt x="1494" y="18302"/>
                    </a:lnTo>
                    <a:lnTo>
                      <a:pt x="1797" y="18832"/>
                    </a:lnTo>
                    <a:lnTo>
                      <a:pt x="2118" y="19323"/>
                    </a:lnTo>
                    <a:lnTo>
                      <a:pt x="2459" y="19815"/>
                    </a:lnTo>
                    <a:lnTo>
                      <a:pt x="2837" y="20288"/>
                    </a:lnTo>
                    <a:lnTo>
                      <a:pt x="3215" y="20742"/>
                    </a:lnTo>
                    <a:lnTo>
                      <a:pt x="3631" y="21157"/>
                    </a:lnTo>
                    <a:lnTo>
                      <a:pt x="4066" y="21573"/>
                    </a:lnTo>
                    <a:lnTo>
                      <a:pt x="4520" y="21971"/>
                    </a:lnTo>
                    <a:lnTo>
                      <a:pt x="4973" y="22330"/>
                    </a:lnTo>
                    <a:lnTo>
                      <a:pt x="5465" y="22670"/>
                    </a:lnTo>
                    <a:lnTo>
                      <a:pt x="5975" y="22991"/>
                    </a:lnTo>
                    <a:lnTo>
                      <a:pt x="6486" y="23294"/>
                    </a:lnTo>
                    <a:lnTo>
                      <a:pt x="7015" y="23578"/>
                    </a:lnTo>
                    <a:lnTo>
                      <a:pt x="7564" y="23823"/>
                    </a:lnTo>
                    <a:lnTo>
                      <a:pt x="8131" y="24050"/>
                    </a:lnTo>
                    <a:lnTo>
                      <a:pt x="8717" y="24239"/>
                    </a:lnTo>
                    <a:lnTo>
                      <a:pt x="9303" y="24410"/>
                    </a:lnTo>
                    <a:lnTo>
                      <a:pt x="9889" y="24542"/>
                    </a:lnTo>
                    <a:lnTo>
                      <a:pt x="10513" y="24655"/>
                    </a:lnTo>
                    <a:lnTo>
                      <a:pt x="11137" y="24731"/>
                    </a:lnTo>
                    <a:lnTo>
                      <a:pt x="11761" y="24788"/>
                    </a:lnTo>
                    <a:lnTo>
                      <a:pt x="13028" y="24788"/>
                    </a:lnTo>
                    <a:lnTo>
                      <a:pt x="13671" y="24731"/>
                    </a:lnTo>
                    <a:lnTo>
                      <a:pt x="14276" y="24655"/>
                    </a:lnTo>
                    <a:lnTo>
                      <a:pt x="14900" y="24542"/>
                    </a:lnTo>
                    <a:lnTo>
                      <a:pt x="15486" y="24410"/>
                    </a:lnTo>
                    <a:lnTo>
                      <a:pt x="16072" y="24239"/>
                    </a:lnTo>
                    <a:lnTo>
                      <a:pt x="16658" y="24050"/>
                    </a:lnTo>
                    <a:lnTo>
                      <a:pt x="17225" y="23823"/>
                    </a:lnTo>
                    <a:lnTo>
                      <a:pt x="17774" y="23578"/>
                    </a:lnTo>
                    <a:lnTo>
                      <a:pt x="18303" y="23294"/>
                    </a:lnTo>
                    <a:lnTo>
                      <a:pt x="18813" y="22991"/>
                    </a:lnTo>
                    <a:lnTo>
                      <a:pt x="19324" y="22670"/>
                    </a:lnTo>
                    <a:lnTo>
                      <a:pt x="19816" y="22330"/>
                    </a:lnTo>
                    <a:lnTo>
                      <a:pt x="20288" y="21971"/>
                    </a:lnTo>
                    <a:lnTo>
                      <a:pt x="20723" y="21573"/>
                    </a:lnTo>
                    <a:lnTo>
                      <a:pt x="21158" y="21157"/>
                    </a:lnTo>
                    <a:lnTo>
                      <a:pt x="21574" y="20742"/>
                    </a:lnTo>
                    <a:lnTo>
                      <a:pt x="21952" y="20288"/>
                    </a:lnTo>
                    <a:lnTo>
                      <a:pt x="22330" y="19815"/>
                    </a:lnTo>
                    <a:lnTo>
                      <a:pt x="22671" y="19323"/>
                    </a:lnTo>
                    <a:lnTo>
                      <a:pt x="22992" y="18832"/>
                    </a:lnTo>
                    <a:lnTo>
                      <a:pt x="23294" y="18302"/>
                    </a:lnTo>
                    <a:lnTo>
                      <a:pt x="23559" y="17773"/>
                    </a:lnTo>
                    <a:lnTo>
                      <a:pt x="23824" y="17225"/>
                    </a:lnTo>
                    <a:lnTo>
                      <a:pt x="24032" y="16658"/>
                    </a:lnTo>
                    <a:lnTo>
                      <a:pt x="24240" y="16090"/>
                    </a:lnTo>
                    <a:lnTo>
                      <a:pt x="24391" y="15504"/>
                    </a:lnTo>
                    <a:lnTo>
                      <a:pt x="24542" y="14899"/>
                    </a:lnTo>
                    <a:lnTo>
                      <a:pt x="24656" y="14294"/>
                    </a:lnTo>
                    <a:lnTo>
                      <a:pt x="24731" y="13670"/>
                    </a:lnTo>
                    <a:lnTo>
                      <a:pt x="24769" y="13046"/>
                    </a:lnTo>
                    <a:lnTo>
                      <a:pt x="24788" y="12403"/>
                    </a:lnTo>
                    <a:lnTo>
                      <a:pt x="24769" y="11761"/>
                    </a:lnTo>
                    <a:lnTo>
                      <a:pt x="24731" y="11137"/>
                    </a:lnTo>
                    <a:lnTo>
                      <a:pt x="24656" y="10513"/>
                    </a:lnTo>
                    <a:lnTo>
                      <a:pt x="24542" y="9908"/>
                    </a:lnTo>
                    <a:lnTo>
                      <a:pt x="24391" y="9303"/>
                    </a:lnTo>
                    <a:lnTo>
                      <a:pt x="24240" y="8716"/>
                    </a:lnTo>
                    <a:lnTo>
                      <a:pt x="24032" y="8149"/>
                    </a:lnTo>
                    <a:lnTo>
                      <a:pt x="23824" y="7582"/>
                    </a:lnTo>
                    <a:lnTo>
                      <a:pt x="23559" y="7034"/>
                    </a:lnTo>
                    <a:lnTo>
                      <a:pt x="23294" y="6485"/>
                    </a:lnTo>
                    <a:lnTo>
                      <a:pt x="22992" y="5975"/>
                    </a:lnTo>
                    <a:lnTo>
                      <a:pt x="22671" y="5464"/>
                    </a:lnTo>
                    <a:lnTo>
                      <a:pt x="22330" y="4992"/>
                    </a:lnTo>
                    <a:lnTo>
                      <a:pt x="21952" y="4519"/>
                    </a:lnTo>
                    <a:lnTo>
                      <a:pt x="21574" y="4065"/>
                    </a:lnTo>
                    <a:lnTo>
                      <a:pt x="21158" y="3630"/>
                    </a:lnTo>
                    <a:lnTo>
                      <a:pt x="20723" y="3233"/>
                    </a:lnTo>
                    <a:lnTo>
                      <a:pt x="20288" y="2836"/>
                    </a:lnTo>
                    <a:lnTo>
                      <a:pt x="19816" y="2477"/>
                    </a:lnTo>
                    <a:lnTo>
                      <a:pt x="19324" y="2118"/>
                    </a:lnTo>
                    <a:lnTo>
                      <a:pt x="18813" y="1796"/>
                    </a:lnTo>
                    <a:lnTo>
                      <a:pt x="18303" y="1513"/>
                    </a:lnTo>
                    <a:lnTo>
                      <a:pt x="17774" y="1229"/>
                    </a:lnTo>
                    <a:lnTo>
                      <a:pt x="17225" y="983"/>
                    </a:lnTo>
                    <a:lnTo>
                      <a:pt x="16658" y="756"/>
                    </a:lnTo>
                    <a:lnTo>
                      <a:pt x="16072" y="567"/>
                    </a:lnTo>
                    <a:lnTo>
                      <a:pt x="15486" y="397"/>
                    </a:lnTo>
                    <a:lnTo>
                      <a:pt x="14900" y="265"/>
                    </a:lnTo>
                    <a:lnTo>
                      <a:pt x="14276" y="151"/>
                    </a:lnTo>
                    <a:lnTo>
                      <a:pt x="13671" y="76"/>
                    </a:lnTo>
                    <a:lnTo>
                      <a:pt x="13028" y="19"/>
                    </a:lnTo>
                    <a:lnTo>
                      <a:pt x="1240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7" name="Google Shape;4837;p64"/>
              <p:cNvSpPr/>
              <p:nvPr/>
            </p:nvSpPr>
            <p:spPr>
              <a:xfrm>
                <a:off x="1974325" y="-1634425"/>
                <a:ext cx="421175" cy="420725"/>
              </a:xfrm>
              <a:custGeom>
                <a:avLst/>
                <a:gdLst/>
                <a:ahLst/>
                <a:cxnLst/>
                <a:rect l="l" t="t" r="r" b="b"/>
                <a:pathLst>
                  <a:path w="16847" h="16829" extrusionOk="0">
                    <a:moveTo>
                      <a:pt x="7998" y="1"/>
                    </a:moveTo>
                    <a:lnTo>
                      <a:pt x="7563" y="38"/>
                    </a:lnTo>
                    <a:lnTo>
                      <a:pt x="7147" y="95"/>
                    </a:lnTo>
                    <a:lnTo>
                      <a:pt x="6731" y="171"/>
                    </a:lnTo>
                    <a:lnTo>
                      <a:pt x="6315" y="265"/>
                    </a:lnTo>
                    <a:lnTo>
                      <a:pt x="5918" y="379"/>
                    </a:lnTo>
                    <a:lnTo>
                      <a:pt x="5521" y="511"/>
                    </a:lnTo>
                    <a:lnTo>
                      <a:pt x="5143" y="662"/>
                    </a:lnTo>
                    <a:lnTo>
                      <a:pt x="4765" y="814"/>
                    </a:lnTo>
                    <a:lnTo>
                      <a:pt x="4406" y="1003"/>
                    </a:lnTo>
                    <a:lnTo>
                      <a:pt x="4065" y="1211"/>
                    </a:lnTo>
                    <a:lnTo>
                      <a:pt x="3725" y="1438"/>
                    </a:lnTo>
                    <a:lnTo>
                      <a:pt x="3385" y="1664"/>
                    </a:lnTo>
                    <a:lnTo>
                      <a:pt x="3063" y="1910"/>
                    </a:lnTo>
                    <a:lnTo>
                      <a:pt x="2761" y="2175"/>
                    </a:lnTo>
                    <a:lnTo>
                      <a:pt x="2477" y="2459"/>
                    </a:lnTo>
                    <a:lnTo>
                      <a:pt x="2193" y="2742"/>
                    </a:lnTo>
                    <a:lnTo>
                      <a:pt x="1929" y="3064"/>
                    </a:lnTo>
                    <a:lnTo>
                      <a:pt x="1683" y="3366"/>
                    </a:lnTo>
                    <a:lnTo>
                      <a:pt x="1437" y="3706"/>
                    </a:lnTo>
                    <a:lnTo>
                      <a:pt x="1229" y="4047"/>
                    </a:lnTo>
                    <a:lnTo>
                      <a:pt x="1021" y="4406"/>
                    </a:lnTo>
                    <a:lnTo>
                      <a:pt x="832" y="4765"/>
                    </a:lnTo>
                    <a:lnTo>
                      <a:pt x="662" y="5143"/>
                    </a:lnTo>
                    <a:lnTo>
                      <a:pt x="511" y="5522"/>
                    </a:lnTo>
                    <a:lnTo>
                      <a:pt x="378" y="5900"/>
                    </a:lnTo>
                    <a:lnTo>
                      <a:pt x="265" y="6316"/>
                    </a:lnTo>
                    <a:lnTo>
                      <a:pt x="170" y="6713"/>
                    </a:lnTo>
                    <a:lnTo>
                      <a:pt x="95" y="7129"/>
                    </a:lnTo>
                    <a:lnTo>
                      <a:pt x="38" y="7545"/>
                    </a:lnTo>
                    <a:lnTo>
                      <a:pt x="19" y="7980"/>
                    </a:lnTo>
                    <a:lnTo>
                      <a:pt x="0" y="8414"/>
                    </a:lnTo>
                    <a:lnTo>
                      <a:pt x="19" y="8849"/>
                    </a:lnTo>
                    <a:lnTo>
                      <a:pt x="38" y="9265"/>
                    </a:lnTo>
                    <a:lnTo>
                      <a:pt x="95" y="9700"/>
                    </a:lnTo>
                    <a:lnTo>
                      <a:pt x="170" y="10116"/>
                    </a:lnTo>
                    <a:lnTo>
                      <a:pt x="265" y="10513"/>
                    </a:lnTo>
                    <a:lnTo>
                      <a:pt x="378" y="10910"/>
                    </a:lnTo>
                    <a:lnTo>
                      <a:pt x="511" y="11307"/>
                    </a:lnTo>
                    <a:lnTo>
                      <a:pt x="662" y="11685"/>
                    </a:lnTo>
                    <a:lnTo>
                      <a:pt x="832" y="12064"/>
                    </a:lnTo>
                    <a:lnTo>
                      <a:pt x="1021" y="12423"/>
                    </a:lnTo>
                    <a:lnTo>
                      <a:pt x="1229" y="12782"/>
                    </a:lnTo>
                    <a:lnTo>
                      <a:pt x="1437" y="13122"/>
                    </a:lnTo>
                    <a:lnTo>
                      <a:pt x="1683" y="13444"/>
                    </a:lnTo>
                    <a:lnTo>
                      <a:pt x="1929" y="13765"/>
                    </a:lnTo>
                    <a:lnTo>
                      <a:pt x="2193" y="14068"/>
                    </a:lnTo>
                    <a:lnTo>
                      <a:pt x="2477" y="14370"/>
                    </a:lnTo>
                    <a:lnTo>
                      <a:pt x="2761" y="14654"/>
                    </a:lnTo>
                    <a:lnTo>
                      <a:pt x="3063" y="14919"/>
                    </a:lnTo>
                    <a:lnTo>
                      <a:pt x="3385" y="15164"/>
                    </a:lnTo>
                    <a:lnTo>
                      <a:pt x="3725" y="15391"/>
                    </a:lnTo>
                    <a:lnTo>
                      <a:pt x="4065" y="15618"/>
                    </a:lnTo>
                    <a:lnTo>
                      <a:pt x="4406" y="15826"/>
                    </a:lnTo>
                    <a:lnTo>
                      <a:pt x="4765" y="15996"/>
                    </a:lnTo>
                    <a:lnTo>
                      <a:pt x="5143" y="16166"/>
                    </a:lnTo>
                    <a:lnTo>
                      <a:pt x="5521" y="16318"/>
                    </a:lnTo>
                    <a:lnTo>
                      <a:pt x="5918" y="16450"/>
                    </a:lnTo>
                    <a:lnTo>
                      <a:pt x="6315" y="16563"/>
                    </a:lnTo>
                    <a:lnTo>
                      <a:pt x="6731" y="16658"/>
                    </a:lnTo>
                    <a:lnTo>
                      <a:pt x="7147" y="16734"/>
                    </a:lnTo>
                    <a:lnTo>
                      <a:pt x="7563" y="16790"/>
                    </a:lnTo>
                    <a:lnTo>
                      <a:pt x="7998" y="16828"/>
                    </a:lnTo>
                    <a:lnTo>
                      <a:pt x="8849" y="16828"/>
                    </a:lnTo>
                    <a:lnTo>
                      <a:pt x="9284" y="16790"/>
                    </a:lnTo>
                    <a:lnTo>
                      <a:pt x="9700" y="16734"/>
                    </a:lnTo>
                    <a:lnTo>
                      <a:pt x="10116" y="16658"/>
                    </a:lnTo>
                    <a:lnTo>
                      <a:pt x="10532" y="16563"/>
                    </a:lnTo>
                    <a:lnTo>
                      <a:pt x="10929" y="16450"/>
                    </a:lnTo>
                    <a:lnTo>
                      <a:pt x="11326" y="16318"/>
                    </a:lnTo>
                    <a:lnTo>
                      <a:pt x="11704" y="16166"/>
                    </a:lnTo>
                    <a:lnTo>
                      <a:pt x="12082" y="15996"/>
                    </a:lnTo>
                    <a:lnTo>
                      <a:pt x="12441" y="15826"/>
                    </a:lnTo>
                    <a:lnTo>
                      <a:pt x="12800" y="15618"/>
                    </a:lnTo>
                    <a:lnTo>
                      <a:pt x="13141" y="15391"/>
                    </a:lnTo>
                    <a:lnTo>
                      <a:pt x="13462" y="15164"/>
                    </a:lnTo>
                    <a:lnTo>
                      <a:pt x="13784" y="14919"/>
                    </a:lnTo>
                    <a:lnTo>
                      <a:pt x="14086" y="14654"/>
                    </a:lnTo>
                    <a:lnTo>
                      <a:pt x="14389" y="14370"/>
                    </a:lnTo>
                    <a:lnTo>
                      <a:pt x="14653" y="14068"/>
                    </a:lnTo>
                    <a:lnTo>
                      <a:pt x="14918" y="13765"/>
                    </a:lnTo>
                    <a:lnTo>
                      <a:pt x="15183" y="13444"/>
                    </a:lnTo>
                    <a:lnTo>
                      <a:pt x="15410" y="13122"/>
                    </a:lnTo>
                    <a:lnTo>
                      <a:pt x="15637" y="12782"/>
                    </a:lnTo>
                    <a:lnTo>
                      <a:pt x="15826" y="12423"/>
                    </a:lnTo>
                    <a:lnTo>
                      <a:pt x="16015" y="12064"/>
                    </a:lnTo>
                    <a:lnTo>
                      <a:pt x="16185" y="11685"/>
                    </a:lnTo>
                    <a:lnTo>
                      <a:pt x="16336" y="11307"/>
                    </a:lnTo>
                    <a:lnTo>
                      <a:pt x="16468" y="10910"/>
                    </a:lnTo>
                    <a:lnTo>
                      <a:pt x="16582" y="10513"/>
                    </a:lnTo>
                    <a:lnTo>
                      <a:pt x="16676" y="10116"/>
                    </a:lnTo>
                    <a:lnTo>
                      <a:pt x="16752" y="9700"/>
                    </a:lnTo>
                    <a:lnTo>
                      <a:pt x="16809" y="9265"/>
                    </a:lnTo>
                    <a:lnTo>
                      <a:pt x="16828" y="8849"/>
                    </a:lnTo>
                    <a:lnTo>
                      <a:pt x="16847" y="8414"/>
                    </a:lnTo>
                    <a:lnTo>
                      <a:pt x="16828" y="7980"/>
                    </a:lnTo>
                    <a:lnTo>
                      <a:pt x="16809" y="7545"/>
                    </a:lnTo>
                    <a:lnTo>
                      <a:pt x="16752" y="7129"/>
                    </a:lnTo>
                    <a:lnTo>
                      <a:pt x="16676" y="6713"/>
                    </a:lnTo>
                    <a:lnTo>
                      <a:pt x="16582" y="6316"/>
                    </a:lnTo>
                    <a:lnTo>
                      <a:pt x="16468" y="5900"/>
                    </a:lnTo>
                    <a:lnTo>
                      <a:pt x="16336" y="5522"/>
                    </a:lnTo>
                    <a:lnTo>
                      <a:pt x="16185" y="5143"/>
                    </a:lnTo>
                    <a:lnTo>
                      <a:pt x="16015" y="4765"/>
                    </a:lnTo>
                    <a:lnTo>
                      <a:pt x="15826" y="4406"/>
                    </a:lnTo>
                    <a:lnTo>
                      <a:pt x="15637" y="4047"/>
                    </a:lnTo>
                    <a:lnTo>
                      <a:pt x="15410" y="3706"/>
                    </a:lnTo>
                    <a:lnTo>
                      <a:pt x="15183" y="3366"/>
                    </a:lnTo>
                    <a:lnTo>
                      <a:pt x="14918" y="3064"/>
                    </a:lnTo>
                    <a:lnTo>
                      <a:pt x="14653" y="2742"/>
                    </a:lnTo>
                    <a:lnTo>
                      <a:pt x="14389" y="2459"/>
                    </a:lnTo>
                    <a:lnTo>
                      <a:pt x="14086" y="2175"/>
                    </a:lnTo>
                    <a:lnTo>
                      <a:pt x="13784" y="1910"/>
                    </a:lnTo>
                    <a:lnTo>
                      <a:pt x="13462" y="1664"/>
                    </a:lnTo>
                    <a:lnTo>
                      <a:pt x="13141" y="1438"/>
                    </a:lnTo>
                    <a:lnTo>
                      <a:pt x="12800" y="1211"/>
                    </a:lnTo>
                    <a:lnTo>
                      <a:pt x="12441" y="1003"/>
                    </a:lnTo>
                    <a:lnTo>
                      <a:pt x="12082" y="814"/>
                    </a:lnTo>
                    <a:lnTo>
                      <a:pt x="11704" y="662"/>
                    </a:lnTo>
                    <a:lnTo>
                      <a:pt x="11326" y="511"/>
                    </a:lnTo>
                    <a:lnTo>
                      <a:pt x="10929" y="379"/>
                    </a:lnTo>
                    <a:lnTo>
                      <a:pt x="10532" y="265"/>
                    </a:lnTo>
                    <a:lnTo>
                      <a:pt x="10116" y="171"/>
                    </a:lnTo>
                    <a:lnTo>
                      <a:pt x="9700" y="95"/>
                    </a:lnTo>
                    <a:lnTo>
                      <a:pt x="9284" y="38"/>
                    </a:lnTo>
                    <a:lnTo>
                      <a:pt x="88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8" name="Google Shape;4838;p64"/>
              <p:cNvSpPr/>
              <p:nvPr/>
            </p:nvSpPr>
            <p:spPr>
              <a:xfrm>
                <a:off x="2074050" y="-1535150"/>
                <a:ext cx="221725" cy="222175"/>
              </a:xfrm>
              <a:custGeom>
                <a:avLst/>
                <a:gdLst/>
                <a:ahLst/>
                <a:cxnLst/>
                <a:rect l="l" t="t" r="r" b="b"/>
                <a:pathLst>
                  <a:path w="8869" h="8887" extrusionOk="0">
                    <a:moveTo>
                      <a:pt x="4444" y="0"/>
                    </a:moveTo>
                    <a:lnTo>
                      <a:pt x="4198" y="19"/>
                    </a:lnTo>
                    <a:lnTo>
                      <a:pt x="3990" y="19"/>
                    </a:lnTo>
                    <a:lnTo>
                      <a:pt x="3536" y="95"/>
                    </a:lnTo>
                    <a:lnTo>
                      <a:pt x="3120" y="208"/>
                    </a:lnTo>
                    <a:lnTo>
                      <a:pt x="2704" y="359"/>
                    </a:lnTo>
                    <a:lnTo>
                      <a:pt x="2326" y="548"/>
                    </a:lnTo>
                    <a:lnTo>
                      <a:pt x="1948" y="756"/>
                    </a:lnTo>
                    <a:lnTo>
                      <a:pt x="1608" y="1021"/>
                    </a:lnTo>
                    <a:lnTo>
                      <a:pt x="1305" y="1305"/>
                    </a:lnTo>
                    <a:lnTo>
                      <a:pt x="1003" y="1626"/>
                    </a:lnTo>
                    <a:lnTo>
                      <a:pt x="757" y="1967"/>
                    </a:lnTo>
                    <a:lnTo>
                      <a:pt x="530" y="2326"/>
                    </a:lnTo>
                    <a:lnTo>
                      <a:pt x="341" y="2723"/>
                    </a:lnTo>
                    <a:lnTo>
                      <a:pt x="190" y="3120"/>
                    </a:lnTo>
                    <a:lnTo>
                      <a:pt x="95" y="3555"/>
                    </a:lnTo>
                    <a:lnTo>
                      <a:pt x="20" y="3990"/>
                    </a:lnTo>
                    <a:lnTo>
                      <a:pt x="1" y="4217"/>
                    </a:lnTo>
                    <a:lnTo>
                      <a:pt x="1" y="4443"/>
                    </a:lnTo>
                    <a:lnTo>
                      <a:pt x="1" y="4670"/>
                    </a:lnTo>
                    <a:lnTo>
                      <a:pt x="20" y="4897"/>
                    </a:lnTo>
                    <a:lnTo>
                      <a:pt x="95" y="5332"/>
                    </a:lnTo>
                    <a:lnTo>
                      <a:pt x="190" y="5767"/>
                    </a:lnTo>
                    <a:lnTo>
                      <a:pt x="341" y="6164"/>
                    </a:lnTo>
                    <a:lnTo>
                      <a:pt x="530" y="6561"/>
                    </a:lnTo>
                    <a:lnTo>
                      <a:pt x="757" y="6920"/>
                    </a:lnTo>
                    <a:lnTo>
                      <a:pt x="1003" y="7261"/>
                    </a:lnTo>
                    <a:lnTo>
                      <a:pt x="1305" y="7582"/>
                    </a:lnTo>
                    <a:lnTo>
                      <a:pt x="1608" y="7866"/>
                    </a:lnTo>
                    <a:lnTo>
                      <a:pt x="1948" y="8130"/>
                    </a:lnTo>
                    <a:lnTo>
                      <a:pt x="2326" y="8338"/>
                    </a:lnTo>
                    <a:lnTo>
                      <a:pt x="2704" y="8527"/>
                    </a:lnTo>
                    <a:lnTo>
                      <a:pt x="3120" y="8679"/>
                    </a:lnTo>
                    <a:lnTo>
                      <a:pt x="3536" y="8792"/>
                    </a:lnTo>
                    <a:lnTo>
                      <a:pt x="3990" y="8849"/>
                    </a:lnTo>
                    <a:lnTo>
                      <a:pt x="4198" y="8868"/>
                    </a:lnTo>
                    <a:lnTo>
                      <a:pt x="4444" y="8887"/>
                    </a:lnTo>
                    <a:lnTo>
                      <a:pt x="4671" y="8868"/>
                    </a:lnTo>
                    <a:lnTo>
                      <a:pt x="4898" y="8849"/>
                    </a:lnTo>
                    <a:lnTo>
                      <a:pt x="5333" y="8792"/>
                    </a:lnTo>
                    <a:lnTo>
                      <a:pt x="5748" y="8679"/>
                    </a:lnTo>
                    <a:lnTo>
                      <a:pt x="6164" y="8527"/>
                    </a:lnTo>
                    <a:lnTo>
                      <a:pt x="6543" y="8338"/>
                    </a:lnTo>
                    <a:lnTo>
                      <a:pt x="6921" y="8130"/>
                    </a:lnTo>
                    <a:lnTo>
                      <a:pt x="7261" y="7866"/>
                    </a:lnTo>
                    <a:lnTo>
                      <a:pt x="7582" y="7582"/>
                    </a:lnTo>
                    <a:lnTo>
                      <a:pt x="7866" y="7261"/>
                    </a:lnTo>
                    <a:lnTo>
                      <a:pt x="8112" y="6920"/>
                    </a:lnTo>
                    <a:lnTo>
                      <a:pt x="8339" y="6561"/>
                    </a:lnTo>
                    <a:lnTo>
                      <a:pt x="8528" y="6164"/>
                    </a:lnTo>
                    <a:lnTo>
                      <a:pt x="8679" y="5767"/>
                    </a:lnTo>
                    <a:lnTo>
                      <a:pt x="8793" y="5332"/>
                    </a:lnTo>
                    <a:lnTo>
                      <a:pt x="8849" y="4897"/>
                    </a:lnTo>
                    <a:lnTo>
                      <a:pt x="8868" y="4670"/>
                    </a:lnTo>
                    <a:lnTo>
                      <a:pt x="8868" y="4443"/>
                    </a:lnTo>
                    <a:lnTo>
                      <a:pt x="8868" y="4217"/>
                    </a:lnTo>
                    <a:lnTo>
                      <a:pt x="8849" y="3990"/>
                    </a:lnTo>
                    <a:lnTo>
                      <a:pt x="8793" y="3555"/>
                    </a:lnTo>
                    <a:lnTo>
                      <a:pt x="8679" y="3120"/>
                    </a:lnTo>
                    <a:lnTo>
                      <a:pt x="8528" y="2723"/>
                    </a:lnTo>
                    <a:lnTo>
                      <a:pt x="8339" y="2326"/>
                    </a:lnTo>
                    <a:lnTo>
                      <a:pt x="8112" y="1967"/>
                    </a:lnTo>
                    <a:lnTo>
                      <a:pt x="7866" y="1626"/>
                    </a:lnTo>
                    <a:lnTo>
                      <a:pt x="7582" y="1305"/>
                    </a:lnTo>
                    <a:lnTo>
                      <a:pt x="7261" y="1021"/>
                    </a:lnTo>
                    <a:lnTo>
                      <a:pt x="6921" y="756"/>
                    </a:lnTo>
                    <a:lnTo>
                      <a:pt x="6543" y="548"/>
                    </a:lnTo>
                    <a:lnTo>
                      <a:pt x="6164" y="359"/>
                    </a:lnTo>
                    <a:lnTo>
                      <a:pt x="5748" y="208"/>
                    </a:lnTo>
                    <a:lnTo>
                      <a:pt x="5333" y="95"/>
                    </a:lnTo>
                    <a:lnTo>
                      <a:pt x="4898" y="19"/>
                    </a:lnTo>
                    <a:lnTo>
                      <a:pt x="4671" y="19"/>
                    </a:lnTo>
                    <a:lnTo>
                      <a:pt x="444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9" name="Google Shape;4839;p64"/>
              <p:cNvSpPr/>
              <p:nvPr/>
            </p:nvSpPr>
            <p:spPr>
              <a:xfrm>
                <a:off x="2192700" y="-1659475"/>
                <a:ext cx="515250" cy="237775"/>
              </a:xfrm>
              <a:custGeom>
                <a:avLst/>
                <a:gdLst/>
                <a:ahLst/>
                <a:cxnLst/>
                <a:rect l="l" t="t" r="r" b="b"/>
                <a:pathLst>
                  <a:path w="20610" h="9511" extrusionOk="0">
                    <a:moveTo>
                      <a:pt x="19815" y="1"/>
                    </a:moveTo>
                    <a:lnTo>
                      <a:pt x="0" y="9114"/>
                    </a:lnTo>
                    <a:lnTo>
                      <a:pt x="152" y="9511"/>
                    </a:lnTo>
                    <a:lnTo>
                      <a:pt x="20609" y="1040"/>
                    </a:lnTo>
                    <a:lnTo>
                      <a:pt x="19815" y="1"/>
                    </a:lnTo>
                    <a:close/>
                  </a:path>
                </a:pathLst>
              </a:custGeom>
              <a:gradFill>
                <a:gsLst>
                  <a:gs pos="0">
                    <a:srgbClr val="575757"/>
                  </a:gs>
                  <a:gs pos="100000">
                    <a:srgbClr val="16161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0" name="Google Shape;4840;p64"/>
              <p:cNvSpPr/>
              <p:nvPr/>
            </p:nvSpPr>
            <p:spPr>
              <a:xfrm>
                <a:off x="2620475" y="-1822550"/>
                <a:ext cx="312475" cy="245350"/>
              </a:xfrm>
              <a:custGeom>
                <a:avLst/>
                <a:gdLst/>
                <a:ahLst/>
                <a:cxnLst/>
                <a:rect l="l" t="t" r="r" b="b"/>
                <a:pathLst>
                  <a:path w="12499" h="9814" extrusionOk="0">
                    <a:moveTo>
                      <a:pt x="8509" y="1"/>
                    </a:moveTo>
                    <a:lnTo>
                      <a:pt x="1078" y="4803"/>
                    </a:lnTo>
                    <a:lnTo>
                      <a:pt x="0" y="8358"/>
                    </a:lnTo>
                    <a:lnTo>
                      <a:pt x="3820" y="9813"/>
                    </a:lnTo>
                    <a:lnTo>
                      <a:pt x="12498" y="5862"/>
                    </a:lnTo>
                    <a:lnTo>
                      <a:pt x="8376" y="4160"/>
                    </a:lnTo>
                    <a:lnTo>
                      <a:pt x="8509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0B9"/>
                  </a:gs>
                  <a:gs pos="100000">
                    <a:srgbClr val="F9D03C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41" name="Google Shape;4841;p64"/>
          <p:cNvGrpSpPr/>
          <p:nvPr/>
        </p:nvGrpSpPr>
        <p:grpSpPr>
          <a:xfrm>
            <a:off x="7829466" y="4648777"/>
            <a:ext cx="518113" cy="461719"/>
            <a:chOff x="2236010" y="3967511"/>
            <a:chExt cx="930353" cy="829089"/>
          </a:xfrm>
        </p:grpSpPr>
        <p:sp>
          <p:nvSpPr>
            <p:cNvPr id="4842" name="Google Shape;4842;p64"/>
            <p:cNvSpPr/>
            <p:nvPr/>
          </p:nvSpPr>
          <p:spPr>
            <a:xfrm>
              <a:off x="2265825" y="4694000"/>
              <a:ext cx="767100" cy="1026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43" name="Google Shape;4843;p64"/>
            <p:cNvGrpSpPr/>
            <p:nvPr/>
          </p:nvGrpSpPr>
          <p:grpSpPr>
            <a:xfrm>
              <a:off x="2236010" y="3967511"/>
              <a:ext cx="930353" cy="794959"/>
              <a:chOff x="1627375" y="-1981850"/>
              <a:chExt cx="1305575" cy="1115575"/>
            </a:xfrm>
          </p:grpSpPr>
          <p:sp>
            <p:nvSpPr>
              <p:cNvPr id="4844" name="Google Shape;4844;p64"/>
              <p:cNvSpPr/>
              <p:nvPr/>
            </p:nvSpPr>
            <p:spPr>
              <a:xfrm>
                <a:off x="1627375" y="-1981850"/>
                <a:ext cx="1115075" cy="1115575"/>
              </a:xfrm>
              <a:custGeom>
                <a:avLst/>
                <a:gdLst/>
                <a:ahLst/>
                <a:cxnLst/>
                <a:rect l="l" t="t" r="r" b="b"/>
                <a:pathLst>
                  <a:path w="44603" h="44623" extrusionOk="0">
                    <a:moveTo>
                      <a:pt x="21725" y="1"/>
                    </a:moveTo>
                    <a:lnTo>
                      <a:pt x="21158" y="39"/>
                    </a:lnTo>
                    <a:lnTo>
                      <a:pt x="20590" y="57"/>
                    </a:lnTo>
                    <a:lnTo>
                      <a:pt x="20023" y="114"/>
                    </a:lnTo>
                    <a:lnTo>
                      <a:pt x="19456" y="190"/>
                    </a:lnTo>
                    <a:lnTo>
                      <a:pt x="18908" y="265"/>
                    </a:lnTo>
                    <a:lnTo>
                      <a:pt x="18359" y="341"/>
                    </a:lnTo>
                    <a:lnTo>
                      <a:pt x="17811" y="455"/>
                    </a:lnTo>
                    <a:lnTo>
                      <a:pt x="17263" y="568"/>
                    </a:lnTo>
                    <a:lnTo>
                      <a:pt x="16733" y="700"/>
                    </a:lnTo>
                    <a:lnTo>
                      <a:pt x="16204" y="852"/>
                    </a:lnTo>
                    <a:lnTo>
                      <a:pt x="15674" y="1003"/>
                    </a:lnTo>
                    <a:lnTo>
                      <a:pt x="15145" y="1173"/>
                    </a:lnTo>
                    <a:lnTo>
                      <a:pt x="14634" y="1362"/>
                    </a:lnTo>
                    <a:lnTo>
                      <a:pt x="14124" y="1551"/>
                    </a:lnTo>
                    <a:lnTo>
                      <a:pt x="13613" y="1759"/>
                    </a:lnTo>
                    <a:lnTo>
                      <a:pt x="13122" y="1967"/>
                    </a:lnTo>
                    <a:lnTo>
                      <a:pt x="12630" y="2194"/>
                    </a:lnTo>
                    <a:lnTo>
                      <a:pt x="12139" y="2440"/>
                    </a:lnTo>
                    <a:lnTo>
                      <a:pt x="11666" y="2686"/>
                    </a:lnTo>
                    <a:lnTo>
                      <a:pt x="11193" y="2950"/>
                    </a:lnTo>
                    <a:lnTo>
                      <a:pt x="10740" y="3234"/>
                    </a:lnTo>
                    <a:lnTo>
                      <a:pt x="10286" y="3517"/>
                    </a:lnTo>
                    <a:lnTo>
                      <a:pt x="9832" y="3820"/>
                    </a:lnTo>
                    <a:lnTo>
                      <a:pt x="9397" y="4123"/>
                    </a:lnTo>
                    <a:lnTo>
                      <a:pt x="8962" y="4425"/>
                    </a:lnTo>
                    <a:lnTo>
                      <a:pt x="8527" y="4765"/>
                    </a:lnTo>
                    <a:lnTo>
                      <a:pt x="8111" y="5087"/>
                    </a:lnTo>
                    <a:lnTo>
                      <a:pt x="7696" y="5446"/>
                    </a:lnTo>
                    <a:lnTo>
                      <a:pt x="7298" y="5805"/>
                    </a:lnTo>
                    <a:lnTo>
                      <a:pt x="6920" y="6165"/>
                    </a:lnTo>
                    <a:lnTo>
                      <a:pt x="6523" y="6543"/>
                    </a:lnTo>
                    <a:lnTo>
                      <a:pt x="6164" y="6921"/>
                    </a:lnTo>
                    <a:lnTo>
                      <a:pt x="5786" y="7318"/>
                    </a:lnTo>
                    <a:lnTo>
                      <a:pt x="5427" y="7715"/>
                    </a:lnTo>
                    <a:lnTo>
                      <a:pt x="5086" y="8112"/>
                    </a:lnTo>
                    <a:lnTo>
                      <a:pt x="4746" y="8528"/>
                    </a:lnTo>
                    <a:lnTo>
                      <a:pt x="4425" y="8963"/>
                    </a:lnTo>
                    <a:lnTo>
                      <a:pt x="4103" y="9398"/>
                    </a:lnTo>
                    <a:lnTo>
                      <a:pt x="3801" y="9833"/>
                    </a:lnTo>
                    <a:lnTo>
                      <a:pt x="3517" y="10286"/>
                    </a:lnTo>
                    <a:lnTo>
                      <a:pt x="3233" y="10740"/>
                    </a:lnTo>
                    <a:lnTo>
                      <a:pt x="2950" y="11213"/>
                    </a:lnTo>
                    <a:lnTo>
                      <a:pt x="2685" y="11685"/>
                    </a:lnTo>
                    <a:lnTo>
                      <a:pt x="2439" y="12158"/>
                    </a:lnTo>
                    <a:lnTo>
                      <a:pt x="2193" y="12631"/>
                    </a:lnTo>
                    <a:lnTo>
                      <a:pt x="1967" y="13122"/>
                    </a:lnTo>
                    <a:lnTo>
                      <a:pt x="1740" y="13633"/>
                    </a:lnTo>
                    <a:lnTo>
                      <a:pt x="1551" y="14125"/>
                    </a:lnTo>
                    <a:lnTo>
                      <a:pt x="1343" y="14635"/>
                    </a:lnTo>
                    <a:lnTo>
                      <a:pt x="1172" y="15164"/>
                    </a:lnTo>
                    <a:lnTo>
                      <a:pt x="1002" y="15675"/>
                    </a:lnTo>
                    <a:lnTo>
                      <a:pt x="832" y="16204"/>
                    </a:lnTo>
                    <a:lnTo>
                      <a:pt x="700" y="16734"/>
                    </a:lnTo>
                    <a:lnTo>
                      <a:pt x="567" y="17263"/>
                    </a:lnTo>
                    <a:lnTo>
                      <a:pt x="454" y="17811"/>
                    </a:lnTo>
                    <a:lnTo>
                      <a:pt x="341" y="18360"/>
                    </a:lnTo>
                    <a:lnTo>
                      <a:pt x="246" y="18908"/>
                    </a:lnTo>
                    <a:lnTo>
                      <a:pt x="170" y="19475"/>
                    </a:lnTo>
                    <a:lnTo>
                      <a:pt x="114" y="20024"/>
                    </a:lnTo>
                    <a:lnTo>
                      <a:pt x="57" y="20591"/>
                    </a:lnTo>
                    <a:lnTo>
                      <a:pt x="19" y="21158"/>
                    </a:lnTo>
                    <a:lnTo>
                      <a:pt x="0" y="21725"/>
                    </a:lnTo>
                    <a:lnTo>
                      <a:pt x="0" y="22311"/>
                    </a:lnTo>
                    <a:lnTo>
                      <a:pt x="0" y="22879"/>
                    </a:lnTo>
                    <a:lnTo>
                      <a:pt x="19" y="23465"/>
                    </a:lnTo>
                    <a:lnTo>
                      <a:pt x="57" y="24032"/>
                    </a:lnTo>
                    <a:lnTo>
                      <a:pt x="114" y="24599"/>
                    </a:lnTo>
                    <a:lnTo>
                      <a:pt x="170" y="25147"/>
                    </a:lnTo>
                    <a:lnTo>
                      <a:pt x="246" y="25715"/>
                    </a:lnTo>
                    <a:lnTo>
                      <a:pt x="341" y="26263"/>
                    </a:lnTo>
                    <a:lnTo>
                      <a:pt x="454" y="26811"/>
                    </a:lnTo>
                    <a:lnTo>
                      <a:pt x="567" y="27341"/>
                    </a:lnTo>
                    <a:lnTo>
                      <a:pt x="700" y="27889"/>
                    </a:lnTo>
                    <a:lnTo>
                      <a:pt x="832" y="28418"/>
                    </a:lnTo>
                    <a:lnTo>
                      <a:pt x="1002" y="28948"/>
                    </a:lnTo>
                    <a:lnTo>
                      <a:pt x="1172" y="29458"/>
                    </a:lnTo>
                    <a:lnTo>
                      <a:pt x="1343" y="29988"/>
                    </a:lnTo>
                    <a:lnTo>
                      <a:pt x="1551" y="30498"/>
                    </a:lnTo>
                    <a:lnTo>
                      <a:pt x="1740" y="30990"/>
                    </a:lnTo>
                    <a:lnTo>
                      <a:pt x="1967" y="31481"/>
                    </a:lnTo>
                    <a:lnTo>
                      <a:pt x="2193" y="31973"/>
                    </a:lnTo>
                    <a:lnTo>
                      <a:pt x="2439" y="32465"/>
                    </a:lnTo>
                    <a:lnTo>
                      <a:pt x="2685" y="32937"/>
                    </a:lnTo>
                    <a:lnTo>
                      <a:pt x="2950" y="33410"/>
                    </a:lnTo>
                    <a:lnTo>
                      <a:pt x="3233" y="33883"/>
                    </a:lnTo>
                    <a:lnTo>
                      <a:pt x="3517" y="34336"/>
                    </a:lnTo>
                    <a:lnTo>
                      <a:pt x="3801" y="34790"/>
                    </a:lnTo>
                    <a:lnTo>
                      <a:pt x="4103" y="35225"/>
                    </a:lnTo>
                    <a:lnTo>
                      <a:pt x="4425" y="35660"/>
                    </a:lnTo>
                    <a:lnTo>
                      <a:pt x="4746" y="36076"/>
                    </a:lnTo>
                    <a:lnTo>
                      <a:pt x="5086" y="36492"/>
                    </a:lnTo>
                    <a:lnTo>
                      <a:pt x="5427" y="36908"/>
                    </a:lnTo>
                    <a:lnTo>
                      <a:pt x="5786" y="37305"/>
                    </a:lnTo>
                    <a:lnTo>
                      <a:pt x="6164" y="37702"/>
                    </a:lnTo>
                    <a:lnTo>
                      <a:pt x="6523" y="38080"/>
                    </a:lnTo>
                    <a:lnTo>
                      <a:pt x="6920" y="38458"/>
                    </a:lnTo>
                    <a:lnTo>
                      <a:pt x="7298" y="38817"/>
                    </a:lnTo>
                    <a:lnTo>
                      <a:pt x="7696" y="39177"/>
                    </a:lnTo>
                    <a:lnTo>
                      <a:pt x="8111" y="39517"/>
                    </a:lnTo>
                    <a:lnTo>
                      <a:pt x="8527" y="39857"/>
                    </a:lnTo>
                    <a:lnTo>
                      <a:pt x="8962" y="40179"/>
                    </a:lnTo>
                    <a:lnTo>
                      <a:pt x="9397" y="40500"/>
                    </a:lnTo>
                    <a:lnTo>
                      <a:pt x="9832" y="40803"/>
                    </a:lnTo>
                    <a:lnTo>
                      <a:pt x="10286" y="41105"/>
                    </a:lnTo>
                    <a:lnTo>
                      <a:pt x="10740" y="41389"/>
                    </a:lnTo>
                    <a:lnTo>
                      <a:pt x="11193" y="41654"/>
                    </a:lnTo>
                    <a:lnTo>
                      <a:pt x="11666" y="41918"/>
                    </a:lnTo>
                    <a:lnTo>
                      <a:pt x="12139" y="42183"/>
                    </a:lnTo>
                    <a:lnTo>
                      <a:pt x="12630" y="42410"/>
                    </a:lnTo>
                    <a:lnTo>
                      <a:pt x="13122" y="42656"/>
                    </a:lnTo>
                    <a:lnTo>
                      <a:pt x="13613" y="42864"/>
                    </a:lnTo>
                    <a:lnTo>
                      <a:pt x="14124" y="43072"/>
                    </a:lnTo>
                    <a:lnTo>
                      <a:pt x="14634" y="43261"/>
                    </a:lnTo>
                    <a:lnTo>
                      <a:pt x="15145" y="43450"/>
                    </a:lnTo>
                    <a:lnTo>
                      <a:pt x="15674" y="43620"/>
                    </a:lnTo>
                    <a:lnTo>
                      <a:pt x="16204" y="43771"/>
                    </a:lnTo>
                    <a:lnTo>
                      <a:pt x="16733" y="43922"/>
                    </a:lnTo>
                    <a:lnTo>
                      <a:pt x="17263" y="44055"/>
                    </a:lnTo>
                    <a:lnTo>
                      <a:pt x="17811" y="44168"/>
                    </a:lnTo>
                    <a:lnTo>
                      <a:pt x="18359" y="44263"/>
                    </a:lnTo>
                    <a:lnTo>
                      <a:pt x="18908" y="44357"/>
                    </a:lnTo>
                    <a:lnTo>
                      <a:pt x="19456" y="44433"/>
                    </a:lnTo>
                    <a:lnTo>
                      <a:pt x="20023" y="44509"/>
                    </a:lnTo>
                    <a:lnTo>
                      <a:pt x="20590" y="44546"/>
                    </a:lnTo>
                    <a:lnTo>
                      <a:pt x="21158" y="44584"/>
                    </a:lnTo>
                    <a:lnTo>
                      <a:pt x="21725" y="44603"/>
                    </a:lnTo>
                    <a:lnTo>
                      <a:pt x="22311" y="44622"/>
                    </a:lnTo>
                    <a:lnTo>
                      <a:pt x="22878" y="44603"/>
                    </a:lnTo>
                    <a:lnTo>
                      <a:pt x="23445" y="44584"/>
                    </a:lnTo>
                    <a:lnTo>
                      <a:pt x="24013" y="44546"/>
                    </a:lnTo>
                    <a:lnTo>
                      <a:pt x="24580" y="44509"/>
                    </a:lnTo>
                    <a:lnTo>
                      <a:pt x="25147" y="44433"/>
                    </a:lnTo>
                    <a:lnTo>
                      <a:pt x="25695" y="44357"/>
                    </a:lnTo>
                    <a:lnTo>
                      <a:pt x="26244" y="44263"/>
                    </a:lnTo>
                    <a:lnTo>
                      <a:pt x="26792" y="44168"/>
                    </a:lnTo>
                    <a:lnTo>
                      <a:pt x="27340" y="44055"/>
                    </a:lnTo>
                    <a:lnTo>
                      <a:pt x="27870" y="43922"/>
                    </a:lnTo>
                    <a:lnTo>
                      <a:pt x="28418" y="43771"/>
                    </a:lnTo>
                    <a:lnTo>
                      <a:pt x="28928" y="43620"/>
                    </a:lnTo>
                    <a:lnTo>
                      <a:pt x="29458" y="43450"/>
                    </a:lnTo>
                    <a:lnTo>
                      <a:pt x="29968" y="43261"/>
                    </a:lnTo>
                    <a:lnTo>
                      <a:pt x="30479" y="43072"/>
                    </a:lnTo>
                    <a:lnTo>
                      <a:pt x="30989" y="42864"/>
                    </a:lnTo>
                    <a:lnTo>
                      <a:pt x="31481" y="42656"/>
                    </a:lnTo>
                    <a:lnTo>
                      <a:pt x="31972" y="42410"/>
                    </a:lnTo>
                    <a:lnTo>
                      <a:pt x="32464" y="42183"/>
                    </a:lnTo>
                    <a:lnTo>
                      <a:pt x="32937" y="41918"/>
                    </a:lnTo>
                    <a:lnTo>
                      <a:pt x="33409" y="41654"/>
                    </a:lnTo>
                    <a:lnTo>
                      <a:pt x="33863" y="41389"/>
                    </a:lnTo>
                    <a:lnTo>
                      <a:pt x="34336" y="41105"/>
                    </a:lnTo>
                    <a:lnTo>
                      <a:pt x="34771" y="40803"/>
                    </a:lnTo>
                    <a:lnTo>
                      <a:pt x="35225" y="40500"/>
                    </a:lnTo>
                    <a:lnTo>
                      <a:pt x="35659" y="40179"/>
                    </a:lnTo>
                    <a:lnTo>
                      <a:pt x="36075" y="39857"/>
                    </a:lnTo>
                    <a:lnTo>
                      <a:pt x="36491" y="39517"/>
                    </a:lnTo>
                    <a:lnTo>
                      <a:pt x="36907" y="39177"/>
                    </a:lnTo>
                    <a:lnTo>
                      <a:pt x="37304" y="38817"/>
                    </a:lnTo>
                    <a:lnTo>
                      <a:pt x="37701" y="38458"/>
                    </a:lnTo>
                    <a:lnTo>
                      <a:pt x="38080" y="38080"/>
                    </a:lnTo>
                    <a:lnTo>
                      <a:pt x="38458" y="37702"/>
                    </a:lnTo>
                    <a:lnTo>
                      <a:pt x="38817" y="37305"/>
                    </a:lnTo>
                    <a:lnTo>
                      <a:pt x="39176" y="36908"/>
                    </a:lnTo>
                    <a:lnTo>
                      <a:pt x="39517" y="36492"/>
                    </a:lnTo>
                    <a:lnTo>
                      <a:pt x="39857" y="36076"/>
                    </a:lnTo>
                    <a:lnTo>
                      <a:pt x="40178" y="35660"/>
                    </a:lnTo>
                    <a:lnTo>
                      <a:pt x="40500" y="35225"/>
                    </a:lnTo>
                    <a:lnTo>
                      <a:pt x="40802" y="34790"/>
                    </a:lnTo>
                    <a:lnTo>
                      <a:pt x="41105" y="34336"/>
                    </a:lnTo>
                    <a:lnTo>
                      <a:pt x="41388" y="33883"/>
                    </a:lnTo>
                    <a:lnTo>
                      <a:pt x="41653" y="33410"/>
                    </a:lnTo>
                    <a:lnTo>
                      <a:pt x="41918" y="32937"/>
                    </a:lnTo>
                    <a:lnTo>
                      <a:pt x="42164" y="32465"/>
                    </a:lnTo>
                    <a:lnTo>
                      <a:pt x="42409" y="31973"/>
                    </a:lnTo>
                    <a:lnTo>
                      <a:pt x="42636" y="31481"/>
                    </a:lnTo>
                    <a:lnTo>
                      <a:pt x="42863" y="30990"/>
                    </a:lnTo>
                    <a:lnTo>
                      <a:pt x="43071" y="30498"/>
                    </a:lnTo>
                    <a:lnTo>
                      <a:pt x="43260" y="29988"/>
                    </a:lnTo>
                    <a:lnTo>
                      <a:pt x="43430" y="29458"/>
                    </a:lnTo>
                    <a:lnTo>
                      <a:pt x="43600" y="28948"/>
                    </a:lnTo>
                    <a:lnTo>
                      <a:pt x="43771" y="28418"/>
                    </a:lnTo>
                    <a:lnTo>
                      <a:pt x="43903" y="27889"/>
                    </a:lnTo>
                    <a:lnTo>
                      <a:pt x="44035" y="27341"/>
                    </a:lnTo>
                    <a:lnTo>
                      <a:pt x="44149" y="26811"/>
                    </a:lnTo>
                    <a:lnTo>
                      <a:pt x="44262" y="26263"/>
                    </a:lnTo>
                    <a:lnTo>
                      <a:pt x="44357" y="25715"/>
                    </a:lnTo>
                    <a:lnTo>
                      <a:pt x="44432" y="25147"/>
                    </a:lnTo>
                    <a:lnTo>
                      <a:pt x="44489" y="24599"/>
                    </a:lnTo>
                    <a:lnTo>
                      <a:pt x="44546" y="24032"/>
                    </a:lnTo>
                    <a:lnTo>
                      <a:pt x="44584" y="23465"/>
                    </a:lnTo>
                    <a:lnTo>
                      <a:pt x="44603" y="22879"/>
                    </a:lnTo>
                    <a:lnTo>
                      <a:pt x="44603" y="22311"/>
                    </a:lnTo>
                    <a:lnTo>
                      <a:pt x="44603" y="21725"/>
                    </a:lnTo>
                    <a:lnTo>
                      <a:pt x="44584" y="21158"/>
                    </a:lnTo>
                    <a:lnTo>
                      <a:pt x="44546" y="20591"/>
                    </a:lnTo>
                    <a:lnTo>
                      <a:pt x="44489" y="20024"/>
                    </a:lnTo>
                    <a:lnTo>
                      <a:pt x="44432" y="19475"/>
                    </a:lnTo>
                    <a:lnTo>
                      <a:pt x="44357" y="18908"/>
                    </a:lnTo>
                    <a:lnTo>
                      <a:pt x="44262" y="18360"/>
                    </a:lnTo>
                    <a:lnTo>
                      <a:pt x="44149" y="17811"/>
                    </a:lnTo>
                    <a:lnTo>
                      <a:pt x="44035" y="17263"/>
                    </a:lnTo>
                    <a:lnTo>
                      <a:pt x="43903" y="16734"/>
                    </a:lnTo>
                    <a:lnTo>
                      <a:pt x="43771" y="16204"/>
                    </a:lnTo>
                    <a:lnTo>
                      <a:pt x="43600" y="15675"/>
                    </a:lnTo>
                    <a:lnTo>
                      <a:pt x="43430" y="15164"/>
                    </a:lnTo>
                    <a:lnTo>
                      <a:pt x="43260" y="14635"/>
                    </a:lnTo>
                    <a:lnTo>
                      <a:pt x="43071" y="14125"/>
                    </a:lnTo>
                    <a:lnTo>
                      <a:pt x="42863" y="13633"/>
                    </a:lnTo>
                    <a:lnTo>
                      <a:pt x="42636" y="13122"/>
                    </a:lnTo>
                    <a:lnTo>
                      <a:pt x="42409" y="12631"/>
                    </a:lnTo>
                    <a:lnTo>
                      <a:pt x="42164" y="12158"/>
                    </a:lnTo>
                    <a:lnTo>
                      <a:pt x="41918" y="11685"/>
                    </a:lnTo>
                    <a:lnTo>
                      <a:pt x="41653" y="11213"/>
                    </a:lnTo>
                    <a:lnTo>
                      <a:pt x="41388" y="10740"/>
                    </a:lnTo>
                    <a:lnTo>
                      <a:pt x="41105" y="10286"/>
                    </a:lnTo>
                    <a:lnTo>
                      <a:pt x="40802" y="9833"/>
                    </a:lnTo>
                    <a:lnTo>
                      <a:pt x="40500" y="9398"/>
                    </a:lnTo>
                    <a:lnTo>
                      <a:pt x="40178" y="8963"/>
                    </a:lnTo>
                    <a:lnTo>
                      <a:pt x="39857" y="8528"/>
                    </a:lnTo>
                    <a:lnTo>
                      <a:pt x="39517" y="8112"/>
                    </a:lnTo>
                    <a:lnTo>
                      <a:pt x="39176" y="7715"/>
                    </a:lnTo>
                    <a:lnTo>
                      <a:pt x="38817" y="7318"/>
                    </a:lnTo>
                    <a:lnTo>
                      <a:pt x="38458" y="6921"/>
                    </a:lnTo>
                    <a:lnTo>
                      <a:pt x="38080" y="6543"/>
                    </a:lnTo>
                    <a:lnTo>
                      <a:pt x="37701" y="6165"/>
                    </a:lnTo>
                    <a:lnTo>
                      <a:pt x="37304" y="5805"/>
                    </a:lnTo>
                    <a:lnTo>
                      <a:pt x="36907" y="5446"/>
                    </a:lnTo>
                    <a:lnTo>
                      <a:pt x="36491" y="5087"/>
                    </a:lnTo>
                    <a:lnTo>
                      <a:pt x="36075" y="4765"/>
                    </a:lnTo>
                    <a:lnTo>
                      <a:pt x="35659" y="4425"/>
                    </a:lnTo>
                    <a:lnTo>
                      <a:pt x="35225" y="4123"/>
                    </a:lnTo>
                    <a:lnTo>
                      <a:pt x="34771" y="3820"/>
                    </a:lnTo>
                    <a:lnTo>
                      <a:pt x="34336" y="3517"/>
                    </a:lnTo>
                    <a:lnTo>
                      <a:pt x="33863" y="3234"/>
                    </a:lnTo>
                    <a:lnTo>
                      <a:pt x="33409" y="2950"/>
                    </a:lnTo>
                    <a:lnTo>
                      <a:pt x="32937" y="2686"/>
                    </a:lnTo>
                    <a:lnTo>
                      <a:pt x="32464" y="2440"/>
                    </a:lnTo>
                    <a:lnTo>
                      <a:pt x="31972" y="2194"/>
                    </a:lnTo>
                    <a:lnTo>
                      <a:pt x="31481" y="1967"/>
                    </a:lnTo>
                    <a:lnTo>
                      <a:pt x="30989" y="1759"/>
                    </a:lnTo>
                    <a:lnTo>
                      <a:pt x="30479" y="1551"/>
                    </a:lnTo>
                    <a:lnTo>
                      <a:pt x="29968" y="1362"/>
                    </a:lnTo>
                    <a:lnTo>
                      <a:pt x="29458" y="1173"/>
                    </a:lnTo>
                    <a:lnTo>
                      <a:pt x="28928" y="1003"/>
                    </a:lnTo>
                    <a:lnTo>
                      <a:pt x="28418" y="852"/>
                    </a:lnTo>
                    <a:lnTo>
                      <a:pt x="27870" y="700"/>
                    </a:lnTo>
                    <a:lnTo>
                      <a:pt x="27340" y="568"/>
                    </a:lnTo>
                    <a:lnTo>
                      <a:pt x="26792" y="455"/>
                    </a:lnTo>
                    <a:lnTo>
                      <a:pt x="26244" y="341"/>
                    </a:lnTo>
                    <a:lnTo>
                      <a:pt x="25695" y="265"/>
                    </a:lnTo>
                    <a:lnTo>
                      <a:pt x="25147" y="190"/>
                    </a:lnTo>
                    <a:lnTo>
                      <a:pt x="24580" y="114"/>
                    </a:lnTo>
                    <a:lnTo>
                      <a:pt x="24013" y="57"/>
                    </a:lnTo>
                    <a:lnTo>
                      <a:pt x="23445" y="39"/>
                    </a:lnTo>
                    <a:lnTo>
                      <a:pt x="22878" y="1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5" name="Google Shape;4845;p64"/>
              <p:cNvSpPr/>
              <p:nvPr/>
            </p:nvSpPr>
            <p:spPr>
              <a:xfrm>
                <a:off x="1764450" y="-1858000"/>
                <a:ext cx="854150" cy="854625"/>
              </a:xfrm>
              <a:custGeom>
                <a:avLst/>
                <a:gdLst/>
                <a:ahLst/>
                <a:cxnLst/>
                <a:rect l="l" t="t" r="r" b="b"/>
                <a:pathLst>
                  <a:path w="34166" h="34185" extrusionOk="0">
                    <a:moveTo>
                      <a:pt x="17093" y="0"/>
                    </a:moveTo>
                    <a:lnTo>
                      <a:pt x="16204" y="19"/>
                    </a:lnTo>
                    <a:lnTo>
                      <a:pt x="15334" y="95"/>
                    </a:lnTo>
                    <a:lnTo>
                      <a:pt x="14483" y="208"/>
                    </a:lnTo>
                    <a:lnTo>
                      <a:pt x="13651" y="360"/>
                    </a:lnTo>
                    <a:lnTo>
                      <a:pt x="12820" y="549"/>
                    </a:lnTo>
                    <a:lnTo>
                      <a:pt x="12006" y="776"/>
                    </a:lnTo>
                    <a:lnTo>
                      <a:pt x="11212" y="1040"/>
                    </a:lnTo>
                    <a:lnTo>
                      <a:pt x="10437" y="1343"/>
                    </a:lnTo>
                    <a:lnTo>
                      <a:pt x="9681" y="1683"/>
                    </a:lnTo>
                    <a:lnTo>
                      <a:pt x="8944" y="2061"/>
                    </a:lnTo>
                    <a:lnTo>
                      <a:pt x="8225" y="2477"/>
                    </a:lnTo>
                    <a:lnTo>
                      <a:pt x="7525" y="2931"/>
                    </a:lnTo>
                    <a:lnTo>
                      <a:pt x="6864" y="3404"/>
                    </a:lnTo>
                    <a:lnTo>
                      <a:pt x="6221" y="3914"/>
                    </a:lnTo>
                    <a:lnTo>
                      <a:pt x="5597" y="4444"/>
                    </a:lnTo>
                    <a:lnTo>
                      <a:pt x="5011" y="5011"/>
                    </a:lnTo>
                    <a:lnTo>
                      <a:pt x="4444" y="5597"/>
                    </a:lnTo>
                    <a:lnTo>
                      <a:pt x="3895" y="6221"/>
                    </a:lnTo>
                    <a:lnTo>
                      <a:pt x="3404" y="6864"/>
                    </a:lnTo>
                    <a:lnTo>
                      <a:pt x="2912" y="7544"/>
                    </a:lnTo>
                    <a:lnTo>
                      <a:pt x="2477" y="8225"/>
                    </a:lnTo>
                    <a:lnTo>
                      <a:pt x="2061" y="8944"/>
                    </a:lnTo>
                    <a:lnTo>
                      <a:pt x="1683" y="9681"/>
                    </a:lnTo>
                    <a:lnTo>
                      <a:pt x="1343" y="10437"/>
                    </a:lnTo>
                    <a:lnTo>
                      <a:pt x="1040" y="11213"/>
                    </a:lnTo>
                    <a:lnTo>
                      <a:pt x="776" y="12007"/>
                    </a:lnTo>
                    <a:lnTo>
                      <a:pt x="530" y="12820"/>
                    </a:lnTo>
                    <a:lnTo>
                      <a:pt x="341" y="13652"/>
                    </a:lnTo>
                    <a:lnTo>
                      <a:pt x="189" y="14483"/>
                    </a:lnTo>
                    <a:lnTo>
                      <a:pt x="95" y="15334"/>
                    </a:lnTo>
                    <a:lnTo>
                      <a:pt x="19" y="16204"/>
                    </a:lnTo>
                    <a:lnTo>
                      <a:pt x="0" y="17093"/>
                    </a:lnTo>
                    <a:lnTo>
                      <a:pt x="19" y="17962"/>
                    </a:lnTo>
                    <a:lnTo>
                      <a:pt x="95" y="18832"/>
                    </a:lnTo>
                    <a:lnTo>
                      <a:pt x="189" y="19683"/>
                    </a:lnTo>
                    <a:lnTo>
                      <a:pt x="341" y="20534"/>
                    </a:lnTo>
                    <a:lnTo>
                      <a:pt x="530" y="21366"/>
                    </a:lnTo>
                    <a:lnTo>
                      <a:pt x="776" y="22179"/>
                    </a:lnTo>
                    <a:lnTo>
                      <a:pt x="1040" y="22973"/>
                    </a:lnTo>
                    <a:lnTo>
                      <a:pt x="1343" y="23748"/>
                    </a:lnTo>
                    <a:lnTo>
                      <a:pt x="1683" y="24504"/>
                    </a:lnTo>
                    <a:lnTo>
                      <a:pt x="2061" y="25242"/>
                    </a:lnTo>
                    <a:lnTo>
                      <a:pt x="2477" y="25941"/>
                    </a:lnTo>
                    <a:lnTo>
                      <a:pt x="2912" y="26641"/>
                    </a:lnTo>
                    <a:lnTo>
                      <a:pt x="3404" y="27322"/>
                    </a:lnTo>
                    <a:lnTo>
                      <a:pt x="3895" y="27964"/>
                    </a:lnTo>
                    <a:lnTo>
                      <a:pt x="4444" y="28569"/>
                    </a:lnTo>
                    <a:lnTo>
                      <a:pt x="5011" y="29174"/>
                    </a:lnTo>
                    <a:lnTo>
                      <a:pt x="5597" y="29742"/>
                    </a:lnTo>
                    <a:lnTo>
                      <a:pt x="6221" y="30271"/>
                    </a:lnTo>
                    <a:lnTo>
                      <a:pt x="6864" y="30782"/>
                    </a:lnTo>
                    <a:lnTo>
                      <a:pt x="7525" y="31254"/>
                    </a:lnTo>
                    <a:lnTo>
                      <a:pt x="8225" y="31708"/>
                    </a:lnTo>
                    <a:lnTo>
                      <a:pt x="8944" y="32105"/>
                    </a:lnTo>
                    <a:lnTo>
                      <a:pt x="9681" y="32483"/>
                    </a:lnTo>
                    <a:lnTo>
                      <a:pt x="10437" y="32824"/>
                    </a:lnTo>
                    <a:lnTo>
                      <a:pt x="11212" y="33145"/>
                    </a:lnTo>
                    <a:lnTo>
                      <a:pt x="12006" y="33410"/>
                    </a:lnTo>
                    <a:lnTo>
                      <a:pt x="12820" y="33637"/>
                    </a:lnTo>
                    <a:lnTo>
                      <a:pt x="13651" y="33826"/>
                    </a:lnTo>
                    <a:lnTo>
                      <a:pt x="14483" y="33977"/>
                    </a:lnTo>
                    <a:lnTo>
                      <a:pt x="15334" y="34090"/>
                    </a:lnTo>
                    <a:lnTo>
                      <a:pt x="16204" y="34147"/>
                    </a:lnTo>
                    <a:lnTo>
                      <a:pt x="17093" y="34185"/>
                    </a:lnTo>
                    <a:lnTo>
                      <a:pt x="17962" y="34147"/>
                    </a:lnTo>
                    <a:lnTo>
                      <a:pt x="18832" y="34090"/>
                    </a:lnTo>
                    <a:lnTo>
                      <a:pt x="19683" y="33977"/>
                    </a:lnTo>
                    <a:lnTo>
                      <a:pt x="20534" y="33826"/>
                    </a:lnTo>
                    <a:lnTo>
                      <a:pt x="21347" y="33637"/>
                    </a:lnTo>
                    <a:lnTo>
                      <a:pt x="22160" y="33410"/>
                    </a:lnTo>
                    <a:lnTo>
                      <a:pt x="22954" y="33145"/>
                    </a:lnTo>
                    <a:lnTo>
                      <a:pt x="23729" y="32824"/>
                    </a:lnTo>
                    <a:lnTo>
                      <a:pt x="24485" y="32483"/>
                    </a:lnTo>
                    <a:lnTo>
                      <a:pt x="25223" y="32105"/>
                    </a:lnTo>
                    <a:lnTo>
                      <a:pt x="25941" y="31708"/>
                    </a:lnTo>
                    <a:lnTo>
                      <a:pt x="26641" y="31254"/>
                    </a:lnTo>
                    <a:lnTo>
                      <a:pt x="27303" y="30782"/>
                    </a:lnTo>
                    <a:lnTo>
                      <a:pt x="27945" y="30271"/>
                    </a:lnTo>
                    <a:lnTo>
                      <a:pt x="28569" y="29742"/>
                    </a:lnTo>
                    <a:lnTo>
                      <a:pt x="29174" y="29174"/>
                    </a:lnTo>
                    <a:lnTo>
                      <a:pt x="29723" y="28569"/>
                    </a:lnTo>
                    <a:lnTo>
                      <a:pt x="30271" y="27964"/>
                    </a:lnTo>
                    <a:lnTo>
                      <a:pt x="30781" y="27322"/>
                    </a:lnTo>
                    <a:lnTo>
                      <a:pt x="31254" y="26641"/>
                    </a:lnTo>
                    <a:lnTo>
                      <a:pt x="31689" y="25941"/>
                    </a:lnTo>
                    <a:lnTo>
                      <a:pt x="32105" y="25242"/>
                    </a:lnTo>
                    <a:lnTo>
                      <a:pt x="32483" y="24504"/>
                    </a:lnTo>
                    <a:lnTo>
                      <a:pt x="32823" y="23748"/>
                    </a:lnTo>
                    <a:lnTo>
                      <a:pt x="33126" y="22973"/>
                    </a:lnTo>
                    <a:lnTo>
                      <a:pt x="33410" y="22179"/>
                    </a:lnTo>
                    <a:lnTo>
                      <a:pt x="33636" y="21366"/>
                    </a:lnTo>
                    <a:lnTo>
                      <a:pt x="33826" y="20534"/>
                    </a:lnTo>
                    <a:lnTo>
                      <a:pt x="33977" y="19683"/>
                    </a:lnTo>
                    <a:lnTo>
                      <a:pt x="34090" y="18832"/>
                    </a:lnTo>
                    <a:lnTo>
                      <a:pt x="34147" y="17962"/>
                    </a:lnTo>
                    <a:lnTo>
                      <a:pt x="34166" y="17093"/>
                    </a:lnTo>
                    <a:lnTo>
                      <a:pt x="34147" y="16204"/>
                    </a:lnTo>
                    <a:lnTo>
                      <a:pt x="34090" y="15334"/>
                    </a:lnTo>
                    <a:lnTo>
                      <a:pt x="33977" y="14483"/>
                    </a:lnTo>
                    <a:lnTo>
                      <a:pt x="33826" y="13652"/>
                    </a:lnTo>
                    <a:lnTo>
                      <a:pt x="33636" y="12820"/>
                    </a:lnTo>
                    <a:lnTo>
                      <a:pt x="33410" y="12007"/>
                    </a:lnTo>
                    <a:lnTo>
                      <a:pt x="33126" y="11213"/>
                    </a:lnTo>
                    <a:lnTo>
                      <a:pt x="32823" y="10437"/>
                    </a:lnTo>
                    <a:lnTo>
                      <a:pt x="32483" y="9681"/>
                    </a:lnTo>
                    <a:lnTo>
                      <a:pt x="32105" y="8944"/>
                    </a:lnTo>
                    <a:lnTo>
                      <a:pt x="31689" y="8225"/>
                    </a:lnTo>
                    <a:lnTo>
                      <a:pt x="31254" y="7544"/>
                    </a:lnTo>
                    <a:lnTo>
                      <a:pt x="30781" y="6864"/>
                    </a:lnTo>
                    <a:lnTo>
                      <a:pt x="30271" y="6221"/>
                    </a:lnTo>
                    <a:lnTo>
                      <a:pt x="29723" y="5597"/>
                    </a:lnTo>
                    <a:lnTo>
                      <a:pt x="29174" y="5011"/>
                    </a:lnTo>
                    <a:lnTo>
                      <a:pt x="28569" y="4444"/>
                    </a:lnTo>
                    <a:lnTo>
                      <a:pt x="27945" y="3914"/>
                    </a:lnTo>
                    <a:lnTo>
                      <a:pt x="27303" y="3404"/>
                    </a:lnTo>
                    <a:lnTo>
                      <a:pt x="26641" y="2931"/>
                    </a:lnTo>
                    <a:lnTo>
                      <a:pt x="25941" y="2477"/>
                    </a:lnTo>
                    <a:lnTo>
                      <a:pt x="25223" y="2061"/>
                    </a:lnTo>
                    <a:lnTo>
                      <a:pt x="24485" y="1683"/>
                    </a:lnTo>
                    <a:lnTo>
                      <a:pt x="23729" y="1343"/>
                    </a:lnTo>
                    <a:lnTo>
                      <a:pt x="22954" y="1040"/>
                    </a:lnTo>
                    <a:lnTo>
                      <a:pt x="22160" y="776"/>
                    </a:lnTo>
                    <a:lnTo>
                      <a:pt x="21347" y="549"/>
                    </a:lnTo>
                    <a:lnTo>
                      <a:pt x="20534" y="360"/>
                    </a:lnTo>
                    <a:lnTo>
                      <a:pt x="19683" y="208"/>
                    </a:lnTo>
                    <a:lnTo>
                      <a:pt x="18832" y="95"/>
                    </a:lnTo>
                    <a:lnTo>
                      <a:pt x="17962" y="19"/>
                    </a:lnTo>
                    <a:lnTo>
                      <a:pt x="170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6" name="Google Shape;4846;p64"/>
              <p:cNvSpPr/>
              <p:nvPr/>
            </p:nvSpPr>
            <p:spPr>
              <a:xfrm>
                <a:off x="1875050" y="-1734150"/>
                <a:ext cx="619725" cy="619700"/>
              </a:xfrm>
              <a:custGeom>
                <a:avLst/>
                <a:gdLst/>
                <a:ahLst/>
                <a:cxnLst/>
                <a:rect l="l" t="t" r="r" b="b"/>
                <a:pathLst>
                  <a:path w="24789" h="24788" extrusionOk="0">
                    <a:moveTo>
                      <a:pt x="12404" y="0"/>
                    </a:moveTo>
                    <a:lnTo>
                      <a:pt x="11761" y="19"/>
                    </a:lnTo>
                    <a:lnTo>
                      <a:pt x="11137" y="76"/>
                    </a:lnTo>
                    <a:lnTo>
                      <a:pt x="10513" y="151"/>
                    </a:lnTo>
                    <a:lnTo>
                      <a:pt x="9889" y="265"/>
                    </a:lnTo>
                    <a:lnTo>
                      <a:pt x="9303" y="397"/>
                    </a:lnTo>
                    <a:lnTo>
                      <a:pt x="8717" y="567"/>
                    </a:lnTo>
                    <a:lnTo>
                      <a:pt x="8131" y="756"/>
                    </a:lnTo>
                    <a:lnTo>
                      <a:pt x="7564" y="983"/>
                    </a:lnTo>
                    <a:lnTo>
                      <a:pt x="7015" y="1229"/>
                    </a:lnTo>
                    <a:lnTo>
                      <a:pt x="6486" y="1513"/>
                    </a:lnTo>
                    <a:lnTo>
                      <a:pt x="5975" y="1796"/>
                    </a:lnTo>
                    <a:lnTo>
                      <a:pt x="5465" y="2118"/>
                    </a:lnTo>
                    <a:lnTo>
                      <a:pt x="4973" y="2477"/>
                    </a:lnTo>
                    <a:lnTo>
                      <a:pt x="4520" y="2836"/>
                    </a:lnTo>
                    <a:lnTo>
                      <a:pt x="4066" y="3233"/>
                    </a:lnTo>
                    <a:lnTo>
                      <a:pt x="3631" y="3630"/>
                    </a:lnTo>
                    <a:lnTo>
                      <a:pt x="3215" y="4065"/>
                    </a:lnTo>
                    <a:lnTo>
                      <a:pt x="2837" y="4519"/>
                    </a:lnTo>
                    <a:lnTo>
                      <a:pt x="2459" y="4992"/>
                    </a:lnTo>
                    <a:lnTo>
                      <a:pt x="2118" y="5464"/>
                    </a:lnTo>
                    <a:lnTo>
                      <a:pt x="1797" y="5975"/>
                    </a:lnTo>
                    <a:lnTo>
                      <a:pt x="1494" y="6485"/>
                    </a:lnTo>
                    <a:lnTo>
                      <a:pt x="1230" y="7034"/>
                    </a:lnTo>
                    <a:lnTo>
                      <a:pt x="984" y="7582"/>
                    </a:lnTo>
                    <a:lnTo>
                      <a:pt x="757" y="8149"/>
                    </a:lnTo>
                    <a:lnTo>
                      <a:pt x="568" y="8716"/>
                    </a:lnTo>
                    <a:lnTo>
                      <a:pt x="398" y="9303"/>
                    </a:lnTo>
                    <a:lnTo>
                      <a:pt x="246" y="9908"/>
                    </a:lnTo>
                    <a:lnTo>
                      <a:pt x="152" y="10513"/>
                    </a:lnTo>
                    <a:lnTo>
                      <a:pt x="57" y="11137"/>
                    </a:lnTo>
                    <a:lnTo>
                      <a:pt x="20" y="11761"/>
                    </a:lnTo>
                    <a:lnTo>
                      <a:pt x="1" y="12403"/>
                    </a:lnTo>
                    <a:lnTo>
                      <a:pt x="20" y="13046"/>
                    </a:lnTo>
                    <a:lnTo>
                      <a:pt x="57" y="13670"/>
                    </a:lnTo>
                    <a:lnTo>
                      <a:pt x="152" y="14294"/>
                    </a:lnTo>
                    <a:lnTo>
                      <a:pt x="246" y="14899"/>
                    </a:lnTo>
                    <a:lnTo>
                      <a:pt x="398" y="15504"/>
                    </a:lnTo>
                    <a:lnTo>
                      <a:pt x="568" y="16090"/>
                    </a:lnTo>
                    <a:lnTo>
                      <a:pt x="757" y="16658"/>
                    </a:lnTo>
                    <a:lnTo>
                      <a:pt x="984" y="17225"/>
                    </a:lnTo>
                    <a:lnTo>
                      <a:pt x="1230" y="17773"/>
                    </a:lnTo>
                    <a:lnTo>
                      <a:pt x="1494" y="18302"/>
                    </a:lnTo>
                    <a:lnTo>
                      <a:pt x="1797" y="18832"/>
                    </a:lnTo>
                    <a:lnTo>
                      <a:pt x="2118" y="19323"/>
                    </a:lnTo>
                    <a:lnTo>
                      <a:pt x="2459" y="19815"/>
                    </a:lnTo>
                    <a:lnTo>
                      <a:pt x="2837" y="20288"/>
                    </a:lnTo>
                    <a:lnTo>
                      <a:pt x="3215" y="20742"/>
                    </a:lnTo>
                    <a:lnTo>
                      <a:pt x="3631" y="21157"/>
                    </a:lnTo>
                    <a:lnTo>
                      <a:pt x="4066" y="21573"/>
                    </a:lnTo>
                    <a:lnTo>
                      <a:pt x="4520" y="21971"/>
                    </a:lnTo>
                    <a:lnTo>
                      <a:pt x="4973" y="22330"/>
                    </a:lnTo>
                    <a:lnTo>
                      <a:pt x="5465" y="22670"/>
                    </a:lnTo>
                    <a:lnTo>
                      <a:pt x="5975" y="22991"/>
                    </a:lnTo>
                    <a:lnTo>
                      <a:pt x="6486" y="23294"/>
                    </a:lnTo>
                    <a:lnTo>
                      <a:pt x="7015" y="23578"/>
                    </a:lnTo>
                    <a:lnTo>
                      <a:pt x="7564" y="23823"/>
                    </a:lnTo>
                    <a:lnTo>
                      <a:pt x="8131" y="24050"/>
                    </a:lnTo>
                    <a:lnTo>
                      <a:pt x="8717" y="24239"/>
                    </a:lnTo>
                    <a:lnTo>
                      <a:pt x="9303" y="24410"/>
                    </a:lnTo>
                    <a:lnTo>
                      <a:pt x="9889" y="24542"/>
                    </a:lnTo>
                    <a:lnTo>
                      <a:pt x="10513" y="24655"/>
                    </a:lnTo>
                    <a:lnTo>
                      <a:pt x="11137" y="24731"/>
                    </a:lnTo>
                    <a:lnTo>
                      <a:pt x="11761" y="24788"/>
                    </a:lnTo>
                    <a:lnTo>
                      <a:pt x="13028" y="24788"/>
                    </a:lnTo>
                    <a:lnTo>
                      <a:pt x="13671" y="24731"/>
                    </a:lnTo>
                    <a:lnTo>
                      <a:pt x="14276" y="24655"/>
                    </a:lnTo>
                    <a:lnTo>
                      <a:pt x="14900" y="24542"/>
                    </a:lnTo>
                    <a:lnTo>
                      <a:pt x="15486" y="24410"/>
                    </a:lnTo>
                    <a:lnTo>
                      <a:pt x="16072" y="24239"/>
                    </a:lnTo>
                    <a:lnTo>
                      <a:pt x="16658" y="24050"/>
                    </a:lnTo>
                    <a:lnTo>
                      <a:pt x="17225" y="23823"/>
                    </a:lnTo>
                    <a:lnTo>
                      <a:pt x="17774" y="23578"/>
                    </a:lnTo>
                    <a:lnTo>
                      <a:pt x="18303" y="23294"/>
                    </a:lnTo>
                    <a:lnTo>
                      <a:pt x="18813" y="22991"/>
                    </a:lnTo>
                    <a:lnTo>
                      <a:pt x="19324" y="22670"/>
                    </a:lnTo>
                    <a:lnTo>
                      <a:pt x="19816" y="22330"/>
                    </a:lnTo>
                    <a:lnTo>
                      <a:pt x="20288" y="21971"/>
                    </a:lnTo>
                    <a:lnTo>
                      <a:pt x="20723" y="21573"/>
                    </a:lnTo>
                    <a:lnTo>
                      <a:pt x="21158" y="21157"/>
                    </a:lnTo>
                    <a:lnTo>
                      <a:pt x="21574" y="20742"/>
                    </a:lnTo>
                    <a:lnTo>
                      <a:pt x="21952" y="20288"/>
                    </a:lnTo>
                    <a:lnTo>
                      <a:pt x="22330" y="19815"/>
                    </a:lnTo>
                    <a:lnTo>
                      <a:pt x="22671" y="19323"/>
                    </a:lnTo>
                    <a:lnTo>
                      <a:pt x="22992" y="18832"/>
                    </a:lnTo>
                    <a:lnTo>
                      <a:pt x="23294" y="18302"/>
                    </a:lnTo>
                    <a:lnTo>
                      <a:pt x="23559" y="17773"/>
                    </a:lnTo>
                    <a:lnTo>
                      <a:pt x="23824" y="17225"/>
                    </a:lnTo>
                    <a:lnTo>
                      <a:pt x="24032" y="16658"/>
                    </a:lnTo>
                    <a:lnTo>
                      <a:pt x="24240" y="16090"/>
                    </a:lnTo>
                    <a:lnTo>
                      <a:pt x="24391" y="15504"/>
                    </a:lnTo>
                    <a:lnTo>
                      <a:pt x="24542" y="14899"/>
                    </a:lnTo>
                    <a:lnTo>
                      <a:pt x="24656" y="14294"/>
                    </a:lnTo>
                    <a:lnTo>
                      <a:pt x="24731" y="13670"/>
                    </a:lnTo>
                    <a:lnTo>
                      <a:pt x="24769" y="13046"/>
                    </a:lnTo>
                    <a:lnTo>
                      <a:pt x="24788" y="12403"/>
                    </a:lnTo>
                    <a:lnTo>
                      <a:pt x="24769" y="11761"/>
                    </a:lnTo>
                    <a:lnTo>
                      <a:pt x="24731" y="11137"/>
                    </a:lnTo>
                    <a:lnTo>
                      <a:pt x="24656" y="10513"/>
                    </a:lnTo>
                    <a:lnTo>
                      <a:pt x="24542" y="9908"/>
                    </a:lnTo>
                    <a:lnTo>
                      <a:pt x="24391" y="9303"/>
                    </a:lnTo>
                    <a:lnTo>
                      <a:pt x="24240" y="8716"/>
                    </a:lnTo>
                    <a:lnTo>
                      <a:pt x="24032" y="8149"/>
                    </a:lnTo>
                    <a:lnTo>
                      <a:pt x="23824" y="7582"/>
                    </a:lnTo>
                    <a:lnTo>
                      <a:pt x="23559" y="7034"/>
                    </a:lnTo>
                    <a:lnTo>
                      <a:pt x="23294" y="6485"/>
                    </a:lnTo>
                    <a:lnTo>
                      <a:pt x="22992" y="5975"/>
                    </a:lnTo>
                    <a:lnTo>
                      <a:pt x="22671" y="5464"/>
                    </a:lnTo>
                    <a:lnTo>
                      <a:pt x="22330" y="4992"/>
                    </a:lnTo>
                    <a:lnTo>
                      <a:pt x="21952" y="4519"/>
                    </a:lnTo>
                    <a:lnTo>
                      <a:pt x="21574" y="4065"/>
                    </a:lnTo>
                    <a:lnTo>
                      <a:pt x="21158" y="3630"/>
                    </a:lnTo>
                    <a:lnTo>
                      <a:pt x="20723" y="3233"/>
                    </a:lnTo>
                    <a:lnTo>
                      <a:pt x="20288" y="2836"/>
                    </a:lnTo>
                    <a:lnTo>
                      <a:pt x="19816" y="2477"/>
                    </a:lnTo>
                    <a:lnTo>
                      <a:pt x="19324" y="2118"/>
                    </a:lnTo>
                    <a:lnTo>
                      <a:pt x="18813" y="1796"/>
                    </a:lnTo>
                    <a:lnTo>
                      <a:pt x="18303" y="1513"/>
                    </a:lnTo>
                    <a:lnTo>
                      <a:pt x="17774" y="1229"/>
                    </a:lnTo>
                    <a:lnTo>
                      <a:pt x="17225" y="983"/>
                    </a:lnTo>
                    <a:lnTo>
                      <a:pt x="16658" y="756"/>
                    </a:lnTo>
                    <a:lnTo>
                      <a:pt x="16072" y="567"/>
                    </a:lnTo>
                    <a:lnTo>
                      <a:pt x="15486" y="397"/>
                    </a:lnTo>
                    <a:lnTo>
                      <a:pt x="14900" y="265"/>
                    </a:lnTo>
                    <a:lnTo>
                      <a:pt x="14276" y="151"/>
                    </a:lnTo>
                    <a:lnTo>
                      <a:pt x="13671" y="76"/>
                    </a:lnTo>
                    <a:lnTo>
                      <a:pt x="13028" y="19"/>
                    </a:lnTo>
                    <a:lnTo>
                      <a:pt x="1240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7" name="Google Shape;4847;p64"/>
              <p:cNvSpPr/>
              <p:nvPr/>
            </p:nvSpPr>
            <p:spPr>
              <a:xfrm>
                <a:off x="1974325" y="-1634425"/>
                <a:ext cx="421175" cy="420725"/>
              </a:xfrm>
              <a:custGeom>
                <a:avLst/>
                <a:gdLst/>
                <a:ahLst/>
                <a:cxnLst/>
                <a:rect l="l" t="t" r="r" b="b"/>
                <a:pathLst>
                  <a:path w="16847" h="16829" extrusionOk="0">
                    <a:moveTo>
                      <a:pt x="7998" y="1"/>
                    </a:moveTo>
                    <a:lnTo>
                      <a:pt x="7563" y="38"/>
                    </a:lnTo>
                    <a:lnTo>
                      <a:pt x="7147" y="95"/>
                    </a:lnTo>
                    <a:lnTo>
                      <a:pt x="6731" y="171"/>
                    </a:lnTo>
                    <a:lnTo>
                      <a:pt x="6315" y="265"/>
                    </a:lnTo>
                    <a:lnTo>
                      <a:pt x="5918" y="379"/>
                    </a:lnTo>
                    <a:lnTo>
                      <a:pt x="5521" y="511"/>
                    </a:lnTo>
                    <a:lnTo>
                      <a:pt x="5143" y="662"/>
                    </a:lnTo>
                    <a:lnTo>
                      <a:pt x="4765" y="814"/>
                    </a:lnTo>
                    <a:lnTo>
                      <a:pt x="4406" y="1003"/>
                    </a:lnTo>
                    <a:lnTo>
                      <a:pt x="4065" y="1211"/>
                    </a:lnTo>
                    <a:lnTo>
                      <a:pt x="3725" y="1438"/>
                    </a:lnTo>
                    <a:lnTo>
                      <a:pt x="3385" y="1664"/>
                    </a:lnTo>
                    <a:lnTo>
                      <a:pt x="3063" y="1910"/>
                    </a:lnTo>
                    <a:lnTo>
                      <a:pt x="2761" y="2175"/>
                    </a:lnTo>
                    <a:lnTo>
                      <a:pt x="2477" y="2459"/>
                    </a:lnTo>
                    <a:lnTo>
                      <a:pt x="2193" y="2742"/>
                    </a:lnTo>
                    <a:lnTo>
                      <a:pt x="1929" y="3064"/>
                    </a:lnTo>
                    <a:lnTo>
                      <a:pt x="1683" y="3366"/>
                    </a:lnTo>
                    <a:lnTo>
                      <a:pt x="1437" y="3706"/>
                    </a:lnTo>
                    <a:lnTo>
                      <a:pt x="1229" y="4047"/>
                    </a:lnTo>
                    <a:lnTo>
                      <a:pt x="1021" y="4406"/>
                    </a:lnTo>
                    <a:lnTo>
                      <a:pt x="832" y="4765"/>
                    </a:lnTo>
                    <a:lnTo>
                      <a:pt x="662" y="5143"/>
                    </a:lnTo>
                    <a:lnTo>
                      <a:pt x="511" y="5522"/>
                    </a:lnTo>
                    <a:lnTo>
                      <a:pt x="378" y="5900"/>
                    </a:lnTo>
                    <a:lnTo>
                      <a:pt x="265" y="6316"/>
                    </a:lnTo>
                    <a:lnTo>
                      <a:pt x="170" y="6713"/>
                    </a:lnTo>
                    <a:lnTo>
                      <a:pt x="95" y="7129"/>
                    </a:lnTo>
                    <a:lnTo>
                      <a:pt x="38" y="7545"/>
                    </a:lnTo>
                    <a:lnTo>
                      <a:pt x="19" y="7980"/>
                    </a:lnTo>
                    <a:lnTo>
                      <a:pt x="0" y="8414"/>
                    </a:lnTo>
                    <a:lnTo>
                      <a:pt x="19" y="8849"/>
                    </a:lnTo>
                    <a:lnTo>
                      <a:pt x="38" y="9265"/>
                    </a:lnTo>
                    <a:lnTo>
                      <a:pt x="95" y="9700"/>
                    </a:lnTo>
                    <a:lnTo>
                      <a:pt x="170" y="10116"/>
                    </a:lnTo>
                    <a:lnTo>
                      <a:pt x="265" y="10513"/>
                    </a:lnTo>
                    <a:lnTo>
                      <a:pt x="378" y="10910"/>
                    </a:lnTo>
                    <a:lnTo>
                      <a:pt x="511" y="11307"/>
                    </a:lnTo>
                    <a:lnTo>
                      <a:pt x="662" y="11685"/>
                    </a:lnTo>
                    <a:lnTo>
                      <a:pt x="832" y="12064"/>
                    </a:lnTo>
                    <a:lnTo>
                      <a:pt x="1021" y="12423"/>
                    </a:lnTo>
                    <a:lnTo>
                      <a:pt x="1229" y="12782"/>
                    </a:lnTo>
                    <a:lnTo>
                      <a:pt x="1437" y="13122"/>
                    </a:lnTo>
                    <a:lnTo>
                      <a:pt x="1683" y="13444"/>
                    </a:lnTo>
                    <a:lnTo>
                      <a:pt x="1929" y="13765"/>
                    </a:lnTo>
                    <a:lnTo>
                      <a:pt x="2193" y="14068"/>
                    </a:lnTo>
                    <a:lnTo>
                      <a:pt x="2477" y="14370"/>
                    </a:lnTo>
                    <a:lnTo>
                      <a:pt x="2761" y="14654"/>
                    </a:lnTo>
                    <a:lnTo>
                      <a:pt x="3063" y="14919"/>
                    </a:lnTo>
                    <a:lnTo>
                      <a:pt x="3385" y="15164"/>
                    </a:lnTo>
                    <a:lnTo>
                      <a:pt x="3725" y="15391"/>
                    </a:lnTo>
                    <a:lnTo>
                      <a:pt x="4065" y="15618"/>
                    </a:lnTo>
                    <a:lnTo>
                      <a:pt x="4406" y="15826"/>
                    </a:lnTo>
                    <a:lnTo>
                      <a:pt x="4765" y="15996"/>
                    </a:lnTo>
                    <a:lnTo>
                      <a:pt x="5143" y="16166"/>
                    </a:lnTo>
                    <a:lnTo>
                      <a:pt x="5521" y="16318"/>
                    </a:lnTo>
                    <a:lnTo>
                      <a:pt x="5918" y="16450"/>
                    </a:lnTo>
                    <a:lnTo>
                      <a:pt x="6315" y="16563"/>
                    </a:lnTo>
                    <a:lnTo>
                      <a:pt x="6731" y="16658"/>
                    </a:lnTo>
                    <a:lnTo>
                      <a:pt x="7147" y="16734"/>
                    </a:lnTo>
                    <a:lnTo>
                      <a:pt x="7563" y="16790"/>
                    </a:lnTo>
                    <a:lnTo>
                      <a:pt x="7998" y="16828"/>
                    </a:lnTo>
                    <a:lnTo>
                      <a:pt x="8849" y="16828"/>
                    </a:lnTo>
                    <a:lnTo>
                      <a:pt x="9284" y="16790"/>
                    </a:lnTo>
                    <a:lnTo>
                      <a:pt x="9700" y="16734"/>
                    </a:lnTo>
                    <a:lnTo>
                      <a:pt x="10116" y="16658"/>
                    </a:lnTo>
                    <a:lnTo>
                      <a:pt x="10532" y="16563"/>
                    </a:lnTo>
                    <a:lnTo>
                      <a:pt x="10929" y="16450"/>
                    </a:lnTo>
                    <a:lnTo>
                      <a:pt x="11326" y="16318"/>
                    </a:lnTo>
                    <a:lnTo>
                      <a:pt x="11704" y="16166"/>
                    </a:lnTo>
                    <a:lnTo>
                      <a:pt x="12082" y="15996"/>
                    </a:lnTo>
                    <a:lnTo>
                      <a:pt x="12441" y="15826"/>
                    </a:lnTo>
                    <a:lnTo>
                      <a:pt x="12800" y="15618"/>
                    </a:lnTo>
                    <a:lnTo>
                      <a:pt x="13141" y="15391"/>
                    </a:lnTo>
                    <a:lnTo>
                      <a:pt x="13462" y="15164"/>
                    </a:lnTo>
                    <a:lnTo>
                      <a:pt x="13784" y="14919"/>
                    </a:lnTo>
                    <a:lnTo>
                      <a:pt x="14086" y="14654"/>
                    </a:lnTo>
                    <a:lnTo>
                      <a:pt x="14389" y="14370"/>
                    </a:lnTo>
                    <a:lnTo>
                      <a:pt x="14653" y="14068"/>
                    </a:lnTo>
                    <a:lnTo>
                      <a:pt x="14918" y="13765"/>
                    </a:lnTo>
                    <a:lnTo>
                      <a:pt x="15183" y="13444"/>
                    </a:lnTo>
                    <a:lnTo>
                      <a:pt x="15410" y="13122"/>
                    </a:lnTo>
                    <a:lnTo>
                      <a:pt x="15637" y="12782"/>
                    </a:lnTo>
                    <a:lnTo>
                      <a:pt x="15826" y="12423"/>
                    </a:lnTo>
                    <a:lnTo>
                      <a:pt x="16015" y="12064"/>
                    </a:lnTo>
                    <a:lnTo>
                      <a:pt x="16185" y="11685"/>
                    </a:lnTo>
                    <a:lnTo>
                      <a:pt x="16336" y="11307"/>
                    </a:lnTo>
                    <a:lnTo>
                      <a:pt x="16468" y="10910"/>
                    </a:lnTo>
                    <a:lnTo>
                      <a:pt x="16582" y="10513"/>
                    </a:lnTo>
                    <a:lnTo>
                      <a:pt x="16676" y="10116"/>
                    </a:lnTo>
                    <a:lnTo>
                      <a:pt x="16752" y="9700"/>
                    </a:lnTo>
                    <a:lnTo>
                      <a:pt x="16809" y="9265"/>
                    </a:lnTo>
                    <a:lnTo>
                      <a:pt x="16828" y="8849"/>
                    </a:lnTo>
                    <a:lnTo>
                      <a:pt x="16847" y="8414"/>
                    </a:lnTo>
                    <a:lnTo>
                      <a:pt x="16828" y="7980"/>
                    </a:lnTo>
                    <a:lnTo>
                      <a:pt x="16809" y="7545"/>
                    </a:lnTo>
                    <a:lnTo>
                      <a:pt x="16752" y="7129"/>
                    </a:lnTo>
                    <a:lnTo>
                      <a:pt x="16676" y="6713"/>
                    </a:lnTo>
                    <a:lnTo>
                      <a:pt x="16582" y="6316"/>
                    </a:lnTo>
                    <a:lnTo>
                      <a:pt x="16468" y="5900"/>
                    </a:lnTo>
                    <a:lnTo>
                      <a:pt x="16336" y="5522"/>
                    </a:lnTo>
                    <a:lnTo>
                      <a:pt x="16185" y="5143"/>
                    </a:lnTo>
                    <a:lnTo>
                      <a:pt x="16015" y="4765"/>
                    </a:lnTo>
                    <a:lnTo>
                      <a:pt x="15826" y="4406"/>
                    </a:lnTo>
                    <a:lnTo>
                      <a:pt x="15637" y="4047"/>
                    </a:lnTo>
                    <a:lnTo>
                      <a:pt x="15410" y="3706"/>
                    </a:lnTo>
                    <a:lnTo>
                      <a:pt x="15183" y="3366"/>
                    </a:lnTo>
                    <a:lnTo>
                      <a:pt x="14918" y="3064"/>
                    </a:lnTo>
                    <a:lnTo>
                      <a:pt x="14653" y="2742"/>
                    </a:lnTo>
                    <a:lnTo>
                      <a:pt x="14389" y="2459"/>
                    </a:lnTo>
                    <a:lnTo>
                      <a:pt x="14086" y="2175"/>
                    </a:lnTo>
                    <a:lnTo>
                      <a:pt x="13784" y="1910"/>
                    </a:lnTo>
                    <a:lnTo>
                      <a:pt x="13462" y="1664"/>
                    </a:lnTo>
                    <a:lnTo>
                      <a:pt x="13141" y="1438"/>
                    </a:lnTo>
                    <a:lnTo>
                      <a:pt x="12800" y="1211"/>
                    </a:lnTo>
                    <a:lnTo>
                      <a:pt x="12441" y="1003"/>
                    </a:lnTo>
                    <a:lnTo>
                      <a:pt x="12082" y="814"/>
                    </a:lnTo>
                    <a:lnTo>
                      <a:pt x="11704" y="662"/>
                    </a:lnTo>
                    <a:lnTo>
                      <a:pt x="11326" y="511"/>
                    </a:lnTo>
                    <a:lnTo>
                      <a:pt x="10929" y="379"/>
                    </a:lnTo>
                    <a:lnTo>
                      <a:pt x="10532" y="265"/>
                    </a:lnTo>
                    <a:lnTo>
                      <a:pt x="10116" y="171"/>
                    </a:lnTo>
                    <a:lnTo>
                      <a:pt x="9700" y="95"/>
                    </a:lnTo>
                    <a:lnTo>
                      <a:pt x="9284" y="38"/>
                    </a:lnTo>
                    <a:lnTo>
                      <a:pt x="88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8" name="Google Shape;4848;p64"/>
              <p:cNvSpPr/>
              <p:nvPr/>
            </p:nvSpPr>
            <p:spPr>
              <a:xfrm>
                <a:off x="2074050" y="-1535150"/>
                <a:ext cx="221725" cy="222175"/>
              </a:xfrm>
              <a:custGeom>
                <a:avLst/>
                <a:gdLst/>
                <a:ahLst/>
                <a:cxnLst/>
                <a:rect l="l" t="t" r="r" b="b"/>
                <a:pathLst>
                  <a:path w="8869" h="8887" extrusionOk="0">
                    <a:moveTo>
                      <a:pt x="4444" y="0"/>
                    </a:moveTo>
                    <a:lnTo>
                      <a:pt x="4198" y="19"/>
                    </a:lnTo>
                    <a:lnTo>
                      <a:pt x="3990" y="19"/>
                    </a:lnTo>
                    <a:lnTo>
                      <a:pt x="3536" y="95"/>
                    </a:lnTo>
                    <a:lnTo>
                      <a:pt x="3120" y="208"/>
                    </a:lnTo>
                    <a:lnTo>
                      <a:pt x="2704" y="359"/>
                    </a:lnTo>
                    <a:lnTo>
                      <a:pt x="2326" y="548"/>
                    </a:lnTo>
                    <a:lnTo>
                      <a:pt x="1948" y="756"/>
                    </a:lnTo>
                    <a:lnTo>
                      <a:pt x="1608" y="1021"/>
                    </a:lnTo>
                    <a:lnTo>
                      <a:pt x="1305" y="1305"/>
                    </a:lnTo>
                    <a:lnTo>
                      <a:pt x="1003" y="1626"/>
                    </a:lnTo>
                    <a:lnTo>
                      <a:pt x="757" y="1967"/>
                    </a:lnTo>
                    <a:lnTo>
                      <a:pt x="530" y="2326"/>
                    </a:lnTo>
                    <a:lnTo>
                      <a:pt x="341" y="2723"/>
                    </a:lnTo>
                    <a:lnTo>
                      <a:pt x="190" y="3120"/>
                    </a:lnTo>
                    <a:lnTo>
                      <a:pt x="95" y="3555"/>
                    </a:lnTo>
                    <a:lnTo>
                      <a:pt x="20" y="3990"/>
                    </a:lnTo>
                    <a:lnTo>
                      <a:pt x="1" y="4217"/>
                    </a:lnTo>
                    <a:lnTo>
                      <a:pt x="1" y="4443"/>
                    </a:lnTo>
                    <a:lnTo>
                      <a:pt x="1" y="4670"/>
                    </a:lnTo>
                    <a:lnTo>
                      <a:pt x="20" y="4897"/>
                    </a:lnTo>
                    <a:lnTo>
                      <a:pt x="95" y="5332"/>
                    </a:lnTo>
                    <a:lnTo>
                      <a:pt x="190" y="5767"/>
                    </a:lnTo>
                    <a:lnTo>
                      <a:pt x="341" y="6164"/>
                    </a:lnTo>
                    <a:lnTo>
                      <a:pt x="530" y="6561"/>
                    </a:lnTo>
                    <a:lnTo>
                      <a:pt x="757" y="6920"/>
                    </a:lnTo>
                    <a:lnTo>
                      <a:pt x="1003" y="7261"/>
                    </a:lnTo>
                    <a:lnTo>
                      <a:pt x="1305" y="7582"/>
                    </a:lnTo>
                    <a:lnTo>
                      <a:pt x="1608" y="7866"/>
                    </a:lnTo>
                    <a:lnTo>
                      <a:pt x="1948" y="8130"/>
                    </a:lnTo>
                    <a:lnTo>
                      <a:pt x="2326" y="8338"/>
                    </a:lnTo>
                    <a:lnTo>
                      <a:pt x="2704" y="8527"/>
                    </a:lnTo>
                    <a:lnTo>
                      <a:pt x="3120" y="8679"/>
                    </a:lnTo>
                    <a:lnTo>
                      <a:pt x="3536" y="8792"/>
                    </a:lnTo>
                    <a:lnTo>
                      <a:pt x="3990" y="8849"/>
                    </a:lnTo>
                    <a:lnTo>
                      <a:pt x="4198" y="8868"/>
                    </a:lnTo>
                    <a:lnTo>
                      <a:pt x="4444" y="8887"/>
                    </a:lnTo>
                    <a:lnTo>
                      <a:pt x="4671" y="8868"/>
                    </a:lnTo>
                    <a:lnTo>
                      <a:pt x="4898" y="8849"/>
                    </a:lnTo>
                    <a:lnTo>
                      <a:pt x="5333" y="8792"/>
                    </a:lnTo>
                    <a:lnTo>
                      <a:pt x="5748" y="8679"/>
                    </a:lnTo>
                    <a:lnTo>
                      <a:pt x="6164" y="8527"/>
                    </a:lnTo>
                    <a:lnTo>
                      <a:pt x="6543" y="8338"/>
                    </a:lnTo>
                    <a:lnTo>
                      <a:pt x="6921" y="8130"/>
                    </a:lnTo>
                    <a:lnTo>
                      <a:pt x="7261" y="7866"/>
                    </a:lnTo>
                    <a:lnTo>
                      <a:pt x="7582" y="7582"/>
                    </a:lnTo>
                    <a:lnTo>
                      <a:pt x="7866" y="7261"/>
                    </a:lnTo>
                    <a:lnTo>
                      <a:pt x="8112" y="6920"/>
                    </a:lnTo>
                    <a:lnTo>
                      <a:pt x="8339" y="6561"/>
                    </a:lnTo>
                    <a:lnTo>
                      <a:pt x="8528" y="6164"/>
                    </a:lnTo>
                    <a:lnTo>
                      <a:pt x="8679" y="5767"/>
                    </a:lnTo>
                    <a:lnTo>
                      <a:pt x="8793" y="5332"/>
                    </a:lnTo>
                    <a:lnTo>
                      <a:pt x="8849" y="4897"/>
                    </a:lnTo>
                    <a:lnTo>
                      <a:pt x="8868" y="4670"/>
                    </a:lnTo>
                    <a:lnTo>
                      <a:pt x="8868" y="4443"/>
                    </a:lnTo>
                    <a:lnTo>
                      <a:pt x="8868" y="4217"/>
                    </a:lnTo>
                    <a:lnTo>
                      <a:pt x="8849" y="3990"/>
                    </a:lnTo>
                    <a:lnTo>
                      <a:pt x="8793" y="3555"/>
                    </a:lnTo>
                    <a:lnTo>
                      <a:pt x="8679" y="3120"/>
                    </a:lnTo>
                    <a:lnTo>
                      <a:pt x="8528" y="2723"/>
                    </a:lnTo>
                    <a:lnTo>
                      <a:pt x="8339" y="2326"/>
                    </a:lnTo>
                    <a:lnTo>
                      <a:pt x="8112" y="1967"/>
                    </a:lnTo>
                    <a:lnTo>
                      <a:pt x="7866" y="1626"/>
                    </a:lnTo>
                    <a:lnTo>
                      <a:pt x="7582" y="1305"/>
                    </a:lnTo>
                    <a:lnTo>
                      <a:pt x="7261" y="1021"/>
                    </a:lnTo>
                    <a:lnTo>
                      <a:pt x="6921" y="756"/>
                    </a:lnTo>
                    <a:lnTo>
                      <a:pt x="6543" y="548"/>
                    </a:lnTo>
                    <a:lnTo>
                      <a:pt x="6164" y="359"/>
                    </a:lnTo>
                    <a:lnTo>
                      <a:pt x="5748" y="208"/>
                    </a:lnTo>
                    <a:lnTo>
                      <a:pt x="5333" y="95"/>
                    </a:lnTo>
                    <a:lnTo>
                      <a:pt x="4898" y="19"/>
                    </a:lnTo>
                    <a:lnTo>
                      <a:pt x="4671" y="19"/>
                    </a:lnTo>
                    <a:lnTo>
                      <a:pt x="444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9" name="Google Shape;4849;p64"/>
              <p:cNvSpPr/>
              <p:nvPr/>
            </p:nvSpPr>
            <p:spPr>
              <a:xfrm>
                <a:off x="2192700" y="-1659475"/>
                <a:ext cx="515250" cy="237775"/>
              </a:xfrm>
              <a:custGeom>
                <a:avLst/>
                <a:gdLst/>
                <a:ahLst/>
                <a:cxnLst/>
                <a:rect l="l" t="t" r="r" b="b"/>
                <a:pathLst>
                  <a:path w="20610" h="9511" extrusionOk="0">
                    <a:moveTo>
                      <a:pt x="19815" y="1"/>
                    </a:moveTo>
                    <a:lnTo>
                      <a:pt x="0" y="9114"/>
                    </a:lnTo>
                    <a:lnTo>
                      <a:pt x="152" y="9511"/>
                    </a:lnTo>
                    <a:lnTo>
                      <a:pt x="20609" y="1040"/>
                    </a:lnTo>
                    <a:lnTo>
                      <a:pt x="19815" y="1"/>
                    </a:lnTo>
                    <a:close/>
                  </a:path>
                </a:pathLst>
              </a:custGeom>
              <a:gradFill>
                <a:gsLst>
                  <a:gs pos="0">
                    <a:srgbClr val="575757"/>
                  </a:gs>
                  <a:gs pos="100000">
                    <a:srgbClr val="16161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0" name="Google Shape;4850;p64"/>
              <p:cNvSpPr/>
              <p:nvPr/>
            </p:nvSpPr>
            <p:spPr>
              <a:xfrm>
                <a:off x="2620475" y="-1822550"/>
                <a:ext cx="312475" cy="245350"/>
              </a:xfrm>
              <a:custGeom>
                <a:avLst/>
                <a:gdLst/>
                <a:ahLst/>
                <a:cxnLst/>
                <a:rect l="l" t="t" r="r" b="b"/>
                <a:pathLst>
                  <a:path w="12499" h="9814" extrusionOk="0">
                    <a:moveTo>
                      <a:pt x="8509" y="1"/>
                    </a:moveTo>
                    <a:lnTo>
                      <a:pt x="1078" y="4803"/>
                    </a:lnTo>
                    <a:lnTo>
                      <a:pt x="0" y="8358"/>
                    </a:lnTo>
                    <a:lnTo>
                      <a:pt x="3820" y="9813"/>
                    </a:lnTo>
                    <a:lnTo>
                      <a:pt x="12498" y="5862"/>
                    </a:lnTo>
                    <a:lnTo>
                      <a:pt x="8376" y="4160"/>
                    </a:lnTo>
                    <a:lnTo>
                      <a:pt x="8509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0B9"/>
                  </a:gs>
                  <a:gs pos="100000">
                    <a:srgbClr val="F9D03C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87259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" r="5370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57150">
            <a:solidFill>
              <a:srgbClr val="3184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2" b="4959"/>
          <a:stretch/>
        </p:blipFill>
        <p:spPr bwMode="auto">
          <a:xfrm>
            <a:off x="1" y="-19050"/>
            <a:ext cx="9143999" cy="516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57150">
            <a:solidFill>
              <a:srgbClr val="3184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0846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7" name="Google Shape;4917;p66"/>
          <p:cNvGrpSpPr/>
          <p:nvPr/>
        </p:nvGrpSpPr>
        <p:grpSpPr>
          <a:xfrm>
            <a:off x="1314532" y="481275"/>
            <a:ext cx="6514936" cy="573648"/>
            <a:chOff x="1119355" y="481275"/>
            <a:chExt cx="6514936" cy="573648"/>
          </a:xfrm>
        </p:grpSpPr>
        <p:sp>
          <p:nvSpPr>
            <p:cNvPr id="4918" name="Google Shape;4918;p66"/>
            <p:cNvSpPr/>
            <p:nvPr/>
          </p:nvSpPr>
          <p:spPr>
            <a:xfrm flipH="1">
              <a:off x="6897980" y="481275"/>
              <a:ext cx="736311" cy="573648"/>
            </a:xfrm>
            <a:custGeom>
              <a:avLst/>
              <a:gdLst/>
              <a:ahLst/>
              <a:cxnLst/>
              <a:rect l="l" t="t" r="r" b="b"/>
              <a:pathLst>
                <a:path w="52332" h="40771" extrusionOk="0">
                  <a:moveTo>
                    <a:pt x="0" y="0"/>
                  </a:moveTo>
                  <a:lnTo>
                    <a:pt x="16432" y="20386"/>
                  </a:lnTo>
                  <a:lnTo>
                    <a:pt x="0" y="40771"/>
                  </a:lnTo>
                  <a:lnTo>
                    <a:pt x="52331" y="40771"/>
                  </a:lnTo>
                  <a:lnTo>
                    <a:pt x="5233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9" name="Google Shape;4919;p66"/>
            <p:cNvSpPr/>
            <p:nvPr/>
          </p:nvSpPr>
          <p:spPr>
            <a:xfrm>
              <a:off x="1119355" y="481275"/>
              <a:ext cx="736311" cy="573648"/>
            </a:xfrm>
            <a:custGeom>
              <a:avLst/>
              <a:gdLst/>
              <a:ahLst/>
              <a:cxnLst/>
              <a:rect l="l" t="t" r="r" b="b"/>
              <a:pathLst>
                <a:path w="52332" h="40771" extrusionOk="0">
                  <a:moveTo>
                    <a:pt x="0" y="0"/>
                  </a:moveTo>
                  <a:lnTo>
                    <a:pt x="16432" y="20386"/>
                  </a:lnTo>
                  <a:lnTo>
                    <a:pt x="0" y="40771"/>
                  </a:lnTo>
                  <a:lnTo>
                    <a:pt x="52331" y="40771"/>
                  </a:lnTo>
                  <a:lnTo>
                    <a:pt x="5233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0" name="Google Shape;4920;p66"/>
            <p:cNvSpPr/>
            <p:nvPr/>
          </p:nvSpPr>
          <p:spPr>
            <a:xfrm>
              <a:off x="1849800" y="481300"/>
              <a:ext cx="5444400" cy="573600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21" name="Google Shape;4921;p66"/>
          <p:cNvSpPr txBox="1">
            <a:spLocks noGrp="1"/>
          </p:cNvSpPr>
          <p:nvPr>
            <p:ph type="title"/>
          </p:nvPr>
        </p:nvSpPr>
        <p:spPr>
          <a:xfrm>
            <a:off x="722376" y="539496"/>
            <a:ext cx="77085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 — фабрика ценности</a:t>
            </a:r>
          </a:p>
        </p:txBody>
      </p:sp>
      <p:sp>
        <p:nvSpPr>
          <p:cNvPr id="4922" name="Google Shape;4922;p66"/>
          <p:cNvSpPr txBox="1">
            <a:spLocks noGrp="1"/>
          </p:cNvSpPr>
          <p:nvPr>
            <p:ph type="subTitle" idx="1"/>
          </p:nvPr>
        </p:nvSpPr>
        <p:spPr>
          <a:xfrm>
            <a:off x="5153588" y="1905573"/>
            <a:ext cx="3970914" cy="18409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just"/>
            <a:r>
              <a:rPr lang="ru-RU" sz="1800" dirty="0">
                <a:solidFill>
                  <a:srgbClr val="3672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Приоритет: минимальное </a:t>
            </a:r>
            <a:r>
              <a:rPr lang="ru-RU" sz="1800" dirty="0" err="1">
                <a:solidFill>
                  <a:srgbClr val="3672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ru-RU" sz="1800" dirty="0">
                <a:solidFill>
                  <a:srgbClr val="3672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672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1800" dirty="0">
                <a:solidFill>
                  <a:srgbClr val="3672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672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</a:t>
            </a:r>
            <a:endParaRPr lang="ru-RU" sz="1800" dirty="0">
              <a:solidFill>
                <a:srgbClr val="36728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r>
              <a:rPr lang="ru-RU" sz="1800" dirty="0">
                <a:solidFill>
                  <a:srgbClr val="3672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Нужны: четкие требования + беспрепятственный доступ к ресурсам</a:t>
            </a:r>
          </a:p>
          <a:p>
            <a:pPr marL="0" indent="0" algn="just"/>
            <a:r>
              <a:rPr lang="ru-RU" sz="1800" dirty="0">
                <a:solidFill>
                  <a:srgbClr val="3672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Сила: стандартизированные решения и отлаженные </a:t>
            </a:r>
            <a:r>
              <a:rPr lang="ru-RU" sz="1800" dirty="0" smtClean="0">
                <a:solidFill>
                  <a:srgbClr val="3672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процессы</a:t>
            </a:r>
            <a:endParaRPr lang="ru-RU" sz="1800" dirty="0">
              <a:solidFill>
                <a:srgbClr val="36728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934" name="Google Shape;4934;p66"/>
          <p:cNvGrpSpPr/>
          <p:nvPr/>
        </p:nvGrpSpPr>
        <p:grpSpPr>
          <a:xfrm>
            <a:off x="715376" y="1261909"/>
            <a:ext cx="4564525" cy="3135800"/>
            <a:chOff x="594799" y="1283125"/>
            <a:chExt cx="4564525" cy="3135800"/>
          </a:xfrm>
        </p:grpSpPr>
        <p:sp>
          <p:nvSpPr>
            <p:cNvPr id="4935" name="Google Shape;4935;p66"/>
            <p:cNvSpPr/>
            <p:nvPr/>
          </p:nvSpPr>
          <p:spPr>
            <a:xfrm>
              <a:off x="3836925" y="4184625"/>
              <a:ext cx="1322400" cy="2343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6" name="Google Shape;4936;p66"/>
            <p:cNvSpPr/>
            <p:nvPr/>
          </p:nvSpPr>
          <p:spPr>
            <a:xfrm>
              <a:off x="594799" y="4184625"/>
              <a:ext cx="3269100" cy="2343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7" name="Google Shape;4937;p66"/>
            <p:cNvSpPr/>
            <p:nvPr/>
          </p:nvSpPr>
          <p:spPr>
            <a:xfrm>
              <a:off x="4340136" y="1361390"/>
              <a:ext cx="357980" cy="401304"/>
            </a:xfrm>
            <a:custGeom>
              <a:avLst/>
              <a:gdLst/>
              <a:ahLst/>
              <a:cxnLst/>
              <a:rect l="l" t="t" r="r" b="b"/>
              <a:pathLst>
                <a:path w="16658" h="18674" extrusionOk="0">
                  <a:moveTo>
                    <a:pt x="8775" y="1"/>
                  </a:moveTo>
                  <a:lnTo>
                    <a:pt x="8249" y="24"/>
                  </a:lnTo>
                  <a:lnTo>
                    <a:pt x="7722" y="93"/>
                  </a:lnTo>
                  <a:lnTo>
                    <a:pt x="7217" y="161"/>
                  </a:lnTo>
                  <a:lnTo>
                    <a:pt x="6713" y="276"/>
                  </a:lnTo>
                  <a:lnTo>
                    <a:pt x="6232" y="390"/>
                  </a:lnTo>
                  <a:lnTo>
                    <a:pt x="5751" y="551"/>
                  </a:lnTo>
                  <a:lnTo>
                    <a:pt x="5293" y="734"/>
                  </a:lnTo>
                  <a:lnTo>
                    <a:pt x="4858" y="940"/>
                  </a:lnTo>
                  <a:lnTo>
                    <a:pt x="4445" y="1147"/>
                  </a:lnTo>
                  <a:lnTo>
                    <a:pt x="4056" y="1399"/>
                  </a:lnTo>
                  <a:lnTo>
                    <a:pt x="3666" y="1674"/>
                  </a:lnTo>
                  <a:lnTo>
                    <a:pt x="3300" y="1971"/>
                  </a:lnTo>
                  <a:lnTo>
                    <a:pt x="2979" y="2269"/>
                  </a:lnTo>
                  <a:lnTo>
                    <a:pt x="2658" y="2613"/>
                  </a:lnTo>
                  <a:lnTo>
                    <a:pt x="2360" y="2957"/>
                  </a:lnTo>
                  <a:lnTo>
                    <a:pt x="2108" y="3323"/>
                  </a:lnTo>
                  <a:lnTo>
                    <a:pt x="1856" y="3713"/>
                  </a:lnTo>
                  <a:lnTo>
                    <a:pt x="1650" y="4125"/>
                  </a:lnTo>
                  <a:lnTo>
                    <a:pt x="1467" y="4537"/>
                  </a:lnTo>
                  <a:lnTo>
                    <a:pt x="1306" y="4996"/>
                  </a:lnTo>
                  <a:lnTo>
                    <a:pt x="1192" y="5431"/>
                  </a:lnTo>
                  <a:lnTo>
                    <a:pt x="1100" y="5912"/>
                  </a:lnTo>
                  <a:lnTo>
                    <a:pt x="1031" y="6393"/>
                  </a:lnTo>
                  <a:lnTo>
                    <a:pt x="986" y="6897"/>
                  </a:lnTo>
                  <a:lnTo>
                    <a:pt x="986" y="7424"/>
                  </a:lnTo>
                  <a:lnTo>
                    <a:pt x="1031" y="7951"/>
                  </a:lnTo>
                  <a:lnTo>
                    <a:pt x="1100" y="8478"/>
                  </a:lnTo>
                  <a:lnTo>
                    <a:pt x="1169" y="8959"/>
                  </a:lnTo>
                  <a:lnTo>
                    <a:pt x="1192" y="9463"/>
                  </a:lnTo>
                  <a:lnTo>
                    <a:pt x="1215" y="9990"/>
                  </a:lnTo>
                  <a:lnTo>
                    <a:pt x="1215" y="10517"/>
                  </a:lnTo>
                  <a:lnTo>
                    <a:pt x="1169" y="11067"/>
                  </a:lnTo>
                  <a:lnTo>
                    <a:pt x="1123" y="11617"/>
                  </a:lnTo>
                  <a:lnTo>
                    <a:pt x="1077" y="12190"/>
                  </a:lnTo>
                  <a:lnTo>
                    <a:pt x="986" y="12763"/>
                  </a:lnTo>
                  <a:lnTo>
                    <a:pt x="802" y="13908"/>
                  </a:lnTo>
                  <a:lnTo>
                    <a:pt x="550" y="15077"/>
                  </a:lnTo>
                  <a:lnTo>
                    <a:pt x="298" y="16222"/>
                  </a:lnTo>
                  <a:lnTo>
                    <a:pt x="0" y="17368"/>
                  </a:lnTo>
                  <a:lnTo>
                    <a:pt x="1902" y="17735"/>
                  </a:lnTo>
                  <a:lnTo>
                    <a:pt x="3804" y="18101"/>
                  </a:lnTo>
                  <a:lnTo>
                    <a:pt x="4766" y="18262"/>
                  </a:lnTo>
                  <a:lnTo>
                    <a:pt x="5728" y="18399"/>
                  </a:lnTo>
                  <a:lnTo>
                    <a:pt x="6691" y="18536"/>
                  </a:lnTo>
                  <a:lnTo>
                    <a:pt x="7630" y="18605"/>
                  </a:lnTo>
                  <a:lnTo>
                    <a:pt x="8615" y="18674"/>
                  </a:lnTo>
                  <a:lnTo>
                    <a:pt x="9577" y="18674"/>
                  </a:lnTo>
                  <a:lnTo>
                    <a:pt x="10059" y="18651"/>
                  </a:lnTo>
                  <a:lnTo>
                    <a:pt x="10540" y="18628"/>
                  </a:lnTo>
                  <a:lnTo>
                    <a:pt x="11044" y="18582"/>
                  </a:lnTo>
                  <a:lnTo>
                    <a:pt x="11525" y="18514"/>
                  </a:lnTo>
                  <a:lnTo>
                    <a:pt x="12029" y="18445"/>
                  </a:lnTo>
                  <a:lnTo>
                    <a:pt x="12510" y="18353"/>
                  </a:lnTo>
                  <a:lnTo>
                    <a:pt x="13014" y="18239"/>
                  </a:lnTo>
                  <a:lnTo>
                    <a:pt x="13518" y="18101"/>
                  </a:lnTo>
                  <a:lnTo>
                    <a:pt x="14022" y="17941"/>
                  </a:lnTo>
                  <a:lnTo>
                    <a:pt x="14503" y="17780"/>
                  </a:lnTo>
                  <a:lnTo>
                    <a:pt x="15030" y="17597"/>
                  </a:lnTo>
                  <a:lnTo>
                    <a:pt x="15534" y="17368"/>
                  </a:lnTo>
                  <a:lnTo>
                    <a:pt x="15557" y="16497"/>
                  </a:lnTo>
                  <a:lnTo>
                    <a:pt x="15603" y="16039"/>
                  </a:lnTo>
                  <a:lnTo>
                    <a:pt x="15672" y="15558"/>
                  </a:lnTo>
                  <a:lnTo>
                    <a:pt x="15741" y="15054"/>
                  </a:lnTo>
                  <a:lnTo>
                    <a:pt x="15832" y="14527"/>
                  </a:lnTo>
                  <a:lnTo>
                    <a:pt x="15947" y="13977"/>
                  </a:lnTo>
                  <a:lnTo>
                    <a:pt x="16084" y="13404"/>
                  </a:lnTo>
                  <a:lnTo>
                    <a:pt x="16222" y="12786"/>
                  </a:lnTo>
                  <a:lnTo>
                    <a:pt x="16359" y="12052"/>
                  </a:lnTo>
                  <a:lnTo>
                    <a:pt x="16474" y="11205"/>
                  </a:lnTo>
                  <a:lnTo>
                    <a:pt x="16565" y="10288"/>
                  </a:lnTo>
                  <a:lnTo>
                    <a:pt x="16634" y="9326"/>
                  </a:lnTo>
                  <a:lnTo>
                    <a:pt x="16657" y="8822"/>
                  </a:lnTo>
                  <a:lnTo>
                    <a:pt x="16657" y="8318"/>
                  </a:lnTo>
                  <a:lnTo>
                    <a:pt x="16634" y="7814"/>
                  </a:lnTo>
                  <a:lnTo>
                    <a:pt x="16588" y="7287"/>
                  </a:lnTo>
                  <a:lnTo>
                    <a:pt x="16543" y="6783"/>
                  </a:lnTo>
                  <a:lnTo>
                    <a:pt x="16474" y="6279"/>
                  </a:lnTo>
                  <a:lnTo>
                    <a:pt x="16382" y="5775"/>
                  </a:lnTo>
                  <a:lnTo>
                    <a:pt x="16268" y="5271"/>
                  </a:lnTo>
                  <a:lnTo>
                    <a:pt x="16130" y="4767"/>
                  </a:lnTo>
                  <a:lnTo>
                    <a:pt x="15970" y="4308"/>
                  </a:lnTo>
                  <a:lnTo>
                    <a:pt x="15786" y="3827"/>
                  </a:lnTo>
                  <a:lnTo>
                    <a:pt x="15580" y="3392"/>
                  </a:lnTo>
                  <a:lnTo>
                    <a:pt x="15328" y="2957"/>
                  </a:lnTo>
                  <a:lnTo>
                    <a:pt x="15053" y="2544"/>
                  </a:lnTo>
                  <a:lnTo>
                    <a:pt x="14755" y="2155"/>
                  </a:lnTo>
                  <a:lnTo>
                    <a:pt x="14412" y="1811"/>
                  </a:lnTo>
                  <a:lnTo>
                    <a:pt x="14045" y="1467"/>
                  </a:lnTo>
                  <a:lnTo>
                    <a:pt x="13633" y="1169"/>
                  </a:lnTo>
                  <a:lnTo>
                    <a:pt x="13197" y="895"/>
                  </a:lnTo>
                  <a:lnTo>
                    <a:pt x="12716" y="665"/>
                  </a:lnTo>
                  <a:lnTo>
                    <a:pt x="12189" y="482"/>
                  </a:lnTo>
                  <a:lnTo>
                    <a:pt x="11617" y="322"/>
                  </a:lnTo>
                  <a:lnTo>
                    <a:pt x="11044" y="207"/>
                  </a:lnTo>
                  <a:lnTo>
                    <a:pt x="10471" y="116"/>
                  </a:lnTo>
                  <a:lnTo>
                    <a:pt x="9898" y="47"/>
                  </a:lnTo>
                  <a:lnTo>
                    <a:pt x="9325" y="24"/>
                  </a:lnTo>
                  <a:lnTo>
                    <a:pt x="87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8" name="Google Shape;4938;p66"/>
            <p:cNvSpPr/>
            <p:nvPr/>
          </p:nvSpPr>
          <p:spPr>
            <a:xfrm>
              <a:off x="4340136" y="1361390"/>
              <a:ext cx="357980" cy="401304"/>
            </a:xfrm>
            <a:custGeom>
              <a:avLst/>
              <a:gdLst/>
              <a:ahLst/>
              <a:cxnLst/>
              <a:rect l="l" t="t" r="r" b="b"/>
              <a:pathLst>
                <a:path w="16658" h="18674" fill="none" extrusionOk="0">
                  <a:moveTo>
                    <a:pt x="0" y="17368"/>
                  </a:moveTo>
                  <a:lnTo>
                    <a:pt x="0" y="17368"/>
                  </a:lnTo>
                  <a:lnTo>
                    <a:pt x="1902" y="17735"/>
                  </a:lnTo>
                  <a:lnTo>
                    <a:pt x="3804" y="18101"/>
                  </a:lnTo>
                  <a:lnTo>
                    <a:pt x="4766" y="18262"/>
                  </a:lnTo>
                  <a:lnTo>
                    <a:pt x="5728" y="18399"/>
                  </a:lnTo>
                  <a:lnTo>
                    <a:pt x="6691" y="18536"/>
                  </a:lnTo>
                  <a:lnTo>
                    <a:pt x="7630" y="18605"/>
                  </a:lnTo>
                  <a:lnTo>
                    <a:pt x="8615" y="18674"/>
                  </a:lnTo>
                  <a:lnTo>
                    <a:pt x="9577" y="18674"/>
                  </a:lnTo>
                  <a:lnTo>
                    <a:pt x="10059" y="18651"/>
                  </a:lnTo>
                  <a:lnTo>
                    <a:pt x="10540" y="18628"/>
                  </a:lnTo>
                  <a:lnTo>
                    <a:pt x="11044" y="18582"/>
                  </a:lnTo>
                  <a:lnTo>
                    <a:pt x="11525" y="18514"/>
                  </a:lnTo>
                  <a:lnTo>
                    <a:pt x="12029" y="18445"/>
                  </a:lnTo>
                  <a:lnTo>
                    <a:pt x="12510" y="18353"/>
                  </a:lnTo>
                  <a:lnTo>
                    <a:pt x="13014" y="18239"/>
                  </a:lnTo>
                  <a:lnTo>
                    <a:pt x="13518" y="18101"/>
                  </a:lnTo>
                  <a:lnTo>
                    <a:pt x="14022" y="17941"/>
                  </a:lnTo>
                  <a:lnTo>
                    <a:pt x="14503" y="17780"/>
                  </a:lnTo>
                  <a:lnTo>
                    <a:pt x="15030" y="17597"/>
                  </a:lnTo>
                  <a:lnTo>
                    <a:pt x="15534" y="17368"/>
                  </a:lnTo>
                  <a:lnTo>
                    <a:pt x="15534" y="17368"/>
                  </a:lnTo>
                  <a:lnTo>
                    <a:pt x="15557" y="16497"/>
                  </a:lnTo>
                  <a:lnTo>
                    <a:pt x="15603" y="16039"/>
                  </a:lnTo>
                  <a:lnTo>
                    <a:pt x="15672" y="15558"/>
                  </a:lnTo>
                  <a:lnTo>
                    <a:pt x="15741" y="15054"/>
                  </a:lnTo>
                  <a:lnTo>
                    <a:pt x="15832" y="14527"/>
                  </a:lnTo>
                  <a:lnTo>
                    <a:pt x="15947" y="13977"/>
                  </a:lnTo>
                  <a:lnTo>
                    <a:pt x="16084" y="13404"/>
                  </a:lnTo>
                  <a:lnTo>
                    <a:pt x="16084" y="13404"/>
                  </a:lnTo>
                  <a:lnTo>
                    <a:pt x="16222" y="12786"/>
                  </a:lnTo>
                  <a:lnTo>
                    <a:pt x="16359" y="12052"/>
                  </a:lnTo>
                  <a:lnTo>
                    <a:pt x="16474" y="11205"/>
                  </a:lnTo>
                  <a:lnTo>
                    <a:pt x="16565" y="10288"/>
                  </a:lnTo>
                  <a:lnTo>
                    <a:pt x="16634" y="9326"/>
                  </a:lnTo>
                  <a:lnTo>
                    <a:pt x="16657" y="8822"/>
                  </a:lnTo>
                  <a:lnTo>
                    <a:pt x="16657" y="8318"/>
                  </a:lnTo>
                  <a:lnTo>
                    <a:pt x="16634" y="7814"/>
                  </a:lnTo>
                  <a:lnTo>
                    <a:pt x="16588" y="7287"/>
                  </a:lnTo>
                  <a:lnTo>
                    <a:pt x="16543" y="6783"/>
                  </a:lnTo>
                  <a:lnTo>
                    <a:pt x="16474" y="6279"/>
                  </a:lnTo>
                  <a:lnTo>
                    <a:pt x="16382" y="5775"/>
                  </a:lnTo>
                  <a:lnTo>
                    <a:pt x="16268" y="5271"/>
                  </a:lnTo>
                  <a:lnTo>
                    <a:pt x="16130" y="4767"/>
                  </a:lnTo>
                  <a:lnTo>
                    <a:pt x="15970" y="4308"/>
                  </a:lnTo>
                  <a:lnTo>
                    <a:pt x="15786" y="3827"/>
                  </a:lnTo>
                  <a:lnTo>
                    <a:pt x="15580" y="3392"/>
                  </a:lnTo>
                  <a:lnTo>
                    <a:pt x="15328" y="2957"/>
                  </a:lnTo>
                  <a:lnTo>
                    <a:pt x="15053" y="2544"/>
                  </a:lnTo>
                  <a:lnTo>
                    <a:pt x="14755" y="2155"/>
                  </a:lnTo>
                  <a:lnTo>
                    <a:pt x="14412" y="1811"/>
                  </a:lnTo>
                  <a:lnTo>
                    <a:pt x="14045" y="1467"/>
                  </a:lnTo>
                  <a:lnTo>
                    <a:pt x="13633" y="1169"/>
                  </a:lnTo>
                  <a:lnTo>
                    <a:pt x="13197" y="895"/>
                  </a:lnTo>
                  <a:lnTo>
                    <a:pt x="12716" y="665"/>
                  </a:lnTo>
                  <a:lnTo>
                    <a:pt x="12189" y="482"/>
                  </a:lnTo>
                  <a:lnTo>
                    <a:pt x="11617" y="322"/>
                  </a:lnTo>
                  <a:lnTo>
                    <a:pt x="11617" y="322"/>
                  </a:lnTo>
                  <a:lnTo>
                    <a:pt x="11044" y="207"/>
                  </a:lnTo>
                  <a:lnTo>
                    <a:pt x="10471" y="116"/>
                  </a:lnTo>
                  <a:lnTo>
                    <a:pt x="9898" y="47"/>
                  </a:lnTo>
                  <a:lnTo>
                    <a:pt x="9325" y="24"/>
                  </a:lnTo>
                  <a:lnTo>
                    <a:pt x="8775" y="1"/>
                  </a:lnTo>
                  <a:lnTo>
                    <a:pt x="8249" y="24"/>
                  </a:lnTo>
                  <a:lnTo>
                    <a:pt x="7722" y="93"/>
                  </a:lnTo>
                  <a:lnTo>
                    <a:pt x="7217" y="161"/>
                  </a:lnTo>
                  <a:lnTo>
                    <a:pt x="6713" y="276"/>
                  </a:lnTo>
                  <a:lnTo>
                    <a:pt x="6232" y="390"/>
                  </a:lnTo>
                  <a:lnTo>
                    <a:pt x="5751" y="551"/>
                  </a:lnTo>
                  <a:lnTo>
                    <a:pt x="5293" y="734"/>
                  </a:lnTo>
                  <a:lnTo>
                    <a:pt x="4858" y="940"/>
                  </a:lnTo>
                  <a:lnTo>
                    <a:pt x="4445" y="1147"/>
                  </a:lnTo>
                  <a:lnTo>
                    <a:pt x="4056" y="1399"/>
                  </a:lnTo>
                  <a:lnTo>
                    <a:pt x="3666" y="1674"/>
                  </a:lnTo>
                  <a:lnTo>
                    <a:pt x="3300" y="1971"/>
                  </a:lnTo>
                  <a:lnTo>
                    <a:pt x="2979" y="2269"/>
                  </a:lnTo>
                  <a:lnTo>
                    <a:pt x="2658" y="2613"/>
                  </a:lnTo>
                  <a:lnTo>
                    <a:pt x="2360" y="2957"/>
                  </a:lnTo>
                  <a:lnTo>
                    <a:pt x="2108" y="3323"/>
                  </a:lnTo>
                  <a:lnTo>
                    <a:pt x="1856" y="3713"/>
                  </a:lnTo>
                  <a:lnTo>
                    <a:pt x="1650" y="4125"/>
                  </a:lnTo>
                  <a:lnTo>
                    <a:pt x="1467" y="4537"/>
                  </a:lnTo>
                  <a:lnTo>
                    <a:pt x="1306" y="4996"/>
                  </a:lnTo>
                  <a:lnTo>
                    <a:pt x="1192" y="5431"/>
                  </a:lnTo>
                  <a:lnTo>
                    <a:pt x="1100" y="5912"/>
                  </a:lnTo>
                  <a:lnTo>
                    <a:pt x="1031" y="6393"/>
                  </a:lnTo>
                  <a:lnTo>
                    <a:pt x="986" y="6897"/>
                  </a:lnTo>
                  <a:lnTo>
                    <a:pt x="986" y="7424"/>
                  </a:lnTo>
                  <a:lnTo>
                    <a:pt x="1031" y="7951"/>
                  </a:lnTo>
                  <a:lnTo>
                    <a:pt x="1100" y="8478"/>
                  </a:lnTo>
                  <a:lnTo>
                    <a:pt x="1100" y="8478"/>
                  </a:lnTo>
                  <a:lnTo>
                    <a:pt x="1169" y="8959"/>
                  </a:lnTo>
                  <a:lnTo>
                    <a:pt x="1192" y="9463"/>
                  </a:lnTo>
                  <a:lnTo>
                    <a:pt x="1215" y="9990"/>
                  </a:lnTo>
                  <a:lnTo>
                    <a:pt x="1215" y="10517"/>
                  </a:lnTo>
                  <a:lnTo>
                    <a:pt x="1169" y="11067"/>
                  </a:lnTo>
                  <a:lnTo>
                    <a:pt x="1123" y="11617"/>
                  </a:lnTo>
                  <a:lnTo>
                    <a:pt x="1077" y="12190"/>
                  </a:lnTo>
                  <a:lnTo>
                    <a:pt x="986" y="12763"/>
                  </a:lnTo>
                  <a:lnTo>
                    <a:pt x="802" y="13908"/>
                  </a:lnTo>
                  <a:lnTo>
                    <a:pt x="550" y="15077"/>
                  </a:lnTo>
                  <a:lnTo>
                    <a:pt x="298" y="16222"/>
                  </a:lnTo>
                  <a:lnTo>
                    <a:pt x="0" y="1736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9" name="Google Shape;4939;p66"/>
            <p:cNvSpPr/>
            <p:nvPr/>
          </p:nvSpPr>
          <p:spPr>
            <a:xfrm>
              <a:off x="3836935" y="1810437"/>
              <a:ext cx="560825" cy="483031"/>
            </a:xfrm>
            <a:custGeom>
              <a:avLst/>
              <a:gdLst/>
              <a:ahLst/>
              <a:cxnLst/>
              <a:rect l="l" t="t" r="r" b="b"/>
              <a:pathLst>
                <a:path w="26097" h="22477" extrusionOk="0">
                  <a:moveTo>
                    <a:pt x="22866" y="0"/>
                  </a:moveTo>
                  <a:lnTo>
                    <a:pt x="22592" y="46"/>
                  </a:lnTo>
                  <a:lnTo>
                    <a:pt x="22339" y="115"/>
                  </a:lnTo>
                  <a:lnTo>
                    <a:pt x="22087" y="184"/>
                  </a:lnTo>
                  <a:lnTo>
                    <a:pt x="21835" y="298"/>
                  </a:lnTo>
                  <a:lnTo>
                    <a:pt x="21606" y="436"/>
                  </a:lnTo>
                  <a:lnTo>
                    <a:pt x="21377" y="573"/>
                  </a:lnTo>
                  <a:lnTo>
                    <a:pt x="21171" y="756"/>
                  </a:lnTo>
                  <a:lnTo>
                    <a:pt x="20988" y="940"/>
                  </a:lnTo>
                  <a:lnTo>
                    <a:pt x="20804" y="1146"/>
                  </a:lnTo>
                  <a:lnTo>
                    <a:pt x="20644" y="1375"/>
                  </a:lnTo>
                  <a:lnTo>
                    <a:pt x="20507" y="1604"/>
                  </a:lnTo>
                  <a:lnTo>
                    <a:pt x="20392" y="1879"/>
                  </a:lnTo>
                  <a:lnTo>
                    <a:pt x="20392" y="1902"/>
                  </a:lnTo>
                  <a:lnTo>
                    <a:pt x="20025" y="2819"/>
                  </a:lnTo>
                  <a:lnTo>
                    <a:pt x="19659" y="3781"/>
                  </a:lnTo>
                  <a:lnTo>
                    <a:pt x="18949" y="5682"/>
                  </a:lnTo>
                  <a:lnTo>
                    <a:pt x="17505" y="9440"/>
                  </a:lnTo>
                  <a:lnTo>
                    <a:pt x="16749" y="11296"/>
                  </a:lnTo>
                  <a:lnTo>
                    <a:pt x="15993" y="13129"/>
                  </a:lnTo>
                  <a:lnTo>
                    <a:pt x="15603" y="14022"/>
                  </a:lnTo>
                  <a:lnTo>
                    <a:pt x="15191" y="14893"/>
                  </a:lnTo>
                  <a:lnTo>
                    <a:pt x="14802" y="15718"/>
                  </a:lnTo>
                  <a:lnTo>
                    <a:pt x="14389" y="16474"/>
                  </a:lnTo>
                  <a:lnTo>
                    <a:pt x="14183" y="16818"/>
                  </a:lnTo>
                  <a:lnTo>
                    <a:pt x="14080" y="16972"/>
                  </a:lnTo>
                  <a:lnTo>
                    <a:pt x="14080" y="16972"/>
                  </a:lnTo>
                  <a:lnTo>
                    <a:pt x="14000" y="16978"/>
                  </a:lnTo>
                  <a:lnTo>
                    <a:pt x="13610" y="16978"/>
                  </a:lnTo>
                  <a:lnTo>
                    <a:pt x="13221" y="16955"/>
                  </a:lnTo>
                  <a:lnTo>
                    <a:pt x="12785" y="16909"/>
                  </a:lnTo>
                  <a:lnTo>
                    <a:pt x="11869" y="16818"/>
                  </a:lnTo>
                  <a:lnTo>
                    <a:pt x="10929" y="16657"/>
                  </a:lnTo>
                  <a:lnTo>
                    <a:pt x="9967" y="16474"/>
                  </a:lnTo>
                  <a:lnTo>
                    <a:pt x="8043" y="16084"/>
                  </a:lnTo>
                  <a:lnTo>
                    <a:pt x="6072" y="15626"/>
                  </a:lnTo>
                  <a:lnTo>
                    <a:pt x="4102" y="15145"/>
                  </a:lnTo>
                  <a:lnTo>
                    <a:pt x="2131" y="14687"/>
                  </a:lnTo>
                  <a:lnTo>
                    <a:pt x="2109" y="14664"/>
                  </a:lnTo>
                  <a:lnTo>
                    <a:pt x="1925" y="14641"/>
                  </a:lnTo>
                  <a:lnTo>
                    <a:pt x="1765" y="14618"/>
                  </a:lnTo>
                  <a:lnTo>
                    <a:pt x="1582" y="14641"/>
                  </a:lnTo>
                  <a:lnTo>
                    <a:pt x="1421" y="14641"/>
                  </a:lnTo>
                  <a:lnTo>
                    <a:pt x="1261" y="14687"/>
                  </a:lnTo>
                  <a:lnTo>
                    <a:pt x="1100" y="14733"/>
                  </a:lnTo>
                  <a:lnTo>
                    <a:pt x="940" y="14801"/>
                  </a:lnTo>
                  <a:lnTo>
                    <a:pt x="803" y="14870"/>
                  </a:lnTo>
                  <a:lnTo>
                    <a:pt x="665" y="14962"/>
                  </a:lnTo>
                  <a:lnTo>
                    <a:pt x="551" y="15076"/>
                  </a:lnTo>
                  <a:lnTo>
                    <a:pt x="436" y="15191"/>
                  </a:lnTo>
                  <a:lnTo>
                    <a:pt x="321" y="15328"/>
                  </a:lnTo>
                  <a:lnTo>
                    <a:pt x="230" y="15466"/>
                  </a:lnTo>
                  <a:lnTo>
                    <a:pt x="138" y="15603"/>
                  </a:lnTo>
                  <a:lnTo>
                    <a:pt x="92" y="15764"/>
                  </a:lnTo>
                  <a:lnTo>
                    <a:pt x="24" y="15947"/>
                  </a:lnTo>
                  <a:lnTo>
                    <a:pt x="1" y="16222"/>
                  </a:lnTo>
                  <a:lnTo>
                    <a:pt x="1" y="16520"/>
                  </a:lnTo>
                  <a:lnTo>
                    <a:pt x="46" y="16795"/>
                  </a:lnTo>
                  <a:lnTo>
                    <a:pt x="138" y="17047"/>
                  </a:lnTo>
                  <a:lnTo>
                    <a:pt x="276" y="17276"/>
                  </a:lnTo>
                  <a:lnTo>
                    <a:pt x="436" y="17505"/>
                  </a:lnTo>
                  <a:lnTo>
                    <a:pt x="642" y="17688"/>
                  </a:lnTo>
                  <a:lnTo>
                    <a:pt x="871" y="17849"/>
                  </a:lnTo>
                  <a:lnTo>
                    <a:pt x="1352" y="18101"/>
                  </a:lnTo>
                  <a:lnTo>
                    <a:pt x="1811" y="18353"/>
                  </a:lnTo>
                  <a:lnTo>
                    <a:pt x="2773" y="18834"/>
                  </a:lnTo>
                  <a:lnTo>
                    <a:pt x="3735" y="19269"/>
                  </a:lnTo>
                  <a:lnTo>
                    <a:pt x="4698" y="19704"/>
                  </a:lnTo>
                  <a:lnTo>
                    <a:pt x="5683" y="20140"/>
                  </a:lnTo>
                  <a:lnTo>
                    <a:pt x="6668" y="20529"/>
                  </a:lnTo>
                  <a:lnTo>
                    <a:pt x="7676" y="20919"/>
                  </a:lnTo>
                  <a:lnTo>
                    <a:pt x="8684" y="21262"/>
                  </a:lnTo>
                  <a:lnTo>
                    <a:pt x="9738" y="21606"/>
                  </a:lnTo>
                  <a:lnTo>
                    <a:pt x="10815" y="21904"/>
                  </a:lnTo>
                  <a:lnTo>
                    <a:pt x="11365" y="22041"/>
                  </a:lnTo>
                  <a:lnTo>
                    <a:pt x="11938" y="22179"/>
                  </a:lnTo>
                  <a:lnTo>
                    <a:pt x="12533" y="22293"/>
                  </a:lnTo>
                  <a:lnTo>
                    <a:pt x="13129" y="22385"/>
                  </a:lnTo>
                  <a:lnTo>
                    <a:pt x="13793" y="22454"/>
                  </a:lnTo>
                  <a:lnTo>
                    <a:pt x="14137" y="22454"/>
                  </a:lnTo>
                  <a:lnTo>
                    <a:pt x="14527" y="22477"/>
                  </a:lnTo>
                  <a:lnTo>
                    <a:pt x="14916" y="22454"/>
                  </a:lnTo>
                  <a:lnTo>
                    <a:pt x="15351" y="22408"/>
                  </a:lnTo>
                  <a:lnTo>
                    <a:pt x="15855" y="22316"/>
                  </a:lnTo>
                  <a:lnTo>
                    <a:pt x="16130" y="22248"/>
                  </a:lnTo>
                  <a:lnTo>
                    <a:pt x="16428" y="22133"/>
                  </a:lnTo>
                  <a:lnTo>
                    <a:pt x="16772" y="21996"/>
                  </a:lnTo>
                  <a:lnTo>
                    <a:pt x="17116" y="21812"/>
                  </a:lnTo>
                  <a:lnTo>
                    <a:pt x="17299" y="21698"/>
                  </a:lnTo>
                  <a:lnTo>
                    <a:pt x="17505" y="21560"/>
                  </a:lnTo>
                  <a:lnTo>
                    <a:pt x="17688" y="21400"/>
                  </a:lnTo>
                  <a:lnTo>
                    <a:pt x="17780" y="21308"/>
                  </a:lnTo>
                  <a:lnTo>
                    <a:pt x="17849" y="21262"/>
                  </a:lnTo>
                  <a:lnTo>
                    <a:pt x="18147" y="20965"/>
                  </a:lnTo>
                  <a:lnTo>
                    <a:pt x="18284" y="20804"/>
                  </a:lnTo>
                  <a:lnTo>
                    <a:pt x="18399" y="20667"/>
                  </a:lnTo>
                  <a:lnTo>
                    <a:pt x="18857" y="20117"/>
                  </a:lnTo>
                  <a:lnTo>
                    <a:pt x="19223" y="19590"/>
                  </a:lnTo>
                  <a:lnTo>
                    <a:pt x="19567" y="19086"/>
                  </a:lnTo>
                  <a:lnTo>
                    <a:pt x="19865" y="18582"/>
                  </a:lnTo>
                  <a:lnTo>
                    <a:pt x="20438" y="17597"/>
                  </a:lnTo>
                  <a:lnTo>
                    <a:pt x="20942" y="16611"/>
                  </a:lnTo>
                  <a:lnTo>
                    <a:pt x="21446" y="15626"/>
                  </a:lnTo>
                  <a:lnTo>
                    <a:pt x="21904" y="14641"/>
                  </a:lnTo>
                  <a:lnTo>
                    <a:pt x="22339" y="13679"/>
                  </a:lnTo>
                  <a:lnTo>
                    <a:pt x="22752" y="12693"/>
                  </a:lnTo>
                  <a:lnTo>
                    <a:pt x="23164" y="11708"/>
                  </a:lnTo>
                  <a:lnTo>
                    <a:pt x="23943" y="9761"/>
                  </a:lnTo>
                  <a:lnTo>
                    <a:pt x="24676" y="7767"/>
                  </a:lnTo>
                  <a:lnTo>
                    <a:pt x="25020" y="6782"/>
                  </a:lnTo>
                  <a:lnTo>
                    <a:pt x="25341" y="5774"/>
                  </a:lnTo>
                  <a:lnTo>
                    <a:pt x="25685" y="4789"/>
                  </a:lnTo>
                  <a:lnTo>
                    <a:pt x="25822" y="4285"/>
                  </a:lnTo>
                  <a:lnTo>
                    <a:pt x="25982" y="3758"/>
                  </a:lnTo>
                  <a:lnTo>
                    <a:pt x="26051" y="3460"/>
                  </a:lnTo>
                  <a:lnTo>
                    <a:pt x="26097" y="3162"/>
                  </a:lnTo>
                  <a:lnTo>
                    <a:pt x="26097" y="2887"/>
                  </a:lnTo>
                  <a:lnTo>
                    <a:pt x="26074" y="2589"/>
                  </a:lnTo>
                  <a:lnTo>
                    <a:pt x="26028" y="2314"/>
                  </a:lnTo>
                  <a:lnTo>
                    <a:pt x="25960" y="2040"/>
                  </a:lnTo>
                  <a:lnTo>
                    <a:pt x="25845" y="1765"/>
                  </a:lnTo>
                  <a:lnTo>
                    <a:pt x="25730" y="1513"/>
                  </a:lnTo>
                  <a:lnTo>
                    <a:pt x="25570" y="1283"/>
                  </a:lnTo>
                  <a:lnTo>
                    <a:pt x="25410" y="1054"/>
                  </a:lnTo>
                  <a:lnTo>
                    <a:pt x="25226" y="848"/>
                  </a:lnTo>
                  <a:lnTo>
                    <a:pt x="24997" y="642"/>
                  </a:lnTo>
                  <a:lnTo>
                    <a:pt x="24768" y="482"/>
                  </a:lnTo>
                  <a:lnTo>
                    <a:pt x="24516" y="321"/>
                  </a:lnTo>
                  <a:lnTo>
                    <a:pt x="24241" y="207"/>
                  </a:lnTo>
                  <a:lnTo>
                    <a:pt x="23966" y="115"/>
                  </a:lnTo>
                  <a:lnTo>
                    <a:pt x="23691" y="46"/>
                  </a:lnTo>
                  <a:lnTo>
                    <a:pt x="23416" y="0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0" name="Google Shape;4940;p66"/>
            <p:cNvSpPr/>
            <p:nvPr/>
          </p:nvSpPr>
          <p:spPr>
            <a:xfrm>
              <a:off x="3672002" y="2043320"/>
              <a:ext cx="237830" cy="167429"/>
            </a:xfrm>
            <a:custGeom>
              <a:avLst/>
              <a:gdLst/>
              <a:ahLst/>
              <a:cxnLst/>
              <a:rect l="l" t="t" r="r" b="b"/>
              <a:pathLst>
                <a:path w="11067" h="7791" extrusionOk="0">
                  <a:moveTo>
                    <a:pt x="6553" y="1"/>
                  </a:moveTo>
                  <a:lnTo>
                    <a:pt x="6507" y="24"/>
                  </a:lnTo>
                  <a:lnTo>
                    <a:pt x="6461" y="69"/>
                  </a:lnTo>
                  <a:lnTo>
                    <a:pt x="6438" y="138"/>
                  </a:lnTo>
                  <a:lnTo>
                    <a:pt x="6370" y="298"/>
                  </a:lnTo>
                  <a:lnTo>
                    <a:pt x="6370" y="459"/>
                  </a:lnTo>
                  <a:lnTo>
                    <a:pt x="6393" y="596"/>
                  </a:lnTo>
                  <a:lnTo>
                    <a:pt x="6416" y="757"/>
                  </a:lnTo>
                  <a:lnTo>
                    <a:pt x="6484" y="917"/>
                  </a:lnTo>
                  <a:lnTo>
                    <a:pt x="6668" y="1215"/>
                  </a:lnTo>
                  <a:lnTo>
                    <a:pt x="6851" y="1513"/>
                  </a:lnTo>
                  <a:lnTo>
                    <a:pt x="7057" y="1788"/>
                  </a:lnTo>
                  <a:lnTo>
                    <a:pt x="7240" y="2063"/>
                  </a:lnTo>
                  <a:lnTo>
                    <a:pt x="7309" y="2200"/>
                  </a:lnTo>
                  <a:lnTo>
                    <a:pt x="7355" y="2338"/>
                  </a:lnTo>
                  <a:lnTo>
                    <a:pt x="7401" y="2475"/>
                  </a:lnTo>
                  <a:lnTo>
                    <a:pt x="7401" y="2590"/>
                  </a:lnTo>
                  <a:lnTo>
                    <a:pt x="7378" y="2658"/>
                  </a:lnTo>
                  <a:lnTo>
                    <a:pt x="7309" y="2704"/>
                  </a:lnTo>
                  <a:lnTo>
                    <a:pt x="7240" y="2750"/>
                  </a:lnTo>
                  <a:lnTo>
                    <a:pt x="7149" y="2773"/>
                  </a:lnTo>
                  <a:lnTo>
                    <a:pt x="6874" y="2819"/>
                  </a:lnTo>
                  <a:lnTo>
                    <a:pt x="6530" y="2842"/>
                  </a:lnTo>
                  <a:lnTo>
                    <a:pt x="6095" y="2842"/>
                  </a:lnTo>
                  <a:lnTo>
                    <a:pt x="5637" y="2819"/>
                  </a:lnTo>
                  <a:lnTo>
                    <a:pt x="4628" y="2750"/>
                  </a:lnTo>
                  <a:lnTo>
                    <a:pt x="3552" y="2658"/>
                  </a:lnTo>
                  <a:lnTo>
                    <a:pt x="2589" y="2613"/>
                  </a:lnTo>
                  <a:lnTo>
                    <a:pt x="2154" y="2590"/>
                  </a:lnTo>
                  <a:lnTo>
                    <a:pt x="1787" y="2590"/>
                  </a:lnTo>
                  <a:lnTo>
                    <a:pt x="1490" y="2635"/>
                  </a:lnTo>
                  <a:lnTo>
                    <a:pt x="1375" y="2658"/>
                  </a:lnTo>
                  <a:lnTo>
                    <a:pt x="1283" y="2681"/>
                  </a:lnTo>
                  <a:lnTo>
                    <a:pt x="1215" y="2727"/>
                  </a:lnTo>
                  <a:lnTo>
                    <a:pt x="1192" y="2773"/>
                  </a:lnTo>
                  <a:lnTo>
                    <a:pt x="1169" y="2819"/>
                  </a:lnTo>
                  <a:lnTo>
                    <a:pt x="1169" y="2865"/>
                  </a:lnTo>
                  <a:lnTo>
                    <a:pt x="1192" y="2887"/>
                  </a:lnTo>
                  <a:lnTo>
                    <a:pt x="1237" y="2933"/>
                  </a:lnTo>
                  <a:lnTo>
                    <a:pt x="1375" y="3025"/>
                  </a:lnTo>
                  <a:lnTo>
                    <a:pt x="1581" y="3117"/>
                  </a:lnTo>
                  <a:lnTo>
                    <a:pt x="1810" y="3208"/>
                  </a:lnTo>
                  <a:lnTo>
                    <a:pt x="2383" y="3392"/>
                  </a:lnTo>
                  <a:lnTo>
                    <a:pt x="3002" y="3529"/>
                  </a:lnTo>
                  <a:lnTo>
                    <a:pt x="3552" y="3666"/>
                  </a:lnTo>
                  <a:lnTo>
                    <a:pt x="4101" y="3758"/>
                  </a:lnTo>
                  <a:lnTo>
                    <a:pt x="3506" y="3712"/>
                  </a:lnTo>
                  <a:lnTo>
                    <a:pt x="2910" y="3666"/>
                  </a:lnTo>
                  <a:lnTo>
                    <a:pt x="2200" y="3644"/>
                  </a:lnTo>
                  <a:lnTo>
                    <a:pt x="1467" y="3621"/>
                  </a:lnTo>
                  <a:lnTo>
                    <a:pt x="1123" y="3644"/>
                  </a:lnTo>
                  <a:lnTo>
                    <a:pt x="802" y="3666"/>
                  </a:lnTo>
                  <a:lnTo>
                    <a:pt x="527" y="3689"/>
                  </a:lnTo>
                  <a:lnTo>
                    <a:pt x="275" y="3758"/>
                  </a:lnTo>
                  <a:lnTo>
                    <a:pt x="115" y="3827"/>
                  </a:lnTo>
                  <a:lnTo>
                    <a:pt x="46" y="3873"/>
                  </a:lnTo>
                  <a:lnTo>
                    <a:pt x="0" y="3918"/>
                  </a:lnTo>
                  <a:lnTo>
                    <a:pt x="0" y="3964"/>
                  </a:lnTo>
                  <a:lnTo>
                    <a:pt x="0" y="4010"/>
                  </a:lnTo>
                  <a:lnTo>
                    <a:pt x="23" y="4079"/>
                  </a:lnTo>
                  <a:lnTo>
                    <a:pt x="46" y="4125"/>
                  </a:lnTo>
                  <a:lnTo>
                    <a:pt x="184" y="4239"/>
                  </a:lnTo>
                  <a:lnTo>
                    <a:pt x="367" y="4331"/>
                  </a:lnTo>
                  <a:lnTo>
                    <a:pt x="619" y="4423"/>
                  </a:lnTo>
                  <a:lnTo>
                    <a:pt x="894" y="4514"/>
                  </a:lnTo>
                  <a:lnTo>
                    <a:pt x="1512" y="4697"/>
                  </a:lnTo>
                  <a:lnTo>
                    <a:pt x="2131" y="4835"/>
                  </a:lnTo>
                  <a:lnTo>
                    <a:pt x="2704" y="4950"/>
                  </a:lnTo>
                  <a:lnTo>
                    <a:pt x="3254" y="5064"/>
                  </a:lnTo>
                  <a:lnTo>
                    <a:pt x="3254" y="5064"/>
                  </a:lnTo>
                  <a:lnTo>
                    <a:pt x="2795" y="5018"/>
                  </a:lnTo>
                  <a:lnTo>
                    <a:pt x="2337" y="4995"/>
                  </a:lnTo>
                  <a:lnTo>
                    <a:pt x="1787" y="4995"/>
                  </a:lnTo>
                  <a:lnTo>
                    <a:pt x="1237" y="5018"/>
                  </a:lnTo>
                  <a:lnTo>
                    <a:pt x="963" y="5041"/>
                  </a:lnTo>
                  <a:lnTo>
                    <a:pt x="711" y="5087"/>
                  </a:lnTo>
                  <a:lnTo>
                    <a:pt x="504" y="5133"/>
                  </a:lnTo>
                  <a:lnTo>
                    <a:pt x="321" y="5202"/>
                  </a:lnTo>
                  <a:lnTo>
                    <a:pt x="184" y="5270"/>
                  </a:lnTo>
                  <a:lnTo>
                    <a:pt x="138" y="5316"/>
                  </a:lnTo>
                  <a:lnTo>
                    <a:pt x="115" y="5385"/>
                  </a:lnTo>
                  <a:lnTo>
                    <a:pt x="92" y="5454"/>
                  </a:lnTo>
                  <a:lnTo>
                    <a:pt x="92" y="5499"/>
                  </a:lnTo>
                  <a:lnTo>
                    <a:pt x="115" y="5568"/>
                  </a:lnTo>
                  <a:lnTo>
                    <a:pt x="161" y="5637"/>
                  </a:lnTo>
                  <a:lnTo>
                    <a:pt x="321" y="5729"/>
                  </a:lnTo>
                  <a:lnTo>
                    <a:pt x="527" y="5843"/>
                  </a:lnTo>
                  <a:lnTo>
                    <a:pt x="779" y="5912"/>
                  </a:lnTo>
                  <a:lnTo>
                    <a:pt x="1100" y="6003"/>
                  </a:lnTo>
                  <a:lnTo>
                    <a:pt x="1764" y="6118"/>
                  </a:lnTo>
                  <a:lnTo>
                    <a:pt x="2475" y="6210"/>
                  </a:lnTo>
                  <a:lnTo>
                    <a:pt x="3093" y="6255"/>
                  </a:lnTo>
                  <a:lnTo>
                    <a:pt x="3712" y="6301"/>
                  </a:lnTo>
                  <a:lnTo>
                    <a:pt x="3231" y="6347"/>
                  </a:lnTo>
                  <a:lnTo>
                    <a:pt x="2750" y="6393"/>
                  </a:lnTo>
                  <a:lnTo>
                    <a:pt x="2200" y="6439"/>
                  </a:lnTo>
                  <a:lnTo>
                    <a:pt x="1673" y="6530"/>
                  </a:lnTo>
                  <a:lnTo>
                    <a:pt x="1421" y="6599"/>
                  </a:lnTo>
                  <a:lnTo>
                    <a:pt x="1192" y="6668"/>
                  </a:lnTo>
                  <a:lnTo>
                    <a:pt x="1008" y="6737"/>
                  </a:lnTo>
                  <a:lnTo>
                    <a:pt x="871" y="6805"/>
                  </a:lnTo>
                  <a:lnTo>
                    <a:pt x="779" y="6897"/>
                  </a:lnTo>
                  <a:lnTo>
                    <a:pt x="779" y="6943"/>
                  </a:lnTo>
                  <a:lnTo>
                    <a:pt x="779" y="6989"/>
                  </a:lnTo>
                  <a:lnTo>
                    <a:pt x="779" y="7034"/>
                  </a:lnTo>
                  <a:lnTo>
                    <a:pt x="825" y="7080"/>
                  </a:lnTo>
                  <a:lnTo>
                    <a:pt x="940" y="7149"/>
                  </a:lnTo>
                  <a:lnTo>
                    <a:pt x="1100" y="7195"/>
                  </a:lnTo>
                  <a:lnTo>
                    <a:pt x="1329" y="7241"/>
                  </a:lnTo>
                  <a:lnTo>
                    <a:pt x="1902" y="7309"/>
                  </a:lnTo>
                  <a:lnTo>
                    <a:pt x="2589" y="7355"/>
                  </a:lnTo>
                  <a:lnTo>
                    <a:pt x="4216" y="7424"/>
                  </a:lnTo>
                  <a:lnTo>
                    <a:pt x="5018" y="7470"/>
                  </a:lnTo>
                  <a:lnTo>
                    <a:pt x="5407" y="7516"/>
                  </a:lnTo>
                  <a:lnTo>
                    <a:pt x="5751" y="7561"/>
                  </a:lnTo>
                  <a:lnTo>
                    <a:pt x="6416" y="7676"/>
                  </a:lnTo>
                  <a:lnTo>
                    <a:pt x="6965" y="7745"/>
                  </a:lnTo>
                  <a:lnTo>
                    <a:pt x="7469" y="7791"/>
                  </a:lnTo>
                  <a:lnTo>
                    <a:pt x="7928" y="7791"/>
                  </a:lnTo>
                  <a:lnTo>
                    <a:pt x="8363" y="7768"/>
                  </a:lnTo>
                  <a:lnTo>
                    <a:pt x="8821" y="7676"/>
                  </a:lnTo>
                  <a:lnTo>
                    <a:pt x="9325" y="7561"/>
                  </a:lnTo>
                  <a:lnTo>
                    <a:pt x="9852" y="7378"/>
                  </a:lnTo>
                  <a:lnTo>
                    <a:pt x="9990" y="7309"/>
                  </a:lnTo>
                  <a:lnTo>
                    <a:pt x="10127" y="7241"/>
                  </a:lnTo>
                  <a:lnTo>
                    <a:pt x="10242" y="7172"/>
                  </a:lnTo>
                  <a:lnTo>
                    <a:pt x="10356" y="7080"/>
                  </a:lnTo>
                  <a:lnTo>
                    <a:pt x="10540" y="6874"/>
                  </a:lnTo>
                  <a:lnTo>
                    <a:pt x="10700" y="6645"/>
                  </a:lnTo>
                  <a:lnTo>
                    <a:pt x="10815" y="6393"/>
                  </a:lnTo>
                  <a:lnTo>
                    <a:pt x="10906" y="6141"/>
                  </a:lnTo>
                  <a:lnTo>
                    <a:pt x="10975" y="5866"/>
                  </a:lnTo>
                  <a:lnTo>
                    <a:pt x="11021" y="5591"/>
                  </a:lnTo>
                  <a:lnTo>
                    <a:pt x="11044" y="5339"/>
                  </a:lnTo>
                  <a:lnTo>
                    <a:pt x="11067" y="5087"/>
                  </a:lnTo>
                  <a:lnTo>
                    <a:pt x="11067" y="4652"/>
                  </a:lnTo>
                  <a:lnTo>
                    <a:pt x="11044" y="4354"/>
                  </a:lnTo>
                  <a:lnTo>
                    <a:pt x="11021" y="4239"/>
                  </a:lnTo>
                  <a:lnTo>
                    <a:pt x="10288" y="3392"/>
                  </a:lnTo>
                  <a:lnTo>
                    <a:pt x="9715" y="2750"/>
                  </a:lnTo>
                  <a:lnTo>
                    <a:pt x="9325" y="2360"/>
                  </a:lnTo>
                  <a:lnTo>
                    <a:pt x="8867" y="1925"/>
                  </a:lnTo>
                  <a:lnTo>
                    <a:pt x="8409" y="1444"/>
                  </a:lnTo>
                  <a:lnTo>
                    <a:pt x="7928" y="963"/>
                  </a:lnTo>
                  <a:lnTo>
                    <a:pt x="7492" y="528"/>
                  </a:lnTo>
                  <a:lnTo>
                    <a:pt x="7286" y="344"/>
                  </a:lnTo>
                  <a:lnTo>
                    <a:pt x="7080" y="207"/>
                  </a:lnTo>
                  <a:lnTo>
                    <a:pt x="6920" y="92"/>
                  </a:lnTo>
                  <a:lnTo>
                    <a:pt x="6759" y="24"/>
                  </a:lnTo>
                  <a:lnTo>
                    <a:pt x="6622" y="1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1" name="Google Shape;4941;p66"/>
            <p:cNvSpPr/>
            <p:nvPr/>
          </p:nvSpPr>
          <p:spPr>
            <a:xfrm>
              <a:off x="3761119" y="2124572"/>
              <a:ext cx="12335" cy="62042"/>
            </a:xfrm>
            <a:custGeom>
              <a:avLst/>
              <a:gdLst/>
              <a:ahLst/>
              <a:cxnLst/>
              <a:rect l="l" t="t" r="r" b="b"/>
              <a:pathLst>
                <a:path w="574" h="2887" extrusionOk="0">
                  <a:moveTo>
                    <a:pt x="413" y="0"/>
                  </a:moveTo>
                  <a:lnTo>
                    <a:pt x="344" y="23"/>
                  </a:lnTo>
                  <a:lnTo>
                    <a:pt x="298" y="46"/>
                  </a:lnTo>
                  <a:lnTo>
                    <a:pt x="275" y="92"/>
                  </a:lnTo>
                  <a:lnTo>
                    <a:pt x="161" y="435"/>
                  </a:lnTo>
                  <a:lnTo>
                    <a:pt x="69" y="756"/>
                  </a:lnTo>
                  <a:lnTo>
                    <a:pt x="23" y="1100"/>
                  </a:lnTo>
                  <a:lnTo>
                    <a:pt x="0" y="1443"/>
                  </a:lnTo>
                  <a:lnTo>
                    <a:pt x="23" y="1787"/>
                  </a:lnTo>
                  <a:lnTo>
                    <a:pt x="69" y="2131"/>
                  </a:lnTo>
                  <a:lnTo>
                    <a:pt x="161" y="2452"/>
                  </a:lnTo>
                  <a:lnTo>
                    <a:pt x="275" y="2795"/>
                  </a:lnTo>
                  <a:lnTo>
                    <a:pt x="321" y="2841"/>
                  </a:lnTo>
                  <a:lnTo>
                    <a:pt x="367" y="2887"/>
                  </a:lnTo>
                  <a:lnTo>
                    <a:pt x="458" y="2887"/>
                  </a:lnTo>
                  <a:lnTo>
                    <a:pt x="504" y="2864"/>
                  </a:lnTo>
                  <a:lnTo>
                    <a:pt x="550" y="2818"/>
                  </a:lnTo>
                  <a:lnTo>
                    <a:pt x="573" y="2772"/>
                  </a:lnTo>
                  <a:lnTo>
                    <a:pt x="550" y="2727"/>
                  </a:lnTo>
                  <a:lnTo>
                    <a:pt x="436" y="2406"/>
                  </a:lnTo>
                  <a:lnTo>
                    <a:pt x="367" y="2085"/>
                  </a:lnTo>
                  <a:lnTo>
                    <a:pt x="321" y="1764"/>
                  </a:lnTo>
                  <a:lnTo>
                    <a:pt x="298" y="1443"/>
                  </a:lnTo>
                  <a:lnTo>
                    <a:pt x="298" y="1123"/>
                  </a:lnTo>
                  <a:lnTo>
                    <a:pt x="344" y="802"/>
                  </a:lnTo>
                  <a:lnTo>
                    <a:pt x="436" y="481"/>
                  </a:lnTo>
                  <a:lnTo>
                    <a:pt x="550" y="160"/>
                  </a:lnTo>
                  <a:lnTo>
                    <a:pt x="550" y="115"/>
                  </a:lnTo>
                  <a:lnTo>
                    <a:pt x="527" y="69"/>
                  </a:lnTo>
                  <a:lnTo>
                    <a:pt x="504" y="23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2" name="Google Shape;4942;p66"/>
            <p:cNvSpPr/>
            <p:nvPr/>
          </p:nvSpPr>
          <p:spPr>
            <a:xfrm>
              <a:off x="3799521" y="2136864"/>
              <a:ext cx="64513" cy="37951"/>
            </a:xfrm>
            <a:custGeom>
              <a:avLst/>
              <a:gdLst/>
              <a:ahLst/>
              <a:cxnLst/>
              <a:rect l="l" t="t" r="r" b="b"/>
              <a:pathLst>
                <a:path w="3002" h="1766" extrusionOk="0">
                  <a:moveTo>
                    <a:pt x="69" y="1"/>
                  </a:moveTo>
                  <a:lnTo>
                    <a:pt x="23" y="24"/>
                  </a:lnTo>
                  <a:lnTo>
                    <a:pt x="0" y="70"/>
                  </a:lnTo>
                  <a:lnTo>
                    <a:pt x="0" y="115"/>
                  </a:lnTo>
                  <a:lnTo>
                    <a:pt x="0" y="184"/>
                  </a:lnTo>
                  <a:lnTo>
                    <a:pt x="23" y="230"/>
                  </a:lnTo>
                  <a:lnTo>
                    <a:pt x="69" y="253"/>
                  </a:lnTo>
                  <a:lnTo>
                    <a:pt x="138" y="276"/>
                  </a:lnTo>
                  <a:lnTo>
                    <a:pt x="527" y="322"/>
                  </a:lnTo>
                  <a:lnTo>
                    <a:pt x="894" y="390"/>
                  </a:lnTo>
                  <a:lnTo>
                    <a:pt x="1261" y="528"/>
                  </a:lnTo>
                  <a:lnTo>
                    <a:pt x="1604" y="688"/>
                  </a:lnTo>
                  <a:lnTo>
                    <a:pt x="1925" y="894"/>
                  </a:lnTo>
                  <a:lnTo>
                    <a:pt x="2223" y="1123"/>
                  </a:lnTo>
                  <a:lnTo>
                    <a:pt x="2498" y="1398"/>
                  </a:lnTo>
                  <a:lnTo>
                    <a:pt x="2727" y="1696"/>
                  </a:lnTo>
                  <a:lnTo>
                    <a:pt x="2773" y="1742"/>
                  </a:lnTo>
                  <a:lnTo>
                    <a:pt x="2818" y="1765"/>
                  </a:lnTo>
                  <a:lnTo>
                    <a:pt x="2887" y="1765"/>
                  </a:lnTo>
                  <a:lnTo>
                    <a:pt x="2933" y="1742"/>
                  </a:lnTo>
                  <a:lnTo>
                    <a:pt x="2979" y="1719"/>
                  </a:lnTo>
                  <a:lnTo>
                    <a:pt x="3002" y="1673"/>
                  </a:lnTo>
                  <a:lnTo>
                    <a:pt x="3002" y="1605"/>
                  </a:lnTo>
                  <a:lnTo>
                    <a:pt x="2979" y="1559"/>
                  </a:lnTo>
                  <a:lnTo>
                    <a:pt x="2704" y="1215"/>
                  </a:lnTo>
                  <a:lnTo>
                    <a:pt x="2406" y="917"/>
                  </a:lnTo>
                  <a:lnTo>
                    <a:pt x="2085" y="665"/>
                  </a:lnTo>
                  <a:lnTo>
                    <a:pt x="1742" y="436"/>
                  </a:lnTo>
                  <a:lnTo>
                    <a:pt x="1375" y="276"/>
                  </a:lnTo>
                  <a:lnTo>
                    <a:pt x="963" y="138"/>
                  </a:lnTo>
                  <a:lnTo>
                    <a:pt x="550" y="47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3" name="Google Shape;4943;p66"/>
            <p:cNvSpPr/>
            <p:nvPr/>
          </p:nvSpPr>
          <p:spPr>
            <a:xfrm>
              <a:off x="4135812" y="2171828"/>
              <a:ext cx="33976" cy="35480"/>
            </a:xfrm>
            <a:custGeom>
              <a:avLst/>
              <a:gdLst/>
              <a:ahLst/>
              <a:cxnLst/>
              <a:rect l="l" t="t" r="r" b="b"/>
              <a:pathLst>
                <a:path w="1581" h="1651" extrusionOk="0">
                  <a:moveTo>
                    <a:pt x="115" y="1"/>
                  </a:moveTo>
                  <a:lnTo>
                    <a:pt x="69" y="23"/>
                  </a:lnTo>
                  <a:lnTo>
                    <a:pt x="23" y="69"/>
                  </a:lnTo>
                  <a:lnTo>
                    <a:pt x="0" y="115"/>
                  </a:lnTo>
                  <a:lnTo>
                    <a:pt x="0" y="161"/>
                  </a:lnTo>
                  <a:lnTo>
                    <a:pt x="0" y="207"/>
                  </a:lnTo>
                  <a:lnTo>
                    <a:pt x="46" y="253"/>
                  </a:lnTo>
                  <a:lnTo>
                    <a:pt x="412" y="528"/>
                  </a:lnTo>
                  <a:lnTo>
                    <a:pt x="756" y="848"/>
                  </a:lnTo>
                  <a:lnTo>
                    <a:pt x="1077" y="1215"/>
                  </a:lnTo>
                  <a:lnTo>
                    <a:pt x="1329" y="1581"/>
                  </a:lnTo>
                  <a:lnTo>
                    <a:pt x="1375" y="1627"/>
                  </a:lnTo>
                  <a:lnTo>
                    <a:pt x="1421" y="1650"/>
                  </a:lnTo>
                  <a:lnTo>
                    <a:pt x="1489" y="1650"/>
                  </a:lnTo>
                  <a:lnTo>
                    <a:pt x="1535" y="1627"/>
                  </a:lnTo>
                  <a:lnTo>
                    <a:pt x="1558" y="1581"/>
                  </a:lnTo>
                  <a:lnTo>
                    <a:pt x="1581" y="1536"/>
                  </a:lnTo>
                  <a:lnTo>
                    <a:pt x="1581" y="1490"/>
                  </a:lnTo>
                  <a:lnTo>
                    <a:pt x="1558" y="1421"/>
                  </a:lnTo>
                  <a:lnTo>
                    <a:pt x="1283" y="1032"/>
                  </a:lnTo>
                  <a:lnTo>
                    <a:pt x="962" y="665"/>
                  </a:lnTo>
                  <a:lnTo>
                    <a:pt x="619" y="321"/>
                  </a:lnTo>
                  <a:lnTo>
                    <a:pt x="229" y="2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4" name="Google Shape;4944;p66"/>
            <p:cNvSpPr/>
            <p:nvPr/>
          </p:nvSpPr>
          <p:spPr>
            <a:xfrm>
              <a:off x="4145160" y="2177243"/>
              <a:ext cx="28087" cy="7414"/>
            </a:xfrm>
            <a:custGeom>
              <a:avLst/>
              <a:gdLst/>
              <a:ahLst/>
              <a:cxnLst/>
              <a:rect l="l" t="t" r="r" b="b"/>
              <a:pathLst>
                <a:path w="1307" h="345" extrusionOk="0">
                  <a:moveTo>
                    <a:pt x="1146" y="1"/>
                  </a:moveTo>
                  <a:lnTo>
                    <a:pt x="115" y="69"/>
                  </a:lnTo>
                  <a:lnTo>
                    <a:pt x="69" y="92"/>
                  </a:lnTo>
                  <a:lnTo>
                    <a:pt x="23" y="115"/>
                  </a:lnTo>
                  <a:lnTo>
                    <a:pt x="0" y="161"/>
                  </a:lnTo>
                  <a:lnTo>
                    <a:pt x="0" y="230"/>
                  </a:lnTo>
                  <a:lnTo>
                    <a:pt x="0" y="276"/>
                  </a:lnTo>
                  <a:lnTo>
                    <a:pt x="46" y="321"/>
                  </a:lnTo>
                  <a:lnTo>
                    <a:pt x="92" y="344"/>
                  </a:lnTo>
                  <a:lnTo>
                    <a:pt x="138" y="344"/>
                  </a:lnTo>
                  <a:lnTo>
                    <a:pt x="1169" y="298"/>
                  </a:lnTo>
                  <a:lnTo>
                    <a:pt x="1238" y="276"/>
                  </a:lnTo>
                  <a:lnTo>
                    <a:pt x="1260" y="253"/>
                  </a:lnTo>
                  <a:lnTo>
                    <a:pt x="1283" y="207"/>
                  </a:lnTo>
                  <a:lnTo>
                    <a:pt x="1306" y="138"/>
                  </a:lnTo>
                  <a:lnTo>
                    <a:pt x="1283" y="92"/>
                  </a:lnTo>
                  <a:lnTo>
                    <a:pt x="1260" y="46"/>
                  </a:lnTo>
                  <a:lnTo>
                    <a:pt x="1215" y="23"/>
                  </a:lnTo>
                  <a:lnTo>
                    <a:pt x="1146" y="1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5" name="Google Shape;4945;p66"/>
            <p:cNvSpPr/>
            <p:nvPr/>
          </p:nvSpPr>
          <p:spPr>
            <a:xfrm>
              <a:off x="4181585" y="1750374"/>
              <a:ext cx="582508" cy="883819"/>
            </a:xfrm>
            <a:custGeom>
              <a:avLst/>
              <a:gdLst/>
              <a:ahLst/>
              <a:cxnLst/>
              <a:rect l="l" t="t" r="r" b="b"/>
              <a:pathLst>
                <a:path w="27106" h="41127" extrusionOk="0">
                  <a:moveTo>
                    <a:pt x="18857" y="0"/>
                  </a:moveTo>
                  <a:lnTo>
                    <a:pt x="11777" y="825"/>
                  </a:lnTo>
                  <a:lnTo>
                    <a:pt x="11457" y="1008"/>
                  </a:lnTo>
                  <a:lnTo>
                    <a:pt x="11067" y="1214"/>
                  </a:lnTo>
                  <a:lnTo>
                    <a:pt x="10609" y="1444"/>
                  </a:lnTo>
                  <a:lnTo>
                    <a:pt x="10059" y="1673"/>
                  </a:lnTo>
                  <a:lnTo>
                    <a:pt x="9486" y="1902"/>
                  </a:lnTo>
                  <a:lnTo>
                    <a:pt x="9188" y="1971"/>
                  </a:lnTo>
                  <a:lnTo>
                    <a:pt x="8890" y="2062"/>
                  </a:lnTo>
                  <a:lnTo>
                    <a:pt x="8593" y="2108"/>
                  </a:lnTo>
                  <a:lnTo>
                    <a:pt x="8295" y="2131"/>
                  </a:lnTo>
                  <a:lnTo>
                    <a:pt x="7722" y="2177"/>
                  </a:lnTo>
                  <a:lnTo>
                    <a:pt x="7218" y="2223"/>
                  </a:lnTo>
                  <a:lnTo>
                    <a:pt x="6714" y="2291"/>
                  </a:lnTo>
                  <a:lnTo>
                    <a:pt x="6508" y="2360"/>
                  </a:lnTo>
                  <a:lnTo>
                    <a:pt x="6279" y="2429"/>
                  </a:lnTo>
                  <a:lnTo>
                    <a:pt x="6095" y="2520"/>
                  </a:lnTo>
                  <a:lnTo>
                    <a:pt x="5912" y="2635"/>
                  </a:lnTo>
                  <a:lnTo>
                    <a:pt x="5729" y="2772"/>
                  </a:lnTo>
                  <a:lnTo>
                    <a:pt x="5568" y="2933"/>
                  </a:lnTo>
                  <a:lnTo>
                    <a:pt x="5431" y="3139"/>
                  </a:lnTo>
                  <a:lnTo>
                    <a:pt x="5293" y="3368"/>
                  </a:lnTo>
                  <a:lnTo>
                    <a:pt x="5202" y="3620"/>
                  </a:lnTo>
                  <a:lnTo>
                    <a:pt x="5110" y="3941"/>
                  </a:lnTo>
                  <a:lnTo>
                    <a:pt x="5018" y="4308"/>
                  </a:lnTo>
                  <a:lnTo>
                    <a:pt x="4973" y="4674"/>
                  </a:lnTo>
                  <a:lnTo>
                    <a:pt x="4950" y="5041"/>
                  </a:lnTo>
                  <a:lnTo>
                    <a:pt x="4950" y="5430"/>
                  </a:lnTo>
                  <a:lnTo>
                    <a:pt x="4996" y="6163"/>
                  </a:lnTo>
                  <a:lnTo>
                    <a:pt x="5041" y="6874"/>
                  </a:lnTo>
                  <a:lnTo>
                    <a:pt x="5064" y="7424"/>
                  </a:lnTo>
                  <a:lnTo>
                    <a:pt x="5064" y="7676"/>
                  </a:lnTo>
                  <a:lnTo>
                    <a:pt x="5041" y="7905"/>
                  </a:lnTo>
                  <a:lnTo>
                    <a:pt x="4996" y="8134"/>
                  </a:lnTo>
                  <a:lnTo>
                    <a:pt x="4950" y="8340"/>
                  </a:lnTo>
                  <a:lnTo>
                    <a:pt x="4858" y="8523"/>
                  </a:lnTo>
                  <a:lnTo>
                    <a:pt x="4766" y="8707"/>
                  </a:lnTo>
                  <a:lnTo>
                    <a:pt x="4423" y="9096"/>
                  </a:lnTo>
                  <a:lnTo>
                    <a:pt x="4010" y="9554"/>
                  </a:lnTo>
                  <a:lnTo>
                    <a:pt x="3552" y="10081"/>
                  </a:lnTo>
                  <a:lnTo>
                    <a:pt x="3323" y="10356"/>
                  </a:lnTo>
                  <a:lnTo>
                    <a:pt x="3117" y="10677"/>
                  </a:lnTo>
                  <a:lnTo>
                    <a:pt x="2933" y="10952"/>
                  </a:lnTo>
                  <a:lnTo>
                    <a:pt x="2704" y="11341"/>
                  </a:lnTo>
                  <a:lnTo>
                    <a:pt x="2521" y="11777"/>
                  </a:lnTo>
                  <a:lnTo>
                    <a:pt x="2384" y="12212"/>
                  </a:lnTo>
                  <a:lnTo>
                    <a:pt x="2338" y="12464"/>
                  </a:lnTo>
                  <a:lnTo>
                    <a:pt x="2292" y="12716"/>
                  </a:lnTo>
                  <a:lnTo>
                    <a:pt x="2269" y="12991"/>
                  </a:lnTo>
                  <a:lnTo>
                    <a:pt x="2269" y="13243"/>
                  </a:lnTo>
                  <a:lnTo>
                    <a:pt x="2269" y="13495"/>
                  </a:lnTo>
                  <a:lnTo>
                    <a:pt x="2292" y="13862"/>
                  </a:lnTo>
                  <a:lnTo>
                    <a:pt x="2338" y="14205"/>
                  </a:lnTo>
                  <a:lnTo>
                    <a:pt x="2407" y="14572"/>
                  </a:lnTo>
                  <a:lnTo>
                    <a:pt x="2498" y="14916"/>
                  </a:lnTo>
                  <a:lnTo>
                    <a:pt x="2590" y="15191"/>
                  </a:lnTo>
                  <a:lnTo>
                    <a:pt x="2796" y="15832"/>
                  </a:lnTo>
                  <a:lnTo>
                    <a:pt x="3048" y="16474"/>
                  </a:lnTo>
                  <a:lnTo>
                    <a:pt x="3575" y="17757"/>
                  </a:lnTo>
                  <a:lnTo>
                    <a:pt x="3827" y="18375"/>
                  </a:lnTo>
                  <a:lnTo>
                    <a:pt x="4033" y="19017"/>
                  </a:lnTo>
                  <a:lnTo>
                    <a:pt x="4217" y="19635"/>
                  </a:lnTo>
                  <a:lnTo>
                    <a:pt x="4262" y="19956"/>
                  </a:lnTo>
                  <a:lnTo>
                    <a:pt x="4308" y="20277"/>
                  </a:lnTo>
                  <a:lnTo>
                    <a:pt x="4354" y="20575"/>
                  </a:lnTo>
                  <a:lnTo>
                    <a:pt x="4354" y="20919"/>
                  </a:lnTo>
                  <a:lnTo>
                    <a:pt x="4331" y="21652"/>
                  </a:lnTo>
                  <a:lnTo>
                    <a:pt x="4262" y="22476"/>
                  </a:lnTo>
                  <a:lnTo>
                    <a:pt x="4148" y="23347"/>
                  </a:lnTo>
                  <a:lnTo>
                    <a:pt x="4010" y="24172"/>
                  </a:lnTo>
                  <a:lnTo>
                    <a:pt x="3827" y="25043"/>
                  </a:lnTo>
                  <a:lnTo>
                    <a:pt x="3644" y="25890"/>
                  </a:lnTo>
                  <a:lnTo>
                    <a:pt x="3438" y="26761"/>
                  </a:lnTo>
                  <a:lnTo>
                    <a:pt x="3208" y="27609"/>
                  </a:lnTo>
                  <a:lnTo>
                    <a:pt x="2979" y="28434"/>
                  </a:lnTo>
                  <a:lnTo>
                    <a:pt x="2521" y="29946"/>
                  </a:lnTo>
                  <a:lnTo>
                    <a:pt x="2109" y="31297"/>
                  </a:lnTo>
                  <a:lnTo>
                    <a:pt x="1742" y="32558"/>
                  </a:lnTo>
                  <a:lnTo>
                    <a:pt x="1421" y="33726"/>
                  </a:lnTo>
                  <a:lnTo>
                    <a:pt x="1123" y="34803"/>
                  </a:lnTo>
                  <a:lnTo>
                    <a:pt x="894" y="35811"/>
                  </a:lnTo>
                  <a:lnTo>
                    <a:pt x="688" y="36728"/>
                  </a:lnTo>
                  <a:lnTo>
                    <a:pt x="505" y="37552"/>
                  </a:lnTo>
                  <a:lnTo>
                    <a:pt x="367" y="38286"/>
                  </a:lnTo>
                  <a:lnTo>
                    <a:pt x="161" y="39523"/>
                  </a:lnTo>
                  <a:lnTo>
                    <a:pt x="70" y="40393"/>
                  </a:lnTo>
                  <a:lnTo>
                    <a:pt x="1" y="40943"/>
                  </a:lnTo>
                  <a:lnTo>
                    <a:pt x="1" y="41104"/>
                  </a:lnTo>
                  <a:lnTo>
                    <a:pt x="413" y="41127"/>
                  </a:lnTo>
                  <a:lnTo>
                    <a:pt x="940" y="41104"/>
                  </a:lnTo>
                  <a:lnTo>
                    <a:pt x="1650" y="41081"/>
                  </a:lnTo>
                  <a:lnTo>
                    <a:pt x="2521" y="41012"/>
                  </a:lnTo>
                  <a:lnTo>
                    <a:pt x="3575" y="40897"/>
                  </a:lnTo>
                  <a:lnTo>
                    <a:pt x="4766" y="40714"/>
                  </a:lnTo>
                  <a:lnTo>
                    <a:pt x="6118" y="40462"/>
                  </a:lnTo>
                  <a:lnTo>
                    <a:pt x="6851" y="40302"/>
                  </a:lnTo>
                  <a:lnTo>
                    <a:pt x="7607" y="40141"/>
                  </a:lnTo>
                  <a:lnTo>
                    <a:pt x="8386" y="39935"/>
                  </a:lnTo>
                  <a:lnTo>
                    <a:pt x="9211" y="39706"/>
                  </a:lnTo>
                  <a:lnTo>
                    <a:pt x="10059" y="39454"/>
                  </a:lnTo>
                  <a:lnTo>
                    <a:pt x="10930" y="39179"/>
                  </a:lnTo>
                  <a:lnTo>
                    <a:pt x="11823" y="38858"/>
                  </a:lnTo>
                  <a:lnTo>
                    <a:pt x="12763" y="38515"/>
                  </a:lnTo>
                  <a:lnTo>
                    <a:pt x="13702" y="38148"/>
                  </a:lnTo>
                  <a:lnTo>
                    <a:pt x="14664" y="37736"/>
                  </a:lnTo>
                  <a:lnTo>
                    <a:pt x="15649" y="37300"/>
                  </a:lnTo>
                  <a:lnTo>
                    <a:pt x="16658" y="36819"/>
                  </a:lnTo>
                  <a:lnTo>
                    <a:pt x="17689" y="36292"/>
                  </a:lnTo>
                  <a:lnTo>
                    <a:pt x="18720" y="35742"/>
                  </a:lnTo>
                  <a:lnTo>
                    <a:pt x="19774" y="35147"/>
                  </a:lnTo>
                  <a:lnTo>
                    <a:pt x="20850" y="34505"/>
                  </a:lnTo>
                  <a:lnTo>
                    <a:pt x="20759" y="34299"/>
                  </a:lnTo>
                  <a:lnTo>
                    <a:pt x="20507" y="33772"/>
                  </a:lnTo>
                  <a:lnTo>
                    <a:pt x="20140" y="32924"/>
                  </a:lnTo>
                  <a:lnTo>
                    <a:pt x="19957" y="32420"/>
                  </a:lnTo>
                  <a:lnTo>
                    <a:pt x="19751" y="31847"/>
                  </a:lnTo>
                  <a:lnTo>
                    <a:pt x="19567" y="31206"/>
                  </a:lnTo>
                  <a:lnTo>
                    <a:pt x="19384" y="30541"/>
                  </a:lnTo>
                  <a:lnTo>
                    <a:pt x="19224" y="29831"/>
                  </a:lnTo>
                  <a:lnTo>
                    <a:pt x="19086" y="29075"/>
                  </a:lnTo>
                  <a:lnTo>
                    <a:pt x="18995" y="28296"/>
                  </a:lnTo>
                  <a:lnTo>
                    <a:pt x="18926" y="27494"/>
                  </a:lnTo>
                  <a:lnTo>
                    <a:pt x="18926" y="26692"/>
                  </a:lnTo>
                  <a:lnTo>
                    <a:pt x="18926" y="26257"/>
                  </a:lnTo>
                  <a:lnTo>
                    <a:pt x="18972" y="25845"/>
                  </a:lnTo>
                  <a:lnTo>
                    <a:pt x="19017" y="25386"/>
                  </a:lnTo>
                  <a:lnTo>
                    <a:pt x="19109" y="24905"/>
                  </a:lnTo>
                  <a:lnTo>
                    <a:pt x="19224" y="24401"/>
                  </a:lnTo>
                  <a:lnTo>
                    <a:pt x="19361" y="23851"/>
                  </a:lnTo>
                  <a:lnTo>
                    <a:pt x="19613" y="23095"/>
                  </a:lnTo>
                  <a:lnTo>
                    <a:pt x="19888" y="22316"/>
                  </a:lnTo>
                  <a:lnTo>
                    <a:pt x="20209" y="21514"/>
                  </a:lnTo>
                  <a:lnTo>
                    <a:pt x="20553" y="20666"/>
                  </a:lnTo>
                  <a:lnTo>
                    <a:pt x="20919" y="19819"/>
                  </a:lnTo>
                  <a:lnTo>
                    <a:pt x="21332" y="18971"/>
                  </a:lnTo>
                  <a:lnTo>
                    <a:pt x="22179" y="17276"/>
                  </a:lnTo>
                  <a:lnTo>
                    <a:pt x="23073" y="15580"/>
                  </a:lnTo>
                  <a:lnTo>
                    <a:pt x="23943" y="13976"/>
                  </a:lnTo>
                  <a:lnTo>
                    <a:pt x="25547" y="11135"/>
                  </a:lnTo>
                  <a:lnTo>
                    <a:pt x="26510" y="9486"/>
                  </a:lnTo>
                  <a:lnTo>
                    <a:pt x="26670" y="9165"/>
                  </a:lnTo>
                  <a:lnTo>
                    <a:pt x="26830" y="8890"/>
                  </a:lnTo>
                  <a:lnTo>
                    <a:pt x="26922" y="8638"/>
                  </a:lnTo>
                  <a:lnTo>
                    <a:pt x="26968" y="8455"/>
                  </a:lnTo>
                  <a:lnTo>
                    <a:pt x="27059" y="7744"/>
                  </a:lnTo>
                  <a:lnTo>
                    <a:pt x="27082" y="7378"/>
                  </a:lnTo>
                  <a:lnTo>
                    <a:pt x="27105" y="7011"/>
                  </a:lnTo>
                  <a:lnTo>
                    <a:pt x="27082" y="6645"/>
                  </a:lnTo>
                  <a:lnTo>
                    <a:pt x="27014" y="6278"/>
                  </a:lnTo>
                  <a:lnTo>
                    <a:pt x="26922" y="5911"/>
                  </a:lnTo>
                  <a:lnTo>
                    <a:pt x="26784" y="5568"/>
                  </a:lnTo>
                  <a:lnTo>
                    <a:pt x="26601" y="5201"/>
                  </a:lnTo>
                  <a:lnTo>
                    <a:pt x="26372" y="4857"/>
                  </a:lnTo>
                  <a:lnTo>
                    <a:pt x="26212" y="4674"/>
                  </a:lnTo>
                  <a:lnTo>
                    <a:pt x="26051" y="4514"/>
                  </a:lnTo>
                  <a:lnTo>
                    <a:pt x="25891" y="4353"/>
                  </a:lnTo>
                  <a:lnTo>
                    <a:pt x="25685" y="4170"/>
                  </a:lnTo>
                  <a:lnTo>
                    <a:pt x="25479" y="4010"/>
                  </a:lnTo>
                  <a:lnTo>
                    <a:pt x="25249" y="3849"/>
                  </a:lnTo>
                  <a:lnTo>
                    <a:pt x="24722" y="3551"/>
                  </a:lnTo>
                  <a:lnTo>
                    <a:pt x="24127" y="3254"/>
                  </a:lnTo>
                  <a:lnTo>
                    <a:pt x="23416" y="3002"/>
                  </a:lnTo>
                  <a:lnTo>
                    <a:pt x="22729" y="2727"/>
                  </a:lnTo>
                  <a:lnTo>
                    <a:pt x="22088" y="2452"/>
                  </a:lnTo>
                  <a:lnTo>
                    <a:pt x="21538" y="2200"/>
                  </a:lnTo>
                  <a:lnTo>
                    <a:pt x="21034" y="1925"/>
                  </a:lnTo>
                  <a:lnTo>
                    <a:pt x="20598" y="1673"/>
                  </a:lnTo>
                  <a:lnTo>
                    <a:pt x="20232" y="1421"/>
                  </a:lnTo>
                  <a:lnTo>
                    <a:pt x="19911" y="1192"/>
                  </a:lnTo>
                  <a:lnTo>
                    <a:pt x="19659" y="962"/>
                  </a:lnTo>
                  <a:lnTo>
                    <a:pt x="19430" y="756"/>
                  </a:lnTo>
                  <a:lnTo>
                    <a:pt x="19269" y="573"/>
                  </a:lnTo>
                  <a:lnTo>
                    <a:pt x="19017" y="275"/>
                  </a:lnTo>
                  <a:lnTo>
                    <a:pt x="18903" y="69"/>
                  </a:lnTo>
                  <a:lnTo>
                    <a:pt x="18857" y="0"/>
                  </a:lnTo>
                  <a:close/>
                </a:path>
              </a:pathLst>
            </a:custGeom>
            <a:gradFill>
              <a:gsLst>
                <a:gs pos="0">
                  <a:srgbClr val="FFF0B9"/>
                </a:gs>
                <a:gs pos="100000">
                  <a:srgbClr val="F9D03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6" name="Google Shape;4946;p66"/>
            <p:cNvSpPr/>
            <p:nvPr/>
          </p:nvSpPr>
          <p:spPr>
            <a:xfrm>
              <a:off x="4244614" y="1978335"/>
              <a:ext cx="402787" cy="69928"/>
            </a:xfrm>
            <a:custGeom>
              <a:avLst/>
              <a:gdLst/>
              <a:ahLst/>
              <a:cxnLst/>
              <a:rect l="l" t="t" r="r" b="b"/>
              <a:pathLst>
                <a:path w="18743" h="3254" extrusionOk="0">
                  <a:moveTo>
                    <a:pt x="2521" y="0"/>
                  </a:moveTo>
                  <a:lnTo>
                    <a:pt x="1352" y="23"/>
                  </a:lnTo>
                  <a:lnTo>
                    <a:pt x="184" y="69"/>
                  </a:lnTo>
                  <a:lnTo>
                    <a:pt x="0" y="344"/>
                  </a:lnTo>
                  <a:lnTo>
                    <a:pt x="0" y="344"/>
                  </a:lnTo>
                  <a:lnTo>
                    <a:pt x="1169" y="298"/>
                  </a:lnTo>
                  <a:lnTo>
                    <a:pt x="2360" y="275"/>
                  </a:lnTo>
                  <a:lnTo>
                    <a:pt x="3552" y="275"/>
                  </a:lnTo>
                  <a:lnTo>
                    <a:pt x="4720" y="321"/>
                  </a:lnTo>
                  <a:lnTo>
                    <a:pt x="5912" y="413"/>
                  </a:lnTo>
                  <a:lnTo>
                    <a:pt x="7080" y="504"/>
                  </a:lnTo>
                  <a:lnTo>
                    <a:pt x="8249" y="642"/>
                  </a:lnTo>
                  <a:lnTo>
                    <a:pt x="9440" y="802"/>
                  </a:lnTo>
                  <a:lnTo>
                    <a:pt x="10586" y="1008"/>
                  </a:lnTo>
                  <a:lnTo>
                    <a:pt x="11754" y="1237"/>
                  </a:lnTo>
                  <a:lnTo>
                    <a:pt x="12900" y="1490"/>
                  </a:lnTo>
                  <a:lnTo>
                    <a:pt x="14068" y="1787"/>
                  </a:lnTo>
                  <a:lnTo>
                    <a:pt x="15191" y="2108"/>
                  </a:lnTo>
                  <a:lnTo>
                    <a:pt x="16336" y="2452"/>
                  </a:lnTo>
                  <a:lnTo>
                    <a:pt x="17459" y="2818"/>
                  </a:lnTo>
                  <a:lnTo>
                    <a:pt x="18559" y="3231"/>
                  </a:lnTo>
                  <a:lnTo>
                    <a:pt x="18628" y="3254"/>
                  </a:lnTo>
                  <a:lnTo>
                    <a:pt x="18673" y="3231"/>
                  </a:lnTo>
                  <a:lnTo>
                    <a:pt x="18696" y="3208"/>
                  </a:lnTo>
                  <a:lnTo>
                    <a:pt x="18719" y="3162"/>
                  </a:lnTo>
                  <a:lnTo>
                    <a:pt x="18742" y="3093"/>
                  </a:lnTo>
                  <a:lnTo>
                    <a:pt x="18719" y="3048"/>
                  </a:lnTo>
                  <a:lnTo>
                    <a:pt x="18696" y="3002"/>
                  </a:lnTo>
                  <a:lnTo>
                    <a:pt x="18628" y="2979"/>
                  </a:lnTo>
                  <a:lnTo>
                    <a:pt x="17528" y="2566"/>
                  </a:lnTo>
                  <a:lnTo>
                    <a:pt x="16405" y="2200"/>
                  </a:lnTo>
                  <a:lnTo>
                    <a:pt x="15283" y="1833"/>
                  </a:lnTo>
                  <a:lnTo>
                    <a:pt x="14160" y="1535"/>
                  </a:lnTo>
                  <a:lnTo>
                    <a:pt x="13014" y="1237"/>
                  </a:lnTo>
                  <a:lnTo>
                    <a:pt x="11869" y="985"/>
                  </a:lnTo>
                  <a:lnTo>
                    <a:pt x="10723" y="756"/>
                  </a:lnTo>
                  <a:lnTo>
                    <a:pt x="9555" y="550"/>
                  </a:lnTo>
                  <a:lnTo>
                    <a:pt x="8386" y="390"/>
                  </a:lnTo>
                  <a:lnTo>
                    <a:pt x="7218" y="252"/>
                  </a:lnTo>
                  <a:lnTo>
                    <a:pt x="6049" y="138"/>
                  </a:lnTo>
                  <a:lnTo>
                    <a:pt x="4881" y="69"/>
                  </a:lnTo>
                  <a:lnTo>
                    <a:pt x="3712" y="23"/>
                  </a:lnTo>
                  <a:lnTo>
                    <a:pt x="2521" y="0"/>
                  </a:lnTo>
                  <a:close/>
                </a:path>
              </a:pathLst>
            </a:custGeom>
            <a:gradFill>
              <a:gsLst>
                <a:gs pos="0">
                  <a:srgbClr val="E4C8BE"/>
                </a:gs>
                <a:gs pos="100000">
                  <a:srgbClr val="B77C68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7" name="Google Shape;4947;p66"/>
            <p:cNvSpPr/>
            <p:nvPr/>
          </p:nvSpPr>
          <p:spPr>
            <a:xfrm>
              <a:off x="4230345" y="2022647"/>
              <a:ext cx="401283" cy="63524"/>
            </a:xfrm>
            <a:custGeom>
              <a:avLst/>
              <a:gdLst/>
              <a:ahLst/>
              <a:cxnLst/>
              <a:rect l="l" t="t" r="r" b="b"/>
              <a:pathLst>
                <a:path w="18673" h="2956" extrusionOk="0">
                  <a:moveTo>
                    <a:pt x="1214" y="0"/>
                  </a:moveTo>
                  <a:lnTo>
                    <a:pt x="23" y="46"/>
                  </a:lnTo>
                  <a:lnTo>
                    <a:pt x="0" y="321"/>
                  </a:lnTo>
                  <a:lnTo>
                    <a:pt x="1169" y="275"/>
                  </a:lnTo>
                  <a:lnTo>
                    <a:pt x="2360" y="275"/>
                  </a:lnTo>
                  <a:lnTo>
                    <a:pt x="3528" y="298"/>
                  </a:lnTo>
                  <a:lnTo>
                    <a:pt x="4697" y="344"/>
                  </a:lnTo>
                  <a:lnTo>
                    <a:pt x="5865" y="413"/>
                  </a:lnTo>
                  <a:lnTo>
                    <a:pt x="7034" y="527"/>
                  </a:lnTo>
                  <a:lnTo>
                    <a:pt x="8202" y="642"/>
                  </a:lnTo>
                  <a:lnTo>
                    <a:pt x="9371" y="802"/>
                  </a:lnTo>
                  <a:lnTo>
                    <a:pt x="10516" y="986"/>
                  </a:lnTo>
                  <a:lnTo>
                    <a:pt x="11685" y="1192"/>
                  </a:lnTo>
                  <a:lnTo>
                    <a:pt x="12831" y="1421"/>
                  </a:lnTo>
                  <a:lnTo>
                    <a:pt x="13976" y="1673"/>
                  </a:lnTo>
                  <a:lnTo>
                    <a:pt x="15122" y="1948"/>
                  </a:lnTo>
                  <a:lnTo>
                    <a:pt x="16244" y="2246"/>
                  </a:lnTo>
                  <a:lnTo>
                    <a:pt x="17390" y="2589"/>
                  </a:lnTo>
                  <a:lnTo>
                    <a:pt x="18490" y="2933"/>
                  </a:lnTo>
                  <a:lnTo>
                    <a:pt x="18558" y="2956"/>
                  </a:lnTo>
                  <a:lnTo>
                    <a:pt x="18604" y="2933"/>
                  </a:lnTo>
                  <a:lnTo>
                    <a:pt x="18650" y="2887"/>
                  </a:lnTo>
                  <a:lnTo>
                    <a:pt x="18650" y="2841"/>
                  </a:lnTo>
                  <a:lnTo>
                    <a:pt x="18673" y="2796"/>
                  </a:lnTo>
                  <a:lnTo>
                    <a:pt x="18650" y="2750"/>
                  </a:lnTo>
                  <a:lnTo>
                    <a:pt x="18627" y="2704"/>
                  </a:lnTo>
                  <a:lnTo>
                    <a:pt x="18581" y="2681"/>
                  </a:lnTo>
                  <a:lnTo>
                    <a:pt x="17459" y="2314"/>
                  </a:lnTo>
                  <a:lnTo>
                    <a:pt x="16313" y="1994"/>
                  </a:lnTo>
                  <a:lnTo>
                    <a:pt x="15190" y="1673"/>
                  </a:lnTo>
                  <a:lnTo>
                    <a:pt x="14045" y="1398"/>
                  </a:lnTo>
                  <a:lnTo>
                    <a:pt x="12899" y="1146"/>
                  </a:lnTo>
                  <a:lnTo>
                    <a:pt x="11731" y="917"/>
                  </a:lnTo>
                  <a:lnTo>
                    <a:pt x="10585" y="711"/>
                  </a:lnTo>
                  <a:lnTo>
                    <a:pt x="9417" y="527"/>
                  </a:lnTo>
                  <a:lnTo>
                    <a:pt x="8248" y="367"/>
                  </a:lnTo>
                  <a:lnTo>
                    <a:pt x="7080" y="252"/>
                  </a:lnTo>
                  <a:lnTo>
                    <a:pt x="5911" y="138"/>
                  </a:lnTo>
                  <a:lnTo>
                    <a:pt x="4743" y="69"/>
                  </a:lnTo>
                  <a:lnTo>
                    <a:pt x="3551" y="23"/>
                  </a:lnTo>
                  <a:lnTo>
                    <a:pt x="2383" y="0"/>
                  </a:lnTo>
                  <a:close/>
                </a:path>
              </a:pathLst>
            </a:custGeom>
            <a:gradFill>
              <a:gsLst>
                <a:gs pos="0">
                  <a:srgbClr val="E4C8BE"/>
                </a:gs>
                <a:gs pos="100000">
                  <a:srgbClr val="B77C68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8" name="Google Shape;4948;p66"/>
            <p:cNvSpPr/>
            <p:nvPr/>
          </p:nvSpPr>
          <p:spPr>
            <a:xfrm>
              <a:off x="4235266" y="2070891"/>
              <a:ext cx="375688" cy="59592"/>
            </a:xfrm>
            <a:custGeom>
              <a:avLst/>
              <a:gdLst/>
              <a:ahLst/>
              <a:cxnLst/>
              <a:rect l="l" t="t" r="r" b="b"/>
              <a:pathLst>
                <a:path w="17482" h="2773" extrusionOk="0">
                  <a:moveTo>
                    <a:pt x="0" y="1"/>
                  </a:moveTo>
                  <a:lnTo>
                    <a:pt x="92" y="276"/>
                  </a:lnTo>
                  <a:lnTo>
                    <a:pt x="917" y="299"/>
                  </a:lnTo>
                  <a:lnTo>
                    <a:pt x="3551" y="344"/>
                  </a:lnTo>
                  <a:lnTo>
                    <a:pt x="4857" y="390"/>
                  </a:lnTo>
                  <a:lnTo>
                    <a:pt x="5499" y="436"/>
                  </a:lnTo>
                  <a:lnTo>
                    <a:pt x="6163" y="482"/>
                  </a:lnTo>
                  <a:lnTo>
                    <a:pt x="7584" y="665"/>
                  </a:lnTo>
                  <a:lnTo>
                    <a:pt x="8982" y="871"/>
                  </a:lnTo>
                  <a:lnTo>
                    <a:pt x="10379" y="1146"/>
                  </a:lnTo>
                  <a:lnTo>
                    <a:pt x="11777" y="1444"/>
                  </a:lnTo>
                  <a:lnTo>
                    <a:pt x="13174" y="1765"/>
                  </a:lnTo>
                  <a:lnTo>
                    <a:pt x="14549" y="2086"/>
                  </a:lnTo>
                  <a:lnTo>
                    <a:pt x="17321" y="2773"/>
                  </a:lnTo>
                  <a:lnTo>
                    <a:pt x="17367" y="2773"/>
                  </a:lnTo>
                  <a:lnTo>
                    <a:pt x="17413" y="2750"/>
                  </a:lnTo>
                  <a:lnTo>
                    <a:pt x="17459" y="2727"/>
                  </a:lnTo>
                  <a:lnTo>
                    <a:pt x="17482" y="2681"/>
                  </a:lnTo>
                  <a:lnTo>
                    <a:pt x="17482" y="2635"/>
                  </a:lnTo>
                  <a:lnTo>
                    <a:pt x="17482" y="2567"/>
                  </a:lnTo>
                  <a:lnTo>
                    <a:pt x="17436" y="2544"/>
                  </a:lnTo>
                  <a:lnTo>
                    <a:pt x="17390" y="2521"/>
                  </a:lnTo>
                  <a:lnTo>
                    <a:pt x="14893" y="1902"/>
                  </a:lnTo>
                  <a:lnTo>
                    <a:pt x="12395" y="1307"/>
                  </a:lnTo>
                  <a:lnTo>
                    <a:pt x="11318" y="1055"/>
                  </a:lnTo>
                  <a:lnTo>
                    <a:pt x="10219" y="825"/>
                  </a:lnTo>
                  <a:lnTo>
                    <a:pt x="9119" y="619"/>
                  </a:lnTo>
                  <a:lnTo>
                    <a:pt x="8042" y="459"/>
                  </a:lnTo>
                  <a:lnTo>
                    <a:pt x="6942" y="299"/>
                  </a:lnTo>
                  <a:lnTo>
                    <a:pt x="5820" y="184"/>
                  </a:lnTo>
                  <a:lnTo>
                    <a:pt x="4720" y="92"/>
                  </a:lnTo>
                  <a:lnTo>
                    <a:pt x="3620" y="46"/>
                  </a:lnTo>
                  <a:lnTo>
                    <a:pt x="1810" y="24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E4C8BE"/>
                </a:gs>
                <a:gs pos="100000">
                  <a:srgbClr val="B77C68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9" name="Google Shape;4949;p66"/>
            <p:cNvSpPr/>
            <p:nvPr/>
          </p:nvSpPr>
          <p:spPr>
            <a:xfrm>
              <a:off x="4315509" y="2210724"/>
              <a:ext cx="160530" cy="71411"/>
            </a:xfrm>
            <a:custGeom>
              <a:avLst/>
              <a:gdLst/>
              <a:ahLst/>
              <a:cxnLst/>
              <a:rect l="l" t="t" r="r" b="b"/>
              <a:pathLst>
                <a:path w="7470" h="3323" extrusionOk="0">
                  <a:moveTo>
                    <a:pt x="115" y="1"/>
                  </a:moveTo>
                  <a:lnTo>
                    <a:pt x="69" y="23"/>
                  </a:lnTo>
                  <a:lnTo>
                    <a:pt x="24" y="46"/>
                  </a:lnTo>
                  <a:lnTo>
                    <a:pt x="1" y="92"/>
                  </a:lnTo>
                  <a:lnTo>
                    <a:pt x="1" y="138"/>
                  </a:lnTo>
                  <a:lnTo>
                    <a:pt x="24" y="207"/>
                  </a:lnTo>
                  <a:lnTo>
                    <a:pt x="344" y="596"/>
                  </a:lnTo>
                  <a:lnTo>
                    <a:pt x="711" y="986"/>
                  </a:lnTo>
                  <a:lnTo>
                    <a:pt x="1078" y="1329"/>
                  </a:lnTo>
                  <a:lnTo>
                    <a:pt x="1490" y="1650"/>
                  </a:lnTo>
                  <a:lnTo>
                    <a:pt x="1902" y="1948"/>
                  </a:lnTo>
                  <a:lnTo>
                    <a:pt x="2338" y="2223"/>
                  </a:lnTo>
                  <a:lnTo>
                    <a:pt x="2819" y="2452"/>
                  </a:lnTo>
                  <a:lnTo>
                    <a:pt x="3277" y="2658"/>
                  </a:lnTo>
                  <a:lnTo>
                    <a:pt x="3758" y="2865"/>
                  </a:lnTo>
                  <a:lnTo>
                    <a:pt x="4262" y="3002"/>
                  </a:lnTo>
                  <a:lnTo>
                    <a:pt x="4766" y="3139"/>
                  </a:lnTo>
                  <a:lnTo>
                    <a:pt x="5270" y="3231"/>
                  </a:lnTo>
                  <a:lnTo>
                    <a:pt x="5797" y="3300"/>
                  </a:lnTo>
                  <a:lnTo>
                    <a:pt x="6301" y="3323"/>
                  </a:lnTo>
                  <a:lnTo>
                    <a:pt x="6828" y="3323"/>
                  </a:lnTo>
                  <a:lnTo>
                    <a:pt x="7332" y="3277"/>
                  </a:lnTo>
                  <a:lnTo>
                    <a:pt x="7378" y="3254"/>
                  </a:lnTo>
                  <a:lnTo>
                    <a:pt x="7424" y="3231"/>
                  </a:lnTo>
                  <a:lnTo>
                    <a:pt x="7447" y="3185"/>
                  </a:lnTo>
                  <a:lnTo>
                    <a:pt x="7470" y="3117"/>
                  </a:lnTo>
                  <a:lnTo>
                    <a:pt x="7447" y="3071"/>
                  </a:lnTo>
                  <a:lnTo>
                    <a:pt x="7424" y="3025"/>
                  </a:lnTo>
                  <a:lnTo>
                    <a:pt x="7378" y="3002"/>
                  </a:lnTo>
                  <a:lnTo>
                    <a:pt x="7332" y="3002"/>
                  </a:lnTo>
                  <a:lnTo>
                    <a:pt x="6828" y="3025"/>
                  </a:lnTo>
                  <a:lnTo>
                    <a:pt x="6347" y="3025"/>
                  </a:lnTo>
                  <a:lnTo>
                    <a:pt x="5843" y="3002"/>
                  </a:lnTo>
                  <a:lnTo>
                    <a:pt x="5362" y="2933"/>
                  </a:lnTo>
                  <a:lnTo>
                    <a:pt x="4858" y="2865"/>
                  </a:lnTo>
                  <a:lnTo>
                    <a:pt x="4377" y="2750"/>
                  </a:lnTo>
                  <a:lnTo>
                    <a:pt x="3896" y="2590"/>
                  </a:lnTo>
                  <a:lnTo>
                    <a:pt x="3437" y="2429"/>
                  </a:lnTo>
                  <a:lnTo>
                    <a:pt x="2956" y="2223"/>
                  </a:lnTo>
                  <a:lnTo>
                    <a:pt x="2521" y="1994"/>
                  </a:lnTo>
                  <a:lnTo>
                    <a:pt x="2086" y="1719"/>
                  </a:lnTo>
                  <a:lnTo>
                    <a:pt x="1673" y="1444"/>
                  </a:lnTo>
                  <a:lnTo>
                    <a:pt x="1284" y="1146"/>
                  </a:lnTo>
                  <a:lnTo>
                    <a:pt x="917" y="802"/>
                  </a:lnTo>
                  <a:lnTo>
                    <a:pt x="596" y="436"/>
                  </a:lnTo>
                  <a:lnTo>
                    <a:pt x="276" y="69"/>
                  </a:lnTo>
                  <a:lnTo>
                    <a:pt x="230" y="2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rgbClr val="FA77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0" name="Google Shape;4950;p66"/>
            <p:cNvSpPr/>
            <p:nvPr/>
          </p:nvSpPr>
          <p:spPr>
            <a:xfrm>
              <a:off x="4384942" y="1844906"/>
              <a:ext cx="176282" cy="38424"/>
            </a:xfrm>
            <a:custGeom>
              <a:avLst/>
              <a:gdLst/>
              <a:ahLst/>
              <a:cxnLst/>
              <a:rect l="l" t="t" r="r" b="b"/>
              <a:pathLst>
                <a:path w="8203" h="1788" extrusionOk="0">
                  <a:moveTo>
                    <a:pt x="115" y="0"/>
                  </a:moveTo>
                  <a:lnTo>
                    <a:pt x="69" y="46"/>
                  </a:lnTo>
                  <a:lnTo>
                    <a:pt x="46" y="92"/>
                  </a:lnTo>
                  <a:lnTo>
                    <a:pt x="0" y="298"/>
                  </a:lnTo>
                  <a:lnTo>
                    <a:pt x="0" y="504"/>
                  </a:lnTo>
                  <a:lnTo>
                    <a:pt x="46" y="688"/>
                  </a:lnTo>
                  <a:lnTo>
                    <a:pt x="92" y="894"/>
                  </a:lnTo>
                  <a:lnTo>
                    <a:pt x="206" y="1054"/>
                  </a:lnTo>
                  <a:lnTo>
                    <a:pt x="321" y="1215"/>
                  </a:lnTo>
                  <a:lnTo>
                    <a:pt x="459" y="1352"/>
                  </a:lnTo>
                  <a:lnTo>
                    <a:pt x="642" y="1467"/>
                  </a:lnTo>
                  <a:lnTo>
                    <a:pt x="894" y="1604"/>
                  </a:lnTo>
                  <a:lnTo>
                    <a:pt x="1192" y="1696"/>
                  </a:lnTo>
                  <a:lnTo>
                    <a:pt x="1490" y="1741"/>
                  </a:lnTo>
                  <a:lnTo>
                    <a:pt x="1787" y="1764"/>
                  </a:lnTo>
                  <a:lnTo>
                    <a:pt x="2085" y="1787"/>
                  </a:lnTo>
                  <a:lnTo>
                    <a:pt x="2406" y="1764"/>
                  </a:lnTo>
                  <a:lnTo>
                    <a:pt x="2979" y="1741"/>
                  </a:lnTo>
                  <a:lnTo>
                    <a:pt x="3643" y="1673"/>
                  </a:lnTo>
                  <a:lnTo>
                    <a:pt x="4308" y="1581"/>
                  </a:lnTo>
                  <a:lnTo>
                    <a:pt x="4972" y="1444"/>
                  </a:lnTo>
                  <a:lnTo>
                    <a:pt x="5614" y="1306"/>
                  </a:lnTo>
                  <a:lnTo>
                    <a:pt x="6255" y="1123"/>
                  </a:lnTo>
                  <a:lnTo>
                    <a:pt x="6897" y="894"/>
                  </a:lnTo>
                  <a:lnTo>
                    <a:pt x="7515" y="665"/>
                  </a:lnTo>
                  <a:lnTo>
                    <a:pt x="8134" y="390"/>
                  </a:lnTo>
                  <a:lnTo>
                    <a:pt x="8180" y="367"/>
                  </a:lnTo>
                  <a:lnTo>
                    <a:pt x="8203" y="321"/>
                  </a:lnTo>
                  <a:lnTo>
                    <a:pt x="8203" y="275"/>
                  </a:lnTo>
                  <a:lnTo>
                    <a:pt x="8180" y="206"/>
                  </a:lnTo>
                  <a:lnTo>
                    <a:pt x="8157" y="183"/>
                  </a:lnTo>
                  <a:lnTo>
                    <a:pt x="8111" y="138"/>
                  </a:lnTo>
                  <a:lnTo>
                    <a:pt x="8042" y="138"/>
                  </a:lnTo>
                  <a:lnTo>
                    <a:pt x="7996" y="161"/>
                  </a:lnTo>
                  <a:lnTo>
                    <a:pt x="7515" y="367"/>
                  </a:lnTo>
                  <a:lnTo>
                    <a:pt x="7034" y="550"/>
                  </a:lnTo>
                  <a:lnTo>
                    <a:pt x="6530" y="733"/>
                  </a:lnTo>
                  <a:lnTo>
                    <a:pt x="6026" y="894"/>
                  </a:lnTo>
                  <a:lnTo>
                    <a:pt x="5522" y="1031"/>
                  </a:lnTo>
                  <a:lnTo>
                    <a:pt x="5018" y="1146"/>
                  </a:lnTo>
                  <a:lnTo>
                    <a:pt x="4514" y="1260"/>
                  </a:lnTo>
                  <a:lnTo>
                    <a:pt x="3987" y="1329"/>
                  </a:lnTo>
                  <a:lnTo>
                    <a:pt x="3483" y="1398"/>
                  </a:lnTo>
                  <a:lnTo>
                    <a:pt x="2979" y="1444"/>
                  </a:lnTo>
                  <a:lnTo>
                    <a:pt x="2452" y="1467"/>
                  </a:lnTo>
                  <a:lnTo>
                    <a:pt x="1650" y="1467"/>
                  </a:lnTo>
                  <a:lnTo>
                    <a:pt x="1352" y="1398"/>
                  </a:lnTo>
                  <a:lnTo>
                    <a:pt x="1031" y="1306"/>
                  </a:lnTo>
                  <a:lnTo>
                    <a:pt x="894" y="1260"/>
                  </a:lnTo>
                  <a:lnTo>
                    <a:pt x="756" y="1192"/>
                  </a:lnTo>
                  <a:lnTo>
                    <a:pt x="619" y="1100"/>
                  </a:lnTo>
                  <a:lnTo>
                    <a:pt x="527" y="1008"/>
                  </a:lnTo>
                  <a:lnTo>
                    <a:pt x="436" y="917"/>
                  </a:lnTo>
                  <a:lnTo>
                    <a:pt x="344" y="779"/>
                  </a:lnTo>
                  <a:lnTo>
                    <a:pt x="298" y="665"/>
                  </a:lnTo>
                  <a:lnTo>
                    <a:pt x="275" y="504"/>
                  </a:lnTo>
                  <a:lnTo>
                    <a:pt x="298" y="344"/>
                  </a:lnTo>
                  <a:lnTo>
                    <a:pt x="321" y="183"/>
                  </a:lnTo>
                  <a:lnTo>
                    <a:pt x="344" y="115"/>
                  </a:lnTo>
                  <a:lnTo>
                    <a:pt x="321" y="69"/>
                  </a:lnTo>
                  <a:lnTo>
                    <a:pt x="275" y="23"/>
                  </a:lnTo>
                  <a:lnTo>
                    <a:pt x="229" y="0"/>
                  </a:lnTo>
                  <a:close/>
                </a:path>
              </a:pathLst>
            </a:custGeom>
            <a:gradFill>
              <a:gsLst>
                <a:gs pos="0">
                  <a:srgbClr val="E4C8BE"/>
                </a:gs>
                <a:gs pos="100000">
                  <a:srgbClr val="B77C68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1" name="Google Shape;4951;p66"/>
            <p:cNvSpPr/>
            <p:nvPr/>
          </p:nvSpPr>
          <p:spPr>
            <a:xfrm>
              <a:off x="4528707" y="1998020"/>
              <a:ext cx="147722" cy="377665"/>
            </a:xfrm>
            <a:custGeom>
              <a:avLst/>
              <a:gdLst/>
              <a:ahLst/>
              <a:cxnLst/>
              <a:rect l="l" t="t" r="r" b="b"/>
              <a:pathLst>
                <a:path w="6874" h="17574" extrusionOk="0">
                  <a:moveTo>
                    <a:pt x="6691" y="1"/>
                  </a:moveTo>
                  <a:lnTo>
                    <a:pt x="6645" y="24"/>
                  </a:lnTo>
                  <a:lnTo>
                    <a:pt x="6599" y="69"/>
                  </a:lnTo>
                  <a:lnTo>
                    <a:pt x="6003" y="1078"/>
                  </a:lnTo>
                  <a:lnTo>
                    <a:pt x="5431" y="2086"/>
                  </a:lnTo>
                  <a:lnTo>
                    <a:pt x="4881" y="3117"/>
                  </a:lnTo>
                  <a:lnTo>
                    <a:pt x="4377" y="4171"/>
                  </a:lnTo>
                  <a:lnTo>
                    <a:pt x="3873" y="5202"/>
                  </a:lnTo>
                  <a:lnTo>
                    <a:pt x="3391" y="6279"/>
                  </a:lnTo>
                  <a:lnTo>
                    <a:pt x="2933" y="7355"/>
                  </a:lnTo>
                  <a:lnTo>
                    <a:pt x="2521" y="8432"/>
                  </a:lnTo>
                  <a:lnTo>
                    <a:pt x="2108" y="9509"/>
                  </a:lnTo>
                  <a:lnTo>
                    <a:pt x="1742" y="10609"/>
                  </a:lnTo>
                  <a:lnTo>
                    <a:pt x="1375" y="11731"/>
                  </a:lnTo>
                  <a:lnTo>
                    <a:pt x="1054" y="12854"/>
                  </a:lnTo>
                  <a:lnTo>
                    <a:pt x="757" y="13977"/>
                  </a:lnTo>
                  <a:lnTo>
                    <a:pt x="482" y="15100"/>
                  </a:lnTo>
                  <a:lnTo>
                    <a:pt x="230" y="16245"/>
                  </a:lnTo>
                  <a:lnTo>
                    <a:pt x="0" y="17391"/>
                  </a:lnTo>
                  <a:lnTo>
                    <a:pt x="0" y="17436"/>
                  </a:lnTo>
                  <a:lnTo>
                    <a:pt x="23" y="17505"/>
                  </a:lnTo>
                  <a:lnTo>
                    <a:pt x="69" y="17528"/>
                  </a:lnTo>
                  <a:lnTo>
                    <a:pt x="115" y="17551"/>
                  </a:lnTo>
                  <a:lnTo>
                    <a:pt x="184" y="17574"/>
                  </a:lnTo>
                  <a:lnTo>
                    <a:pt x="230" y="17551"/>
                  </a:lnTo>
                  <a:lnTo>
                    <a:pt x="253" y="17528"/>
                  </a:lnTo>
                  <a:lnTo>
                    <a:pt x="275" y="17459"/>
                  </a:lnTo>
                  <a:lnTo>
                    <a:pt x="505" y="16314"/>
                  </a:lnTo>
                  <a:lnTo>
                    <a:pt x="757" y="15191"/>
                  </a:lnTo>
                  <a:lnTo>
                    <a:pt x="1031" y="14068"/>
                  </a:lnTo>
                  <a:lnTo>
                    <a:pt x="1329" y="12946"/>
                  </a:lnTo>
                  <a:lnTo>
                    <a:pt x="1650" y="11823"/>
                  </a:lnTo>
                  <a:lnTo>
                    <a:pt x="1994" y="10723"/>
                  </a:lnTo>
                  <a:lnTo>
                    <a:pt x="2383" y="9624"/>
                  </a:lnTo>
                  <a:lnTo>
                    <a:pt x="2773" y="8547"/>
                  </a:lnTo>
                  <a:lnTo>
                    <a:pt x="3208" y="7470"/>
                  </a:lnTo>
                  <a:lnTo>
                    <a:pt x="3643" y="6393"/>
                  </a:lnTo>
                  <a:lnTo>
                    <a:pt x="4125" y="5339"/>
                  </a:lnTo>
                  <a:lnTo>
                    <a:pt x="4629" y="4285"/>
                  </a:lnTo>
                  <a:lnTo>
                    <a:pt x="5156" y="3254"/>
                  </a:lnTo>
                  <a:lnTo>
                    <a:pt x="5683" y="2223"/>
                  </a:lnTo>
                  <a:lnTo>
                    <a:pt x="6255" y="1215"/>
                  </a:lnTo>
                  <a:lnTo>
                    <a:pt x="6851" y="230"/>
                  </a:lnTo>
                  <a:lnTo>
                    <a:pt x="6874" y="161"/>
                  </a:lnTo>
                  <a:lnTo>
                    <a:pt x="6874" y="115"/>
                  </a:lnTo>
                  <a:lnTo>
                    <a:pt x="6851" y="69"/>
                  </a:lnTo>
                  <a:lnTo>
                    <a:pt x="6805" y="24"/>
                  </a:lnTo>
                  <a:lnTo>
                    <a:pt x="6759" y="1"/>
                  </a:lnTo>
                  <a:close/>
                </a:path>
              </a:pathLst>
            </a:custGeom>
            <a:solidFill>
              <a:srgbClr val="921E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2" name="Google Shape;4952;p66"/>
            <p:cNvSpPr/>
            <p:nvPr/>
          </p:nvSpPr>
          <p:spPr>
            <a:xfrm>
              <a:off x="4377549" y="1544073"/>
              <a:ext cx="33009" cy="72894"/>
            </a:xfrm>
            <a:custGeom>
              <a:avLst/>
              <a:gdLst/>
              <a:ahLst/>
              <a:cxnLst/>
              <a:rect l="l" t="t" r="r" b="b"/>
              <a:pathLst>
                <a:path w="1536" h="3392" extrusionOk="0">
                  <a:moveTo>
                    <a:pt x="1077" y="0"/>
                  </a:moveTo>
                  <a:lnTo>
                    <a:pt x="963" y="23"/>
                  </a:lnTo>
                  <a:lnTo>
                    <a:pt x="825" y="46"/>
                  </a:lnTo>
                  <a:lnTo>
                    <a:pt x="688" y="115"/>
                  </a:lnTo>
                  <a:lnTo>
                    <a:pt x="505" y="229"/>
                  </a:lnTo>
                  <a:lnTo>
                    <a:pt x="344" y="390"/>
                  </a:lnTo>
                  <a:lnTo>
                    <a:pt x="276" y="481"/>
                  </a:lnTo>
                  <a:lnTo>
                    <a:pt x="207" y="619"/>
                  </a:lnTo>
                  <a:lnTo>
                    <a:pt x="138" y="756"/>
                  </a:lnTo>
                  <a:lnTo>
                    <a:pt x="92" y="917"/>
                  </a:lnTo>
                  <a:lnTo>
                    <a:pt x="46" y="1100"/>
                  </a:lnTo>
                  <a:lnTo>
                    <a:pt x="24" y="1283"/>
                  </a:lnTo>
                  <a:lnTo>
                    <a:pt x="1" y="1696"/>
                  </a:lnTo>
                  <a:lnTo>
                    <a:pt x="1" y="1925"/>
                  </a:lnTo>
                  <a:lnTo>
                    <a:pt x="46" y="2131"/>
                  </a:lnTo>
                  <a:lnTo>
                    <a:pt x="69" y="2337"/>
                  </a:lnTo>
                  <a:lnTo>
                    <a:pt x="138" y="2520"/>
                  </a:lnTo>
                  <a:lnTo>
                    <a:pt x="207" y="2727"/>
                  </a:lnTo>
                  <a:lnTo>
                    <a:pt x="276" y="2887"/>
                  </a:lnTo>
                  <a:lnTo>
                    <a:pt x="367" y="3047"/>
                  </a:lnTo>
                  <a:lnTo>
                    <a:pt x="482" y="3162"/>
                  </a:lnTo>
                  <a:lnTo>
                    <a:pt x="619" y="3277"/>
                  </a:lnTo>
                  <a:lnTo>
                    <a:pt x="757" y="3345"/>
                  </a:lnTo>
                  <a:lnTo>
                    <a:pt x="917" y="3391"/>
                  </a:lnTo>
                  <a:lnTo>
                    <a:pt x="1100" y="3391"/>
                  </a:lnTo>
                  <a:lnTo>
                    <a:pt x="1192" y="3368"/>
                  </a:lnTo>
                  <a:lnTo>
                    <a:pt x="1261" y="3345"/>
                  </a:lnTo>
                  <a:lnTo>
                    <a:pt x="1329" y="3299"/>
                  </a:lnTo>
                  <a:lnTo>
                    <a:pt x="1375" y="3231"/>
                  </a:lnTo>
                  <a:lnTo>
                    <a:pt x="1421" y="3139"/>
                  </a:lnTo>
                  <a:lnTo>
                    <a:pt x="1467" y="3047"/>
                  </a:lnTo>
                  <a:lnTo>
                    <a:pt x="1513" y="2818"/>
                  </a:lnTo>
                  <a:lnTo>
                    <a:pt x="1536" y="2566"/>
                  </a:lnTo>
                  <a:lnTo>
                    <a:pt x="1513" y="2291"/>
                  </a:lnTo>
                  <a:lnTo>
                    <a:pt x="1490" y="1993"/>
                  </a:lnTo>
                  <a:lnTo>
                    <a:pt x="1467" y="1673"/>
                  </a:lnTo>
                  <a:lnTo>
                    <a:pt x="1352" y="1054"/>
                  </a:lnTo>
                  <a:lnTo>
                    <a:pt x="1215" y="527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3" name="Google Shape;4953;p66"/>
            <p:cNvSpPr/>
            <p:nvPr/>
          </p:nvSpPr>
          <p:spPr>
            <a:xfrm>
              <a:off x="4377549" y="1544073"/>
              <a:ext cx="33009" cy="72894"/>
            </a:xfrm>
            <a:custGeom>
              <a:avLst/>
              <a:gdLst/>
              <a:ahLst/>
              <a:cxnLst/>
              <a:rect l="l" t="t" r="r" b="b"/>
              <a:pathLst>
                <a:path w="1536" h="3392" fill="none" extrusionOk="0">
                  <a:moveTo>
                    <a:pt x="1077" y="0"/>
                  </a:moveTo>
                  <a:lnTo>
                    <a:pt x="1077" y="0"/>
                  </a:lnTo>
                  <a:lnTo>
                    <a:pt x="963" y="23"/>
                  </a:lnTo>
                  <a:lnTo>
                    <a:pt x="825" y="46"/>
                  </a:lnTo>
                  <a:lnTo>
                    <a:pt x="688" y="115"/>
                  </a:lnTo>
                  <a:lnTo>
                    <a:pt x="505" y="229"/>
                  </a:lnTo>
                  <a:lnTo>
                    <a:pt x="344" y="390"/>
                  </a:lnTo>
                  <a:lnTo>
                    <a:pt x="276" y="481"/>
                  </a:lnTo>
                  <a:lnTo>
                    <a:pt x="207" y="619"/>
                  </a:lnTo>
                  <a:lnTo>
                    <a:pt x="138" y="756"/>
                  </a:lnTo>
                  <a:lnTo>
                    <a:pt x="92" y="917"/>
                  </a:lnTo>
                  <a:lnTo>
                    <a:pt x="92" y="917"/>
                  </a:lnTo>
                  <a:lnTo>
                    <a:pt x="46" y="1100"/>
                  </a:lnTo>
                  <a:lnTo>
                    <a:pt x="24" y="1283"/>
                  </a:lnTo>
                  <a:lnTo>
                    <a:pt x="1" y="1696"/>
                  </a:lnTo>
                  <a:lnTo>
                    <a:pt x="1" y="1925"/>
                  </a:lnTo>
                  <a:lnTo>
                    <a:pt x="46" y="2131"/>
                  </a:lnTo>
                  <a:lnTo>
                    <a:pt x="69" y="2337"/>
                  </a:lnTo>
                  <a:lnTo>
                    <a:pt x="138" y="2520"/>
                  </a:lnTo>
                  <a:lnTo>
                    <a:pt x="207" y="2727"/>
                  </a:lnTo>
                  <a:lnTo>
                    <a:pt x="276" y="2887"/>
                  </a:lnTo>
                  <a:lnTo>
                    <a:pt x="367" y="3047"/>
                  </a:lnTo>
                  <a:lnTo>
                    <a:pt x="482" y="3162"/>
                  </a:lnTo>
                  <a:lnTo>
                    <a:pt x="619" y="3277"/>
                  </a:lnTo>
                  <a:lnTo>
                    <a:pt x="757" y="3345"/>
                  </a:lnTo>
                  <a:lnTo>
                    <a:pt x="917" y="3391"/>
                  </a:lnTo>
                  <a:lnTo>
                    <a:pt x="1100" y="3391"/>
                  </a:lnTo>
                  <a:lnTo>
                    <a:pt x="1100" y="3391"/>
                  </a:lnTo>
                  <a:lnTo>
                    <a:pt x="1192" y="3368"/>
                  </a:lnTo>
                  <a:lnTo>
                    <a:pt x="1261" y="3345"/>
                  </a:lnTo>
                  <a:lnTo>
                    <a:pt x="1329" y="3299"/>
                  </a:lnTo>
                  <a:lnTo>
                    <a:pt x="1375" y="3231"/>
                  </a:lnTo>
                  <a:lnTo>
                    <a:pt x="1421" y="3139"/>
                  </a:lnTo>
                  <a:lnTo>
                    <a:pt x="1467" y="3047"/>
                  </a:lnTo>
                  <a:lnTo>
                    <a:pt x="1513" y="2818"/>
                  </a:lnTo>
                  <a:lnTo>
                    <a:pt x="1536" y="2566"/>
                  </a:lnTo>
                  <a:lnTo>
                    <a:pt x="1513" y="2291"/>
                  </a:lnTo>
                  <a:lnTo>
                    <a:pt x="1490" y="1993"/>
                  </a:lnTo>
                  <a:lnTo>
                    <a:pt x="1467" y="1673"/>
                  </a:lnTo>
                  <a:lnTo>
                    <a:pt x="1352" y="1054"/>
                  </a:lnTo>
                  <a:lnTo>
                    <a:pt x="1215" y="527"/>
                  </a:lnTo>
                  <a:lnTo>
                    <a:pt x="107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4" name="Google Shape;4954;p66"/>
            <p:cNvSpPr/>
            <p:nvPr/>
          </p:nvSpPr>
          <p:spPr>
            <a:xfrm>
              <a:off x="4364741" y="1594295"/>
              <a:ext cx="56153" cy="56648"/>
            </a:xfrm>
            <a:custGeom>
              <a:avLst/>
              <a:gdLst/>
              <a:ahLst/>
              <a:cxnLst/>
              <a:rect l="l" t="t" r="r" b="b"/>
              <a:pathLst>
                <a:path w="2613" h="2636" extrusionOk="0">
                  <a:moveTo>
                    <a:pt x="1376" y="390"/>
                  </a:moveTo>
                  <a:lnTo>
                    <a:pt x="1559" y="413"/>
                  </a:lnTo>
                  <a:lnTo>
                    <a:pt x="1742" y="481"/>
                  </a:lnTo>
                  <a:lnTo>
                    <a:pt x="1880" y="596"/>
                  </a:lnTo>
                  <a:lnTo>
                    <a:pt x="2017" y="710"/>
                  </a:lnTo>
                  <a:lnTo>
                    <a:pt x="2109" y="848"/>
                  </a:lnTo>
                  <a:lnTo>
                    <a:pt x="2200" y="1008"/>
                  </a:lnTo>
                  <a:lnTo>
                    <a:pt x="2223" y="1192"/>
                  </a:lnTo>
                  <a:lnTo>
                    <a:pt x="2246" y="1375"/>
                  </a:lnTo>
                  <a:lnTo>
                    <a:pt x="2200" y="1558"/>
                  </a:lnTo>
                  <a:lnTo>
                    <a:pt x="2132" y="1741"/>
                  </a:lnTo>
                  <a:lnTo>
                    <a:pt x="2040" y="1879"/>
                  </a:lnTo>
                  <a:lnTo>
                    <a:pt x="1925" y="2016"/>
                  </a:lnTo>
                  <a:lnTo>
                    <a:pt x="1765" y="2131"/>
                  </a:lnTo>
                  <a:lnTo>
                    <a:pt x="1605" y="2200"/>
                  </a:lnTo>
                  <a:lnTo>
                    <a:pt x="1421" y="2246"/>
                  </a:lnTo>
                  <a:lnTo>
                    <a:pt x="1238" y="2246"/>
                  </a:lnTo>
                  <a:lnTo>
                    <a:pt x="1055" y="2200"/>
                  </a:lnTo>
                  <a:lnTo>
                    <a:pt x="894" y="2154"/>
                  </a:lnTo>
                  <a:lnTo>
                    <a:pt x="734" y="2039"/>
                  </a:lnTo>
                  <a:lnTo>
                    <a:pt x="620" y="1925"/>
                  </a:lnTo>
                  <a:lnTo>
                    <a:pt x="505" y="1787"/>
                  </a:lnTo>
                  <a:lnTo>
                    <a:pt x="436" y="1627"/>
                  </a:lnTo>
                  <a:lnTo>
                    <a:pt x="390" y="1444"/>
                  </a:lnTo>
                  <a:lnTo>
                    <a:pt x="390" y="1260"/>
                  </a:lnTo>
                  <a:lnTo>
                    <a:pt x="413" y="1077"/>
                  </a:lnTo>
                  <a:lnTo>
                    <a:pt x="482" y="894"/>
                  </a:lnTo>
                  <a:lnTo>
                    <a:pt x="574" y="756"/>
                  </a:lnTo>
                  <a:lnTo>
                    <a:pt x="711" y="619"/>
                  </a:lnTo>
                  <a:lnTo>
                    <a:pt x="849" y="504"/>
                  </a:lnTo>
                  <a:lnTo>
                    <a:pt x="1009" y="435"/>
                  </a:lnTo>
                  <a:lnTo>
                    <a:pt x="1192" y="390"/>
                  </a:lnTo>
                  <a:close/>
                  <a:moveTo>
                    <a:pt x="1399" y="0"/>
                  </a:moveTo>
                  <a:lnTo>
                    <a:pt x="1146" y="23"/>
                  </a:lnTo>
                  <a:lnTo>
                    <a:pt x="894" y="69"/>
                  </a:lnTo>
                  <a:lnTo>
                    <a:pt x="665" y="183"/>
                  </a:lnTo>
                  <a:lnTo>
                    <a:pt x="459" y="321"/>
                  </a:lnTo>
                  <a:lnTo>
                    <a:pt x="276" y="504"/>
                  </a:lnTo>
                  <a:lnTo>
                    <a:pt x="138" y="733"/>
                  </a:lnTo>
                  <a:lnTo>
                    <a:pt x="47" y="962"/>
                  </a:lnTo>
                  <a:lnTo>
                    <a:pt x="1" y="1214"/>
                  </a:lnTo>
                  <a:lnTo>
                    <a:pt x="1" y="1489"/>
                  </a:lnTo>
                  <a:lnTo>
                    <a:pt x="70" y="1741"/>
                  </a:lnTo>
                  <a:lnTo>
                    <a:pt x="184" y="1971"/>
                  </a:lnTo>
                  <a:lnTo>
                    <a:pt x="322" y="2177"/>
                  </a:lnTo>
                  <a:lnTo>
                    <a:pt x="505" y="2337"/>
                  </a:lnTo>
                  <a:lnTo>
                    <a:pt x="711" y="2475"/>
                  </a:lnTo>
                  <a:lnTo>
                    <a:pt x="963" y="2589"/>
                  </a:lnTo>
                  <a:lnTo>
                    <a:pt x="1215" y="2635"/>
                  </a:lnTo>
                  <a:lnTo>
                    <a:pt x="1490" y="2612"/>
                  </a:lnTo>
                  <a:lnTo>
                    <a:pt x="1742" y="2566"/>
                  </a:lnTo>
                  <a:lnTo>
                    <a:pt x="1971" y="2452"/>
                  </a:lnTo>
                  <a:lnTo>
                    <a:pt x="2178" y="2314"/>
                  </a:lnTo>
                  <a:lnTo>
                    <a:pt x="2338" y="2131"/>
                  </a:lnTo>
                  <a:lnTo>
                    <a:pt x="2475" y="1902"/>
                  </a:lnTo>
                  <a:lnTo>
                    <a:pt x="2567" y="1673"/>
                  </a:lnTo>
                  <a:lnTo>
                    <a:pt x="2613" y="1421"/>
                  </a:lnTo>
                  <a:lnTo>
                    <a:pt x="2613" y="1146"/>
                  </a:lnTo>
                  <a:lnTo>
                    <a:pt x="2544" y="894"/>
                  </a:lnTo>
                  <a:lnTo>
                    <a:pt x="2452" y="665"/>
                  </a:lnTo>
                  <a:lnTo>
                    <a:pt x="2292" y="458"/>
                  </a:lnTo>
                  <a:lnTo>
                    <a:pt x="2109" y="275"/>
                  </a:lnTo>
                  <a:lnTo>
                    <a:pt x="1903" y="138"/>
                  </a:lnTo>
                  <a:lnTo>
                    <a:pt x="1673" y="46"/>
                  </a:lnTo>
                  <a:lnTo>
                    <a:pt x="1399" y="0"/>
                  </a:lnTo>
                  <a:close/>
                </a:path>
              </a:pathLst>
            </a:custGeom>
            <a:solidFill>
              <a:srgbClr val="FA9F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5" name="Google Shape;4955;p66"/>
            <p:cNvSpPr/>
            <p:nvPr/>
          </p:nvSpPr>
          <p:spPr>
            <a:xfrm>
              <a:off x="4364741" y="1594295"/>
              <a:ext cx="56153" cy="56648"/>
            </a:xfrm>
            <a:custGeom>
              <a:avLst/>
              <a:gdLst/>
              <a:ahLst/>
              <a:cxnLst/>
              <a:rect l="l" t="t" r="r" b="b"/>
              <a:pathLst>
                <a:path w="2613" h="2636" fill="none" extrusionOk="0">
                  <a:moveTo>
                    <a:pt x="1215" y="2635"/>
                  </a:moveTo>
                  <a:lnTo>
                    <a:pt x="1215" y="2635"/>
                  </a:lnTo>
                  <a:lnTo>
                    <a:pt x="963" y="2589"/>
                  </a:lnTo>
                  <a:lnTo>
                    <a:pt x="711" y="2475"/>
                  </a:lnTo>
                  <a:lnTo>
                    <a:pt x="505" y="2337"/>
                  </a:lnTo>
                  <a:lnTo>
                    <a:pt x="322" y="2177"/>
                  </a:lnTo>
                  <a:lnTo>
                    <a:pt x="184" y="1971"/>
                  </a:lnTo>
                  <a:lnTo>
                    <a:pt x="70" y="1741"/>
                  </a:lnTo>
                  <a:lnTo>
                    <a:pt x="1" y="1489"/>
                  </a:lnTo>
                  <a:lnTo>
                    <a:pt x="1" y="1214"/>
                  </a:lnTo>
                  <a:lnTo>
                    <a:pt x="1" y="1214"/>
                  </a:lnTo>
                  <a:lnTo>
                    <a:pt x="47" y="962"/>
                  </a:lnTo>
                  <a:lnTo>
                    <a:pt x="138" y="733"/>
                  </a:lnTo>
                  <a:lnTo>
                    <a:pt x="276" y="504"/>
                  </a:lnTo>
                  <a:lnTo>
                    <a:pt x="459" y="321"/>
                  </a:lnTo>
                  <a:lnTo>
                    <a:pt x="665" y="183"/>
                  </a:lnTo>
                  <a:lnTo>
                    <a:pt x="894" y="69"/>
                  </a:lnTo>
                  <a:lnTo>
                    <a:pt x="1146" y="23"/>
                  </a:lnTo>
                  <a:lnTo>
                    <a:pt x="1399" y="0"/>
                  </a:lnTo>
                  <a:lnTo>
                    <a:pt x="1399" y="0"/>
                  </a:lnTo>
                  <a:lnTo>
                    <a:pt x="1673" y="46"/>
                  </a:lnTo>
                  <a:lnTo>
                    <a:pt x="1903" y="138"/>
                  </a:lnTo>
                  <a:lnTo>
                    <a:pt x="2109" y="275"/>
                  </a:lnTo>
                  <a:lnTo>
                    <a:pt x="2292" y="458"/>
                  </a:lnTo>
                  <a:lnTo>
                    <a:pt x="2452" y="665"/>
                  </a:lnTo>
                  <a:lnTo>
                    <a:pt x="2544" y="894"/>
                  </a:lnTo>
                  <a:lnTo>
                    <a:pt x="2613" y="1146"/>
                  </a:lnTo>
                  <a:lnTo>
                    <a:pt x="2613" y="1421"/>
                  </a:lnTo>
                  <a:lnTo>
                    <a:pt x="2613" y="1421"/>
                  </a:lnTo>
                  <a:lnTo>
                    <a:pt x="2567" y="1673"/>
                  </a:lnTo>
                  <a:lnTo>
                    <a:pt x="2475" y="1902"/>
                  </a:lnTo>
                  <a:lnTo>
                    <a:pt x="2338" y="2131"/>
                  </a:lnTo>
                  <a:lnTo>
                    <a:pt x="2178" y="2314"/>
                  </a:lnTo>
                  <a:lnTo>
                    <a:pt x="1971" y="2452"/>
                  </a:lnTo>
                  <a:lnTo>
                    <a:pt x="1742" y="2566"/>
                  </a:lnTo>
                  <a:lnTo>
                    <a:pt x="1490" y="2612"/>
                  </a:lnTo>
                  <a:lnTo>
                    <a:pt x="1215" y="2635"/>
                  </a:lnTo>
                </a:path>
              </a:pathLst>
            </a:custGeom>
            <a:gradFill>
              <a:gsLst>
                <a:gs pos="0">
                  <a:srgbClr val="FFF0B9"/>
                </a:gs>
                <a:gs pos="100000">
                  <a:srgbClr val="F9D03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6" name="Google Shape;4956;p66"/>
            <p:cNvSpPr/>
            <p:nvPr/>
          </p:nvSpPr>
          <p:spPr>
            <a:xfrm>
              <a:off x="4373122" y="1602654"/>
              <a:ext cx="39907" cy="39907"/>
            </a:xfrm>
            <a:custGeom>
              <a:avLst/>
              <a:gdLst/>
              <a:ahLst/>
              <a:cxnLst/>
              <a:rect l="l" t="t" r="r" b="b"/>
              <a:pathLst>
                <a:path w="1857" h="1857" fill="none" extrusionOk="0">
                  <a:moveTo>
                    <a:pt x="986" y="1"/>
                  </a:moveTo>
                  <a:lnTo>
                    <a:pt x="986" y="1"/>
                  </a:lnTo>
                  <a:lnTo>
                    <a:pt x="802" y="1"/>
                  </a:lnTo>
                  <a:lnTo>
                    <a:pt x="619" y="46"/>
                  </a:lnTo>
                  <a:lnTo>
                    <a:pt x="459" y="115"/>
                  </a:lnTo>
                  <a:lnTo>
                    <a:pt x="321" y="230"/>
                  </a:lnTo>
                  <a:lnTo>
                    <a:pt x="184" y="367"/>
                  </a:lnTo>
                  <a:lnTo>
                    <a:pt x="92" y="505"/>
                  </a:lnTo>
                  <a:lnTo>
                    <a:pt x="23" y="688"/>
                  </a:lnTo>
                  <a:lnTo>
                    <a:pt x="0" y="871"/>
                  </a:lnTo>
                  <a:lnTo>
                    <a:pt x="0" y="871"/>
                  </a:lnTo>
                  <a:lnTo>
                    <a:pt x="0" y="1055"/>
                  </a:lnTo>
                  <a:lnTo>
                    <a:pt x="46" y="1238"/>
                  </a:lnTo>
                  <a:lnTo>
                    <a:pt x="115" y="1398"/>
                  </a:lnTo>
                  <a:lnTo>
                    <a:pt x="230" y="1536"/>
                  </a:lnTo>
                  <a:lnTo>
                    <a:pt x="344" y="1650"/>
                  </a:lnTo>
                  <a:lnTo>
                    <a:pt x="504" y="1765"/>
                  </a:lnTo>
                  <a:lnTo>
                    <a:pt x="665" y="1811"/>
                  </a:lnTo>
                  <a:lnTo>
                    <a:pt x="848" y="1857"/>
                  </a:lnTo>
                  <a:lnTo>
                    <a:pt x="848" y="1857"/>
                  </a:lnTo>
                  <a:lnTo>
                    <a:pt x="1031" y="1857"/>
                  </a:lnTo>
                  <a:lnTo>
                    <a:pt x="1215" y="1811"/>
                  </a:lnTo>
                  <a:lnTo>
                    <a:pt x="1375" y="1742"/>
                  </a:lnTo>
                  <a:lnTo>
                    <a:pt x="1535" y="1627"/>
                  </a:lnTo>
                  <a:lnTo>
                    <a:pt x="1650" y="1490"/>
                  </a:lnTo>
                  <a:lnTo>
                    <a:pt x="1742" y="1352"/>
                  </a:lnTo>
                  <a:lnTo>
                    <a:pt x="1810" y="1169"/>
                  </a:lnTo>
                  <a:lnTo>
                    <a:pt x="1856" y="986"/>
                  </a:lnTo>
                  <a:lnTo>
                    <a:pt x="1856" y="986"/>
                  </a:lnTo>
                  <a:lnTo>
                    <a:pt x="1833" y="803"/>
                  </a:lnTo>
                  <a:lnTo>
                    <a:pt x="1810" y="619"/>
                  </a:lnTo>
                  <a:lnTo>
                    <a:pt x="1719" y="459"/>
                  </a:lnTo>
                  <a:lnTo>
                    <a:pt x="1627" y="321"/>
                  </a:lnTo>
                  <a:lnTo>
                    <a:pt x="1490" y="207"/>
                  </a:lnTo>
                  <a:lnTo>
                    <a:pt x="1352" y="92"/>
                  </a:lnTo>
                  <a:lnTo>
                    <a:pt x="1169" y="24"/>
                  </a:lnTo>
                  <a:lnTo>
                    <a:pt x="98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7" name="Google Shape;4957;p66"/>
            <p:cNvSpPr/>
            <p:nvPr/>
          </p:nvSpPr>
          <p:spPr>
            <a:xfrm>
              <a:off x="4438107" y="1708512"/>
              <a:ext cx="21" cy="21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8" name="Google Shape;4958;p66"/>
            <p:cNvSpPr/>
            <p:nvPr/>
          </p:nvSpPr>
          <p:spPr>
            <a:xfrm>
              <a:off x="4438107" y="1708512"/>
              <a:ext cx="21" cy="2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9" name="Google Shape;4959;p66"/>
            <p:cNvSpPr/>
            <p:nvPr/>
          </p:nvSpPr>
          <p:spPr>
            <a:xfrm>
              <a:off x="4423838" y="1642539"/>
              <a:ext cx="175788" cy="192529"/>
            </a:xfrm>
            <a:custGeom>
              <a:avLst/>
              <a:gdLst/>
              <a:ahLst/>
              <a:cxnLst/>
              <a:rect l="l" t="t" r="r" b="b"/>
              <a:pathLst>
                <a:path w="8180" h="8959" extrusionOk="0">
                  <a:moveTo>
                    <a:pt x="7515" y="1"/>
                  </a:moveTo>
                  <a:lnTo>
                    <a:pt x="7240" y="115"/>
                  </a:lnTo>
                  <a:lnTo>
                    <a:pt x="6851" y="298"/>
                  </a:lnTo>
                  <a:lnTo>
                    <a:pt x="6553" y="596"/>
                  </a:lnTo>
                  <a:lnTo>
                    <a:pt x="6255" y="871"/>
                  </a:lnTo>
                  <a:lnTo>
                    <a:pt x="5911" y="1123"/>
                  </a:lnTo>
                  <a:lnTo>
                    <a:pt x="5591" y="1375"/>
                  </a:lnTo>
                  <a:lnTo>
                    <a:pt x="5224" y="1604"/>
                  </a:lnTo>
                  <a:lnTo>
                    <a:pt x="4880" y="1811"/>
                  </a:lnTo>
                  <a:lnTo>
                    <a:pt x="4491" y="2017"/>
                  </a:lnTo>
                  <a:lnTo>
                    <a:pt x="4124" y="2177"/>
                  </a:lnTo>
                  <a:lnTo>
                    <a:pt x="3712" y="2337"/>
                  </a:lnTo>
                  <a:lnTo>
                    <a:pt x="3322" y="2498"/>
                  </a:lnTo>
                  <a:lnTo>
                    <a:pt x="2910" y="2612"/>
                  </a:lnTo>
                  <a:lnTo>
                    <a:pt x="2475" y="2750"/>
                  </a:lnTo>
                  <a:lnTo>
                    <a:pt x="2039" y="2842"/>
                  </a:lnTo>
                  <a:lnTo>
                    <a:pt x="1604" y="2933"/>
                  </a:lnTo>
                  <a:lnTo>
                    <a:pt x="1146" y="3002"/>
                  </a:lnTo>
                  <a:lnTo>
                    <a:pt x="665" y="3071"/>
                  </a:lnTo>
                  <a:lnTo>
                    <a:pt x="665" y="3094"/>
                  </a:lnTo>
                  <a:lnTo>
                    <a:pt x="665" y="3598"/>
                  </a:lnTo>
                  <a:lnTo>
                    <a:pt x="642" y="4606"/>
                  </a:lnTo>
                  <a:lnTo>
                    <a:pt x="596" y="5064"/>
                  </a:lnTo>
                  <a:lnTo>
                    <a:pt x="550" y="5476"/>
                  </a:lnTo>
                  <a:lnTo>
                    <a:pt x="459" y="6072"/>
                  </a:lnTo>
                  <a:lnTo>
                    <a:pt x="367" y="6439"/>
                  </a:lnTo>
                  <a:lnTo>
                    <a:pt x="275" y="6805"/>
                  </a:lnTo>
                  <a:lnTo>
                    <a:pt x="161" y="7149"/>
                  </a:lnTo>
                  <a:lnTo>
                    <a:pt x="0" y="7493"/>
                  </a:lnTo>
                  <a:lnTo>
                    <a:pt x="23" y="7561"/>
                  </a:lnTo>
                  <a:lnTo>
                    <a:pt x="92" y="7745"/>
                  </a:lnTo>
                  <a:lnTo>
                    <a:pt x="161" y="7859"/>
                  </a:lnTo>
                  <a:lnTo>
                    <a:pt x="275" y="7974"/>
                  </a:lnTo>
                  <a:lnTo>
                    <a:pt x="390" y="8111"/>
                  </a:lnTo>
                  <a:lnTo>
                    <a:pt x="573" y="8272"/>
                  </a:lnTo>
                  <a:lnTo>
                    <a:pt x="779" y="8409"/>
                  </a:lnTo>
                  <a:lnTo>
                    <a:pt x="1031" y="8547"/>
                  </a:lnTo>
                  <a:lnTo>
                    <a:pt x="1329" y="8661"/>
                  </a:lnTo>
                  <a:lnTo>
                    <a:pt x="1696" y="8776"/>
                  </a:lnTo>
                  <a:lnTo>
                    <a:pt x="2131" y="8867"/>
                  </a:lnTo>
                  <a:lnTo>
                    <a:pt x="2612" y="8913"/>
                  </a:lnTo>
                  <a:lnTo>
                    <a:pt x="3162" y="8959"/>
                  </a:lnTo>
                  <a:lnTo>
                    <a:pt x="3804" y="8959"/>
                  </a:lnTo>
                  <a:lnTo>
                    <a:pt x="4308" y="8913"/>
                  </a:lnTo>
                  <a:lnTo>
                    <a:pt x="4789" y="8844"/>
                  </a:lnTo>
                  <a:lnTo>
                    <a:pt x="5247" y="8707"/>
                  </a:lnTo>
                  <a:lnTo>
                    <a:pt x="5682" y="8569"/>
                  </a:lnTo>
                  <a:lnTo>
                    <a:pt x="6072" y="8386"/>
                  </a:lnTo>
                  <a:lnTo>
                    <a:pt x="6416" y="8180"/>
                  </a:lnTo>
                  <a:lnTo>
                    <a:pt x="6759" y="7974"/>
                  </a:lnTo>
                  <a:lnTo>
                    <a:pt x="7057" y="7745"/>
                  </a:lnTo>
                  <a:lnTo>
                    <a:pt x="7309" y="7538"/>
                  </a:lnTo>
                  <a:lnTo>
                    <a:pt x="7538" y="7332"/>
                  </a:lnTo>
                  <a:lnTo>
                    <a:pt x="7905" y="6966"/>
                  </a:lnTo>
                  <a:lnTo>
                    <a:pt x="8111" y="6714"/>
                  </a:lnTo>
                  <a:lnTo>
                    <a:pt x="8180" y="6599"/>
                  </a:lnTo>
                  <a:lnTo>
                    <a:pt x="7859" y="5843"/>
                  </a:lnTo>
                  <a:lnTo>
                    <a:pt x="7722" y="5453"/>
                  </a:lnTo>
                  <a:lnTo>
                    <a:pt x="7607" y="5087"/>
                  </a:lnTo>
                  <a:lnTo>
                    <a:pt x="7492" y="4697"/>
                  </a:lnTo>
                  <a:lnTo>
                    <a:pt x="7401" y="4331"/>
                  </a:lnTo>
                  <a:lnTo>
                    <a:pt x="7332" y="3964"/>
                  </a:lnTo>
                  <a:lnTo>
                    <a:pt x="7286" y="3598"/>
                  </a:lnTo>
                  <a:lnTo>
                    <a:pt x="7240" y="3231"/>
                  </a:lnTo>
                  <a:lnTo>
                    <a:pt x="7217" y="2864"/>
                  </a:lnTo>
                  <a:lnTo>
                    <a:pt x="7217" y="2498"/>
                  </a:lnTo>
                  <a:lnTo>
                    <a:pt x="7217" y="2131"/>
                  </a:lnTo>
                  <a:lnTo>
                    <a:pt x="7263" y="1742"/>
                  </a:lnTo>
                  <a:lnTo>
                    <a:pt x="7309" y="1375"/>
                  </a:lnTo>
                  <a:lnTo>
                    <a:pt x="7355" y="986"/>
                  </a:lnTo>
                  <a:lnTo>
                    <a:pt x="7447" y="596"/>
                  </a:lnTo>
                  <a:lnTo>
                    <a:pt x="7538" y="161"/>
                  </a:lnTo>
                  <a:lnTo>
                    <a:pt x="7515" y="1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0" name="Google Shape;4960;p66"/>
            <p:cNvSpPr/>
            <p:nvPr/>
          </p:nvSpPr>
          <p:spPr>
            <a:xfrm>
              <a:off x="4435657" y="1684873"/>
              <a:ext cx="94556" cy="75365"/>
            </a:xfrm>
            <a:custGeom>
              <a:avLst/>
              <a:gdLst/>
              <a:ahLst/>
              <a:cxnLst/>
              <a:rect l="l" t="t" r="r" b="b"/>
              <a:pathLst>
                <a:path w="4400" h="3507" extrusionOk="0">
                  <a:moveTo>
                    <a:pt x="4399" y="1"/>
                  </a:moveTo>
                  <a:lnTo>
                    <a:pt x="3918" y="299"/>
                  </a:lnTo>
                  <a:lnTo>
                    <a:pt x="3391" y="574"/>
                  </a:lnTo>
                  <a:lnTo>
                    <a:pt x="2864" y="803"/>
                  </a:lnTo>
                  <a:lnTo>
                    <a:pt x="2337" y="986"/>
                  </a:lnTo>
                  <a:lnTo>
                    <a:pt x="1810" y="1124"/>
                  </a:lnTo>
                  <a:lnTo>
                    <a:pt x="1558" y="1169"/>
                  </a:lnTo>
                  <a:lnTo>
                    <a:pt x="1283" y="1192"/>
                  </a:lnTo>
                  <a:lnTo>
                    <a:pt x="1031" y="1215"/>
                  </a:lnTo>
                  <a:lnTo>
                    <a:pt x="779" y="1192"/>
                  </a:lnTo>
                  <a:lnTo>
                    <a:pt x="527" y="1192"/>
                  </a:lnTo>
                  <a:lnTo>
                    <a:pt x="275" y="1146"/>
                  </a:lnTo>
                  <a:lnTo>
                    <a:pt x="115" y="1124"/>
                  </a:lnTo>
                  <a:lnTo>
                    <a:pt x="115" y="1628"/>
                  </a:lnTo>
                  <a:lnTo>
                    <a:pt x="92" y="2636"/>
                  </a:lnTo>
                  <a:lnTo>
                    <a:pt x="46" y="3094"/>
                  </a:lnTo>
                  <a:lnTo>
                    <a:pt x="0" y="3506"/>
                  </a:lnTo>
                  <a:lnTo>
                    <a:pt x="436" y="3392"/>
                  </a:lnTo>
                  <a:lnTo>
                    <a:pt x="825" y="3254"/>
                  </a:lnTo>
                  <a:lnTo>
                    <a:pt x="1214" y="3094"/>
                  </a:lnTo>
                  <a:lnTo>
                    <a:pt x="1581" y="2911"/>
                  </a:lnTo>
                  <a:lnTo>
                    <a:pt x="1925" y="2704"/>
                  </a:lnTo>
                  <a:lnTo>
                    <a:pt x="2246" y="2475"/>
                  </a:lnTo>
                  <a:lnTo>
                    <a:pt x="2543" y="2223"/>
                  </a:lnTo>
                  <a:lnTo>
                    <a:pt x="2841" y="1971"/>
                  </a:lnTo>
                  <a:lnTo>
                    <a:pt x="3093" y="1719"/>
                  </a:lnTo>
                  <a:lnTo>
                    <a:pt x="3345" y="1467"/>
                  </a:lnTo>
                  <a:lnTo>
                    <a:pt x="3781" y="940"/>
                  </a:lnTo>
                  <a:lnTo>
                    <a:pt x="4124" y="436"/>
                  </a:lnTo>
                  <a:lnTo>
                    <a:pt x="4399" y="1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1" name="Google Shape;4961;p66"/>
            <p:cNvSpPr/>
            <p:nvPr/>
          </p:nvSpPr>
          <p:spPr>
            <a:xfrm>
              <a:off x="4386897" y="1403252"/>
              <a:ext cx="270838" cy="310702"/>
            </a:xfrm>
            <a:custGeom>
              <a:avLst/>
              <a:gdLst/>
              <a:ahLst/>
              <a:cxnLst/>
              <a:rect l="l" t="t" r="r" b="b"/>
              <a:pathLst>
                <a:path w="12603" h="14458" extrusionOk="0">
                  <a:moveTo>
                    <a:pt x="6210" y="0"/>
                  </a:moveTo>
                  <a:lnTo>
                    <a:pt x="5339" y="69"/>
                  </a:lnTo>
                  <a:lnTo>
                    <a:pt x="4515" y="161"/>
                  </a:lnTo>
                  <a:lnTo>
                    <a:pt x="3781" y="298"/>
                  </a:lnTo>
                  <a:lnTo>
                    <a:pt x="3461" y="390"/>
                  </a:lnTo>
                  <a:lnTo>
                    <a:pt x="3140" y="482"/>
                  </a:lnTo>
                  <a:lnTo>
                    <a:pt x="2842" y="596"/>
                  </a:lnTo>
                  <a:lnTo>
                    <a:pt x="2544" y="711"/>
                  </a:lnTo>
                  <a:lnTo>
                    <a:pt x="2292" y="825"/>
                  </a:lnTo>
                  <a:lnTo>
                    <a:pt x="2040" y="963"/>
                  </a:lnTo>
                  <a:lnTo>
                    <a:pt x="1811" y="1100"/>
                  </a:lnTo>
                  <a:lnTo>
                    <a:pt x="1582" y="1238"/>
                  </a:lnTo>
                  <a:lnTo>
                    <a:pt x="1376" y="1398"/>
                  </a:lnTo>
                  <a:lnTo>
                    <a:pt x="1192" y="1558"/>
                  </a:lnTo>
                  <a:lnTo>
                    <a:pt x="1032" y="1719"/>
                  </a:lnTo>
                  <a:lnTo>
                    <a:pt x="872" y="1879"/>
                  </a:lnTo>
                  <a:lnTo>
                    <a:pt x="734" y="2062"/>
                  </a:lnTo>
                  <a:lnTo>
                    <a:pt x="597" y="2246"/>
                  </a:lnTo>
                  <a:lnTo>
                    <a:pt x="390" y="2612"/>
                  </a:lnTo>
                  <a:lnTo>
                    <a:pt x="207" y="3002"/>
                  </a:lnTo>
                  <a:lnTo>
                    <a:pt x="93" y="3414"/>
                  </a:lnTo>
                  <a:lnTo>
                    <a:pt x="24" y="3827"/>
                  </a:lnTo>
                  <a:lnTo>
                    <a:pt x="1" y="4239"/>
                  </a:lnTo>
                  <a:lnTo>
                    <a:pt x="1" y="4674"/>
                  </a:lnTo>
                  <a:lnTo>
                    <a:pt x="47" y="5178"/>
                  </a:lnTo>
                  <a:lnTo>
                    <a:pt x="138" y="5774"/>
                  </a:lnTo>
                  <a:lnTo>
                    <a:pt x="322" y="7034"/>
                  </a:lnTo>
                  <a:lnTo>
                    <a:pt x="574" y="8524"/>
                  </a:lnTo>
                  <a:lnTo>
                    <a:pt x="551" y="8569"/>
                  </a:lnTo>
                  <a:lnTo>
                    <a:pt x="436" y="8959"/>
                  </a:lnTo>
                  <a:lnTo>
                    <a:pt x="345" y="9348"/>
                  </a:lnTo>
                  <a:lnTo>
                    <a:pt x="276" y="9715"/>
                  </a:lnTo>
                  <a:lnTo>
                    <a:pt x="230" y="10082"/>
                  </a:lnTo>
                  <a:lnTo>
                    <a:pt x="184" y="10471"/>
                  </a:lnTo>
                  <a:lnTo>
                    <a:pt x="184" y="10838"/>
                  </a:lnTo>
                  <a:lnTo>
                    <a:pt x="184" y="11227"/>
                  </a:lnTo>
                  <a:lnTo>
                    <a:pt x="207" y="11594"/>
                  </a:lnTo>
                  <a:lnTo>
                    <a:pt x="253" y="11960"/>
                  </a:lnTo>
                  <a:lnTo>
                    <a:pt x="322" y="12327"/>
                  </a:lnTo>
                  <a:lnTo>
                    <a:pt x="436" y="12648"/>
                  </a:lnTo>
                  <a:lnTo>
                    <a:pt x="551" y="12968"/>
                  </a:lnTo>
                  <a:lnTo>
                    <a:pt x="711" y="13266"/>
                  </a:lnTo>
                  <a:lnTo>
                    <a:pt x="894" y="13541"/>
                  </a:lnTo>
                  <a:lnTo>
                    <a:pt x="1124" y="13770"/>
                  </a:lnTo>
                  <a:lnTo>
                    <a:pt x="1376" y="13977"/>
                  </a:lnTo>
                  <a:lnTo>
                    <a:pt x="1651" y="14137"/>
                  </a:lnTo>
                  <a:lnTo>
                    <a:pt x="1811" y="14183"/>
                  </a:lnTo>
                  <a:lnTo>
                    <a:pt x="1971" y="14251"/>
                  </a:lnTo>
                  <a:lnTo>
                    <a:pt x="2384" y="14366"/>
                  </a:lnTo>
                  <a:lnTo>
                    <a:pt x="2727" y="14435"/>
                  </a:lnTo>
                  <a:lnTo>
                    <a:pt x="3140" y="14458"/>
                  </a:lnTo>
                  <a:lnTo>
                    <a:pt x="3483" y="14458"/>
                  </a:lnTo>
                  <a:lnTo>
                    <a:pt x="3873" y="14412"/>
                  </a:lnTo>
                  <a:lnTo>
                    <a:pt x="4262" y="14366"/>
                  </a:lnTo>
                  <a:lnTo>
                    <a:pt x="4675" y="14274"/>
                  </a:lnTo>
                  <a:lnTo>
                    <a:pt x="5110" y="14160"/>
                  </a:lnTo>
                  <a:lnTo>
                    <a:pt x="5568" y="14022"/>
                  </a:lnTo>
                  <a:lnTo>
                    <a:pt x="6004" y="13839"/>
                  </a:lnTo>
                  <a:lnTo>
                    <a:pt x="6462" y="13656"/>
                  </a:lnTo>
                  <a:lnTo>
                    <a:pt x="6897" y="13427"/>
                  </a:lnTo>
                  <a:lnTo>
                    <a:pt x="7333" y="13175"/>
                  </a:lnTo>
                  <a:lnTo>
                    <a:pt x="7745" y="12900"/>
                  </a:lnTo>
                  <a:lnTo>
                    <a:pt x="8135" y="12602"/>
                  </a:lnTo>
                  <a:lnTo>
                    <a:pt x="8501" y="12281"/>
                  </a:lnTo>
                  <a:lnTo>
                    <a:pt x="8822" y="11937"/>
                  </a:lnTo>
                  <a:lnTo>
                    <a:pt x="9120" y="11548"/>
                  </a:lnTo>
                  <a:lnTo>
                    <a:pt x="9372" y="11158"/>
                  </a:lnTo>
                  <a:lnTo>
                    <a:pt x="9418" y="11044"/>
                  </a:lnTo>
                  <a:lnTo>
                    <a:pt x="9532" y="10838"/>
                  </a:lnTo>
                  <a:lnTo>
                    <a:pt x="9578" y="10838"/>
                  </a:lnTo>
                  <a:lnTo>
                    <a:pt x="9899" y="10815"/>
                  </a:lnTo>
                  <a:lnTo>
                    <a:pt x="10197" y="10769"/>
                  </a:lnTo>
                  <a:lnTo>
                    <a:pt x="10494" y="10700"/>
                  </a:lnTo>
                  <a:lnTo>
                    <a:pt x="10769" y="10586"/>
                  </a:lnTo>
                  <a:lnTo>
                    <a:pt x="11044" y="10448"/>
                  </a:lnTo>
                  <a:lnTo>
                    <a:pt x="11273" y="10288"/>
                  </a:lnTo>
                  <a:lnTo>
                    <a:pt x="11503" y="10127"/>
                  </a:lnTo>
                  <a:lnTo>
                    <a:pt x="11709" y="9921"/>
                  </a:lnTo>
                  <a:lnTo>
                    <a:pt x="11915" y="9715"/>
                  </a:lnTo>
                  <a:lnTo>
                    <a:pt x="12075" y="9486"/>
                  </a:lnTo>
                  <a:lnTo>
                    <a:pt x="12213" y="9234"/>
                  </a:lnTo>
                  <a:lnTo>
                    <a:pt x="12350" y="9005"/>
                  </a:lnTo>
                  <a:lnTo>
                    <a:pt x="12442" y="8753"/>
                  </a:lnTo>
                  <a:lnTo>
                    <a:pt x="12511" y="8478"/>
                  </a:lnTo>
                  <a:lnTo>
                    <a:pt x="12579" y="8226"/>
                  </a:lnTo>
                  <a:lnTo>
                    <a:pt x="12602" y="7974"/>
                  </a:lnTo>
                  <a:lnTo>
                    <a:pt x="12602" y="7813"/>
                  </a:lnTo>
                  <a:lnTo>
                    <a:pt x="12602" y="7630"/>
                  </a:lnTo>
                  <a:lnTo>
                    <a:pt x="12556" y="7447"/>
                  </a:lnTo>
                  <a:lnTo>
                    <a:pt x="12511" y="7286"/>
                  </a:lnTo>
                  <a:lnTo>
                    <a:pt x="12442" y="7126"/>
                  </a:lnTo>
                  <a:lnTo>
                    <a:pt x="12350" y="6966"/>
                  </a:lnTo>
                  <a:lnTo>
                    <a:pt x="12236" y="6828"/>
                  </a:lnTo>
                  <a:lnTo>
                    <a:pt x="12075" y="6714"/>
                  </a:lnTo>
                  <a:lnTo>
                    <a:pt x="12121" y="6645"/>
                  </a:lnTo>
                  <a:lnTo>
                    <a:pt x="12167" y="6576"/>
                  </a:lnTo>
                  <a:lnTo>
                    <a:pt x="12259" y="6324"/>
                  </a:lnTo>
                  <a:lnTo>
                    <a:pt x="12327" y="6003"/>
                  </a:lnTo>
                  <a:lnTo>
                    <a:pt x="12396" y="5660"/>
                  </a:lnTo>
                  <a:lnTo>
                    <a:pt x="12465" y="4995"/>
                  </a:lnTo>
                  <a:lnTo>
                    <a:pt x="12465" y="4743"/>
                  </a:lnTo>
                  <a:lnTo>
                    <a:pt x="12465" y="4583"/>
                  </a:lnTo>
                  <a:lnTo>
                    <a:pt x="12396" y="4262"/>
                  </a:lnTo>
                  <a:lnTo>
                    <a:pt x="12327" y="3918"/>
                  </a:lnTo>
                  <a:lnTo>
                    <a:pt x="12213" y="3529"/>
                  </a:lnTo>
                  <a:lnTo>
                    <a:pt x="12075" y="3162"/>
                  </a:lnTo>
                  <a:lnTo>
                    <a:pt x="11892" y="2750"/>
                  </a:lnTo>
                  <a:lnTo>
                    <a:pt x="11686" y="2360"/>
                  </a:lnTo>
                  <a:lnTo>
                    <a:pt x="11411" y="1971"/>
                  </a:lnTo>
                  <a:lnTo>
                    <a:pt x="11090" y="1604"/>
                  </a:lnTo>
                  <a:lnTo>
                    <a:pt x="10930" y="1421"/>
                  </a:lnTo>
                  <a:lnTo>
                    <a:pt x="10724" y="1261"/>
                  </a:lnTo>
                  <a:lnTo>
                    <a:pt x="10517" y="1100"/>
                  </a:lnTo>
                  <a:lnTo>
                    <a:pt x="10311" y="940"/>
                  </a:lnTo>
                  <a:lnTo>
                    <a:pt x="10059" y="802"/>
                  </a:lnTo>
                  <a:lnTo>
                    <a:pt x="9807" y="642"/>
                  </a:lnTo>
                  <a:lnTo>
                    <a:pt x="9532" y="527"/>
                  </a:lnTo>
                  <a:lnTo>
                    <a:pt x="9257" y="413"/>
                  </a:lnTo>
                  <a:lnTo>
                    <a:pt x="8936" y="298"/>
                  </a:lnTo>
                  <a:lnTo>
                    <a:pt x="8616" y="207"/>
                  </a:lnTo>
                  <a:lnTo>
                    <a:pt x="8272" y="138"/>
                  </a:lnTo>
                  <a:lnTo>
                    <a:pt x="7905" y="69"/>
                  </a:lnTo>
                  <a:lnTo>
                    <a:pt x="7516" y="23"/>
                  </a:lnTo>
                  <a:lnTo>
                    <a:pt x="7104" y="0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2" name="Google Shape;4962;p66"/>
            <p:cNvSpPr/>
            <p:nvPr/>
          </p:nvSpPr>
          <p:spPr>
            <a:xfrm>
              <a:off x="4386897" y="1403252"/>
              <a:ext cx="270838" cy="310702"/>
            </a:xfrm>
            <a:custGeom>
              <a:avLst/>
              <a:gdLst/>
              <a:ahLst/>
              <a:cxnLst/>
              <a:rect l="l" t="t" r="r" b="b"/>
              <a:pathLst>
                <a:path w="12603" h="14458" fill="none" extrusionOk="0">
                  <a:moveTo>
                    <a:pt x="12602" y="7974"/>
                  </a:moveTo>
                  <a:lnTo>
                    <a:pt x="12602" y="7974"/>
                  </a:lnTo>
                  <a:lnTo>
                    <a:pt x="12579" y="8226"/>
                  </a:lnTo>
                  <a:lnTo>
                    <a:pt x="12511" y="8478"/>
                  </a:lnTo>
                  <a:lnTo>
                    <a:pt x="12442" y="8753"/>
                  </a:lnTo>
                  <a:lnTo>
                    <a:pt x="12350" y="9005"/>
                  </a:lnTo>
                  <a:lnTo>
                    <a:pt x="12213" y="9234"/>
                  </a:lnTo>
                  <a:lnTo>
                    <a:pt x="12075" y="9486"/>
                  </a:lnTo>
                  <a:lnTo>
                    <a:pt x="11915" y="9715"/>
                  </a:lnTo>
                  <a:lnTo>
                    <a:pt x="11709" y="9921"/>
                  </a:lnTo>
                  <a:lnTo>
                    <a:pt x="11503" y="10127"/>
                  </a:lnTo>
                  <a:lnTo>
                    <a:pt x="11273" y="10288"/>
                  </a:lnTo>
                  <a:lnTo>
                    <a:pt x="11044" y="10448"/>
                  </a:lnTo>
                  <a:lnTo>
                    <a:pt x="10769" y="10586"/>
                  </a:lnTo>
                  <a:lnTo>
                    <a:pt x="10494" y="10700"/>
                  </a:lnTo>
                  <a:lnTo>
                    <a:pt x="10197" y="10769"/>
                  </a:lnTo>
                  <a:lnTo>
                    <a:pt x="9899" y="10815"/>
                  </a:lnTo>
                  <a:lnTo>
                    <a:pt x="9578" y="10838"/>
                  </a:lnTo>
                  <a:lnTo>
                    <a:pt x="9578" y="10838"/>
                  </a:lnTo>
                  <a:lnTo>
                    <a:pt x="9578" y="10838"/>
                  </a:lnTo>
                  <a:lnTo>
                    <a:pt x="9532" y="10838"/>
                  </a:lnTo>
                  <a:lnTo>
                    <a:pt x="9532" y="10838"/>
                  </a:lnTo>
                  <a:lnTo>
                    <a:pt x="9418" y="11044"/>
                  </a:lnTo>
                  <a:lnTo>
                    <a:pt x="9418" y="11044"/>
                  </a:lnTo>
                  <a:lnTo>
                    <a:pt x="9372" y="11158"/>
                  </a:lnTo>
                  <a:lnTo>
                    <a:pt x="9372" y="11158"/>
                  </a:lnTo>
                  <a:lnTo>
                    <a:pt x="9372" y="11158"/>
                  </a:lnTo>
                  <a:lnTo>
                    <a:pt x="9120" y="11548"/>
                  </a:lnTo>
                  <a:lnTo>
                    <a:pt x="8822" y="11937"/>
                  </a:lnTo>
                  <a:lnTo>
                    <a:pt x="8501" y="12281"/>
                  </a:lnTo>
                  <a:lnTo>
                    <a:pt x="8135" y="12602"/>
                  </a:lnTo>
                  <a:lnTo>
                    <a:pt x="7745" y="12900"/>
                  </a:lnTo>
                  <a:lnTo>
                    <a:pt x="7333" y="13175"/>
                  </a:lnTo>
                  <a:lnTo>
                    <a:pt x="6897" y="13427"/>
                  </a:lnTo>
                  <a:lnTo>
                    <a:pt x="6462" y="13656"/>
                  </a:lnTo>
                  <a:lnTo>
                    <a:pt x="6004" y="13839"/>
                  </a:lnTo>
                  <a:lnTo>
                    <a:pt x="5568" y="14022"/>
                  </a:lnTo>
                  <a:lnTo>
                    <a:pt x="5110" y="14160"/>
                  </a:lnTo>
                  <a:lnTo>
                    <a:pt x="4675" y="14274"/>
                  </a:lnTo>
                  <a:lnTo>
                    <a:pt x="4262" y="14366"/>
                  </a:lnTo>
                  <a:lnTo>
                    <a:pt x="3873" y="14412"/>
                  </a:lnTo>
                  <a:lnTo>
                    <a:pt x="3483" y="14458"/>
                  </a:lnTo>
                  <a:lnTo>
                    <a:pt x="3140" y="14458"/>
                  </a:lnTo>
                  <a:lnTo>
                    <a:pt x="3140" y="14458"/>
                  </a:lnTo>
                  <a:lnTo>
                    <a:pt x="2727" y="14435"/>
                  </a:lnTo>
                  <a:lnTo>
                    <a:pt x="2384" y="14366"/>
                  </a:lnTo>
                  <a:lnTo>
                    <a:pt x="1971" y="14251"/>
                  </a:lnTo>
                  <a:lnTo>
                    <a:pt x="1971" y="14251"/>
                  </a:lnTo>
                  <a:lnTo>
                    <a:pt x="1811" y="14183"/>
                  </a:lnTo>
                  <a:lnTo>
                    <a:pt x="1651" y="14137"/>
                  </a:lnTo>
                  <a:lnTo>
                    <a:pt x="1376" y="13977"/>
                  </a:lnTo>
                  <a:lnTo>
                    <a:pt x="1124" y="13770"/>
                  </a:lnTo>
                  <a:lnTo>
                    <a:pt x="894" y="13541"/>
                  </a:lnTo>
                  <a:lnTo>
                    <a:pt x="711" y="13266"/>
                  </a:lnTo>
                  <a:lnTo>
                    <a:pt x="551" y="12968"/>
                  </a:lnTo>
                  <a:lnTo>
                    <a:pt x="436" y="12648"/>
                  </a:lnTo>
                  <a:lnTo>
                    <a:pt x="322" y="12327"/>
                  </a:lnTo>
                  <a:lnTo>
                    <a:pt x="253" y="11960"/>
                  </a:lnTo>
                  <a:lnTo>
                    <a:pt x="207" y="11594"/>
                  </a:lnTo>
                  <a:lnTo>
                    <a:pt x="184" y="11227"/>
                  </a:lnTo>
                  <a:lnTo>
                    <a:pt x="184" y="10838"/>
                  </a:lnTo>
                  <a:lnTo>
                    <a:pt x="184" y="10471"/>
                  </a:lnTo>
                  <a:lnTo>
                    <a:pt x="230" y="10082"/>
                  </a:lnTo>
                  <a:lnTo>
                    <a:pt x="276" y="9715"/>
                  </a:lnTo>
                  <a:lnTo>
                    <a:pt x="345" y="9348"/>
                  </a:lnTo>
                  <a:lnTo>
                    <a:pt x="345" y="9348"/>
                  </a:lnTo>
                  <a:lnTo>
                    <a:pt x="436" y="8959"/>
                  </a:lnTo>
                  <a:lnTo>
                    <a:pt x="551" y="8569"/>
                  </a:lnTo>
                  <a:lnTo>
                    <a:pt x="551" y="8569"/>
                  </a:lnTo>
                  <a:lnTo>
                    <a:pt x="574" y="8524"/>
                  </a:lnTo>
                  <a:lnTo>
                    <a:pt x="574" y="8524"/>
                  </a:lnTo>
                  <a:lnTo>
                    <a:pt x="322" y="7034"/>
                  </a:lnTo>
                  <a:lnTo>
                    <a:pt x="138" y="5774"/>
                  </a:lnTo>
                  <a:lnTo>
                    <a:pt x="47" y="5178"/>
                  </a:lnTo>
                  <a:lnTo>
                    <a:pt x="1" y="4674"/>
                  </a:lnTo>
                  <a:lnTo>
                    <a:pt x="1" y="4674"/>
                  </a:lnTo>
                  <a:lnTo>
                    <a:pt x="1" y="4239"/>
                  </a:lnTo>
                  <a:lnTo>
                    <a:pt x="24" y="3827"/>
                  </a:lnTo>
                  <a:lnTo>
                    <a:pt x="93" y="3414"/>
                  </a:lnTo>
                  <a:lnTo>
                    <a:pt x="207" y="3002"/>
                  </a:lnTo>
                  <a:lnTo>
                    <a:pt x="390" y="2612"/>
                  </a:lnTo>
                  <a:lnTo>
                    <a:pt x="597" y="2246"/>
                  </a:lnTo>
                  <a:lnTo>
                    <a:pt x="734" y="2062"/>
                  </a:lnTo>
                  <a:lnTo>
                    <a:pt x="872" y="1879"/>
                  </a:lnTo>
                  <a:lnTo>
                    <a:pt x="1032" y="1719"/>
                  </a:lnTo>
                  <a:lnTo>
                    <a:pt x="1192" y="1558"/>
                  </a:lnTo>
                  <a:lnTo>
                    <a:pt x="1376" y="1398"/>
                  </a:lnTo>
                  <a:lnTo>
                    <a:pt x="1582" y="1238"/>
                  </a:lnTo>
                  <a:lnTo>
                    <a:pt x="1811" y="1100"/>
                  </a:lnTo>
                  <a:lnTo>
                    <a:pt x="2040" y="963"/>
                  </a:lnTo>
                  <a:lnTo>
                    <a:pt x="2292" y="825"/>
                  </a:lnTo>
                  <a:lnTo>
                    <a:pt x="2544" y="711"/>
                  </a:lnTo>
                  <a:lnTo>
                    <a:pt x="2842" y="596"/>
                  </a:lnTo>
                  <a:lnTo>
                    <a:pt x="3140" y="482"/>
                  </a:lnTo>
                  <a:lnTo>
                    <a:pt x="3461" y="390"/>
                  </a:lnTo>
                  <a:lnTo>
                    <a:pt x="3781" y="298"/>
                  </a:lnTo>
                  <a:lnTo>
                    <a:pt x="4515" y="161"/>
                  </a:lnTo>
                  <a:lnTo>
                    <a:pt x="5339" y="69"/>
                  </a:lnTo>
                  <a:lnTo>
                    <a:pt x="6210" y="0"/>
                  </a:lnTo>
                  <a:lnTo>
                    <a:pt x="6210" y="0"/>
                  </a:lnTo>
                  <a:lnTo>
                    <a:pt x="6668" y="0"/>
                  </a:lnTo>
                  <a:lnTo>
                    <a:pt x="7104" y="0"/>
                  </a:lnTo>
                  <a:lnTo>
                    <a:pt x="7516" y="23"/>
                  </a:lnTo>
                  <a:lnTo>
                    <a:pt x="7905" y="69"/>
                  </a:lnTo>
                  <a:lnTo>
                    <a:pt x="8272" y="138"/>
                  </a:lnTo>
                  <a:lnTo>
                    <a:pt x="8616" y="207"/>
                  </a:lnTo>
                  <a:lnTo>
                    <a:pt x="8936" y="298"/>
                  </a:lnTo>
                  <a:lnTo>
                    <a:pt x="9257" y="413"/>
                  </a:lnTo>
                  <a:lnTo>
                    <a:pt x="9532" y="527"/>
                  </a:lnTo>
                  <a:lnTo>
                    <a:pt x="9807" y="642"/>
                  </a:lnTo>
                  <a:lnTo>
                    <a:pt x="10059" y="802"/>
                  </a:lnTo>
                  <a:lnTo>
                    <a:pt x="10311" y="940"/>
                  </a:lnTo>
                  <a:lnTo>
                    <a:pt x="10517" y="1100"/>
                  </a:lnTo>
                  <a:lnTo>
                    <a:pt x="10724" y="1261"/>
                  </a:lnTo>
                  <a:lnTo>
                    <a:pt x="10930" y="1421"/>
                  </a:lnTo>
                  <a:lnTo>
                    <a:pt x="11090" y="1604"/>
                  </a:lnTo>
                  <a:lnTo>
                    <a:pt x="11411" y="1971"/>
                  </a:lnTo>
                  <a:lnTo>
                    <a:pt x="11686" y="2360"/>
                  </a:lnTo>
                  <a:lnTo>
                    <a:pt x="11892" y="2750"/>
                  </a:lnTo>
                  <a:lnTo>
                    <a:pt x="12075" y="3162"/>
                  </a:lnTo>
                  <a:lnTo>
                    <a:pt x="12213" y="3529"/>
                  </a:lnTo>
                  <a:lnTo>
                    <a:pt x="12327" y="3918"/>
                  </a:lnTo>
                  <a:lnTo>
                    <a:pt x="12396" y="4262"/>
                  </a:lnTo>
                  <a:lnTo>
                    <a:pt x="12465" y="4583"/>
                  </a:lnTo>
                  <a:lnTo>
                    <a:pt x="12465" y="4583"/>
                  </a:lnTo>
                  <a:lnTo>
                    <a:pt x="12465" y="4743"/>
                  </a:lnTo>
                  <a:lnTo>
                    <a:pt x="12465" y="4995"/>
                  </a:lnTo>
                  <a:lnTo>
                    <a:pt x="12396" y="5660"/>
                  </a:lnTo>
                  <a:lnTo>
                    <a:pt x="12327" y="6003"/>
                  </a:lnTo>
                  <a:lnTo>
                    <a:pt x="12259" y="6324"/>
                  </a:lnTo>
                  <a:lnTo>
                    <a:pt x="12167" y="6576"/>
                  </a:lnTo>
                  <a:lnTo>
                    <a:pt x="12121" y="6645"/>
                  </a:lnTo>
                  <a:lnTo>
                    <a:pt x="12075" y="6714"/>
                  </a:lnTo>
                  <a:lnTo>
                    <a:pt x="12075" y="6714"/>
                  </a:lnTo>
                  <a:lnTo>
                    <a:pt x="12236" y="6828"/>
                  </a:lnTo>
                  <a:lnTo>
                    <a:pt x="12350" y="6966"/>
                  </a:lnTo>
                  <a:lnTo>
                    <a:pt x="12442" y="7126"/>
                  </a:lnTo>
                  <a:lnTo>
                    <a:pt x="12511" y="7286"/>
                  </a:lnTo>
                  <a:lnTo>
                    <a:pt x="12556" y="7447"/>
                  </a:lnTo>
                  <a:lnTo>
                    <a:pt x="12602" y="7630"/>
                  </a:lnTo>
                  <a:lnTo>
                    <a:pt x="12602" y="7813"/>
                  </a:lnTo>
                  <a:lnTo>
                    <a:pt x="12602" y="797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3" name="Google Shape;4963;p66"/>
            <p:cNvSpPr/>
            <p:nvPr/>
          </p:nvSpPr>
          <p:spPr>
            <a:xfrm>
              <a:off x="4586321" y="1566723"/>
              <a:ext cx="49749" cy="46784"/>
            </a:xfrm>
            <a:custGeom>
              <a:avLst/>
              <a:gdLst/>
              <a:ahLst/>
              <a:cxnLst/>
              <a:rect l="l" t="t" r="r" b="b"/>
              <a:pathLst>
                <a:path w="2315" h="2177" extrusionOk="0">
                  <a:moveTo>
                    <a:pt x="2085" y="0"/>
                  </a:moveTo>
                  <a:lnTo>
                    <a:pt x="1787" y="115"/>
                  </a:lnTo>
                  <a:lnTo>
                    <a:pt x="1489" y="252"/>
                  </a:lnTo>
                  <a:lnTo>
                    <a:pt x="1146" y="435"/>
                  </a:lnTo>
                  <a:lnTo>
                    <a:pt x="962" y="573"/>
                  </a:lnTo>
                  <a:lnTo>
                    <a:pt x="802" y="710"/>
                  </a:lnTo>
                  <a:lnTo>
                    <a:pt x="619" y="871"/>
                  </a:lnTo>
                  <a:lnTo>
                    <a:pt x="458" y="1054"/>
                  </a:lnTo>
                  <a:lnTo>
                    <a:pt x="321" y="1237"/>
                  </a:lnTo>
                  <a:lnTo>
                    <a:pt x="183" y="1466"/>
                  </a:lnTo>
                  <a:lnTo>
                    <a:pt x="69" y="1696"/>
                  </a:lnTo>
                  <a:lnTo>
                    <a:pt x="0" y="1948"/>
                  </a:lnTo>
                  <a:lnTo>
                    <a:pt x="0" y="2039"/>
                  </a:lnTo>
                  <a:lnTo>
                    <a:pt x="23" y="2085"/>
                  </a:lnTo>
                  <a:lnTo>
                    <a:pt x="69" y="2154"/>
                  </a:lnTo>
                  <a:lnTo>
                    <a:pt x="138" y="2177"/>
                  </a:lnTo>
                  <a:lnTo>
                    <a:pt x="183" y="2177"/>
                  </a:lnTo>
                  <a:lnTo>
                    <a:pt x="252" y="2154"/>
                  </a:lnTo>
                  <a:lnTo>
                    <a:pt x="298" y="2131"/>
                  </a:lnTo>
                  <a:lnTo>
                    <a:pt x="321" y="2085"/>
                  </a:lnTo>
                  <a:lnTo>
                    <a:pt x="344" y="2039"/>
                  </a:lnTo>
                  <a:lnTo>
                    <a:pt x="413" y="1810"/>
                  </a:lnTo>
                  <a:lnTo>
                    <a:pt x="504" y="1627"/>
                  </a:lnTo>
                  <a:lnTo>
                    <a:pt x="619" y="1421"/>
                  </a:lnTo>
                  <a:lnTo>
                    <a:pt x="756" y="1260"/>
                  </a:lnTo>
                  <a:lnTo>
                    <a:pt x="894" y="1100"/>
                  </a:lnTo>
                  <a:lnTo>
                    <a:pt x="1054" y="962"/>
                  </a:lnTo>
                  <a:lnTo>
                    <a:pt x="1375" y="733"/>
                  </a:lnTo>
                  <a:lnTo>
                    <a:pt x="1673" y="550"/>
                  </a:lnTo>
                  <a:lnTo>
                    <a:pt x="1925" y="435"/>
                  </a:lnTo>
                  <a:lnTo>
                    <a:pt x="2177" y="344"/>
                  </a:lnTo>
                  <a:lnTo>
                    <a:pt x="2245" y="298"/>
                  </a:lnTo>
                  <a:lnTo>
                    <a:pt x="2291" y="252"/>
                  </a:lnTo>
                  <a:lnTo>
                    <a:pt x="2314" y="183"/>
                  </a:lnTo>
                  <a:lnTo>
                    <a:pt x="2314" y="115"/>
                  </a:lnTo>
                  <a:lnTo>
                    <a:pt x="2268" y="46"/>
                  </a:lnTo>
                  <a:lnTo>
                    <a:pt x="2223" y="23"/>
                  </a:lnTo>
                  <a:lnTo>
                    <a:pt x="2154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4" name="Google Shape;4964;p66"/>
            <p:cNvSpPr/>
            <p:nvPr/>
          </p:nvSpPr>
          <p:spPr>
            <a:xfrm>
              <a:off x="4601084" y="1581981"/>
              <a:ext cx="27099" cy="18245"/>
            </a:xfrm>
            <a:custGeom>
              <a:avLst/>
              <a:gdLst/>
              <a:ahLst/>
              <a:cxnLst/>
              <a:rect l="l" t="t" r="r" b="b"/>
              <a:pathLst>
                <a:path w="1261" h="849" extrusionOk="0">
                  <a:moveTo>
                    <a:pt x="115" y="0"/>
                  </a:moveTo>
                  <a:lnTo>
                    <a:pt x="46" y="46"/>
                  </a:lnTo>
                  <a:lnTo>
                    <a:pt x="23" y="115"/>
                  </a:lnTo>
                  <a:lnTo>
                    <a:pt x="0" y="184"/>
                  </a:lnTo>
                  <a:lnTo>
                    <a:pt x="23" y="252"/>
                  </a:lnTo>
                  <a:lnTo>
                    <a:pt x="46" y="298"/>
                  </a:lnTo>
                  <a:lnTo>
                    <a:pt x="115" y="344"/>
                  </a:lnTo>
                  <a:lnTo>
                    <a:pt x="184" y="367"/>
                  </a:lnTo>
                  <a:lnTo>
                    <a:pt x="367" y="367"/>
                  </a:lnTo>
                  <a:lnTo>
                    <a:pt x="505" y="413"/>
                  </a:lnTo>
                  <a:lnTo>
                    <a:pt x="642" y="482"/>
                  </a:lnTo>
                  <a:lnTo>
                    <a:pt x="757" y="550"/>
                  </a:lnTo>
                  <a:lnTo>
                    <a:pt x="871" y="688"/>
                  </a:lnTo>
                  <a:lnTo>
                    <a:pt x="917" y="756"/>
                  </a:lnTo>
                  <a:lnTo>
                    <a:pt x="963" y="802"/>
                  </a:lnTo>
                  <a:lnTo>
                    <a:pt x="1009" y="825"/>
                  </a:lnTo>
                  <a:lnTo>
                    <a:pt x="1054" y="848"/>
                  </a:lnTo>
                  <a:lnTo>
                    <a:pt x="1100" y="848"/>
                  </a:lnTo>
                  <a:lnTo>
                    <a:pt x="1169" y="825"/>
                  </a:lnTo>
                  <a:lnTo>
                    <a:pt x="1215" y="779"/>
                  </a:lnTo>
                  <a:lnTo>
                    <a:pt x="1261" y="734"/>
                  </a:lnTo>
                  <a:lnTo>
                    <a:pt x="1261" y="665"/>
                  </a:lnTo>
                  <a:lnTo>
                    <a:pt x="1238" y="596"/>
                  </a:lnTo>
                  <a:lnTo>
                    <a:pt x="1169" y="482"/>
                  </a:lnTo>
                  <a:lnTo>
                    <a:pt x="1100" y="390"/>
                  </a:lnTo>
                  <a:lnTo>
                    <a:pt x="986" y="298"/>
                  </a:lnTo>
                  <a:lnTo>
                    <a:pt x="825" y="184"/>
                  </a:lnTo>
                  <a:lnTo>
                    <a:pt x="665" y="92"/>
                  </a:lnTo>
                  <a:lnTo>
                    <a:pt x="436" y="23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5" name="Google Shape;4965;p66"/>
            <p:cNvSpPr/>
            <p:nvPr/>
          </p:nvSpPr>
          <p:spPr>
            <a:xfrm>
              <a:off x="4394290" y="1587396"/>
              <a:ext cx="22178" cy="16762"/>
            </a:xfrm>
            <a:custGeom>
              <a:avLst/>
              <a:gdLst/>
              <a:ahLst/>
              <a:cxnLst/>
              <a:rect l="l" t="t" r="r" b="b"/>
              <a:pathLst>
                <a:path w="1032" h="780" extrusionOk="0">
                  <a:moveTo>
                    <a:pt x="207" y="0"/>
                  </a:moveTo>
                  <a:lnTo>
                    <a:pt x="115" y="344"/>
                  </a:lnTo>
                  <a:lnTo>
                    <a:pt x="24" y="711"/>
                  </a:lnTo>
                  <a:lnTo>
                    <a:pt x="1" y="779"/>
                  </a:lnTo>
                  <a:lnTo>
                    <a:pt x="24" y="779"/>
                  </a:lnTo>
                  <a:lnTo>
                    <a:pt x="413" y="756"/>
                  </a:lnTo>
                  <a:lnTo>
                    <a:pt x="573" y="734"/>
                  </a:lnTo>
                  <a:lnTo>
                    <a:pt x="734" y="688"/>
                  </a:lnTo>
                  <a:lnTo>
                    <a:pt x="848" y="642"/>
                  </a:lnTo>
                  <a:lnTo>
                    <a:pt x="940" y="596"/>
                  </a:lnTo>
                  <a:lnTo>
                    <a:pt x="1009" y="527"/>
                  </a:lnTo>
                  <a:lnTo>
                    <a:pt x="1032" y="459"/>
                  </a:lnTo>
                  <a:lnTo>
                    <a:pt x="1009" y="390"/>
                  </a:lnTo>
                  <a:lnTo>
                    <a:pt x="963" y="321"/>
                  </a:lnTo>
                  <a:lnTo>
                    <a:pt x="894" y="252"/>
                  </a:lnTo>
                  <a:lnTo>
                    <a:pt x="803" y="207"/>
                  </a:lnTo>
                  <a:lnTo>
                    <a:pt x="550" y="92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rgbClr val="EE8B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6" name="Google Shape;4966;p66"/>
            <p:cNvSpPr/>
            <p:nvPr/>
          </p:nvSpPr>
          <p:spPr>
            <a:xfrm>
              <a:off x="4394290" y="1587396"/>
              <a:ext cx="22178" cy="16762"/>
            </a:xfrm>
            <a:custGeom>
              <a:avLst/>
              <a:gdLst/>
              <a:ahLst/>
              <a:cxnLst/>
              <a:rect l="l" t="t" r="r" b="b"/>
              <a:pathLst>
                <a:path w="1032" h="780" fill="none" extrusionOk="0">
                  <a:moveTo>
                    <a:pt x="207" y="0"/>
                  </a:moveTo>
                  <a:lnTo>
                    <a:pt x="207" y="0"/>
                  </a:lnTo>
                  <a:lnTo>
                    <a:pt x="207" y="0"/>
                  </a:lnTo>
                  <a:lnTo>
                    <a:pt x="115" y="344"/>
                  </a:lnTo>
                  <a:lnTo>
                    <a:pt x="115" y="344"/>
                  </a:lnTo>
                  <a:lnTo>
                    <a:pt x="24" y="711"/>
                  </a:lnTo>
                  <a:lnTo>
                    <a:pt x="24" y="711"/>
                  </a:lnTo>
                  <a:lnTo>
                    <a:pt x="1" y="779"/>
                  </a:lnTo>
                  <a:lnTo>
                    <a:pt x="1" y="779"/>
                  </a:lnTo>
                  <a:lnTo>
                    <a:pt x="24" y="779"/>
                  </a:lnTo>
                  <a:lnTo>
                    <a:pt x="24" y="779"/>
                  </a:lnTo>
                  <a:lnTo>
                    <a:pt x="413" y="756"/>
                  </a:lnTo>
                  <a:lnTo>
                    <a:pt x="573" y="734"/>
                  </a:lnTo>
                  <a:lnTo>
                    <a:pt x="734" y="688"/>
                  </a:lnTo>
                  <a:lnTo>
                    <a:pt x="848" y="642"/>
                  </a:lnTo>
                  <a:lnTo>
                    <a:pt x="940" y="596"/>
                  </a:lnTo>
                  <a:lnTo>
                    <a:pt x="1009" y="527"/>
                  </a:lnTo>
                  <a:lnTo>
                    <a:pt x="1032" y="459"/>
                  </a:lnTo>
                  <a:lnTo>
                    <a:pt x="1032" y="459"/>
                  </a:lnTo>
                  <a:lnTo>
                    <a:pt x="1009" y="390"/>
                  </a:lnTo>
                  <a:lnTo>
                    <a:pt x="963" y="321"/>
                  </a:lnTo>
                  <a:lnTo>
                    <a:pt x="894" y="252"/>
                  </a:lnTo>
                  <a:lnTo>
                    <a:pt x="803" y="207"/>
                  </a:lnTo>
                  <a:lnTo>
                    <a:pt x="550" y="92"/>
                  </a:lnTo>
                  <a:lnTo>
                    <a:pt x="20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7" name="Google Shape;4967;p66"/>
            <p:cNvSpPr/>
            <p:nvPr/>
          </p:nvSpPr>
          <p:spPr>
            <a:xfrm>
              <a:off x="4482418" y="1594295"/>
              <a:ext cx="53704" cy="17729"/>
            </a:xfrm>
            <a:custGeom>
              <a:avLst/>
              <a:gdLst/>
              <a:ahLst/>
              <a:cxnLst/>
              <a:rect l="l" t="t" r="r" b="b"/>
              <a:pathLst>
                <a:path w="2499" h="825" extrusionOk="0">
                  <a:moveTo>
                    <a:pt x="1009" y="0"/>
                  </a:moveTo>
                  <a:lnTo>
                    <a:pt x="596" y="23"/>
                  </a:lnTo>
                  <a:lnTo>
                    <a:pt x="436" y="46"/>
                  </a:lnTo>
                  <a:lnTo>
                    <a:pt x="299" y="92"/>
                  </a:lnTo>
                  <a:lnTo>
                    <a:pt x="161" y="138"/>
                  </a:lnTo>
                  <a:lnTo>
                    <a:pt x="70" y="183"/>
                  </a:lnTo>
                  <a:lnTo>
                    <a:pt x="24" y="252"/>
                  </a:lnTo>
                  <a:lnTo>
                    <a:pt x="1" y="321"/>
                  </a:lnTo>
                  <a:lnTo>
                    <a:pt x="1" y="413"/>
                  </a:lnTo>
                  <a:lnTo>
                    <a:pt x="70" y="481"/>
                  </a:lnTo>
                  <a:lnTo>
                    <a:pt x="184" y="573"/>
                  </a:lnTo>
                  <a:lnTo>
                    <a:pt x="344" y="642"/>
                  </a:lnTo>
                  <a:lnTo>
                    <a:pt x="528" y="710"/>
                  </a:lnTo>
                  <a:lnTo>
                    <a:pt x="734" y="756"/>
                  </a:lnTo>
                  <a:lnTo>
                    <a:pt x="963" y="802"/>
                  </a:lnTo>
                  <a:lnTo>
                    <a:pt x="1215" y="825"/>
                  </a:lnTo>
                  <a:lnTo>
                    <a:pt x="1490" y="825"/>
                  </a:lnTo>
                  <a:lnTo>
                    <a:pt x="1880" y="802"/>
                  </a:lnTo>
                  <a:lnTo>
                    <a:pt x="2040" y="779"/>
                  </a:lnTo>
                  <a:lnTo>
                    <a:pt x="2200" y="733"/>
                  </a:lnTo>
                  <a:lnTo>
                    <a:pt x="2315" y="688"/>
                  </a:lnTo>
                  <a:lnTo>
                    <a:pt x="2407" y="642"/>
                  </a:lnTo>
                  <a:lnTo>
                    <a:pt x="2475" y="573"/>
                  </a:lnTo>
                  <a:lnTo>
                    <a:pt x="2498" y="504"/>
                  </a:lnTo>
                  <a:lnTo>
                    <a:pt x="2475" y="413"/>
                  </a:lnTo>
                  <a:lnTo>
                    <a:pt x="2407" y="344"/>
                  </a:lnTo>
                  <a:lnTo>
                    <a:pt x="2292" y="275"/>
                  </a:lnTo>
                  <a:lnTo>
                    <a:pt x="2154" y="183"/>
                  </a:lnTo>
                  <a:lnTo>
                    <a:pt x="1971" y="138"/>
                  </a:lnTo>
                  <a:lnTo>
                    <a:pt x="1742" y="69"/>
                  </a:lnTo>
                  <a:lnTo>
                    <a:pt x="1513" y="46"/>
                  </a:lnTo>
                  <a:lnTo>
                    <a:pt x="1261" y="0"/>
                  </a:lnTo>
                  <a:close/>
                </a:path>
              </a:pathLst>
            </a:custGeom>
            <a:solidFill>
              <a:srgbClr val="EE8B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8" name="Google Shape;4968;p66"/>
            <p:cNvSpPr/>
            <p:nvPr/>
          </p:nvSpPr>
          <p:spPr>
            <a:xfrm>
              <a:off x="4482418" y="1594295"/>
              <a:ext cx="53704" cy="17729"/>
            </a:xfrm>
            <a:custGeom>
              <a:avLst/>
              <a:gdLst/>
              <a:ahLst/>
              <a:cxnLst/>
              <a:rect l="l" t="t" r="r" b="b"/>
              <a:pathLst>
                <a:path w="2499" h="825" fill="none" extrusionOk="0">
                  <a:moveTo>
                    <a:pt x="1009" y="0"/>
                  </a:moveTo>
                  <a:lnTo>
                    <a:pt x="1009" y="0"/>
                  </a:lnTo>
                  <a:lnTo>
                    <a:pt x="596" y="23"/>
                  </a:lnTo>
                  <a:lnTo>
                    <a:pt x="436" y="46"/>
                  </a:lnTo>
                  <a:lnTo>
                    <a:pt x="299" y="92"/>
                  </a:lnTo>
                  <a:lnTo>
                    <a:pt x="161" y="138"/>
                  </a:lnTo>
                  <a:lnTo>
                    <a:pt x="70" y="183"/>
                  </a:lnTo>
                  <a:lnTo>
                    <a:pt x="24" y="252"/>
                  </a:lnTo>
                  <a:lnTo>
                    <a:pt x="1" y="321"/>
                  </a:lnTo>
                  <a:lnTo>
                    <a:pt x="1" y="321"/>
                  </a:lnTo>
                  <a:lnTo>
                    <a:pt x="1" y="413"/>
                  </a:lnTo>
                  <a:lnTo>
                    <a:pt x="70" y="481"/>
                  </a:lnTo>
                  <a:lnTo>
                    <a:pt x="184" y="573"/>
                  </a:lnTo>
                  <a:lnTo>
                    <a:pt x="344" y="642"/>
                  </a:lnTo>
                  <a:lnTo>
                    <a:pt x="528" y="710"/>
                  </a:lnTo>
                  <a:lnTo>
                    <a:pt x="734" y="756"/>
                  </a:lnTo>
                  <a:lnTo>
                    <a:pt x="963" y="802"/>
                  </a:lnTo>
                  <a:lnTo>
                    <a:pt x="1215" y="825"/>
                  </a:lnTo>
                  <a:lnTo>
                    <a:pt x="1215" y="825"/>
                  </a:lnTo>
                  <a:lnTo>
                    <a:pt x="1490" y="825"/>
                  </a:lnTo>
                  <a:lnTo>
                    <a:pt x="1490" y="825"/>
                  </a:lnTo>
                  <a:lnTo>
                    <a:pt x="1880" y="802"/>
                  </a:lnTo>
                  <a:lnTo>
                    <a:pt x="2040" y="779"/>
                  </a:lnTo>
                  <a:lnTo>
                    <a:pt x="2200" y="733"/>
                  </a:lnTo>
                  <a:lnTo>
                    <a:pt x="2315" y="688"/>
                  </a:lnTo>
                  <a:lnTo>
                    <a:pt x="2407" y="642"/>
                  </a:lnTo>
                  <a:lnTo>
                    <a:pt x="2475" y="573"/>
                  </a:lnTo>
                  <a:lnTo>
                    <a:pt x="2498" y="504"/>
                  </a:lnTo>
                  <a:lnTo>
                    <a:pt x="2498" y="504"/>
                  </a:lnTo>
                  <a:lnTo>
                    <a:pt x="2475" y="413"/>
                  </a:lnTo>
                  <a:lnTo>
                    <a:pt x="2407" y="344"/>
                  </a:lnTo>
                  <a:lnTo>
                    <a:pt x="2292" y="275"/>
                  </a:lnTo>
                  <a:lnTo>
                    <a:pt x="2154" y="183"/>
                  </a:lnTo>
                  <a:lnTo>
                    <a:pt x="1971" y="138"/>
                  </a:lnTo>
                  <a:lnTo>
                    <a:pt x="1742" y="69"/>
                  </a:lnTo>
                  <a:lnTo>
                    <a:pt x="1513" y="46"/>
                  </a:lnTo>
                  <a:lnTo>
                    <a:pt x="1261" y="0"/>
                  </a:lnTo>
                  <a:lnTo>
                    <a:pt x="1261" y="0"/>
                  </a:lnTo>
                  <a:lnTo>
                    <a:pt x="100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9" name="Google Shape;4969;p66"/>
            <p:cNvSpPr/>
            <p:nvPr/>
          </p:nvSpPr>
          <p:spPr>
            <a:xfrm>
              <a:off x="4566615" y="1622360"/>
              <a:ext cx="26110" cy="20695"/>
            </a:xfrm>
            <a:custGeom>
              <a:avLst/>
              <a:gdLst/>
              <a:ahLst/>
              <a:cxnLst/>
              <a:rect l="l" t="t" r="r" b="b"/>
              <a:pathLst>
                <a:path w="1215" h="963" extrusionOk="0">
                  <a:moveTo>
                    <a:pt x="161" y="0"/>
                  </a:moveTo>
                  <a:lnTo>
                    <a:pt x="92" y="23"/>
                  </a:lnTo>
                  <a:lnTo>
                    <a:pt x="46" y="69"/>
                  </a:lnTo>
                  <a:lnTo>
                    <a:pt x="1" y="115"/>
                  </a:lnTo>
                  <a:lnTo>
                    <a:pt x="1" y="183"/>
                  </a:lnTo>
                  <a:lnTo>
                    <a:pt x="24" y="252"/>
                  </a:lnTo>
                  <a:lnTo>
                    <a:pt x="92" y="390"/>
                  </a:lnTo>
                  <a:lnTo>
                    <a:pt x="161" y="481"/>
                  </a:lnTo>
                  <a:lnTo>
                    <a:pt x="344" y="665"/>
                  </a:lnTo>
                  <a:lnTo>
                    <a:pt x="528" y="779"/>
                  </a:lnTo>
                  <a:lnTo>
                    <a:pt x="688" y="871"/>
                  </a:lnTo>
                  <a:lnTo>
                    <a:pt x="848" y="917"/>
                  </a:lnTo>
                  <a:lnTo>
                    <a:pt x="1009" y="962"/>
                  </a:lnTo>
                  <a:lnTo>
                    <a:pt x="1055" y="848"/>
                  </a:lnTo>
                  <a:lnTo>
                    <a:pt x="1169" y="642"/>
                  </a:lnTo>
                  <a:lnTo>
                    <a:pt x="1215" y="642"/>
                  </a:lnTo>
                  <a:lnTo>
                    <a:pt x="1055" y="596"/>
                  </a:lnTo>
                  <a:lnTo>
                    <a:pt x="894" y="550"/>
                  </a:lnTo>
                  <a:lnTo>
                    <a:pt x="734" y="481"/>
                  </a:lnTo>
                  <a:lnTo>
                    <a:pt x="619" y="413"/>
                  </a:lnTo>
                  <a:lnTo>
                    <a:pt x="528" y="321"/>
                  </a:lnTo>
                  <a:lnTo>
                    <a:pt x="413" y="229"/>
                  </a:lnTo>
                  <a:lnTo>
                    <a:pt x="344" y="92"/>
                  </a:lnTo>
                  <a:lnTo>
                    <a:pt x="299" y="23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0" name="Google Shape;4970;p66"/>
            <p:cNvSpPr/>
            <p:nvPr/>
          </p:nvSpPr>
          <p:spPr>
            <a:xfrm>
              <a:off x="4583355" y="1610541"/>
              <a:ext cx="56153" cy="55659"/>
            </a:xfrm>
            <a:custGeom>
              <a:avLst/>
              <a:gdLst/>
              <a:ahLst/>
              <a:cxnLst/>
              <a:rect l="l" t="t" r="r" b="b"/>
              <a:pathLst>
                <a:path w="2613" h="2590" extrusionOk="0">
                  <a:moveTo>
                    <a:pt x="1536" y="0"/>
                  </a:moveTo>
                  <a:lnTo>
                    <a:pt x="1467" y="92"/>
                  </a:lnTo>
                  <a:lnTo>
                    <a:pt x="1444" y="184"/>
                  </a:lnTo>
                  <a:lnTo>
                    <a:pt x="1444" y="275"/>
                  </a:lnTo>
                  <a:lnTo>
                    <a:pt x="1513" y="390"/>
                  </a:lnTo>
                  <a:lnTo>
                    <a:pt x="1673" y="436"/>
                  </a:lnTo>
                  <a:lnTo>
                    <a:pt x="1811" y="504"/>
                  </a:lnTo>
                  <a:lnTo>
                    <a:pt x="1948" y="619"/>
                  </a:lnTo>
                  <a:lnTo>
                    <a:pt x="2040" y="733"/>
                  </a:lnTo>
                  <a:lnTo>
                    <a:pt x="2131" y="871"/>
                  </a:lnTo>
                  <a:lnTo>
                    <a:pt x="2200" y="1031"/>
                  </a:lnTo>
                  <a:lnTo>
                    <a:pt x="2223" y="1192"/>
                  </a:lnTo>
                  <a:lnTo>
                    <a:pt x="2223" y="1352"/>
                  </a:lnTo>
                  <a:lnTo>
                    <a:pt x="2200" y="1535"/>
                  </a:lnTo>
                  <a:lnTo>
                    <a:pt x="2131" y="1696"/>
                  </a:lnTo>
                  <a:lnTo>
                    <a:pt x="2040" y="1856"/>
                  </a:lnTo>
                  <a:lnTo>
                    <a:pt x="1902" y="1994"/>
                  </a:lnTo>
                  <a:lnTo>
                    <a:pt x="1765" y="2085"/>
                  </a:lnTo>
                  <a:lnTo>
                    <a:pt x="1604" y="2154"/>
                  </a:lnTo>
                  <a:lnTo>
                    <a:pt x="1421" y="2200"/>
                  </a:lnTo>
                  <a:lnTo>
                    <a:pt x="1238" y="2200"/>
                  </a:lnTo>
                  <a:lnTo>
                    <a:pt x="1055" y="2177"/>
                  </a:lnTo>
                  <a:lnTo>
                    <a:pt x="871" y="2108"/>
                  </a:lnTo>
                  <a:lnTo>
                    <a:pt x="734" y="2016"/>
                  </a:lnTo>
                  <a:lnTo>
                    <a:pt x="596" y="1902"/>
                  </a:lnTo>
                  <a:lnTo>
                    <a:pt x="505" y="1742"/>
                  </a:lnTo>
                  <a:lnTo>
                    <a:pt x="413" y="1581"/>
                  </a:lnTo>
                  <a:lnTo>
                    <a:pt x="390" y="1398"/>
                  </a:lnTo>
                  <a:lnTo>
                    <a:pt x="367" y="1215"/>
                  </a:lnTo>
                  <a:lnTo>
                    <a:pt x="367" y="1192"/>
                  </a:lnTo>
                  <a:lnTo>
                    <a:pt x="184" y="1169"/>
                  </a:lnTo>
                  <a:lnTo>
                    <a:pt x="1" y="1123"/>
                  </a:lnTo>
                  <a:lnTo>
                    <a:pt x="1" y="1192"/>
                  </a:lnTo>
                  <a:lnTo>
                    <a:pt x="1" y="1467"/>
                  </a:lnTo>
                  <a:lnTo>
                    <a:pt x="69" y="1719"/>
                  </a:lnTo>
                  <a:lnTo>
                    <a:pt x="161" y="1948"/>
                  </a:lnTo>
                  <a:lnTo>
                    <a:pt x="321" y="2154"/>
                  </a:lnTo>
                  <a:lnTo>
                    <a:pt x="482" y="2314"/>
                  </a:lnTo>
                  <a:lnTo>
                    <a:pt x="711" y="2452"/>
                  </a:lnTo>
                  <a:lnTo>
                    <a:pt x="940" y="2543"/>
                  </a:lnTo>
                  <a:lnTo>
                    <a:pt x="1215" y="2589"/>
                  </a:lnTo>
                  <a:lnTo>
                    <a:pt x="1467" y="2589"/>
                  </a:lnTo>
                  <a:lnTo>
                    <a:pt x="1719" y="2521"/>
                  </a:lnTo>
                  <a:lnTo>
                    <a:pt x="1948" y="2429"/>
                  </a:lnTo>
                  <a:lnTo>
                    <a:pt x="2154" y="2269"/>
                  </a:lnTo>
                  <a:lnTo>
                    <a:pt x="2338" y="2085"/>
                  </a:lnTo>
                  <a:lnTo>
                    <a:pt x="2475" y="1879"/>
                  </a:lnTo>
                  <a:lnTo>
                    <a:pt x="2567" y="1650"/>
                  </a:lnTo>
                  <a:lnTo>
                    <a:pt x="2613" y="1375"/>
                  </a:lnTo>
                  <a:lnTo>
                    <a:pt x="2613" y="1123"/>
                  </a:lnTo>
                  <a:lnTo>
                    <a:pt x="2544" y="894"/>
                  </a:lnTo>
                  <a:lnTo>
                    <a:pt x="2452" y="688"/>
                  </a:lnTo>
                  <a:lnTo>
                    <a:pt x="2338" y="481"/>
                  </a:lnTo>
                  <a:lnTo>
                    <a:pt x="2177" y="321"/>
                  </a:lnTo>
                  <a:lnTo>
                    <a:pt x="1994" y="161"/>
                  </a:lnTo>
                  <a:lnTo>
                    <a:pt x="1765" y="69"/>
                  </a:lnTo>
                  <a:lnTo>
                    <a:pt x="1536" y="0"/>
                  </a:lnTo>
                  <a:close/>
                </a:path>
              </a:pathLst>
            </a:custGeom>
            <a:gradFill>
              <a:gsLst>
                <a:gs pos="0">
                  <a:srgbClr val="FFF0B9"/>
                </a:gs>
                <a:gs pos="100000">
                  <a:srgbClr val="F9D03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1" name="Google Shape;4971;p66"/>
            <p:cNvSpPr/>
            <p:nvPr/>
          </p:nvSpPr>
          <p:spPr>
            <a:xfrm>
              <a:off x="4416940" y="1621371"/>
              <a:ext cx="61075" cy="33009"/>
            </a:xfrm>
            <a:custGeom>
              <a:avLst/>
              <a:gdLst/>
              <a:ahLst/>
              <a:cxnLst/>
              <a:rect l="l" t="t" r="r" b="b"/>
              <a:pathLst>
                <a:path w="2842" h="1536" extrusionOk="0">
                  <a:moveTo>
                    <a:pt x="2842" y="0"/>
                  </a:moveTo>
                  <a:lnTo>
                    <a:pt x="1" y="252"/>
                  </a:lnTo>
                  <a:lnTo>
                    <a:pt x="23" y="436"/>
                  </a:lnTo>
                  <a:lnTo>
                    <a:pt x="69" y="642"/>
                  </a:lnTo>
                  <a:lnTo>
                    <a:pt x="184" y="894"/>
                  </a:lnTo>
                  <a:lnTo>
                    <a:pt x="253" y="1008"/>
                  </a:lnTo>
                  <a:lnTo>
                    <a:pt x="344" y="1123"/>
                  </a:lnTo>
                  <a:lnTo>
                    <a:pt x="459" y="1238"/>
                  </a:lnTo>
                  <a:lnTo>
                    <a:pt x="596" y="1329"/>
                  </a:lnTo>
                  <a:lnTo>
                    <a:pt x="734" y="1421"/>
                  </a:lnTo>
                  <a:lnTo>
                    <a:pt x="917" y="1490"/>
                  </a:lnTo>
                  <a:lnTo>
                    <a:pt x="1123" y="1535"/>
                  </a:lnTo>
                  <a:lnTo>
                    <a:pt x="1581" y="1535"/>
                  </a:lnTo>
                  <a:lnTo>
                    <a:pt x="1788" y="1490"/>
                  </a:lnTo>
                  <a:lnTo>
                    <a:pt x="1971" y="1398"/>
                  </a:lnTo>
                  <a:lnTo>
                    <a:pt x="2131" y="1306"/>
                  </a:lnTo>
                  <a:lnTo>
                    <a:pt x="2269" y="1192"/>
                  </a:lnTo>
                  <a:lnTo>
                    <a:pt x="2406" y="1054"/>
                  </a:lnTo>
                  <a:lnTo>
                    <a:pt x="2498" y="917"/>
                  </a:lnTo>
                  <a:lnTo>
                    <a:pt x="2590" y="779"/>
                  </a:lnTo>
                  <a:lnTo>
                    <a:pt x="2727" y="504"/>
                  </a:lnTo>
                  <a:lnTo>
                    <a:pt x="2796" y="252"/>
                  </a:lnTo>
                  <a:lnTo>
                    <a:pt x="28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2" name="Google Shape;4972;p66"/>
            <p:cNvSpPr/>
            <p:nvPr/>
          </p:nvSpPr>
          <p:spPr>
            <a:xfrm>
              <a:off x="4441072" y="1658785"/>
              <a:ext cx="19212" cy="8897"/>
            </a:xfrm>
            <a:custGeom>
              <a:avLst/>
              <a:gdLst/>
              <a:ahLst/>
              <a:cxnLst/>
              <a:rect l="l" t="t" r="r" b="b"/>
              <a:pathLst>
                <a:path w="894" h="414" extrusionOk="0">
                  <a:moveTo>
                    <a:pt x="710" y="1"/>
                  </a:moveTo>
                  <a:lnTo>
                    <a:pt x="688" y="46"/>
                  </a:lnTo>
                  <a:lnTo>
                    <a:pt x="642" y="69"/>
                  </a:lnTo>
                  <a:lnTo>
                    <a:pt x="550" y="138"/>
                  </a:lnTo>
                  <a:lnTo>
                    <a:pt x="458" y="161"/>
                  </a:lnTo>
                  <a:lnTo>
                    <a:pt x="367" y="184"/>
                  </a:lnTo>
                  <a:lnTo>
                    <a:pt x="275" y="161"/>
                  </a:lnTo>
                  <a:lnTo>
                    <a:pt x="161" y="138"/>
                  </a:lnTo>
                  <a:lnTo>
                    <a:pt x="69" y="138"/>
                  </a:lnTo>
                  <a:lnTo>
                    <a:pt x="46" y="161"/>
                  </a:lnTo>
                  <a:lnTo>
                    <a:pt x="0" y="207"/>
                  </a:lnTo>
                  <a:lnTo>
                    <a:pt x="0" y="253"/>
                  </a:lnTo>
                  <a:lnTo>
                    <a:pt x="23" y="298"/>
                  </a:lnTo>
                  <a:lnTo>
                    <a:pt x="46" y="344"/>
                  </a:lnTo>
                  <a:lnTo>
                    <a:pt x="69" y="367"/>
                  </a:lnTo>
                  <a:lnTo>
                    <a:pt x="275" y="413"/>
                  </a:lnTo>
                  <a:lnTo>
                    <a:pt x="458" y="413"/>
                  </a:lnTo>
                  <a:lnTo>
                    <a:pt x="619" y="367"/>
                  </a:lnTo>
                  <a:lnTo>
                    <a:pt x="756" y="298"/>
                  </a:lnTo>
                  <a:lnTo>
                    <a:pt x="825" y="230"/>
                  </a:lnTo>
                  <a:lnTo>
                    <a:pt x="871" y="184"/>
                  </a:lnTo>
                  <a:lnTo>
                    <a:pt x="894" y="161"/>
                  </a:lnTo>
                  <a:lnTo>
                    <a:pt x="894" y="115"/>
                  </a:lnTo>
                  <a:lnTo>
                    <a:pt x="871" y="69"/>
                  </a:lnTo>
                  <a:lnTo>
                    <a:pt x="848" y="24"/>
                  </a:lnTo>
                  <a:lnTo>
                    <a:pt x="802" y="1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3" name="Google Shape;4973;p66"/>
            <p:cNvSpPr/>
            <p:nvPr/>
          </p:nvSpPr>
          <p:spPr>
            <a:xfrm>
              <a:off x="4466172" y="1552433"/>
              <a:ext cx="37436" cy="21683"/>
            </a:xfrm>
            <a:custGeom>
              <a:avLst/>
              <a:gdLst/>
              <a:ahLst/>
              <a:cxnLst/>
              <a:rect l="l" t="t" r="r" b="b"/>
              <a:pathLst>
                <a:path w="1742" h="1009" extrusionOk="0">
                  <a:moveTo>
                    <a:pt x="711" y="1"/>
                  </a:moveTo>
                  <a:lnTo>
                    <a:pt x="619" y="24"/>
                  </a:lnTo>
                  <a:lnTo>
                    <a:pt x="482" y="115"/>
                  </a:lnTo>
                  <a:lnTo>
                    <a:pt x="344" y="230"/>
                  </a:lnTo>
                  <a:lnTo>
                    <a:pt x="230" y="367"/>
                  </a:lnTo>
                  <a:lnTo>
                    <a:pt x="161" y="505"/>
                  </a:lnTo>
                  <a:lnTo>
                    <a:pt x="92" y="619"/>
                  </a:lnTo>
                  <a:lnTo>
                    <a:pt x="24" y="757"/>
                  </a:lnTo>
                  <a:lnTo>
                    <a:pt x="1" y="848"/>
                  </a:lnTo>
                  <a:lnTo>
                    <a:pt x="24" y="894"/>
                  </a:lnTo>
                  <a:lnTo>
                    <a:pt x="69" y="963"/>
                  </a:lnTo>
                  <a:lnTo>
                    <a:pt x="138" y="1009"/>
                  </a:lnTo>
                  <a:lnTo>
                    <a:pt x="230" y="1009"/>
                  </a:lnTo>
                  <a:lnTo>
                    <a:pt x="299" y="986"/>
                  </a:lnTo>
                  <a:lnTo>
                    <a:pt x="344" y="940"/>
                  </a:lnTo>
                  <a:lnTo>
                    <a:pt x="367" y="894"/>
                  </a:lnTo>
                  <a:lnTo>
                    <a:pt x="436" y="734"/>
                  </a:lnTo>
                  <a:lnTo>
                    <a:pt x="551" y="573"/>
                  </a:lnTo>
                  <a:lnTo>
                    <a:pt x="688" y="413"/>
                  </a:lnTo>
                  <a:lnTo>
                    <a:pt x="757" y="367"/>
                  </a:lnTo>
                  <a:lnTo>
                    <a:pt x="826" y="344"/>
                  </a:lnTo>
                  <a:lnTo>
                    <a:pt x="940" y="367"/>
                  </a:lnTo>
                  <a:lnTo>
                    <a:pt x="1055" y="390"/>
                  </a:lnTo>
                  <a:lnTo>
                    <a:pt x="1238" y="482"/>
                  </a:lnTo>
                  <a:lnTo>
                    <a:pt x="1375" y="573"/>
                  </a:lnTo>
                  <a:lnTo>
                    <a:pt x="1444" y="619"/>
                  </a:lnTo>
                  <a:lnTo>
                    <a:pt x="1490" y="642"/>
                  </a:lnTo>
                  <a:lnTo>
                    <a:pt x="1559" y="665"/>
                  </a:lnTo>
                  <a:lnTo>
                    <a:pt x="1627" y="642"/>
                  </a:lnTo>
                  <a:lnTo>
                    <a:pt x="1696" y="596"/>
                  </a:lnTo>
                  <a:lnTo>
                    <a:pt x="1719" y="551"/>
                  </a:lnTo>
                  <a:lnTo>
                    <a:pt x="1742" y="482"/>
                  </a:lnTo>
                  <a:lnTo>
                    <a:pt x="1719" y="413"/>
                  </a:lnTo>
                  <a:lnTo>
                    <a:pt x="1696" y="344"/>
                  </a:lnTo>
                  <a:lnTo>
                    <a:pt x="1605" y="276"/>
                  </a:lnTo>
                  <a:lnTo>
                    <a:pt x="1398" y="138"/>
                  </a:lnTo>
                  <a:lnTo>
                    <a:pt x="1284" y="69"/>
                  </a:lnTo>
                  <a:lnTo>
                    <a:pt x="1123" y="24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4" name="Google Shape;4974;p66"/>
            <p:cNvSpPr/>
            <p:nvPr/>
          </p:nvSpPr>
          <p:spPr>
            <a:xfrm>
              <a:off x="4403165" y="1553421"/>
              <a:ext cx="29549" cy="20201"/>
            </a:xfrm>
            <a:custGeom>
              <a:avLst/>
              <a:gdLst/>
              <a:ahLst/>
              <a:cxnLst/>
              <a:rect l="l" t="t" r="r" b="b"/>
              <a:pathLst>
                <a:path w="1375" h="940" extrusionOk="0">
                  <a:moveTo>
                    <a:pt x="573" y="0"/>
                  </a:moveTo>
                  <a:lnTo>
                    <a:pt x="435" y="23"/>
                  </a:lnTo>
                  <a:lnTo>
                    <a:pt x="344" y="69"/>
                  </a:lnTo>
                  <a:lnTo>
                    <a:pt x="160" y="138"/>
                  </a:lnTo>
                  <a:lnTo>
                    <a:pt x="69" y="207"/>
                  </a:lnTo>
                  <a:lnTo>
                    <a:pt x="23" y="253"/>
                  </a:lnTo>
                  <a:lnTo>
                    <a:pt x="0" y="321"/>
                  </a:lnTo>
                  <a:lnTo>
                    <a:pt x="0" y="390"/>
                  </a:lnTo>
                  <a:lnTo>
                    <a:pt x="23" y="459"/>
                  </a:lnTo>
                  <a:lnTo>
                    <a:pt x="92" y="505"/>
                  </a:lnTo>
                  <a:lnTo>
                    <a:pt x="160" y="527"/>
                  </a:lnTo>
                  <a:lnTo>
                    <a:pt x="229" y="527"/>
                  </a:lnTo>
                  <a:lnTo>
                    <a:pt x="298" y="505"/>
                  </a:lnTo>
                  <a:lnTo>
                    <a:pt x="367" y="459"/>
                  </a:lnTo>
                  <a:lnTo>
                    <a:pt x="481" y="390"/>
                  </a:lnTo>
                  <a:lnTo>
                    <a:pt x="619" y="367"/>
                  </a:lnTo>
                  <a:lnTo>
                    <a:pt x="756" y="367"/>
                  </a:lnTo>
                  <a:lnTo>
                    <a:pt x="802" y="390"/>
                  </a:lnTo>
                  <a:lnTo>
                    <a:pt x="848" y="436"/>
                  </a:lnTo>
                  <a:lnTo>
                    <a:pt x="916" y="550"/>
                  </a:lnTo>
                  <a:lnTo>
                    <a:pt x="985" y="688"/>
                  </a:lnTo>
                  <a:lnTo>
                    <a:pt x="1008" y="802"/>
                  </a:lnTo>
                  <a:lnTo>
                    <a:pt x="1031" y="871"/>
                  </a:lnTo>
                  <a:lnTo>
                    <a:pt x="1077" y="917"/>
                  </a:lnTo>
                  <a:lnTo>
                    <a:pt x="1123" y="940"/>
                  </a:lnTo>
                  <a:lnTo>
                    <a:pt x="1237" y="940"/>
                  </a:lnTo>
                  <a:lnTo>
                    <a:pt x="1306" y="917"/>
                  </a:lnTo>
                  <a:lnTo>
                    <a:pt x="1352" y="871"/>
                  </a:lnTo>
                  <a:lnTo>
                    <a:pt x="1375" y="802"/>
                  </a:lnTo>
                  <a:lnTo>
                    <a:pt x="1375" y="734"/>
                  </a:lnTo>
                  <a:lnTo>
                    <a:pt x="1329" y="596"/>
                  </a:lnTo>
                  <a:lnTo>
                    <a:pt x="1237" y="390"/>
                  </a:lnTo>
                  <a:lnTo>
                    <a:pt x="1169" y="275"/>
                  </a:lnTo>
                  <a:lnTo>
                    <a:pt x="1077" y="161"/>
                  </a:lnTo>
                  <a:lnTo>
                    <a:pt x="962" y="69"/>
                  </a:lnTo>
                  <a:lnTo>
                    <a:pt x="825" y="23"/>
                  </a:lnTo>
                  <a:lnTo>
                    <a:pt x="687" y="0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5" name="Google Shape;4975;p66"/>
            <p:cNvSpPr/>
            <p:nvPr/>
          </p:nvSpPr>
          <p:spPr>
            <a:xfrm>
              <a:off x="4378043" y="1395365"/>
              <a:ext cx="258525" cy="197472"/>
            </a:xfrm>
            <a:custGeom>
              <a:avLst/>
              <a:gdLst/>
              <a:ahLst/>
              <a:cxnLst/>
              <a:rect l="l" t="t" r="r" b="b"/>
              <a:pathLst>
                <a:path w="12030" h="9189" extrusionOk="0">
                  <a:moveTo>
                    <a:pt x="6966" y="1"/>
                  </a:moveTo>
                  <a:lnTo>
                    <a:pt x="6485" y="47"/>
                  </a:lnTo>
                  <a:lnTo>
                    <a:pt x="6049" y="93"/>
                  </a:lnTo>
                  <a:lnTo>
                    <a:pt x="5591" y="138"/>
                  </a:lnTo>
                  <a:lnTo>
                    <a:pt x="5156" y="230"/>
                  </a:lnTo>
                  <a:lnTo>
                    <a:pt x="4720" y="322"/>
                  </a:lnTo>
                  <a:lnTo>
                    <a:pt x="4308" y="413"/>
                  </a:lnTo>
                  <a:lnTo>
                    <a:pt x="3895" y="551"/>
                  </a:lnTo>
                  <a:lnTo>
                    <a:pt x="3506" y="688"/>
                  </a:lnTo>
                  <a:lnTo>
                    <a:pt x="3117" y="826"/>
                  </a:lnTo>
                  <a:lnTo>
                    <a:pt x="2773" y="1009"/>
                  </a:lnTo>
                  <a:lnTo>
                    <a:pt x="2406" y="1192"/>
                  </a:lnTo>
                  <a:lnTo>
                    <a:pt x="2085" y="1376"/>
                  </a:lnTo>
                  <a:lnTo>
                    <a:pt x="1788" y="1582"/>
                  </a:lnTo>
                  <a:lnTo>
                    <a:pt x="1490" y="1811"/>
                  </a:lnTo>
                  <a:lnTo>
                    <a:pt x="1238" y="2040"/>
                  </a:lnTo>
                  <a:lnTo>
                    <a:pt x="1009" y="2269"/>
                  </a:lnTo>
                  <a:lnTo>
                    <a:pt x="802" y="2521"/>
                  </a:lnTo>
                  <a:lnTo>
                    <a:pt x="619" y="2773"/>
                  </a:lnTo>
                  <a:lnTo>
                    <a:pt x="459" y="3048"/>
                  </a:lnTo>
                  <a:lnTo>
                    <a:pt x="321" y="3323"/>
                  </a:lnTo>
                  <a:lnTo>
                    <a:pt x="207" y="3621"/>
                  </a:lnTo>
                  <a:lnTo>
                    <a:pt x="138" y="3919"/>
                  </a:lnTo>
                  <a:lnTo>
                    <a:pt x="92" y="4217"/>
                  </a:lnTo>
                  <a:lnTo>
                    <a:pt x="23" y="5064"/>
                  </a:lnTo>
                  <a:lnTo>
                    <a:pt x="1" y="5385"/>
                  </a:lnTo>
                  <a:lnTo>
                    <a:pt x="23" y="5637"/>
                  </a:lnTo>
                  <a:lnTo>
                    <a:pt x="23" y="5866"/>
                  </a:lnTo>
                  <a:lnTo>
                    <a:pt x="69" y="6027"/>
                  </a:lnTo>
                  <a:lnTo>
                    <a:pt x="92" y="6164"/>
                  </a:lnTo>
                  <a:lnTo>
                    <a:pt x="138" y="6256"/>
                  </a:lnTo>
                  <a:lnTo>
                    <a:pt x="184" y="6302"/>
                  </a:lnTo>
                  <a:lnTo>
                    <a:pt x="230" y="6347"/>
                  </a:lnTo>
                  <a:lnTo>
                    <a:pt x="275" y="6370"/>
                  </a:lnTo>
                  <a:lnTo>
                    <a:pt x="298" y="6370"/>
                  </a:lnTo>
                  <a:lnTo>
                    <a:pt x="367" y="6347"/>
                  </a:lnTo>
                  <a:lnTo>
                    <a:pt x="390" y="6324"/>
                  </a:lnTo>
                  <a:lnTo>
                    <a:pt x="390" y="6233"/>
                  </a:lnTo>
                  <a:lnTo>
                    <a:pt x="482" y="5729"/>
                  </a:lnTo>
                  <a:lnTo>
                    <a:pt x="619" y="5087"/>
                  </a:lnTo>
                  <a:lnTo>
                    <a:pt x="848" y="4125"/>
                  </a:lnTo>
                  <a:lnTo>
                    <a:pt x="894" y="3942"/>
                  </a:lnTo>
                  <a:lnTo>
                    <a:pt x="986" y="3804"/>
                  </a:lnTo>
                  <a:lnTo>
                    <a:pt x="1100" y="3644"/>
                  </a:lnTo>
                  <a:lnTo>
                    <a:pt x="1238" y="3506"/>
                  </a:lnTo>
                  <a:lnTo>
                    <a:pt x="1398" y="3392"/>
                  </a:lnTo>
                  <a:lnTo>
                    <a:pt x="1581" y="3277"/>
                  </a:lnTo>
                  <a:lnTo>
                    <a:pt x="1788" y="3186"/>
                  </a:lnTo>
                  <a:lnTo>
                    <a:pt x="2017" y="3094"/>
                  </a:lnTo>
                  <a:lnTo>
                    <a:pt x="2498" y="2934"/>
                  </a:lnTo>
                  <a:lnTo>
                    <a:pt x="3025" y="2819"/>
                  </a:lnTo>
                  <a:lnTo>
                    <a:pt x="3575" y="2750"/>
                  </a:lnTo>
                  <a:lnTo>
                    <a:pt x="4125" y="2704"/>
                  </a:lnTo>
                  <a:lnTo>
                    <a:pt x="4674" y="2704"/>
                  </a:lnTo>
                  <a:lnTo>
                    <a:pt x="5201" y="2727"/>
                  </a:lnTo>
                  <a:lnTo>
                    <a:pt x="5660" y="2796"/>
                  </a:lnTo>
                  <a:lnTo>
                    <a:pt x="6072" y="2888"/>
                  </a:lnTo>
                  <a:lnTo>
                    <a:pt x="6255" y="2956"/>
                  </a:lnTo>
                  <a:lnTo>
                    <a:pt x="6416" y="3002"/>
                  </a:lnTo>
                  <a:lnTo>
                    <a:pt x="6553" y="3094"/>
                  </a:lnTo>
                  <a:lnTo>
                    <a:pt x="6645" y="3163"/>
                  </a:lnTo>
                  <a:lnTo>
                    <a:pt x="6714" y="3254"/>
                  </a:lnTo>
                  <a:lnTo>
                    <a:pt x="6759" y="3346"/>
                  </a:lnTo>
                  <a:lnTo>
                    <a:pt x="6782" y="3438"/>
                  </a:lnTo>
                  <a:lnTo>
                    <a:pt x="6759" y="3552"/>
                  </a:lnTo>
                  <a:lnTo>
                    <a:pt x="6737" y="3667"/>
                  </a:lnTo>
                  <a:lnTo>
                    <a:pt x="6737" y="3942"/>
                  </a:lnTo>
                  <a:lnTo>
                    <a:pt x="6737" y="4148"/>
                  </a:lnTo>
                  <a:lnTo>
                    <a:pt x="6782" y="4377"/>
                  </a:lnTo>
                  <a:lnTo>
                    <a:pt x="6828" y="4629"/>
                  </a:lnTo>
                  <a:lnTo>
                    <a:pt x="6920" y="4881"/>
                  </a:lnTo>
                  <a:lnTo>
                    <a:pt x="7057" y="4904"/>
                  </a:lnTo>
                  <a:lnTo>
                    <a:pt x="7493" y="5019"/>
                  </a:lnTo>
                  <a:lnTo>
                    <a:pt x="7859" y="5156"/>
                  </a:lnTo>
                  <a:lnTo>
                    <a:pt x="8203" y="5316"/>
                  </a:lnTo>
                  <a:lnTo>
                    <a:pt x="8524" y="5477"/>
                  </a:lnTo>
                  <a:lnTo>
                    <a:pt x="8684" y="5637"/>
                  </a:lnTo>
                  <a:lnTo>
                    <a:pt x="8821" y="5775"/>
                  </a:lnTo>
                  <a:lnTo>
                    <a:pt x="8982" y="5981"/>
                  </a:lnTo>
                  <a:lnTo>
                    <a:pt x="9119" y="6233"/>
                  </a:lnTo>
                  <a:lnTo>
                    <a:pt x="9188" y="6370"/>
                  </a:lnTo>
                  <a:lnTo>
                    <a:pt x="9234" y="6508"/>
                  </a:lnTo>
                  <a:lnTo>
                    <a:pt x="9257" y="6668"/>
                  </a:lnTo>
                  <a:lnTo>
                    <a:pt x="9280" y="6829"/>
                  </a:lnTo>
                  <a:lnTo>
                    <a:pt x="9280" y="6989"/>
                  </a:lnTo>
                  <a:lnTo>
                    <a:pt x="9257" y="7149"/>
                  </a:lnTo>
                  <a:lnTo>
                    <a:pt x="9096" y="7905"/>
                  </a:lnTo>
                  <a:lnTo>
                    <a:pt x="9028" y="8272"/>
                  </a:lnTo>
                  <a:lnTo>
                    <a:pt x="8959" y="8593"/>
                  </a:lnTo>
                  <a:lnTo>
                    <a:pt x="8959" y="8868"/>
                  </a:lnTo>
                  <a:lnTo>
                    <a:pt x="8982" y="8982"/>
                  </a:lnTo>
                  <a:lnTo>
                    <a:pt x="9005" y="9074"/>
                  </a:lnTo>
                  <a:lnTo>
                    <a:pt x="9051" y="9143"/>
                  </a:lnTo>
                  <a:lnTo>
                    <a:pt x="9119" y="9188"/>
                  </a:lnTo>
                  <a:lnTo>
                    <a:pt x="9211" y="9188"/>
                  </a:lnTo>
                  <a:lnTo>
                    <a:pt x="9326" y="9166"/>
                  </a:lnTo>
                  <a:lnTo>
                    <a:pt x="9440" y="9120"/>
                  </a:lnTo>
                  <a:lnTo>
                    <a:pt x="9555" y="9074"/>
                  </a:lnTo>
                  <a:lnTo>
                    <a:pt x="9761" y="8936"/>
                  </a:lnTo>
                  <a:lnTo>
                    <a:pt x="9921" y="8753"/>
                  </a:lnTo>
                  <a:lnTo>
                    <a:pt x="10036" y="8593"/>
                  </a:lnTo>
                  <a:lnTo>
                    <a:pt x="10150" y="8432"/>
                  </a:lnTo>
                  <a:lnTo>
                    <a:pt x="10219" y="8318"/>
                  </a:lnTo>
                  <a:lnTo>
                    <a:pt x="10265" y="8180"/>
                  </a:lnTo>
                  <a:lnTo>
                    <a:pt x="10563" y="7882"/>
                  </a:lnTo>
                  <a:lnTo>
                    <a:pt x="10723" y="7722"/>
                  </a:lnTo>
                  <a:lnTo>
                    <a:pt x="10906" y="7585"/>
                  </a:lnTo>
                  <a:lnTo>
                    <a:pt x="11090" y="7470"/>
                  </a:lnTo>
                  <a:lnTo>
                    <a:pt x="11296" y="7355"/>
                  </a:lnTo>
                  <a:lnTo>
                    <a:pt x="11502" y="7264"/>
                  </a:lnTo>
                  <a:lnTo>
                    <a:pt x="11754" y="7172"/>
                  </a:lnTo>
                  <a:lnTo>
                    <a:pt x="11846" y="6531"/>
                  </a:lnTo>
                  <a:lnTo>
                    <a:pt x="11937" y="5912"/>
                  </a:lnTo>
                  <a:lnTo>
                    <a:pt x="12006" y="5271"/>
                  </a:lnTo>
                  <a:lnTo>
                    <a:pt x="12029" y="4629"/>
                  </a:lnTo>
                  <a:lnTo>
                    <a:pt x="12006" y="3987"/>
                  </a:lnTo>
                  <a:lnTo>
                    <a:pt x="11937" y="3346"/>
                  </a:lnTo>
                  <a:lnTo>
                    <a:pt x="11892" y="3025"/>
                  </a:lnTo>
                  <a:lnTo>
                    <a:pt x="11823" y="2727"/>
                  </a:lnTo>
                  <a:lnTo>
                    <a:pt x="11731" y="2407"/>
                  </a:lnTo>
                  <a:lnTo>
                    <a:pt x="11640" y="2109"/>
                  </a:lnTo>
                  <a:lnTo>
                    <a:pt x="11227" y="1673"/>
                  </a:lnTo>
                  <a:lnTo>
                    <a:pt x="10792" y="1284"/>
                  </a:lnTo>
                  <a:lnTo>
                    <a:pt x="10563" y="1101"/>
                  </a:lnTo>
                  <a:lnTo>
                    <a:pt x="10334" y="917"/>
                  </a:lnTo>
                  <a:lnTo>
                    <a:pt x="10082" y="757"/>
                  </a:lnTo>
                  <a:lnTo>
                    <a:pt x="9807" y="619"/>
                  </a:lnTo>
                  <a:lnTo>
                    <a:pt x="9555" y="482"/>
                  </a:lnTo>
                  <a:lnTo>
                    <a:pt x="9280" y="367"/>
                  </a:lnTo>
                  <a:lnTo>
                    <a:pt x="8982" y="253"/>
                  </a:lnTo>
                  <a:lnTo>
                    <a:pt x="8684" y="161"/>
                  </a:lnTo>
                  <a:lnTo>
                    <a:pt x="8386" y="93"/>
                  </a:lnTo>
                  <a:lnTo>
                    <a:pt x="8065" y="47"/>
                  </a:lnTo>
                  <a:lnTo>
                    <a:pt x="77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6" name="Google Shape;4976;p66"/>
            <p:cNvSpPr/>
            <p:nvPr/>
          </p:nvSpPr>
          <p:spPr>
            <a:xfrm>
              <a:off x="4612409" y="1283125"/>
              <a:ext cx="157586" cy="145745"/>
            </a:xfrm>
            <a:custGeom>
              <a:avLst/>
              <a:gdLst/>
              <a:ahLst/>
              <a:cxnLst/>
              <a:rect l="l" t="t" r="r" b="b"/>
              <a:pathLst>
                <a:path w="7333" h="6782" extrusionOk="0">
                  <a:moveTo>
                    <a:pt x="3529" y="0"/>
                  </a:moveTo>
                  <a:lnTo>
                    <a:pt x="3254" y="23"/>
                  </a:lnTo>
                  <a:lnTo>
                    <a:pt x="3002" y="69"/>
                  </a:lnTo>
                  <a:lnTo>
                    <a:pt x="2750" y="137"/>
                  </a:lnTo>
                  <a:lnTo>
                    <a:pt x="2521" y="252"/>
                  </a:lnTo>
                  <a:lnTo>
                    <a:pt x="2315" y="367"/>
                  </a:lnTo>
                  <a:lnTo>
                    <a:pt x="2108" y="504"/>
                  </a:lnTo>
                  <a:lnTo>
                    <a:pt x="1902" y="664"/>
                  </a:lnTo>
                  <a:lnTo>
                    <a:pt x="1719" y="825"/>
                  </a:lnTo>
                  <a:lnTo>
                    <a:pt x="1558" y="1008"/>
                  </a:lnTo>
                  <a:lnTo>
                    <a:pt x="1398" y="1191"/>
                  </a:lnTo>
                  <a:lnTo>
                    <a:pt x="1238" y="1398"/>
                  </a:lnTo>
                  <a:lnTo>
                    <a:pt x="963" y="1833"/>
                  </a:lnTo>
                  <a:lnTo>
                    <a:pt x="734" y="2268"/>
                  </a:lnTo>
                  <a:lnTo>
                    <a:pt x="550" y="2726"/>
                  </a:lnTo>
                  <a:lnTo>
                    <a:pt x="390" y="3162"/>
                  </a:lnTo>
                  <a:lnTo>
                    <a:pt x="252" y="3574"/>
                  </a:lnTo>
                  <a:lnTo>
                    <a:pt x="161" y="3941"/>
                  </a:lnTo>
                  <a:lnTo>
                    <a:pt x="46" y="4491"/>
                  </a:lnTo>
                  <a:lnTo>
                    <a:pt x="0" y="4697"/>
                  </a:lnTo>
                  <a:lnTo>
                    <a:pt x="2177" y="6690"/>
                  </a:lnTo>
                  <a:lnTo>
                    <a:pt x="2383" y="6713"/>
                  </a:lnTo>
                  <a:lnTo>
                    <a:pt x="2864" y="6759"/>
                  </a:lnTo>
                  <a:lnTo>
                    <a:pt x="3598" y="6782"/>
                  </a:lnTo>
                  <a:lnTo>
                    <a:pt x="4010" y="6759"/>
                  </a:lnTo>
                  <a:lnTo>
                    <a:pt x="4445" y="6736"/>
                  </a:lnTo>
                  <a:lnTo>
                    <a:pt x="4881" y="6690"/>
                  </a:lnTo>
                  <a:lnTo>
                    <a:pt x="5316" y="6599"/>
                  </a:lnTo>
                  <a:lnTo>
                    <a:pt x="5728" y="6461"/>
                  </a:lnTo>
                  <a:lnTo>
                    <a:pt x="5935" y="6392"/>
                  </a:lnTo>
                  <a:lnTo>
                    <a:pt x="6141" y="6301"/>
                  </a:lnTo>
                  <a:lnTo>
                    <a:pt x="6324" y="6209"/>
                  </a:lnTo>
                  <a:lnTo>
                    <a:pt x="6484" y="6095"/>
                  </a:lnTo>
                  <a:lnTo>
                    <a:pt x="6645" y="5957"/>
                  </a:lnTo>
                  <a:lnTo>
                    <a:pt x="6782" y="5820"/>
                  </a:lnTo>
                  <a:lnTo>
                    <a:pt x="6920" y="5659"/>
                  </a:lnTo>
                  <a:lnTo>
                    <a:pt x="7034" y="5499"/>
                  </a:lnTo>
                  <a:lnTo>
                    <a:pt x="7126" y="5316"/>
                  </a:lnTo>
                  <a:lnTo>
                    <a:pt x="7195" y="5109"/>
                  </a:lnTo>
                  <a:lnTo>
                    <a:pt x="7286" y="4720"/>
                  </a:lnTo>
                  <a:lnTo>
                    <a:pt x="7332" y="4399"/>
                  </a:lnTo>
                  <a:lnTo>
                    <a:pt x="7332" y="4147"/>
                  </a:lnTo>
                  <a:lnTo>
                    <a:pt x="7286" y="3941"/>
                  </a:lnTo>
                  <a:lnTo>
                    <a:pt x="7218" y="3780"/>
                  </a:lnTo>
                  <a:lnTo>
                    <a:pt x="7103" y="3666"/>
                  </a:lnTo>
                  <a:lnTo>
                    <a:pt x="6988" y="3597"/>
                  </a:lnTo>
                  <a:lnTo>
                    <a:pt x="6851" y="3574"/>
                  </a:lnTo>
                  <a:lnTo>
                    <a:pt x="6691" y="3551"/>
                  </a:lnTo>
                  <a:lnTo>
                    <a:pt x="6553" y="3574"/>
                  </a:lnTo>
                  <a:lnTo>
                    <a:pt x="6278" y="3620"/>
                  </a:lnTo>
                  <a:lnTo>
                    <a:pt x="6072" y="3689"/>
                  </a:lnTo>
                  <a:lnTo>
                    <a:pt x="5980" y="3735"/>
                  </a:lnTo>
                  <a:lnTo>
                    <a:pt x="6026" y="3574"/>
                  </a:lnTo>
                  <a:lnTo>
                    <a:pt x="6095" y="3162"/>
                  </a:lnTo>
                  <a:lnTo>
                    <a:pt x="6118" y="2887"/>
                  </a:lnTo>
                  <a:lnTo>
                    <a:pt x="6118" y="2589"/>
                  </a:lnTo>
                  <a:lnTo>
                    <a:pt x="6118" y="2268"/>
                  </a:lnTo>
                  <a:lnTo>
                    <a:pt x="6072" y="1925"/>
                  </a:lnTo>
                  <a:lnTo>
                    <a:pt x="5980" y="1581"/>
                  </a:lnTo>
                  <a:lnTo>
                    <a:pt x="5866" y="1260"/>
                  </a:lnTo>
                  <a:lnTo>
                    <a:pt x="5797" y="1100"/>
                  </a:lnTo>
                  <a:lnTo>
                    <a:pt x="5705" y="939"/>
                  </a:lnTo>
                  <a:lnTo>
                    <a:pt x="5591" y="802"/>
                  </a:lnTo>
                  <a:lnTo>
                    <a:pt x="5476" y="664"/>
                  </a:lnTo>
                  <a:lnTo>
                    <a:pt x="5316" y="527"/>
                  </a:lnTo>
                  <a:lnTo>
                    <a:pt x="5178" y="412"/>
                  </a:lnTo>
                  <a:lnTo>
                    <a:pt x="4995" y="298"/>
                  </a:lnTo>
                  <a:lnTo>
                    <a:pt x="4812" y="206"/>
                  </a:lnTo>
                  <a:lnTo>
                    <a:pt x="4583" y="137"/>
                  </a:lnTo>
                  <a:lnTo>
                    <a:pt x="4354" y="69"/>
                  </a:lnTo>
                  <a:lnTo>
                    <a:pt x="4102" y="23"/>
                  </a:lnTo>
                  <a:lnTo>
                    <a:pt x="38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7" name="Google Shape;4977;p66"/>
            <p:cNvSpPr/>
            <p:nvPr/>
          </p:nvSpPr>
          <p:spPr>
            <a:xfrm>
              <a:off x="4611421" y="1360917"/>
              <a:ext cx="75860" cy="79277"/>
            </a:xfrm>
            <a:custGeom>
              <a:avLst/>
              <a:gdLst/>
              <a:ahLst/>
              <a:cxnLst/>
              <a:rect l="l" t="t" r="r" b="b"/>
              <a:pathLst>
                <a:path w="3530" h="3689" extrusionOk="0">
                  <a:moveTo>
                    <a:pt x="321" y="0"/>
                  </a:moveTo>
                  <a:lnTo>
                    <a:pt x="253" y="69"/>
                  </a:lnTo>
                  <a:lnTo>
                    <a:pt x="161" y="138"/>
                  </a:lnTo>
                  <a:lnTo>
                    <a:pt x="115" y="229"/>
                  </a:lnTo>
                  <a:lnTo>
                    <a:pt x="69" y="298"/>
                  </a:lnTo>
                  <a:lnTo>
                    <a:pt x="24" y="481"/>
                  </a:lnTo>
                  <a:lnTo>
                    <a:pt x="1" y="664"/>
                  </a:lnTo>
                  <a:lnTo>
                    <a:pt x="1" y="825"/>
                  </a:lnTo>
                  <a:lnTo>
                    <a:pt x="24" y="962"/>
                  </a:lnTo>
                  <a:lnTo>
                    <a:pt x="46" y="1077"/>
                  </a:lnTo>
                  <a:lnTo>
                    <a:pt x="390" y="1283"/>
                  </a:lnTo>
                  <a:lnTo>
                    <a:pt x="688" y="1489"/>
                  </a:lnTo>
                  <a:lnTo>
                    <a:pt x="963" y="1718"/>
                  </a:lnTo>
                  <a:lnTo>
                    <a:pt x="1215" y="1948"/>
                  </a:lnTo>
                  <a:lnTo>
                    <a:pt x="1421" y="2154"/>
                  </a:lnTo>
                  <a:lnTo>
                    <a:pt x="1582" y="2383"/>
                  </a:lnTo>
                  <a:lnTo>
                    <a:pt x="1742" y="2589"/>
                  </a:lnTo>
                  <a:lnTo>
                    <a:pt x="1879" y="2795"/>
                  </a:lnTo>
                  <a:lnTo>
                    <a:pt x="2063" y="3139"/>
                  </a:lnTo>
                  <a:lnTo>
                    <a:pt x="2177" y="3437"/>
                  </a:lnTo>
                  <a:lnTo>
                    <a:pt x="2223" y="3620"/>
                  </a:lnTo>
                  <a:lnTo>
                    <a:pt x="2246" y="3689"/>
                  </a:lnTo>
                  <a:lnTo>
                    <a:pt x="2544" y="3643"/>
                  </a:lnTo>
                  <a:lnTo>
                    <a:pt x="2819" y="3597"/>
                  </a:lnTo>
                  <a:lnTo>
                    <a:pt x="3048" y="3506"/>
                  </a:lnTo>
                  <a:lnTo>
                    <a:pt x="3231" y="3414"/>
                  </a:lnTo>
                  <a:lnTo>
                    <a:pt x="3369" y="3322"/>
                  </a:lnTo>
                  <a:lnTo>
                    <a:pt x="3460" y="3253"/>
                  </a:lnTo>
                  <a:lnTo>
                    <a:pt x="3529" y="3185"/>
                  </a:lnTo>
                  <a:lnTo>
                    <a:pt x="3392" y="2772"/>
                  </a:lnTo>
                  <a:lnTo>
                    <a:pt x="3208" y="2383"/>
                  </a:lnTo>
                  <a:lnTo>
                    <a:pt x="3002" y="2039"/>
                  </a:lnTo>
                  <a:lnTo>
                    <a:pt x="2750" y="1718"/>
                  </a:lnTo>
                  <a:lnTo>
                    <a:pt x="2498" y="1421"/>
                  </a:lnTo>
                  <a:lnTo>
                    <a:pt x="2223" y="1169"/>
                  </a:lnTo>
                  <a:lnTo>
                    <a:pt x="1971" y="917"/>
                  </a:lnTo>
                  <a:lnTo>
                    <a:pt x="1696" y="733"/>
                  </a:lnTo>
                  <a:lnTo>
                    <a:pt x="1421" y="550"/>
                  </a:lnTo>
                  <a:lnTo>
                    <a:pt x="1169" y="390"/>
                  </a:lnTo>
                  <a:lnTo>
                    <a:pt x="734" y="160"/>
                  </a:lnTo>
                  <a:lnTo>
                    <a:pt x="436" y="23"/>
                  </a:lnTo>
                  <a:lnTo>
                    <a:pt x="321" y="0"/>
                  </a:lnTo>
                  <a:close/>
                </a:path>
              </a:pathLst>
            </a:custGeom>
            <a:gradFill>
              <a:gsLst>
                <a:gs pos="0">
                  <a:srgbClr val="FFF0B9"/>
                </a:gs>
                <a:gs pos="100000">
                  <a:srgbClr val="F9D03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8" name="Google Shape;4978;p66"/>
            <p:cNvSpPr/>
            <p:nvPr/>
          </p:nvSpPr>
          <p:spPr>
            <a:xfrm>
              <a:off x="4522797" y="1459877"/>
              <a:ext cx="118689" cy="234391"/>
            </a:xfrm>
            <a:custGeom>
              <a:avLst/>
              <a:gdLst/>
              <a:ahLst/>
              <a:cxnLst/>
              <a:rect l="l" t="t" r="r" b="b"/>
              <a:pathLst>
                <a:path w="5523" h="10907" extrusionOk="0">
                  <a:moveTo>
                    <a:pt x="3712" y="0"/>
                  </a:moveTo>
                  <a:lnTo>
                    <a:pt x="3323" y="23"/>
                  </a:lnTo>
                  <a:lnTo>
                    <a:pt x="2910" y="69"/>
                  </a:lnTo>
                  <a:lnTo>
                    <a:pt x="2521" y="138"/>
                  </a:lnTo>
                  <a:lnTo>
                    <a:pt x="2131" y="229"/>
                  </a:lnTo>
                  <a:lnTo>
                    <a:pt x="1398" y="413"/>
                  </a:lnTo>
                  <a:lnTo>
                    <a:pt x="780" y="619"/>
                  </a:lnTo>
                  <a:lnTo>
                    <a:pt x="298" y="802"/>
                  </a:lnTo>
                  <a:lnTo>
                    <a:pt x="1" y="940"/>
                  </a:lnTo>
                  <a:lnTo>
                    <a:pt x="1" y="1146"/>
                  </a:lnTo>
                  <a:lnTo>
                    <a:pt x="46" y="1375"/>
                  </a:lnTo>
                  <a:lnTo>
                    <a:pt x="92" y="1627"/>
                  </a:lnTo>
                  <a:lnTo>
                    <a:pt x="184" y="1879"/>
                  </a:lnTo>
                  <a:lnTo>
                    <a:pt x="321" y="1902"/>
                  </a:lnTo>
                  <a:lnTo>
                    <a:pt x="757" y="2017"/>
                  </a:lnTo>
                  <a:lnTo>
                    <a:pt x="1123" y="2154"/>
                  </a:lnTo>
                  <a:lnTo>
                    <a:pt x="1467" y="2314"/>
                  </a:lnTo>
                  <a:lnTo>
                    <a:pt x="1788" y="2475"/>
                  </a:lnTo>
                  <a:lnTo>
                    <a:pt x="1948" y="2635"/>
                  </a:lnTo>
                  <a:lnTo>
                    <a:pt x="2085" y="2773"/>
                  </a:lnTo>
                  <a:lnTo>
                    <a:pt x="2246" y="2979"/>
                  </a:lnTo>
                  <a:lnTo>
                    <a:pt x="2383" y="3231"/>
                  </a:lnTo>
                  <a:lnTo>
                    <a:pt x="2452" y="3368"/>
                  </a:lnTo>
                  <a:lnTo>
                    <a:pt x="2498" y="3506"/>
                  </a:lnTo>
                  <a:lnTo>
                    <a:pt x="2521" y="3666"/>
                  </a:lnTo>
                  <a:lnTo>
                    <a:pt x="2544" y="3827"/>
                  </a:lnTo>
                  <a:lnTo>
                    <a:pt x="2544" y="3987"/>
                  </a:lnTo>
                  <a:lnTo>
                    <a:pt x="2521" y="4147"/>
                  </a:lnTo>
                  <a:lnTo>
                    <a:pt x="2269" y="5568"/>
                  </a:lnTo>
                  <a:lnTo>
                    <a:pt x="2108" y="6622"/>
                  </a:lnTo>
                  <a:lnTo>
                    <a:pt x="1948" y="7767"/>
                  </a:lnTo>
                  <a:lnTo>
                    <a:pt x="1811" y="8867"/>
                  </a:lnTo>
                  <a:lnTo>
                    <a:pt x="1788" y="9371"/>
                  </a:lnTo>
                  <a:lnTo>
                    <a:pt x="1765" y="9829"/>
                  </a:lnTo>
                  <a:lnTo>
                    <a:pt x="1765" y="10219"/>
                  </a:lnTo>
                  <a:lnTo>
                    <a:pt x="1811" y="10517"/>
                  </a:lnTo>
                  <a:lnTo>
                    <a:pt x="1833" y="10631"/>
                  </a:lnTo>
                  <a:lnTo>
                    <a:pt x="1879" y="10746"/>
                  </a:lnTo>
                  <a:lnTo>
                    <a:pt x="1925" y="10815"/>
                  </a:lnTo>
                  <a:lnTo>
                    <a:pt x="1971" y="10837"/>
                  </a:lnTo>
                  <a:lnTo>
                    <a:pt x="2131" y="10883"/>
                  </a:lnTo>
                  <a:lnTo>
                    <a:pt x="2269" y="10906"/>
                  </a:lnTo>
                  <a:lnTo>
                    <a:pt x="2406" y="10860"/>
                  </a:lnTo>
                  <a:lnTo>
                    <a:pt x="2544" y="10815"/>
                  </a:lnTo>
                  <a:lnTo>
                    <a:pt x="2658" y="10723"/>
                  </a:lnTo>
                  <a:lnTo>
                    <a:pt x="2773" y="10585"/>
                  </a:lnTo>
                  <a:lnTo>
                    <a:pt x="2887" y="10448"/>
                  </a:lnTo>
                  <a:lnTo>
                    <a:pt x="2979" y="10265"/>
                  </a:lnTo>
                  <a:lnTo>
                    <a:pt x="3071" y="10059"/>
                  </a:lnTo>
                  <a:lnTo>
                    <a:pt x="3139" y="9852"/>
                  </a:lnTo>
                  <a:lnTo>
                    <a:pt x="3300" y="9371"/>
                  </a:lnTo>
                  <a:lnTo>
                    <a:pt x="3414" y="8844"/>
                  </a:lnTo>
                  <a:lnTo>
                    <a:pt x="3529" y="8294"/>
                  </a:lnTo>
                  <a:lnTo>
                    <a:pt x="3598" y="7722"/>
                  </a:lnTo>
                  <a:lnTo>
                    <a:pt x="3666" y="7172"/>
                  </a:lnTo>
                  <a:lnTo>
                    <a:pt x="3735" y="6164"/>
                  </a:lnTo>
                  <a:lnTo>
                    <a:pt x="3781" y="5453"/>
                  </a:lnTo>
                  <a:lnTo>
                    <a:pt x="3781" y="5178"/>
                  </a:lnTo>
                  <a:lnTo>
                    <a:pt x="4056" y="4880"/>
                  </a:lnTo>
                  <a:lnTo>
                    <a:pt x="4285" y="4583"/>
                  </a:lnTo>
                  <a:lnTo>
                    <a:pt x="4445" y="4468"/>
                  </a:lnTo>
                  <a:lnTo>
                    <a:pt x="4606" y="4353"/>
                  </a:lnTo>
                  <a:lnTo>
                    <a:pt x="4789" y="4262"/>
                  </a:lnTo>
                  <a:lnTo>
                    <a:pt x="5018" y="4170"/>
                  </a:lnTo>
                  <a:lnTo>
                    <a:pt x="5133" y="3918"/>
                  </a:lnTo>
                  <a:lnTo>
                    <a:pt x="5247" y="3666"/>
                  </a:lnTo>
                  <a:lnTo>
                    <a:pt x="5339" y="3414"/>
                  </a:lnTo>
                  <a:lnTo>
                    <a:pt x="5408" y="3185"/>
                  </a:lnTo>
                  <a:lnTo>
                    <a:pt x="5454" y="2933"/>
                  </a:lnTo>
                  <a:lnTo>
                    <a:pt x="5499" y="2681"/>
                  </a:lnTo>
                  <a:lnTo>
                    <a:pt x="5522" y="2429"/>
                  </a:lnTo>
                  <a:lnTo>
                    <a:pt x="5522" y="2177"/>
                  </a:lnTo>
                  <a:lnTo>
                    <a:pt x="5499" y="1696"/>
                  </a:lnTo>
                  <a:lnTo>
                    <a:pt x="5431" y="1192"/>
                  </a:lnTo>
                  <a:lnTo>
                    <a:pt x="5316" y="711"/>
                  </a:lnTo>
                  <a:lnTo>
                    <a:pt x="5179" y="229"/>
                  </a:lnTo>
                  <a:lnTo>
                    <a:pt x="4835" y="115"/>
                  </a:lnTo>
                  <a:lnTo>
                    <a:pt x="4491" y="46"/>
                  </a:lnTo>
                  <a:lnTo>
                    <a:pt x="41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9" name="Google Shape;4979;p66"/>
            <p:cNvSpPr/>
            <p:nvPr/>
          </p:nvSpPr>
          <p:spPr>
            <a:xfrm>
              <a:off x="4621757" y="1423431"/>
              <a:ext cx="50738" cy="126576"/>
            </a:xfrm>
            <a:custGeom>
              <a:avLst/>
              <a:gdLst/>
              <a:ahLst/>
              <a:cxnLst/>
              <a:rect l="l" t="t" r="r" b="b"/>
              <a:pathLst>
                <a:path w="2361" h="5890" extrusionOk="0">
                  <a:moveTo>
                    <a:pt x="47" y="1"/>
                  </a:moveTo>
                  <a:lnTo>
                    <a:pt x="24" y="230"/>
                  </a:lnTo>
                  <a:lnTo>
                    <a:pt x="1" y="734"/>
                  </a:lnTo>
                  <a:lnTo>
                    <a:pt x="1" y="1032"/>
                  </a:lnTo>
                  <a:lnTo>
                    <a:pt x="24" y="1307"/>
                  </a:lnTo>
                  <a:lnTo>
                    <a:pt x="92" y="1582"/>
                  </a:lnTo>
                  <a:lnTo>
                    <a:pt x="138" y="1696"/>
                  </a:lnTo>
                  <a:lnTo>
                    <a:pt x="184" y="1788"/>
                  </a:lnTo>
                  <a:lnTo>
                    <a:pt x="230" y="1857"/>
                  </a:lnTo>
                  <a:lnTo>
                    <a:pt x="322" y="2086"/>
                  </a:lnTo>
                  <a:lnTo>
                    <a:pt x="459" y="2429"/>
                  </a:lnTo>
                  <a:lnTo>
                    <a:pt x="528" y="2659"/>
                  </a:lnTo>
                  <a:lnTo>
                    <a:pt x="574" y="2911"/>
                  </a:lnTo>
                  <a:lnTo>
                    <a:pt x="642" y="3186"/>
                  </a:lnTo>
                  <a:lnTo>
                    <a:pt x="665" y="3483"/>
                  </a:lnTo>
                  <a:lnTo>
                    <a:pt x="688" y="3827"/>
                  </a:lnTo>
                  <a:lnTo>
                    <a:pt x="688" y="4194"/>
                  </a:lnTo>
                  <a:lnTo>
                    <a:pt x="665" y="4583"/>
                  </a:lnTo>
                  <a:lnTo>
                    <a:pt x="619" y="4996"/>
                  </a:lnTo>
                  <a:lnTo>
                    <a:pt x="528" y="5408"/>
                  </a:lnTo>
                  <a:lnTo>
                    <a:pt x="413" y="5866"/>
                  </a:lnTo>
                  <a:lnTo>
                    <a:pt x="551" y="5843"/>
                  </a:lnTo>
                  <a:lnTo>
                    <a:pt x="894" y="5797"/>
                  </a:lnTo>
                  <a:lnTo>
                    <a:pt x="1307" y="5797"/>
                  </a:lnTo>
                  <a:lnTo>
                    <a:pt x="1513" y="5820"/>
                  </a:lnTo>
                  <a:lnTo>
                    <a:pt x="1673" y="5866"/>
                  </a:lnTo>
                  <a:lnTo>
                    <a:pt x="1742" y="5889"/>
                  </a:lnTo>
                  <a:lnTo>
                    <a:pt x="1834" y="5866"/>
                  </a:lnTo>
                  <a:lnTo>
                    <a:pt x="1902" y="5797"/>
                  </a:lnTo>
                  <a:lnTo>
                    <a:pt x="1971" y="5729"/>
                  </a:lnTo>
                  <a:lnTo>
                    <a:pt x="2040" y="5614"/>
                  </a:lnTo>
                  <a:lnTo>
                    <a:pt x="2109" y="5454"/>
                  </a:lnTo>
                  <a:lnTo>
                    <a:pt x="2223" y="5110"/>
                  </a:lnTo>
                  <a:lnTo>
                    <a:pt x="2315" y="4698"/>
                  </a:lnTo>
                  <a:lnTo>
                    <a:pt x="2338" y="4469"/>
                  </a:lnTo>
                  <a:lnTo>
                    <a:pt x="2361" y="4217"/>
                  </a:lnTo>
                  <a:lnTo>
                    <a:pt x="2338" y="3965"/>
                  </a:lnTo>
                  <a:lnTo>
                    <a:pt x="2338" y="3713"/>
                  </a:lnTo>
                  <a:lnTo>
                    <a:pt x="2292" y="3438"/>
                  </a:lnTo>
                  <a:lnTo>
                    <a:pt x="2246" y="3186"/>
                  </a:lnTo>
                  <a:lnTo>
                    <a:pt x="2154" y="2911"/>
                  </a:lnTo>
                  <a:lnTo>
                    <a:pt x="2063" y="2636"/>
                  </a:lnTo>
                  <a:lnTo>
                    <a:pt x="1925" y="2361"/>
                  </a:lnTo>
                  <a:lnTo>
                    <a:pt x="1765" y="2086"/>
                  </a:lnTo>
                  <a:lnTo>
                    <a:pt x="1398" y="1559"/>
                  </a:lnTo>
                  <a:lnTo>
                    <a:pt x="1032" y="1078"/>
                  </a:lnTo>
                  <a:lnTo>
                    <a:pt x="665" y="642"/>
                  </a:lnTo>
                  <a:lnTo>
                    <a:pt x="344" y="299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0" name="Google Shape;4980;p66"/>
            <p:cNvSpPr/>
            <p:nvPr/>
          </p:nvSpPr>
          <p:spPr>
            <a:xfrm>
              <a:off x="4423343" y="1562769"/>
              <a:ext cx="31526" cy="49255"/>
            </a:xfrm>
            <a:custGeom>
              <a:avLst/>
              <a:gdLst/>
              <a:ahLst/>
              <a:cxnLst/>
              <a:rect l="l" t="t" r="r" b="b"/>
              <a:pathLst>
                <a:path w="1467" h="2292" extrusionOk="0">
                  <a:moveTo>
                    <a:pt x="1306" y="1"/>
                  </a:moveTo>
                  <a:lnTo>
                    <a:pt x="1238" y="24"/>
                  </a:lnTo>
                  <a:lnTo>
                    <a:pt x="1192" y="47"/>
                  </a:lnTo>
                  <a:lnTo>
                    <a:pt x="1169" y="115"/>
                  </a:lnTo>
                  <a:lnTo>
                    <a:pt x="1100" y="367"/>
                  </a:lnTo>
                  <a:lnTo>
                    <a:pt x="1009" y="597"/>
                  </a:lnTo>
                  <a:lnTo>
                    <a:pt x="894" y="803"/>
                  </a:lnTo>
                  <a:lnTo>
                    <a:pt x="756" y="1009"/>
                  </a:lnTo>
                  <a:lnTo>
                    <a:pt x="619" y="1169"/>
                  </a:lnTo>
                  <a:lnTo>
                    <a:pt x="459" y="1330"/>
                  </a:lnTo>
                  <a:lnTo>
                    <a:pt x="275" y="1467"/>
                  </a:lnTo>
                  <a:lnTo>
                    <a:pt x="69" y="1582"/>
                  </a:lnTo>
                  <a:lnTo>
                    <a:pt x="23" y="1628"/>
                  </a:lnTo>
                  <a:lnTo>
                    <a:pt x="0" y="1696"/>
                  </a:lnTo>
                  <a:lnTo>
                    <a:pt x="23" y="1765"/>
                  </a:lnTo>
                  <a:lnTo>
                    <a:pt x="69" y="1834"/>
                  </a:lnTo>
                  <a:lnTo>
                    <a:pt x="711" y="2269"/>
                  </a:lnTo>
                  <a:lnTo>
                    <a:pt x="802" y="2292"/>
                  </a:lnTo>
                  <a:lnTo>
                    <a:pt x="871" y="2269"/>
                  </a:lnTo>
                  <a:lnTo>
                    <a:pt x="940" y="2223"/>
                  </a:lnTo>
                  <a:lnTo>
                    <a:pt x="963" y="2177"/>
                  </a:lnTo>
                  <a:lnTo>
                    <a:pt x="963" y="2109"/>
                  </a:lnTo>
                  <a:lnTo>
                    <a:pt x="940" y="2063"/>
                  </a:lnTo>
                  <a:lnTo>
                    <a:pt x="894" y="2017"/>
                  </a:lnTo>
                  <a:lnTo>
                    <a:pt x="436" y="1719"/>
                  </a:lnTo>
                  <a:lnTo>
                    <a:pt x="619" y="1582"/>
                  </a:lnTo>
                  <a:lnTo>
                    <a:pt x="779" y="1444"/>
                  </a:lnTo>
                  <a:lnTo>
                    <a:pt x="940" y="1261"/>
                  </a:lnTo>
                  <a:lnTo>
                    <a:pt x="1077" y="1101"/>
                  </a:lnTo>
                  <a:lnTo>
                    <a:pt x="1192" y="894"/>
                  </a:lnTo>
                  <a:lnTo>
                    <a:pt x="1283" y="665"/>
                  </a:lnTo>
                  <a:lnTo>
                    <a:pt x="1375" y="436"/>
                  </a:lnTo>
                  <a:lnTo>
                    <a:pt x="1467" y="184"/>
                  </a:lnTo>
                  <a:lnTo>
                    <a:pt x="1467" y="115"/>
                  </a:lnTo>
                  <a:lnTo>
                    <a:pt x="1444" y="70"/>
                  </a:lnTo>
                  <a:lnTo>
                    <a:pt x="1421" y="24"/>
                  </a:lnTo>
                  <a:lnTo>
                    <a:pt x="1352" y="1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1" name="Google Shape;4981;p66"/>
            <p:cNvSpPr/>
            <p:nvPr/>
          </p:nvSpPr>
          <p:spPr>
            <a:xfrm>
              <a:off x="4452892" y="1535198"/>
              <a:ext cx="77321" cy="77321"/>
            </a:xfrm>
            <a:custGeom>
              <a:avLst/>
              <a:gdLst/>
              <a:ahLst/>
              <a:cxnLst/>
              <a:rect l="l" t="t" r="r" b="b"/>
              <a:pathLst>
                <a:path w="3598" h="3598" extrusionOk="0">
                  <a:moveTo>
                    <a:pt x="1810" y="276"/>
                  </a:moveTo>
                  <a:lnTo>
                    <a:pt x="1970" y="299"/>
                  </a:lnTo>
                  <a:lnTo>
                    <a:pt x="2108" y="322"/>
                  </a:lnTo>
                  <a:lnTo>
                    <a:pt x="2245" y="344"/>
                  </a:lnTo>
                  <a:lnTo>
                    <a:pt x="2406" y="413"/>
                  </a:lnTo>
                  <a:lnTo>
                    <a:pt x="2520" y="459"/>
                  </a:lnTo>
                  <a:lnTo>
                    <a:pt x="2658" y="551"/>
                  </a:lnTo>
                  <a:lnTo>
                    <a:pt x="2772" y="642"/>
                  </a:lnTo>
                  <a:lnTo>
                    <a:pt x="2864" y="734"/>
                  </a:lnTo>
                  <a:lnTo>
                    <a:pt x="2979" y="848"/>
                  </a:lnTo>
                  <a:lnTo>
                    <a:pt x="3070" y="963"/>
                  </a:lnTo>
                  <a:lnTo>
                    <a:pt x="3139" y="1078"/>
                  </a:lnTo>
                  <a:lnTo>
                    <a:pt x="3208" y="1215"/>
                  </a:lnTo>
                  <a:lnTo>
                    <a:pt x="3254" y="1353"/>
                  </a:lnTo>
                  <a:lnTo>
                    <a:pt x="3299" y="1490"/>
                  </a:lnTo>
                  <a:lnTo>
                    <a:pt x="3322" y="1650"/>
                  </a:lnTo>
                  <a:lnTo>
                    <a:pt x="3322" y="1788"/>
                  </a:lnTo>
                  <a:lnTo>
                    <a:pt x="3322" y="1948"/>
                  </a:lnTo>
                  <a:lnTo>
                    <a:pt x="3299" y="2109"/>
                  </a:lnTo>
                  <a:lnTo>
                    <a:pt x="3254" y="2246"/>
                  </a:lnTo>
                  <a:lnTo>
                    <a:pt x="3208" y="2384"/>
                  </a:lnTo>
                  <a:lnTo>
                    <a:pt x="3139" y="2521"/>
                  </a:lnTo>
                  <a:lnTo>
                    <a:pt x="3070" y="2636"/>
                  </a:lnTo>
                  <a:lnTo>
                    <a:pt x="2979" y="2750"/>
                  </a:lnTo>
                  <a:lnTo>
                    <a:pt x="2864" y="2865"/>
                  </a:lnTo>
                  <a:lnTo>
                    <a:pt x="2772" y="2956"/>
                  </a:lnTo>
                  <a:lnTo>
                    <a:pt x="2658" y="3048"/>
                  </a:lnTo>
                  <a:lnTo>
                    <a:pt x="2520" y="3140"/>
                  </a:lnTo>
                  <a:lnTo>
                    <a:pt x="2406" y="3185"/>
                  </a:lnTo>
                  <a:lnTo>
                    <a:pt x="2245" y="3254"/>
                  </a:lnTo>
                  <a:lnTo>
                    <a:pt x="2108" y="3277"/>
                  </a:lnTo>
                  <a:lnTo>
                    <a:pt x="1970" y="3300"/>
                  </a:lnTo>
                  <a:lnTo>
                    <a:pt x="1810" y="3323"/>
                  </a:lnTo>
                  <a:lnTo>
                    <a:pt x="1650" y="3300"/>
                  </a:lnTo>
                  <a:lnTo>
                    <a:pt x="1512" y="3277"/>
                  </a:lnTo>
                  <a:lnTo>
                    <a:pt x="1352" y="3254"/>
                  </a:lnTo>
                  <a:lnTo>
                    <a:pt x="1214" y="3185"/>
                  </a:lnTo>
                  <a:lnTo>
                    <a:pt x="1077" y="3140"/>
                  </a:lnTo>
                  <a:lnTo>
                    <a:pt x="962" y="3048"/>
                  </a:lnTo>
                  <a:lnTo>
                    <a:pt x="848" y="2956"/>
                  </a:lnTo>
                  <a:lnTo>
                    <a:pt x="733" y="2865"/>
                  </a:lnTo>
                  <a:lnTo>
                    <a:pt x="642" y="2750"/>
                  </a:lnTo>
                  <a:lnTo>
                    <a:pt x="550" y="2636"/>
                  </a:lnTo>
                  <a:lnTo>
                    <a:pt x="481" y="2521"/>
                  </a:lnTo>
                  <a:lnTo>
                    <a:pt x="412" y="2384"/>
                  </a:lnTo>
                  <a:lnTo>
                    <a:pt x="367" y="2246"/>
                  </a:lnTo>
                  <a:lnTo>
                    <a:pt x="321" y="2109"/>
                  </a:lnTo>
                  <a:lnTo>
                    <a:pt x="298" y="1948"/>
                  </a:lnTo>
                  <a:lnTo>
                    <a:pt x="298" y="1788"/>
                  </a:lnTo>
                  <a:lnTo>
                    <a:pt x="298" y="1650"/>
                  </a:lnTo>
                  <a:lnTo>
                    <a:pt x="321" y="1490"/>
                  </a:lnTo>
                  <a:lnTo>
                    <a:pt x="367" y="1353"/>
                  </a:lnTo>
                  <a:lnTo>
                    <a:pt x="412" y="1215"/>
                  </a:lnTo>
                  <a:lnTo>
                    <a:pt x="481" y="1078"/>
                  </a:lnTo>
                  <a:lnTo>
                    <a:pt x="550" y="963"/>
                  </a:lnTo>
                  <a:lnTo>
                    <a:pt x="642" y="848"/>
                  </a:lnTo>
                  <a:lnTo>
                    <a:pt x="733" y="734"/>
                  </a:lnTo>
                  <a:lnTo>
                    <a:pt x="848" y="642"/>
                  </a:lnTo>
                  <a:lnTo>
                    <a:pt x="962" y="551"/>
                  </a:lnTo>
                  <a:lnTo>
                    <a:pt x="1077" y="459"/>
                  </a:lnTo>
                  <a:lnTo>
                    <a:pt x="1214" y="413"/>
                  </a:lnTo>
                  <a:lnTo>
                    <a:pt x="1352" y="344"/>
                  </a:lnTo>
                  <a:lnTo>
                    <a:pt x="1512" y="322"/>
                  </a:lnTo>
                  <a:lnTo>
                    <a:pt x="1650" y="299"/>
                  </a:lnTo>
                  <a:lnTo>
                    <a:pt x="1810" y="276"/>
                  </a:lnTo>
                  <a:close/>
                  <a:moveTo>
                    <a:pt x="1810" y="1"/>
                  </a:moveTo>
                  <a:lnTo>
                    <a:pt x="1627" y="24"/>
                  </a:lnTo>
                  <a:lnTo>
                    <a:pt x="1444" y="47"/>
                  </a:lnTo>
                  <a:lnTo>
                    <a:pt x="1283" y="92"/>
                  </a:lnTo>
                  <a:lnTo>
                    <a:pt x="1100" y="138"/>
                  </a:lnTo>
                  <a:lnTo>
                    <a:pt x="962" y="230"/>
                  </a:lnTo>
                  <a:lnTo>
                    <a:pt x="802" y="322"/>
                  </a:lnTo>
                  <a:lnTo>
                    <a:pt x="665" y="413"/>
                  </a:lnTo>
                  <a:lnTo>
                    <a:pt x="527" y="528"/>
                  </a:lnTo>
                  <a:lnTo>
                    <a:pt x="412" y="665"/>
                  </a:lnTo>
                  <a:lnTo>
                    <a:pt x="321" y="803"/>
                  </a:lnTo>
                  <a:lnTo>
                    <a:pt x="229" y="940"/>
                  </a:lnTo>
                  <a:lnTo>
                    <a:pt x="160" y="1101"/>
                  </a:lnTo>
                  <a:lnTo>
                    <a:pt x="92" y="1261"/>
                  </a:lnTo>
                  <a:lnTo>
                    <a:pt x="46" y="1444"/>
                  </a:lnTo>
                  <a:lnTo>
                    <a:pt x="23" y="1605"/>
                  </a:lnTo>
                  <a:lnTo>
                    <a:pt x="0" y="1788"/>
                  </a:lnTo>
                  <a:lnTo>
                    <a:pt x="23" y="1971"/>
                  </a:lnTo>
                  <a:lnTo>
                    <a:pt x="46" y="2154"/>
                  </a:lnTo>
                  <a:lnTo>
                    <a:pt x="92" y="2338"/>
                  </a:lnTo>
                  <a:lnTo>
                    <a:pt x="160" y="2498"/>
                  </a:lnTo>
                  <a:lnTo>
                    <a:pt x="229" y="2659"/>
                  </a:lnTo>
                  <a:lnTo>
                    <a:pt x="321" y="2796"/>
                  </a:lnTo>
                  <a:lnTo>
                    <a:pt x="412" y="2933"/>
                  </a:lnTo>
                  <a:lnTo>
                    <a:pt x="527" y="3071"/>
                  </a:lnTo>
                  <a:lnTo>
                    <a:pt x="665" y="3185"/>
                  </a:lnTo>
                  <a:lnTo>
                    <a:pt x="802" y="3277"/>
                  </a:lnTo>
                  <a:lnTo>
                    <a:pt x="962" y="3369"/>
                  </a:lnTo>
                  <a:lnTo>
                    <a:pt x="1100" y="3460"/>
                  </a:lnTo>
                  <a:lnTo>
                    <a:pt x="1283" y="3506"/>
                  </a:lnTo>
                  <a:lnTo>
                    <a:pt x="1444" y="3552"/>
                  </a:lnTo>
                  <a:lnTo>
                    <a:pt x="1627" y="3575"/>
                  </a:lnTo>
                  <a:lnTo>
                    <a:pt x="1810" y="3598"/>
                  </a:lnTo>
                  <a:lnTo>
                    <a:pt x="1993" y="3575"/>
                  </a:lnTo>
                  <a:lnTo>
                    <a:pt x="2177" y="3552"/>
                  </a:lnTo>
                  <a:lnTo>
                    <a:pt x="2337" y="3506"/>
                  </a:lnTo>
                  <a:lnTo>
                    <a:pt x="2497" y="3460"/>
                  </a:lnTo>
                  <a:lnTo>
                    <a:pt x="2658" y="3369"/>
                  </a:lnTo>
                  <a:lnTo>
                    <a:pt x="2818" y="3277"/>
                  </a:lnTo>
                  <a:lnTo>
                    <a:pt x="2956" y="3185"/>
                  </a:lnTo>
                  <a:lnTo>
                    <a:pt x="3070" y="3071"/>
                  </a:lnTo>
                  <a:lnTo>
                    <a:pt x="3185" y="2933"/>
                  </a:lnTo>
                  <a:lnTo>
                    <a:pt x="3299" y="2796"/>
                  </a:lnTo>
                  <a:lnTo>
                    <a:pt x="3391" y="2659"/>
                  </a:lnTo>
                  <a:lnTo>
                    <a:pt x="3460" y="2498"/>
                  </a:lnTo>
                  <a:lnTo>
                    <a:pt x="3528" y="2338"/>
                  </a:lnTo>
                  <a:lnTo>
                    <a:pt x="3574" y="2154"/>
                  </a:lnTo>
                  <a:lnTo>
                    <a:pt x="3597" y="1971"/>
                  </a:lnTo>
                  <a:lnTo>
                    <a:pt x="3597" y="1788"/>
                  </a:lnTo>
                  <a:lnTo>
                    <a:pt x="3597" y="1605"/>
                  </a:lnTo>
                  <a:lnTo>
                    <a:pt x="3574" y="1444"/>
                  </a:lnTo>
                  <a:lnTo>
                    <a:pt x="3528" y="1261"/>
                  </a:lnTo>
                  <a:lnTo>
                    <a:pt x="3460" y="1101"/>
                  </a:lnTo>
                  <a:lnTo>
                    <a:pt x="3391" y="940"/>
                  </a:lnTo>
                  <a:lnTo>
                    <a:pt x="3299" y="803"/>
                  </a:lnTo>
                  <a:lnTo>
                    <a:pt x="3185" y="665"/>
                  </a:lnTo>
                  <a:lnTo>
                    <a:pt x="3070" y="528"/>
                  </a:lnTo>
                  <a:lnTo>
                    <a:pt x="2956" y="413"/>
                  </a:lnTo>
                  <a:lnTo>
                    <a:pt x="2818" y="322"/>
                  </a:lnTo>
                  <a:lnTo>
                    <a:pt x="2658" y="230"/>
                  </a:lnTo>
                  <a:lnTo>
                    <a:pt x="2497" y="138"/>
                  </a:lnTo>
                  <a:lnTo>
                    <a:pt x="2337" y="92"/>
                  </a:lnTo>
                  <a:lnTo>
                    <a:pt x="2177" y="47"/>
                  </a:lnTo>
                  <a:lnTo>
                    <a:pt x="1993" y="24"/>
                  </a:lnTo>
                  <a:lnTo>
                    <a:pt x="181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2" name="Google Shape;4982;p66"/>
            <p:cNvSpPr/>
            <p:nvPr/>
          </p:nvSpPr>
          <p:spPr>
            <a:xfrm>
              <a:off x="4361797" y="1535198"/>
              <a:ext cx="76827" cy="77321"/>
            </a:xfrm>
            <a:custGeom>
              <a:avLst/>
              <a:gdLst/>
              <a:ahLst/>
              <a:cxnLst/>
              <a:rect l="l" t="t" r="r" b="b"/>
              <a:pathLst>
                <a:path w="3575" h="3598" extrusionOk="0">
                  <a:moveTo>
                    <a:pt x="1788" y="276"/>
                  </a:moveTo>
                  <a:lnTo>
                    <a:pt x="1948" y="299"/>
                  </a:lnTo>
                  <a:lnTo>
                    <a:pt x="2085" y="322"/>
                  </a:lnTo>
                  <a:lnTo>
                    <a:pt x="2246" y="344"/>
                  </a:lnTo>
                  <a:lnTo>
                    <a:pt x="2383" y="413"/>
                  </a:lnTo>
                  <a:lnTo>
                    <a:pt x="2498" y="459"/>
                  </a:lnTo>
                  <a:lnTo>
                    <a:pt x="2635" y="551"/>
                  </a:lnTo>
                  <a:lnTo>
                    <a:pt x="2750" y="642"/>
                  </a:lnTo>
                  <a:lnTo>
                    <a:pt x="2864" y="734"/>
                  </a:lnTo>
                  <a:lnTo>
                    <a:pt x="2956" y="848"/>
                  </a:lnTo>
                  <a:lnTo>
                    <a:pt x="3048" y="963"/>
                  </a:lnTo>
                  <a:lnTo>
                    <a:pt x="3116" y="1078"/>
                  </a:lnTo>
                  <a:lnTo>
                    <a:pt x="3185" y="1215"/>
                  </a:lnTo>
                  <a:lnTo>
                    <a:pt x="3231" y="1353"/>
                  </a:lnTo>
                  <a:lnTo>
                    <a:pt x="3277" y="1490"/>
                  </a:lnTo>
                  <a:lnTo>
                    <a:pt x="3300" y="1650"/>
                  </a:lnTo>
                  <a:lnTo>
                    <a:pt x="3300" y="1788"/>
                  </a:lnTo>
                  <a:lnTo>
                    <a:pt x="3300" y="1948"/>
                  </a:lnTo>
                  <a:lnTo>
                    <a:pt x="3277" y="2109"/>
                  </a:lnTo>
                  <a:lnTo>
                    <a:pt x="3231" y="2246"/>
                  </a:lnTo>
                  <a:lnTo>
                    <a:pt x="3185" y="2384"/>
                  </a:lnTo>
                  <a:lnTo>
                    <a:pt x="3116" y="2521"/>
                  </a:lnTo>
                  <a:lnTo>
                    <a:pt x="3048" y="2636"/>
                  </a:lnTo>
                  <a:lnTo>
                    <a:pt x="2956" y="2750"/>
                  </a:lnTo>
                  <a:lnTo>
                    <a:pt x="2864" y="2865"/>
                  </a:lnTo>
                  <a:lnTo>
                    <a:pt x="2750" y="2956"/>
                  </a:lnTo>
                  <a:lnTo>
                    <a:pt x="2635" y="3048"/>
                  </a:lnTo>
                  <a:lnTo>
                    <a:pt x="2498" y="3140"/>
                  </a:lnTo>
                  <a:lnTo>
                    <a:pt x="2383" y="3185"/>
                  </a:lnTo>
                  <a:lnTo>
                    <a:pt x="2246" y="3254"/>
                  </a:lnTo>
                  <a:lnTo>
                    <a:pt x="2085" y="3277"/>
                  </a:lnTo>
                  <a:lnTo>
                    <a:pt x="1948" y="3300"/>
                  </a:lnTo>
                  <a:lnTo>
                    <a:pt x="1788" y="3323"/>
                  </a:lnTo>
                  <a:lnTo>
                    <a:pt x="1627" y="3300"/>
                  </a:lnTo>
                  <a:lnTo>
                    <a:pt x="1490" y="3277"/>
                  </a:lnTo>
                  <a:lnTo>
                    <a:pt x="1329" y="3254"/>
                  </a:lnTo>
                  <a:lnTo>
                    <a:pt x="1192" y="3185"/>
                  </a:lnTo>
                  <a:lnTo>
                    <a:pt x="1077" y="3140"/>
                  </a:lnTo>
                  <a:lnTo>
                    <a:pt x="940" y="3048"/>
                  </a:lnTo>
                  <a:lnTo>
                    <a:pt x="825" y="2956"/>
                  </a:lnTo>
                  <a:lnTo>
                    <a:pt x="711" y="2865"/>
                  </a:lnTo>
                  <a:lnTo>
                    <a:pt x="619" y="2750"/>
                  </a:lnTo>
                  <a:lnTo>
                    <a:pt x="527" y="2636"/>
                  </a:lnTo>
                  <a:lnTo>
                    <a:pt x="459" y="2521"/>
                  </a:lnTo>
                  <a:lnTo>
                    <a:pt x="390" y="2384"/>
                  </a:lnTo>
                  <a:lnTo>
                    <a:pt x="344" y="2246"/>
                  </a:lnTo>
                  <a:lnTo>
                    <a:pt x="298" y="2109"/>
                  </a:lnTo>
                  <a:lnTo>
                    <a:pt x="275" y="1948"/>
                  </a:lnTo>
                  <a:lnTo>
                    <a:pt x="275" y="1788"/>
                  </a:lnTo>
                  <a:lnTo>
                    <a:pt x="275" y="1650"/>
                  </a:lnTo>
                  <a:lnTo>
                    <a:pt x="298" y="1490"/>
                  </a:lnTo>
                  <a:lnTo>
                    <a:pt x="344" y="1353"/>
                  </a:lnTo>
                  <a:lnTo>
                    <a:pt x="390" y="1215"/>
                  </a:lnTo>
                  <a:lnTo>
                    <a:pt x="459" y="1078"/>
                  </a:lnTo>
                  <a:lnTo>
                    <a:pt x="527" y="963"/>
                  </a:lnTo>
                  <a:lnTo>
                    <a:pt x="619" y="848"/>
                  </a:lnTo>
                  <a:lnTo>
                    <a:pt x="711" y="734"/>
                  </a:lnTo>
                  <a:lnTo>
                    <a:pt x="825" y="642"/>
                  </a:lnTo>
                  <a:lnTo>
                    <a:pt x="940" y="551"/>
                  </a:lnTo>
                  <a:lnTo>
                    <a:pt x="1077" y="459"/>
                  </a:lnTo>
                  <a:lnTo>
                    <a:pt x="1192" y="413"/>
                  </a:lnTo>
                  <a:lnTo>
                    <a:pt x="1329" y="344"/>
                  </a:lnTo>
                  <a:lnTo>
                    <a:pt x="1490" y="322"/>
                  </a:lnTo>
                  <a:lnTo>
                    <a:pt x="1627" y="299"/>
                  </a:lnTo>
                  <a:lnTo>
                    <a:pt x="1788" y="276"/>
                  </a:lnTo>
                  <a:close/>
                  <a:moveTo>
                    <a:pt x="1788" y="1"/>
                  </a:moveTo>
                  <a:lnTo>
                    <a:pt x="1604" y="24"/>
                  </a:lnTo>
                  <a:lnTo>
                    <a:pt x="1421" y="47"/>
                  </a:lnTo>
                  <a:lnTo>
                    <a:pt x="1261" y="92"/>
                  </a:lnTo>
                  <a:lnTo>
                    <a:pt x="1100" y="138"/>
                  </a:lnTo>
                  <a:lnTo>
                    <a:pt x="940" y="230"/>
                  </a:lnTo>
                  <a:lnTo>
                    <a:pt x="779" y="322"/>
                  </a:lnTo>
                  <a:lnTo>
                    <a:pt x="642" y="413"/>
                  </a:lnTo>
                  <a:lnTo>
                    <a:pt x="527" y="528"/>
                  </a:lnTo>
                  <a:lnTo>
                    <a:pt x="413" y="665"/>
                  </a:lnTo>
                  <a:lnTo>
                    <a:pt x="298" y="803"/>
                  </a:lnTo>
                  <a:lnTo>
                    <a:pt x="207" y="940"/>
                  </a:lnTo>
                  <a:lnTo>
                    <a:pt x="138" y="1101"/>
                  </a:lnTo>
                  <a:lnTo>
                    <a:pt x="69" y="1261"/>
                  </a:lnTo>
                  <a:lnTo>
                    <a:pt x="23" y="1444"/>
                  </a:lnTo>
                  <a:lnTo>
                    <a:pt x="0" y="1605"/>
                  </a:lnTo>
                  <a:lnTo>
                    <a:pt x="0" y="1788"/>
                  </a:lnTo>
                  <a:lnTo>
                    <a:pt x="0" y="1971"/>
                  </a:lnTo>
                  <a:lnTo>
                    <a:pt x="23" y="2154"/>
                  </a:lnTo>
                  <a:lnTo>
                    <a:pt x="69" y="2338"/>
                  </a:lnTo>
                  <a:lnTo>
                    <a:pt x="138" y="2498"/>
                  </a:lnTo>
                  <a:lnTo>
                    <a:pt x="207" y="2659"/>
                  </a:lnTo>
                  <a:lnTo>
                    <a:pt x="298" y="2796"/>
                  </a:lnTo>
                  <a:lnTo>
                    <a:pt x="413" y="2933"/>
                  </a:lnTo>
                  <a:lnTo>
                    <a:pt x="527" y="3071"/>
                  </a:lnTo>
                  <a:lnTo>
                    <a:pt x="642" y="3185"/>
                  </a:lnTo>
                  <a:lnTo>
                    <a:pt x="779" y="3277"/>
                  </a:lnTo>
                  <a:lnTo>
                    <a:pt x="940" y="3369"/>
                  </a:lnTo>
                  <a:lnTo>
                    <a:pt x="1100" y="3460"/>
                  </a:lnTo>
                  <a:lnTo>
                    <a:pt x="1261" y="3506"/>
                  </a:lnTo>
                  <a:lnTo>
                    <a:pt x="1421" y="3552"/>
                  </a:lnTo>
                  <a:lnTo>
                    <a:pt x="1604" y="3575"/>
                  </a:lnTo>
                  <a:lnTo>
                    <a:pt x="1788" y="3598"/>
                  </a:lnTo>
                  <a:lnTo>
                    <a:pt x="1971" y="3575"/>
                  </a:lnTo>
                  <a:lnTo>
                    <a:pt x="2154" y="3552"/>
                  </a:lnTo>
                  <a:lnTo>
                    <a:pt x="2315" y="3506"/>
                  </a:lnTo>
                  <a:lnTo>
                    <a:pt x="2475" y="3460"/>
                  </a:lnTo>
                  <a:lnTo>
                    <a:pt x="2635" y="3369"/>
                  </a:lnTo>
                  <a:lnTo>
                    <a:pt x="2796" y="3277"/>
                  </a:lnTo>
                  <a:lnTo>
                    <a:pt x="2933" y="3185"/>
                  </a:lnTo>
                  <a:lnTo>
                    <a:pt x="3048" y="3071"/>
                  </a:lnTo>
                  <a:lnTo>
                    <a:pt x="3162" y="2933"/>
                  </a:lnTo>
                  <a:lnTo>
                    <a:pt x="3277" y="2796"/>
                  </a:lnTo>
                  <a:lnTo>
                    <a:pt x="3368" y="2659"/>
                  </a:lnTo>
                  <a:lnTo>
                    <a:pt x="3437" y="2498"/>
                  </a:lnTo>
                  <a:lnTo>
                    <a:pt x="3506" y="2338"/>
                  </a:lnTo>
                  <a:lnTo>
                    <a:pt x="3552" y="2154"/>
                  </a:lnTo>
                  <a:lnTo>
                    <a:pt x="3575" y="1971"/>
                  </a:lnTo>
                  <a:lnTo>
                    <a:pt x="3575" y="1788"/>
                  </a:lnTo>
                  <a:lnTo>
                    <a:pt x="3575" y="1605"/>
                  </a:lnTo>
                  <a:lnTo>
                    <a:pt x="3552" y="1444"/>
                  </a:lnTo>
                  <a:lnTo>
                    <a:pt x="3506" y="1261"/>
                  </a:lnTo>
                  <a:lnTo>
                    <a:pt x="3437" y="1101"/>
                  </a:lnTo>
                  <a:lnTo>
                    <a:pt x="3368" y="940"/>
                  </a:lnTo>
                  <a:lnTo>
                    <a:pt x="3277" y="803"/>
                  </a:lnTo>
                  <a:lnTo>
                    <a:pt x="3162" y="665"/>
                  </a:lnTo>
                  <a:lnTo>
                    <a:pt x="3048" y="528"/>
                  </a:lnTo>
                  <a:lnTo>
                    <a:pt x="2933" y="413"/>
                  </a:lnTo>
                  <a:lnTo>
                    <a:pt x="2796" y="322"/>
                  </a:lnTo>
                  <a:lnTo>
                    <a:pt x="2635" y="230"/>
                  </a:lnTo>
                  <a:lnTo>
                    <a:pt x="2475" y="138"/>
                  </a:lnTo>
                  <a:lnTo>
                    <a:pt x="2315" y="92"/>
                  </a:lnTo>
                  <a:lnTo>
                    <a:pt x="2154" y="47"/>
                  </a:lnTo>
                  <a:lnTo>
                    <a:pt x="1971" y="24"/>
                  </a:lnTo>
                  <a:lnTo>
                    <a:pt x="17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3" name="Google Shape;4983;p66"/>
            <p:cNvSpPr/>
            <p:nvPr/>
          </p:nvSpPr>
          <p:spPr>
            <a:xfrm>
              <a:off x="4521809" y="1544073"/>
              <a:ext cx="90129" cy="22178"/>
            </a:xfrm>
            <a:custGeom>
              <a:avLst/>
              <a:gdLst/>
              <a:ahLst/>
              <a:cxnLst/>
              <a:rect l="l" t="t" r="r" b="b"/>
              <a:pathLst>
                <a:path w="4194" h="1032" extrusionOk="0">
                  <a:moveTo>
                    <a:pt x="1627" y="0"/>
                  </a:moveTo>
                  <a:lnTo>
                    <a:pt x="1238" y="23"/>
                  </a:lnTo>
                  <a:lnTo>
                    <a:pt x="848" y="69"/>
                  </a:lnTo>
                  <a:lnTo>
                    <a:pt x="413" y="161"/>
                  </a:lnTo>
                  <a:lnTo>
                    <a:pt x="1" y="298"/>
                  </a:lnTo>
                  <a:lnTo>
                    <a:pt x="92" y="573"/>
                  </a:lnTo>
                  <a:lnTo>
                    <a:pt x="505" y="435"/>
                  </a:lnTo>
                  <a:lnTo>
                    <a:pt x="894" y="344"/>
                  </a:lnTo>
                  <a:lnTo>
                    <a:pt x="1261" y="298"/>
                  </a:lnTo>
                  <a:lnTo>
                    <a:pt x="1971" y="298"/>
                  </a:lnTo>
                  <a:lnTo>
                    <a:pt x="2292" y="344"/>
                  </a:lnTo>
                  <a:lnTo>
                    <a:pt x="2590" y="413"/>
                  </a:lnTo>
                  <a:lnTo>
                    <a:pt x="2865" y="481"/>
                  </a:lnTo>
                  <a:lnTo>
                    <a:pt x="3140" y="573"/>
                  </a:lnTo>
                  <a:lnTo>
                    <a:pt x="3346" y="665"/>
                  </a:lnTo>
                  <a:lnTo>
                    <a:pt x="3712" y="848"/>
                  </a:lnTo>
                  <a:lnTo>
                    <a:pt x="3964" y="985"/>
                  </a:lnTo>
                  <a:lnTo>
                    <a:pt x="4033" y="1031"/>
                  </a:lnTo>
                  <a:lnTo>
                    <a:pt x="4194" y="825"/>
                  </a:lnTo>
                  <a:lnTo>
                    <a:pt x="4102" y="756"/>
                  </a:lnTo>
                  <a:lnTo>
                    <a:pt x="3850" y="596"/>
                  </a:lnTo>
                  <a:lnTo>
                    <a:pt x="3460" y="413"/>
                  </a:lnTo>
                  <a:lnTo>
                    <a:pt x="3208" y="321"/>
                  </a:lnTo>
                  <a:lnTo>
                    <a:pt x="2933" y="229"/>
                  </a:lnTo>
                  <a:lnTo>
                    <a:pt x="2636" y="138"/>
                  </a:lnTo>
                  <a:lnTo>
                    <a:pt x="2315" y="69"/>
                  </a:lnTo>
                  <a:lnTo>
                    <a:pt x="1994" y="23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4" name="Google Shape;4984;p66"/>
            <p:cNvSpPr/>
            <p:nvPr/>
          </p:nvSpPr>
          <p:spPr>
            <a:xfrm>
              <a:off x="4433680" y="1564252"/>
              <a:ext cx="24649" cy="9370"/>
            </a:xfrm>
            <a:custGeom>
              <a:avLst/>
              <a:gdLst/>
              <a:ahLst/>
              <a:cxnLst/>
              <a:rect l="l" t="t" r="r" b="b"/>
              <a:pathLst>
                <a:path w="1147" h="436" extrusionOk="0">
                  <a:moveTo>
                    <a:pt x="505" y="1"/>
                  </a:moveTo>
                  <a:lnTo>
                    <a:pt x="344" y="23"/>
                  </a:lnTo>
                  <a:lnTo>
                    <a:pt x="161" y="92"/>
                  </a:lnTo>
                  <a:lnTo>
                    <a:pt x="1" y="207"/>
                  </a:lnTo>
                  <a:lnTo>
                    <a:pt x="184" y="413"/>
                  </a:lnTo>
                  <a:lnTo>
                    <a:pt x="321" y="344"/>
                  </a:lnTo>
                  <a:lnTo>
                    <a:pt x="459" y="298"/>
                  </a:lnTo>
                  <a:lnTo>
                    <a:pt x="711" y="298"/>
                  </a:lnTo>
                  <a:lnTo>
                    <a:pt x="802" y="344"/>
                  </a:lnTo>
                  <a:lnTo>
                    <a:pt x="894" y="367"/>
                  </a:lnTo>
                  <a:lnTo>
                    <a:pt x="963" y="436"/>
                  </a:lnTo>
                  <a:lnTo>
                    <a:pt x="1146" y="207"/>
                  </a:lnTo>
                  <a:lnTo>
                    <a:pt x="1054" y="138"/>
                  </a:lnTo>
                  <a:lnTo>
                    <a:pt x="940" y="92"/>
                  </a:lnTo>
                  <a:lnTo>
                    <a:pt x="802" y="46"/>
                  </a:lnTo>
                  <a:lnTo>
                    <a:pt x="6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5" name="Google Shape;4985;p66"/>
            <p:cNvSpPr/>
            <p:nvPr/>
          </p:nvSpPr>
          <p:spPr>
            <a:xfrm>
              <a:off x="4468149" y="1504189"/>
              <a:ext cx="59097" cy="33009"/>
            </a:xfrm>
            <a:custGeom>
              <a:avLst/>
              <a:gdLst/>
              <a:ahLst/>
              <a:cxnLst/>
              <a:rect l="l" t="t" r="r" b="b"/>
              <a:pathLst>
                <a:path w="2750" h="1536" extrusionOk="0">
                  <a:moveTo>
                    <a:pt x="527" y="0"/>
                  </a:moveTo>
                  <a:lnTo>
                    <a:pt x="344" y="46"/>
                  </a:lnTo>
                  <a:lnTo>
                    <a:pt x="207" y="115"/>
                  </a:lnTo>
                  <a:lnTo>
                    <a:pt x="92" y="184"/>
                  </a:lnTo>
                  <a:lnTo>
                    <a:pt x="23" y="298"/>
                  </a:lnTo>
                  <a:lnTo>
                    <a:pt x="0" y="413"/>
                  </a:lnTo>
                  <a:lnTo>
                    <a:pt x="23" y="527"/>
                  </a:lnTo>
                  <a:lnTo>
                    <a:pt x="69" y="642"/>
                  </a:lnTo>
                  <a:lnTo>
                    <a:pt x="161" y="734"/>
                  </a:lnTo>
                  <a:lnTo>
                    <a:pt x="275" y="779"/>
                  </a:lnTo>
                  <a:lnTo>
                    <a:pt x="825" y="779"/>
                  </a:lnTo>
                  <a:lnTo>
                    <a:pt x="1100" y="825"/>
                  </a:lnTo>
                  <a:lnTo>
                    <a:pt x="1421" y="940"/>
                  </a:lnTo>
                  <a:lnTo>
                    <a:pt x="1742" y="1054"/>
                  </a:lnTo>
                  <a:lnTo>
                    <a:pt x="2039" y="1192"/>
                  </a:lnTo>
                  <a:lnTo>
                    <a:pt x="2544" y="1444"/>
                  </a:lnTo>
                  <a:lnTo>
                    <a:pt x="2750" y="1535"/>
                  </a:lnTo>
                  <a:lnTo>
                    <a:pt x="2658" y="1352"/>
                  </a:lnTo>
                  <a:lnTo>
                    <a:pt x="2544" y="1146"/>
                  </a:lnTo>
                  <a:lnTo>
                    <a:pt x="2360" y="894"/>
                  </a:lnTo>
                  <a:lnTo>
                    <a:pt x="2108" y="642"/>
                  </a:lnTo>
                  <a:lnTo>
                    <a:pt x="1948" y="504"/>
                  </a:lnTo>
                  <a:lnTo>
                    <a:pt x="1787" y="390"/>
                  </a:lnTo>
                  <a:lnTo>
                    <a:pt x="1604" y="275"/>
                  </a:lnTo>
                  <a:lnTo>
                    <a:pt x="1398" y="184"/>
                  </a:lnTo>
                  <a:lnTo>
                    <a:pt x="1192" y="92"/>
                  </a:lnTo>
                  <a:lnTo>
                    <a:pt x="940" y="23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6" name="Google Shape;4986;p66"/>
            <p:cNvSpPr/>
            <p:nvPr/>
          </p:nvSpPr>
          <p:spPr>
            <a:xfrm>
              <a:off x="4388874" y="1504683"/>
              <a:ext cx="51232" cy="26605"/>
            </a:xfrm>
            <a:custGeom>
              <a:avLst/>
              <a:gdLst/>
              <a:ahLst/>
              <a:cxnLst/>
              <a:rect l="l" t="t" r="r" b="b"/>
              <a:pathLst>
                <a:path w="2384" h="1238" extrusionOk="0">
                  <a:moveTo>
                    <a:pt x="1696" y="0"/>
                  </a:moveTo>
                  <a:lnTo>
                    <a:pt x="1467" y="23"/>
                  </a:lnTo>
                  <a:lnTo>
                    <a:pt x="1215" y="69"/>
                  </a:lnTo>
                  <a:lnTo>
                    <a:pt x="1009" y="138"/>
                  </a:lnTo>
                  <a:lnTo>
                    <a:pt x="825" y="229"/>
                  </a:lnTo>
                  <a:lnTo>
                    <a:pt x="665" y="321"/>
                  </a:lnTo>
                  <a:lnTo>
                    <a:pt x="528" y="413"/>
                  </a:lnTo>
                  <a:lnTo>
                    <a:pt x="413" y="527"/>
                  </a:lnTo>
                  <a:lnTo>
                    <a:pt x="321" y="619"/>
                  </a:lnTo>
                  <a:lnTo>
                    <a:pt x="230" y="733"/>
                  </a:lnTo>
                  <a:lnTo>
                    <a:pt x="115" y="917"/>
                  </a:lnTo>
                  <a:lnTo>
                    <a:pt x="46" y="1100"/>
                  </a:lnTo>
                  <a:lnTo>
                    <a:pt x="1" y="1237"/>
                  </a:lnTo>
                  <a:lnTo>
                    <a:pt x="161" y="1169"/>
                  </a:lnTo>
                  <a:lnTo>
                    <a:pt x="528" y="1031"/>
                  </a:lnTo>
                  <a:lnTo>
                    <a:pt x="757" y="940"/>
                  </a:lnTo>
                  <a:lnTo>
                    <a:pt x="1009" y="871"/>
                  </a:lnTo>
                  <a:lnTo>
                    <a:pt x="1284" y="802"/>
                  </a:lnTo>
                  <a:lnTo>
                    <a:pt x="1559" y="779"/>
                  </a:lnTo>
                  <a:lnTo>
                    <a:pt x="1788" y="779"/>
                  </a:lnTo>
                  <a:lnTo>
                    <a:pt x="1971" y="802"/>
                  </a:lnTo>
                  <a:lnTo>
                    <a:pt x="2108" y="802"/>
                  </a:lnTo>
                  <a:lnTo>
                    <a:pt x="2223" y="733"/>
                  </a:lnTo>
                  <a:lnTo>
                    <a:pt x="2315" y="665"/>
                  </a:lnTo>
                  <a:lnTo>
                    <a:pt x="2360" y="550"/>
                  </a:lnTo>
                  <a:lnTo>
                    <a:pt x="2383" y="436"/>
                  </a:lnTo>
                  <a:lnTo>
                    <a:pt x="2360" y="321"/>
                  </a:lnTo>
                  <a:lnTo>
                    <a:pt x="2315" y="206"/>
                  </a:lnTo>
                  <a:lnTo>
                    <a:pt x="2200" y="115"/>
                  </a:lnTo>
                  <a:lnTo>
                    <a:pt x="2063" y="46"/>
                  </a:lnTo>
                  <a:lnTo>
                    <a:pt x="1879" y="0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7" name="Google Shape;4987;p66"/>
            <p:cNvSpPr/>
            <p:nvPr/>
          </p:nvSpPr>
          <p:spPr>
            <a:xfrm>
              <a:off x="4395772" y="2569171"/>
              <a:ext cx="478604" cy="1504214"/>
            </a:xfrm>
            <a:custGeom>
              <a:avLst/>
              <a:gdLst/>
              <a:ahLst/>
              <a:cxnLst/>
              <a:rect l="l" t="t" r="r" b="b"/>
              <a:pathLst>
                <a:path w="22271" h="69996" extrusionOk="0">
                  <a:moveTo>
                    <a:pt x="7790" y="0"/>
                  </a:moveTo>
                  <a:lnTo>
                    <a:pt x="7492" y="23"/>
                  </a:lnTo>
                  <a:lnTo>
                    <a:pt x="7149" y="69"/>
                  </a:lnTo>
                  <a:lnTo>
                    <a:pt x="6828" y="161"/>
                  </a:lnTo>
                  <a:lnTo>
                    <a:pt x="6484" y="298"/>
                  </a:lnTo>
                  <a:lnTo>
                    <a:pt x="6141" y="458"/>
                  </a:lnTo>
                  <a:lnTo>
                    <a:pt x="5797" y="665"/>
                  </a:lnTo>
                  <a:lnTo>
                    <a:pt x="5453" y="871"/>
                  </a:lnTo>
                  <a:lnTo>
                    <a:pt x="5087" y="1123"/>
                  </a:lnTo>
                  <a:lnTo>
                    <a:pt x="4743" y="1398"/>
                  </a:lnTo>
                  <a:lnTo>
                    <a:pt x="4399" y="1719"/>
                  </a:lnTo>
                  <a:lnTo>
                    <a:pt x="4056" y="2016"/>
                  </a:lnTo>
                  <a:lnTo>
                    <a:pt x="3712" y="2360"/>
                  </a:lnTo>
                  <a:lnTo>
                    <a:pt x="3368" y="2727"/>
                  </a:lnTo>
                  <a:lnTo>
                    <a:pt x="3048" y="3093"/>
                  </a:lnTo>
                  <a:lnTo>
                    <a:pt x="2727" y="3483"/>
                  </a:lnTo>
                  <a:lnTo>
                    <a:pt x="2406" y="3872"/>
                  </a:lnTo>
                  <a:lnTo>
                    <a:pt x="2131" y="4262"/>
                  </a:lnTo>
                  <a:lnTo>
                    <a:pt x="1833" y="4674"/>
                  </a:lnTo>
                  <a:lnTo>
                    <a:pt x="1558" y="5087"/>
                  </a:lnTo>
                  <a:lnTo>
                    <a:pt x="1306" y="5499"/>
                  </a:lnTo>
                  <a:lnTo>
                    <a:pt x="1077" y="5934"/>
                  </a:lnTo>
                  <a:lnTo>
                    <a:pt x="871" y="6347"/>
                  </a:lnTo>
                  <a:lnTo>
                    <a:pt x="665" y="6736"/>
                  </a:lnTo>
                  <a:lnTo>
                    <a:pt x="504" y="7149"/>
                  </a:lnTo>
                  <a:lnTo>
                    <a:pt x="275" y="7790"/>
                  </a:lnTo>
                  <a:lnTo>
                    <a:pt x="184" y="8088"/>
                  </a:lnTo>
                  <a:lnTo>
                    <a:pt x="115" y="8386"/>
                  </a:lnTo>
                  <a:lnTo>
                    <a:pt x="46" y="8684"/>
                  </a:lnTo>
                  <a:lnTo>
                    <a:pt x="23" y="8959"/>
                  </a:lnTo>
                  <a:lnTo>
                    <a:pt x="0" y="9211"/>
                  </a:lnTo>
                  <a:lnTo>
                    <a:pt x="0" y="9463"/>
                  </a:lnTo>
                  <a:lnTo>
                    <a:pt x="252" y="10975"/>
                  </a:lnTo>
                  <a:lnTo>
                    <a:pt x="481" y="12418"/>
                  </a:lnTo>
                  <a:lnTo>
                    <a:pt x="756" y="13816"/>
                  </a:lnTo>
                  <a:lnTo>
                    <a:pt x="1054" y="15420"/>
                  </a:lnTo>
                  <a:lnTo>
                    <a:pt x="1421" y="17230"/>
                  </a:lnTo>
                  <a:lnTo>
                    <a:pt x="1856" y="19200"/>
                  </a:lnTo>
                  <a:lnTo>
                    <a:pt x="2612" y="22752"/>
                  </a:lnTo>
                  <a:lnTo>
                    <a:pt x="3185" y="25318"/>
                  </a:lnTo>
                  <a:lnTo>
                    <a:pt x="3735" y="27632"/>
                  </a:lnTo>
                  <a:lnTo>
                    <a:pt x="4010" y="28731"/>
                  </a:lnTo>
                  <a:lnTo>
                    <a:pt x="4308" y="29808"/>
                  </a:lnTo>
                  <a:lnTo>
                    <a:pt x="4606" y="30885"/>
                  </a:lnTo>
                  <a:lnTo>
                    <a:pt x="4949" y="31962"/>
                  </a:lnTo>
                  <a:lnTo>
                    <a:pt x="5247" y="32856"/>
                  </a:lnTo>
                  <a:lnTo>
                    <a:pt x="5568" y="33795"/>
                  </a:lnTo>
                  <a:lnTo>
                    <a:pt x="5912" y="34734"/>
                  </a:lnTo>
                  <a:lnTo>
                    <a:pt x="6301" y="35720"/>
                  </a:lnTo>
                  <a:lnTo>
                    <a:pt x="6782" y="37369"/>
                  </a:lnTo>
                  <a:lnTo>
                    <a:pt x="7286" y="38973"/>
                  </a:lnTo>
                  <a:lnTo>
                    <a:pt x="7767" y="40508"/>
                  </a:lnTo>
                  <a:lnTo>
                    <a:pt x="8249" y="41974"/>
                  </a:lnTo>
                  <a:lnTo>
                    <a:pt x="8730" y="43418"/>
                  </a:lnTo>
                  <a:lnTo>
                    <a:pt x="9211" y="44793"/>
                  </a:lnTo>
                  <a:lnTo>
                    <a:pt x="9692" y="46121"/>
                  </a:lnTo>
                  <a:lnTo>
                    <a:pt x="10173" y="47404"/>
                  </a:lnTo>
                  <a:lnTo>
                    <a:pt x="11135" y="49856"/>
                  </a:lnTo>
                  <a:lnTo>
                    <a:pt x="12052" y="52124"/>
                  </a:lnTo>
                  <a:lnTo>
                    <a:pt x="12968" y="54255"/>
                  </a:lnTo>
                  <a:lnTo>
                    <a:pt x="13839" y="56248"/>
                  </a:lnTo>
                  <a:lnTo>
                    <a:pt x="15489" y="59937"/>
                  </a:lnTo>
                  <a:lnTo>
                    <a:pt x="16268" y="61633"/>
                  </a:lnTo>
                  <a:lnTo>
                    <a:pt x="16978" y="63259"/>
                  </a:lnTo>
                  <a:lnTo>
                    <a:pt x="17619" y="64840"/>
                  </a:lnTo>
                  <a:lnTo>
                    <a:pt x="18238" y="66375"/>
                  </a:lnTo>
                  <a:lnTo>
                    <a:pt x="18513" y="67131"/>
                  </a:lnTo>
                  <a:lnTo>
                    <a:pt x="18765" y="67865"/>
                  </a:lnTo>
                  <a:lnTo>
                    <a:pt x="18994" y="68621"/>
                  </a:lnTo>
                  <a:lnTo>
                    <a:pt x="19223" y="69377"/>
                  </a:lnTo>
                  <a:lnTo>
                    <a:pt x="22270" y="69995"/>
                  </a:lnTo>
                  <a:lnTo>
                    <a:pt x="22270" y="69995"/>
                  </a:lnTo>
                  <a:lnTo>
                    <a:pt x="21698" y="64542"/>
                  </a:lnTo>
                  <a:lnTo>
                    <a:pt x="21171" y="59800"/>
                  </a:lnTo>
                  <a:lnTo>
                    <a:pt x="20667" y="55538"/>
                  </a:lnTo>
                  <a:lnTo>
                    <a:pt x="20392" y="53476"/>
                  </a:lnTo>
                  <a:lnTo>
                    <a:pt x="20048" y="50956"/>
                  </a:lnTo>
                  <a:lnTo>
                    <a:pt x="19636" y="48138"/>
                  </a:lnTo>
                  <a:lnTo>
                    <a:pt x="19177" y="45113"/>
                  </a:lnTo>
                  <a:lnTo>
                    <a:pt x="18673" y="42066"/>
                  </a:lnTo>
                  <a:lnTo>
                    <a:pt x="18398" y="40554"/>
                  </a:lnTo>
                  <a:lnTo>
                    <a:pt x="18123" y="39110"/>
                  </a:lnTo>
                  <a:lnTo>
                    <a:pt x="17826" y="37690"/>
                  </a:lnTo>
                  <a:lnTo>
                    <a:pt x="17551" y="36384"/>
                  </a:lnTo>
                  <a:lnTo>
                    <a:pt x="17253" y="35147"/>
                  </a:lnTo>
                  <a:lnTo>
                    <a:pt x="16955" y="34024"/>
                  </a:lnTo>
                  <a:lnTo>
                    <a:pt x="16909" y="33016"/>
                  </a:lnTo>
                  <a:lnTo>
                    <a:pt x="16817" y="31825"/>
                  </a:lnTo>
                  <a:lnTo>
                    <a:pt x="16703" y="30267"/>
                  </a:lnTo>
                  <a:lnTo>
                    <a:pt x="16543" y="28548"/>
                  </a:lnTo>
                  <a:lnTo>
                    <a:pt x="16313" y="26578"/>
                  </a:lnTo>
                  <a:lnTo>
                    <a:pt x="16038" y="24424"/>
                  </a:lnTo>
                  <a:lnTo>
                    <a:pt x="15695" y="22087"/>
                  </a:lnTo>
                  <a:lnTo>
                    <a:pt x="15374" y="20140"/>
                  </a:lnTo>
                  <a:lnTo>
                    <a:pt x="15007" y="18123"/>
                  </a:lnTo>
                  <a:lnTo>
                    <a:pt x="14641" y="16451"/>
                  </a:lnTo>
                  <a:lnTo>
                    <a:pt x="14251" y="14732"/>
                  </a:lnTo>
                  <a:lnTo>
                    <a:pt x="13816" y="12945"/>
                  </a:lnTo>
                  <a:lnTo>
                    <a:pt x="13312" y="11135"/>
                  </a:lnTo>
                  <a:lnTo>
                    <a:pt x="12968" y="9967"/>
                  </a:lnTo>
                  <a:lnTo>
                    <a:pt x="12579" y="8775"/>
                  </a:lnTo>
                  <a:lnTo>
                    <a:pt x="12189" y="7584"/>
                  </a:lnTo>
                  <a:lnTo>
                    <a:pt x="11777" y="6393"/>
                  </a:lnTo>
                  <a:lnTo>
                    <a:pt x="11319" y="5178"/>
                  </a:lnTo>
                  <a:lnTo>
                    <a:pt x="10838" y="3964"/>
                  </a:lnTo>
                  <a:lnTo>
                    <a:pt x="10333" y="2727"/>
                  </a:lnTo>
                  <a:lnTo>
                    <a:pt x="9807" y="1512"/>
                  </a:lnTo>
                  <a:lnTo>
                    <a:pt x="9623" y="1146"/>
                  </a:lnTo>
                  <a:lnTo>
                    <a:pt x="9417" y="825"/>
                  </a:lnTo>
                  <a:lnTo>
                    <a:pt x="9188" y="573"/>
                  </a:lnTo>
                  <a:lnTo>
                    <a:pt x="8936" y="344"/>
                  </a:lnTo>
                  <a:lnTo>
                    <a:pt x="8684" y="206"/>
                  </a:lnTo>
                  <a:lnTo>
                    <a:pt x="8386" y="92"/>
                  </a:lnTo>
                  <a:lnTo>
                    <a:pt x="8111" y="23"/>
                  </a:lnTo>
                  <a:lnTo>
                    <a:pt x="7790" y="0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8" name="Google Shape;4988;p66"/>
            <p:cNvSpPr/>
            <p:nvPr/>
          </p:nvSpPr>
          <p:spPr>
            <a:xfrm>
              <a:off x="4741906" y="4092053"/>
              <a:ext cx="173338" cy="279177"/>
            </a:xfrm>
            <a:custGeom>
              <a:avLst/>
              <a:gdLst/>
              <a:ahLst/>
              <a:cxnLst/>
              <a:rect l="l" t="t" r="r" b="b"/>
              <a:pathLst>
                <a:path w="8066" h="12991" extrusionOk="0">
                  <a:moveTo>
                    <a:pt x="6507" y="0"/>
                  </a:moveTo>
                  <a:lnTo>
                    <a:pt x="3139" y="2085"/>
                  </a:lnTo>
                  <a:lnTo>
                    <a:pt x="2268" y="4651"/>
                  </a:lnTo>
                  <a:lnTo>
                    <a:pt x="1558" y="6713"/>
                  </a:lnTo>
                  <a:lnTo>
                    <a:pt x="1237" y="7652"/>
                  </a:lnTo>
                  <a:lnTo>
                    <a:pt x="962" y="8363"/>
                  </a:lnTo>
                  <a:lnTo>
                    <a:pt x="710" y="8981"/>
                  </a:lnTo>
                  <a:lnTo>
                    <a:pt x="458" y="9692"/>
                  </a:lnTo>
                  <a:lnTo>
                    <a:pt x="229" y="10425"/>
                  </a:lnTo>
                  <a:lnTo>
                    <a:pt x="138" y="10768"/>
                  </a:lnTo>
                  <a:lnTo>
                    <a:pt x="69" y="11112"/>
                  </a:lnTo>
                  <a:lnTo>
                    <a:pt x="23" y="11456"/>
                  </a:lnTo>
                  <a:lnTo>
                    <a:pt x="0" y="11777"/>
                  </a:lnTo>
                  <a:lnTo>
                    <a:pt x="23" y="12052"/>
                  </a:lnTo>
                  <a:lnTo>
                    <a:pt x="69" y="12304"/>
                  </a:lnTo>
                  <a:lnTo>
                    <a:pt x="115" y="12418"/>
                  </a:lnTo>
                  <a:lnTo>
                    <a:pt x="161" y="12533"/>
                  </a:lnTo>
                  <a:lnTo>
                    <a:pt x="229" y="12624"/>
                  </a:lnTo>
                  <a:lnTo>
                    <a:pt x="298" y="12693"/>
                  </a:lnTo>
                  <a:lnTo>
                    <a:pt x="390" y="12762"/>
                  </a:lnTo>
                  <a:lnTo>
                    <a:pt x="504" y="12831"/>
                  </a:lnTo>
                  <a:lnTo>
                    <a:pt x="619" y="12876"/>
                  </a:lnTo>
                  <a:lnTo>
                    <a:pt x="756" y="12899"/>
                  </a:lnTo>
                  <a:lnTo>
                    <a:pt x="1329" y="12968"/>
                  </a:lnTo>
                  <a:lnTo>
                    <a:pt x="1971" y="12991"/>
                  </a:lnTo>
                  <a:lnTo>
                    <a:pt x="2314" y="12991"/>
                  </a:lnTo>
                  <a:lnTo>
                    <a:pt x="2658" y="12968"/>
                  </a:lnTo>
                  <a:lnTo>
                    <a:pt x="2979" y="12945"/>
                  </a:lnTo>
                  <a:lnTo>
                    <a:pt x="3322" y="12899"/>
                  </a:lnTo>
                  <a:lnTo>
                    <a:pt x="3643" y="12831"/>
                  </a:lnTo>
                  <a:lnTo>
                    <a:pt x="3964" y="12739"/>
                  </a:lnTo>
                  <a:lnTo>
                    <a:pt x="4285" y="12624"/>
                  </a:lnTo>
                  <a:lnTo>
                    <a:pt x="4583" y="12510"/>
                  </a:lnTo>
                  <a:lnTo>
                    <a:pt x="4857" y="12349"/>
                  </a:lnTo>
                  <a:lnTo>
                    <a:pt x="5110" y="12166"/>
                  </a:lnTo>
                  <a:lnTo>
                    <a:pt x="5362" y="11960"/>
                  </a:lnTo>
                  <a:lnTo>
                    <a:pt x="5568" y="11731"/>
                  </a:lnTo>
                  <a:lnTo>
                    <a:pt x="5751" y="11479"/>
                  </a:lnTo>
                  <a:lnTo>
                    <a:pt x="5911" y="11204"/>
                  </a:lnTo>
                  <a:lnTo>
                    <a:pt x="6072" y="10929"/>
                  </a:lnTo>
                  <a:lnTo>
                    <a:pt x="6209" y="10631"/>
                  </a:lnTo>
                  <a:lnTo>
                    <a:pt x="6438" y="10081"/>
                  </a:lnTo>
                  <a:lnTo>
                    <a:pt x="6622" y="9531"/>
                  </a:lnTo>
                  <a:lnTo>
                    <a:pt x="6736" y="9050"/>
                  </a:lnTo>
                  <a:lnTo>
                    <a:pt x="6828" y="8661"/>
                  </a:lnTo>
                  <a:lnTo>
                    <a:pt x="6874" y="8317"/>
                  </a:lnTo>
                  <a:lnTo>
                    <a:pt x="7286" y="10242"/>
                  </a:lnTo>
                  <a:lnTo>
                    <a:pt x="8042" y="10242"/>
                  </a:lnTo>
                  <a:lnTo>
                    <a:pt x="8065" y="7263"/>
                  </a:lnTo>
                  <a:lnTo>
                    <a:pt x="8065" y="4766"/>
                  </a:lnTo>
                  <a:lnTo>
                    <a:pt x="8042" y="2704"/>
                  </a:lnTo>
                  <a:lnTo>
                    <a:pt x="8019" y="2337"/>
                  </a:lnTo>
                  <a:lnTo>
                    <a:pt x="7973" y="1993"/>
                  </a:lnTo>
                  <a:lnTo>
                    <a:pt x="7882" y="1673"/>
                  </a:lnTo>
                  <a:lnTo>
                    <a:pt x="7790" y="1398"/>
                  </a:lnTo>
                  <a:lnTo>
                    <a:pt x="7676" y="1146"/>
                  </a:lnTo>
                  <a:lnTo>
                    <a:pt x="7538" y="916"/>
                  </a:lnTo>
                  <a:lnTo>
                    <a:pt x="7401" y="733"/>
                  </a:lnTo>
                  <a:lnTo>
                    <a:pt x="7263" y="573"/>
                  </a:lnTo>
                  <a:lnTo>
                    <a:pt x="7126" y="412"/>
                  </a:lnTo>
                  <a:lnTo>
                    <a:pt x="6988" y="298"/>
                  </a:lnTo>
                  <a:lnTo>
                    <a:pt x="6736" y="115"/>
                  </a:lnTo>
                  <a:lnTo>
                    <a:pt x="6576" y="23"/>
                  </a:lnTo>
                  <a:lnTo>
                    <a:pt x="6507" y="0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9" name="Google Shape;4989;p66"/>
            <p:cNvSpPr/>
            <p:nvPr/>
          </p:nvSpPr>
          <p:spPr>
            <a:xfrm>
              <a:off x="4771432" y="4012778"/>
              <a:ext cx="126576" cy="293962"/>
            </a:xfrm>
            <a:custGeom>
              <a:avLst/>
              <a:gdLst/>
              <a:ahLst/>
              <a:cxnLst/>
              <a:rect l="l" t="t" r="r" b="b"/>
              <a:pathLst>
                <a:path w="5890" h="13679" extrusionOk="0">
                  <a:moveTo>
                    <a:pt x="4492" y="0"/>
                  </a:moveTo>
                  <a:lnTo>
                    <a:pt x="1146" y="321"/>
                  </a:lnTo>
                  <a:lnTo>
                    <a:pt x="1353" y="1077"/>
                  </a:lnTo>
                  <a:lnTo>
                    <a:pt x="1559" y="1833"/>
                  </a:lnTo>
                  <a:lnTo>
                    <a:pt x="1719" y="2612"/>
                  </a:lnTo>
                  <a:lnTo>
                    <a:pt x="1765" y="3025"/>
                  </a:lnTo>
                  <a:lnTo>
                    <a:pt x="1811" y="3414"/>
                  </a:lnTo>
                  <a:lnTo>
                    <a:pt x="1857" y="3849"/>
                  </a:lnTo>
                  <a:lnTo>
                    <a:pt x="1857" y="4285"/>
                  </a:lnTo>
                  <a:lnTo>
                    <a:pt x="1857" y="4720"/>
                  </a:lnTo>
                  <a:lnTo>
                    <a:pt x="1834" y="5178"/>
                  </a:lnTo>
                  <a:lnTo>
                    <a:pt x="1765" y="5659"/>
                  </a:lnTo>
                  <a:lnTo>
                    <a:pt x="1696" y="6163"/>
                  </a:lnTo>
                  <a:lnTo>
                    <a:pt x="1582" y="6668"/>
                  </a:lnTo>
                  <a:lnTo>
                    <a:pt x="1467" y="7194"/>
                  </a:lnTo>
                  <a:lnTo>
                    <a:pt x="1261" y="7882"/>
                  </a:lnTo>
                  <a:lnTo>
                    <a:pt x="1009" y="8684"/>
                  </a:lnTo>
                  <a:lnTo>
                    <a:pt x="482" y="10402"/>
                  </a:lnTo>
                  <a:lnTo>
                    <a:pt x="253" y="11250"/>
                  </a:lnTo>
                  <a:lnTo>
                    <a:pt x="93" y="12006"/>
                  </a:lnTo>
                  <a:lnTo>
                    <a:pt x="24" y="12327"/>
                  </a:lnTo>
                  <a:lnTo>
                    <a:pt x="1" y="12625"/>
                  </a:lnTo>
                  <a:lnTo>
                    <a:pt x="1" y="12877"/>
                  </a:lnTo>
                  <a:lnTo>
                    <a:pt x="24" y="13060"/>
                  </a:lnTo>
                  <a:lnTo>
                    <a:pt x="47" y="13129"/>
                  </a:lnTo>
                  <a:lnTo>
                    <a:pt x="93" y="13220"/>
                  </a:lnTo>
                  <a:lnTo>
                    <a:pt x="207" y="13358"/>
                  </a:lnTo>
                  <a:lnTo>
                    <a:pt x="367" y="13449"/>
                  </a:lnTo>
                  <a:lnTo>
                    <a:pt x="574" y="13541"/>
                  </a:lnTo>
                  <a:lnTo>
                    <a:pt x="826" y="13610"/>
                  </a:lnTo>
                  <a:lnTo>
                    <a:pt x="1101" y="13656"/>
                  </a:lnTo>
                  <a:lnTo>
                    <a:pt x="1376" y="13678"/>
                  </a:lnTo>
                  <a:lnTo>
                    <a:pt x="1696" y="13678"/>
                  </a:lnTo>
                  <a:lnTo>
                    <a:pt x="1994" y="13656"/>
                  </a:lnTo>
                  <a:lnTo>
                    <a:pt x="2315" y="13610"/>
                  </a:lnTo>
                  <a:lnTo>
                    <a:pt x="2636" y="13541"/>
                  </a:lnTo>
                  <a:lnTo>
                    <a:pt x="2934" y="13426"/>
                  </a:lnTo>
                  <a:lnTo>
                    <a:pt x="3231" y="13312"/>
                  </a:lnTo>
                  <a:lnTo>
                    <a:pt x="3506" y="13174"/>
                  </a:lnTo>
                  <a:lnTo>
                    <a:pt x="3758" y="12991"/>
                  </a:lnTo>
                  <a:lnTo>
                    <a:pt x="3965" y="12808"/>
                  </a:lnTo>
                  <a:lnTo>
                    <a:pt x="4148" y="12579"/>
                  </a:lnTo>
                  <a:lnTo>
                    <a:pt x="4331" y="12327"/>
                  </a:lnTo>
                  <a:lnTo>
                    <a:pt x="4469" y="12029"/>
                  </a:lnTo>
                  <a:lnTo>
                    <a:pt x="4606" y="11731"/>
                  </a:lnTo>
                  <a:lnTo>
                    <a:pt x="4744" y="11410"/>
                  </a:lnTo>
                  <a:lnTo>
                    <a:pt x="4858" y="11044"/>
                  </a:lnTo>
                  <a:lnTo>
                    <a:pt x="5064" y="10310"/>
                  </a:lnTo>
                  <a:lnTo>
                    <a:pt x="5248" y="9554"/>
                  </a:lnTo>
                  <a:lnTo>
                    <a:pt x="5431" y="8775"/>
                  </a:lnTo>
                  <a:lnTo>
                    <a:pt x="5568" y="8042"/>
                  </a:lnTo>
                  <a:lnTo>
                    <a:pt x="5729" y="7332"/>
                  </a:lnTo>
                  <a:lnTo>
                    <a:pt x="5798" y="7011"/>
                  </a:lnTo>
                  <a:lnTo>
                    <a:pt x="5866" y="6690"/>
                  </a:lnTo>
                  <a:lnTo>
                    <a:pt x="5889" y="6393"/>
                  </a:lnTo>
                  <a:lnTo>
                    <a:pt x="5889" y="6072"/>
                  </a:lnTo>
                  <a:lnTo>
                    <a:pt x="5889" y="5797"/>
                  </a:lnTo>
                  <a:lnTo>
                    <a:pt x="5866" y="5522"/>
                  </a:lnTo>
                  <a:lnTo>
                    <a:pt x="5820" y="5270"/>
                  </a:lnTo>
                  <a:lnTo>
                    <a:pt x="5775" y="5018"/>
                  </a:lnTo>
                  <a:lnTo>
                    <a:pt x="5637" y="4560"/>
                  </a:lnTo>
                  <a:lnTo>
                    <a:pt x="5477" y="4193"/>
                  </a:lnTo>
                  <a:lnTo>
                    <a:pt x="5293" y="3895"/>
                  </a:lnTo>
                  <a:lnTo>
                    <a:pt x="5133" y="3689"/>
                  </a:lnTo>
                  <a:lnTo>
                    <a:pt x="5041" y="3574"/>
                  </a:lnTo>
                  <a:lnTo>
                    <a:pt x="4973" y="3391"/>
                  </a:lnTo>
                  <a:lnTo>
                    <a:pt x="4904" y="3185"/>
                  </a:lnTo>
                  <a:lnTo>
                    <a:pt x="4835" y="2933"/>
                  </a:lnTo>
                  <a:lnTo>
                    <a:pt x="4744" y="2314"/>
                  </a:lnTo>
                  <a:lnTo>
                    <a:pt x="4652" y="1673"/>
                  </a:lnTo>
                  <a:lnTo>
                    <a:pt x="4537" y="504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0" name="Google Shape;4990;p66"/>
            <p:cNvSpPr/>
            <p:nvPr/>
          </p:nvSpPr>
          <p:spPr>
            <a:xfrm>
              <a:off x="4580905" y="3308693"/>
              <a:ext cx="119162" cy="41884"/>
            </a:xfrm>
            <a:custGeom>
              <a:avLst/>
              <a:gdLst/>
              <a:ahLst/>
              <a:cxnLst/>
              <a:rect l="l" t="t" r="r" b="b"/>
              <a:pathLst>
                <a:path w="5545" h="1949" extrusionOk="0">
                  <a:moveTo>
                    <a:pt x="5224" y="1"/>
                  </a:moveTo>
                  <a:lnTo>
                    <a:pt x="5132" y="46"/>
                  </a:lnTo>
                  <a:lnTo>
                    <a:pt x="4743" y="275"/>
                  </a:lnTo>
                  <a:lnTo>
                    <a:pt x="4330" y="482"/>
                  </a:lnTo>
                  <a:lnTo>
                    <a:pt x="3918" y="665"/>
                  </a:lnTo>
                  <a:lnTo>
                    <a:pt x="3506" y="802"/>
                  </a:lnTo>
                  <a:lnTo>
                    <a:pt x="3093" y="940"/>
                  </a:lnTo>
                  <a:lnTo>
                    <a:pt x="2681" y="1054"/>
                  </a:lnTo>
                  <a:lnTo>
                    <a:pt x="1925" y="1215"/>
                  </a:lnTo>
                  <a:lnTo>
                    <a:pt x="1260" y="1329"/>
                  </a:lnTo>
                  <a:lnTo>
                    <a:pt x="756" y="1375"/>
                  </a:lnTo>
                  <a:lnTo>
                    <a:pt x="275" y="1421"/>
                  </a:lnTo>
                  <a:lnTo>
                    <a:pt x="160" y="1421"/>
                  </a:lnTo>
                  <a:lnTo>
                    <a:pt x="69" y="1490"/>
                  </a:lnTo>
                  <a:lnTo>
                    <a:pt x="23" y="1581"/>
                  </a:lnTo>
                  <a:lnTo>
                    <a:pt x="0" y="1673"/>
                  </a:lnTo>
                  <a:lnTo>
                    <a:pt x="23" y="1788"/>
                  </a:lnTo>
                  <a:lnTo>
                    <a:pt x="92" y="1879"/>
                  </a:lnTo>
                  <a:lnTo>
                    <a:pt x="160" y="1925"/>
                  </a:lnTo>
                  <a:lnTo>
                    <a:pt x="275" y="1948"/>
                  </a:lnTo>
                  <a:lnTo>
                    <a:pt x="344" y="1948"/>
                  </a:lnTo>
                  <a:lnTo>
                    <a:pt x="619" y="1925"/>
                  </a:lnTo>
                  <a:lnTo>
                    <a:pt x="1054" y="1902"/>
                  </a:lnTo>
                  <a:lnTo>
                    <a:pt x="1627" y="1811"/>
                  </a:lnTo>
                  <a:lnTo>
                    <a:pt x="2291" y="1696"/>
                  </a:lnTo>
                  <a:lnTo>
                    <a:pt x="3047" y="1513"/>
                  </a:lnTo>
                  <a:lnTo>
                    <a:pt x="3437" y="1398"/>
                  </a:lnTo>
                  <a:lnTo>
                    <a:pt x="3826" y="1261"/>
                  </a:lnTo>
                  <a:lnTo>
                    <a:pt x="4239" y="1100"/>
                  </a:lnTo>
                  <a:lnTo>
                    <a:pt x="4628" y="940"/>
                  </a:lnTo>
                  <a:lnTo>
                    <a:pt x="5041" y="734"/>
                  </a:lnTo>
                  <a:lnTo>
                    <a:pt x="5430" y="505"/>
                  </a:lnTo>
                  <a:lnTo>
                    <a:pt x="5499" y="413"/>
                  </a:lnTo>
                  <a:lnTo>
                    <a:pt x="5545" y="321"/>
                  </a:lnTo>
                  <a:lnTo>
                    <a:pt x="5545" y="230"/>
                  </a:lnTo>
                  <a:lnTo>
                    <a:pt x="5499" y="115"/>
                  </a:lnTo>
                  <a:lnTo>
                    <a:pt x="5430" y="46"/>
                  </a:lnTo>
                  <a:lnTo>
                    <a:pt x="5339" y="1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1" name="Google Shape;4991;p66"/>
            <p:cNvSpPr/>
            <p:nvPr/>
          </p:nvSpPr>
          <p:spPr>
            <a:xfrm>
              <a:off x="4093951" y="2562767"/>
              <a:ext cx="312185" cy="1503720"/>
            </a:xfrm>
            <a:custGeom>
              <a:avLst/>
              <a:gdLst/>
              <a:ahLst/>
              <a:cxnLst/>
              <a:rect l="l" t="t" r="r" b="b"/>
              <a:pathLst>
                <a:path w="14527" h="69973" extrusionOk="0">
                  <a:moveTo>
                    <a:pt x="9532" y="0"/>
                  </a:moveTo>
                  <a:lnTo>
                    <a:pt x="9074" y="23"/>
                  </a:lnTo>
                  <a:lnTo>
                    <a:pt x="8615" y="46"/>
                  </a:lnTo>
                  <a:lnTo>
                    <a:pt x="8157" y="115"/>
                  </a:lnTo>
                  <a:lnTo>
                    <a:pt x="7699" y="207"/>
                  </a:lnTo>
                  <a:lnTo>
                    <a:pt x="7263" y="321"/>
                  </a:lnTo>
                  <a:lnTo>
                    <a:pt x="6828" y="459"/>
                  </a:lnTo>
                  <a:lnTo>
                    <a:pt x="6393" y="596"/>
                  </a:lnTo>
                  <a:lnTo>
                    <a:pt x="6003" y="779"/>
                  </a:lnTo>
                  <a:lnTo>
                    <a:pt x="5614" y="986"/>
                  </a:lnTo>
                  <a:lnTo>
                    <a:pt x="5247" y="1215"/>
                  </a:lnTo>
                  <a:lnTo>
                    <a:pt x="4927" y="1467"/>
                  </a:lnTo>
                  <a:lnTo>
                    <a:pt x="4606" y="1719"/>
                  </a:lnTo>
                  <a:lnTo>
                    <a:pt x="4331" y="2017"/>
                  </a:lnTo>
                  <a:lnTo>
                    <a:pt x="4102" y="2314"/>
                  </a:lnTo>
                  <a:lnTo>
                    <a:pt x="3895" y="2635"/>
                  </a:lnTo>
                  <a:lnTo>
                    <a:pt x="3735" y="2956"/>
                  </a:lnTo>
                  <a:lnTo>
                    <a:pt x="3621" y="3323"/>
                  </a:lnTo>
                  <a:lnTo>
                    <a:pt x="3483" y="3850"/>
                  </a:lnTo>
                  <a:lnTo>
                    <a:pt x="3162" y="5385"/>
                  </a:lnTo>
                  <a:lnTo>
                    <a:pt x="2933" y="6507"/>
                  </a:lnTo>
                  <a:lnTo>
                    <a:pt x="2681" y="7836"/>
                  </a:lnTo>
                  <a:lnTo>
                    <a:pt x="2406" y="9371"/>
                  </a:lnTo>
                  <a:lnTo>
                    <a:pt x="2131" y="11113"/>
                  </a:lnTo>
                  <a:lnTo>
                    <a:pt x="1742" y="13656"/>
                  </a:lnTo>
                  <a:lnTo>
                    <a:pt x="1559" y="15053"/>
                  </a:lnTo>
                  <a:lnTo>
                    <a:pt x="1375" y="16520"/>
                  </a:lnTo>
                  <a:lnTo>
                    <a:pt x="1192" y="18238"/>
                  </a:lnTo>
                  <a:lnTo>
                    <a:pt x="1009" y="20025"/>
                  </a:lnTo>
                  <a:lnTo>
                    <a:pt x="848" y="21904"/>
                  </a:lnTo>
                  <a:lnTo>
                    <a:pt x="688" y="23829"/>
                  </a:lnTo>
                  <a:lnTo>
                    <a:pt x="573" y="25730"/>
                  </a:lnTo>
                  <a:lnTo>
                    <a:pt x="482" y="27655"/>
                  </a:lnTo>
                  <a:lnTo>
                    <a:pt x="413" y="29648"/>
                  </a:lnTo>
                  <a:lnTo>
                    <a:pt x="367" y="31687"/>
                  </a:lnTo>
                  <a:lnTo>
                    <a:pt x="344" y="33314"/>
                  </a:lnTo>
                  <a:lnTo>
                    <a:pt x="367" y="34964"/>
                  </a:lnTo>
                  <a:lnTo>
                    <a:pt x="390" y="35582"/>
                  </a:lnTo>
                  <a:lnTo>
                    <a:pt x="505" y="37369"/>
                  </a:lnTo>
                  <a:lnTo>
                    <a:pt x="619" y="40302"/>
                  </a:lnTo>
                  <a:lnTo>
                    <a:pt x="665" y="42158"/>
                  </a:lnTo>
                  <a:lnTo>
                    <a:pt x="688" y="44266"/>
                  </a:lnTo>
                  <a:lnTo>
                    <a:pt x="711" y="46603"/>
                  </a:lnTo>
                  <a:lnTo>
                    <a:pt x="711" y="49192"/>
                  </a:lnTo>
                  <a:lnTo>
                    <a:pt x="688" y="51987"/>
                  </a:lnTo>
                  <a:lnTo>
                    <a:pt x="642" y="55011"/>
                  </a:lnTo>
                  <a:lnTo>
                    <a:pt x="550" y="58219"/>
                  </a:lnTo>
                  <a:lnTo>
                    <a:pt x="413" y="61656"/>
                  </a:lnTo>
                  <a:lnTo>
                    <a:pt x="230" y="65253"/>
                  </a:lnTo>
                  <a:lnTo>
                    <a:pt x="1" y="69056"/>
                  </a:lnTo>
                  <a:lnTo>
                    <a:pt x="3941" y="69973"/>
                  </a:lnTo>
                  <a:lnTo>
                    <a:pt x="4239" y="68735"/>
                  </a:lnTo>
                  <a:lnTo>
                    <a:pt x="4972" y="65665"/>
                  </a:lnTo>
                  <a:lnTo>
                    <a:pt x="5408" y="63718"/>
                  </a:lnTo>
                  <a:lnTo>
                    <a:pt x="5866" y="61701"/>
                  </a:lnTo>
                  <a:lnTo>
                    <a:pt x="6278" y="59685"/>
                  </a:lnTo>
                  <a:lnTo>
                    <a:pt x="6668" y="57807"/>
                  </a:lnTo>
                  <a:lnTo>
                    <a:pt x="6759" y="57348"/>
                  </a:lnTo>
                  <a:lnTo>
                    <a:pt x="6874" y="56844"/>
                  </a:lnTo>
                  <a:lnTo>
                    <a:pt x="7195" y="55699"/>
                  </a:lnTo>
                  <a:lnTo>
                    <a:pt x="7584" y="54438"/>
                  </a:lnTo>
                  <a:lnTo>
                    <a:pt x="8020" y="53041"/>
                  </a:lnTo>
                  <a:lnTo>
                    <a:pt x="8501" y="51552"/>
                  </a:lnTo>
                  <a:lnTo>
                    <a:pt x="8982" y="49971"/>
                  </a:lnTo>
                  <a:lnTo>
                    <a:pt x="9463" y="48367"/>
                  </a:lnTo>
                  <a:lnTo>
                    <a:pt x="9898" y="46694"/>
                  </a:lnTo>
                  <a:lnTo>
                    <a:pt x="10105" y="45870"/>
                  </a:lnTo>
                  <a:lnTo>
                    <a:pt x="10288" y="45022"/>
                  </a:lnTo>
                  <a:lnTo>
                    <a:pt x="10471" y="44197"/>
                  </a:lnTo>
                  <a:lnTo>
                    <a:pt x="10609" y="43349"/>
                  </a:lnTo>
                  <a:lnTo>
                    <a:pt x="10746" y="42524"/>
                  </a:lnTo>
                  <a:lnTo>
                    <a:pt x="10838" y="41723"/>
                  </a:lnTo>
                  <a:lnTo>
                    <a:pt x="10929" y="40921"/>
                  </a:lnTo>
                  <a:lnTo>
                    <a:pt x="10952" y="40142"/>
                  </a:lnTo>
                  <a:lnTo>
                    <a:pt x="10975" y="39363"/>
                  </a:lnTo>
                  <a:lnTo>
                    <a:pt x="10952" y="38607"/>
                  </a:lnTo>
                  <a:lnTo>
                    <a:pt x="10884" y="37896"/>
                  </a:lnTo>
                  <a:lnTo>
                    <a:pt x="10769" y="37186"/>
                  </a:lnTo>
                  <a:lnTo>
                    <a:pt x="10632" y="36522"/>
                  </a:lnTo>
                  <a:lnTo>
                    <a:pt x="10540" y="36201"/>
                  </a:lnTo>
                  <a:lnTo>
                    <a:pt x="10425" y="35880"/>
                  </a:lnTo>
                  <a:lnTo>
                    <a:pt x="10311" y="35582"/>
                  </a:lnTo>
                  <a:lnTo>
                    <a:pt x="10196" y="35284"/>
                  </a:lnTo>
                  <a:lnTo>
                    <a:pt x="10059" y="34986"/>
                  </a:lnTo>
                  <a:lnTo>
                    <a:pt x="9898" y="34712"/>
                  </a:lnTo>
                  <a:lnTo>
                    <a:pt x="10105" y="34207"/>
                  </a:lnTo>
                  <a:lnTo>
                    <a:pt x="10334" y="33612"/>
                  </a:lnTo>
                  <a:lnTo>
                    <a:pt x="10632" y="32787"/>
                  </a:lnTo>
                  <a:lnTo>
                    <a:pt x="10929" y="31985"/>
                  </a:lnTo>
                  <a:lnTo>
                    <a:pt x="11227" y="31046"/>
                  </a:lnTo>
                  <a:lnTo>
                    <a:pt x="11548" y="30015"/>
                  </a:lnTo>
                  <a:lnTo>
                    <a:pt x="11892" y="28846"/>
                  </a:lnTo>
                  <a:lnTo>
                    <a:pt x="12235" y="27586"/>
                  </a:lnTo>
                  <a:lnTo>
                    <a:pt x="12579" y="26211"/>
                  </a:lnTo>
                  <a:lnTo>
                    <a:pt x="12900" y="24745"/>
                  </a:lnTo>
                  <a:lnTo>
                    <a:pt x="13221" y="23187"/>
                  </a:lnTo>
                  <a:lnTo>
                    <a:pt x="13404" y="22225"/>
                  </a:lnTo>
                  <a:lnTo>
                    <a:pt x="13587" y="21217"/>
                  </a:lnTo>
                  <a:lnTo>
                    <a:pt x="13747" y="20208"/>
                  </a:lnTo>
                  <a:lnTo>
                    <a:pt x="13908" y="19155"/>
                  </a:lnTo>
                  <a:lnTo>
                    <a:pt x="14091" y="17597"/>
                  </a:lnTo>
                  <a:lnTo>
                    <a:pt x="14252" y="16016"/>
                  </a:lnTo>
                  <a:lnTo>
                    <a:pt x="14389" y="14366"/>
                  </a:lnTo>
                  <a:lnTo>
                    <a:pt x="14481" y="12693"/>
                  </a:lnTo>
                  <a:lnTo>
                    <a:pt x="14504" y="11227"/>
                  </a:lnTo>
                  <a:lnTo>
                    <a:pt x="14526" y="10288"/>
                  </a:lnTo>
                  <a:lnTo>
                    <a:pt x="14526" y="9348"/>
                  </a:lnTo>
                  <a:lnTo>
                    <a:pt x="14504" y="8386"/>
                  </a:lnTo>
                  <a:lnTo>
                    <a:pt x="14458" y="7424"/>
                  </a:lnTo>
                  <a:lnTo>
                    <a:pt x="14412" y="6507"/>
                  </a:lnTo>
                  <a:lnTo>
                    <a:pt x="14366" y="5591"/>
                  </a:lnTo>
                  <a:lnTo>
                    <a:pt x="14297" y="4674"/>
                  </a:lnTo>
                  <a:lnTo>
                    <a:pt x="14206" y="3735"/>
                  </a:lnTo>
                  <a:lnTo>
                    <a:pt x="14114" y="3231"/>
                  </a:lnTo>
                  <a:lnTo>
                    <a:pt x="14000" y="2773"/>
                  </a:lnTo>
                  <a:lnTo>
                    <a:pt x="13816" y="2360"/>
                  </a:lnTo>
                  <a:lnTo>
                    <a:pt x="13610" y="1971"/>
                  </a:lnTo>
                  <a:lnTo>
                    <a:pt x="13381" y="1627"/>
                  </a:lnTo>
                  <a:lnTo>
                    <a:pt x="13083" y="1306"/>
                  </a:lnTo>
                  <a:lnTo>
                    <a:pt x="12785" y="1031"/>
                  </a:lnTo>
                  <a:lnTo>
                    <a:pt x="12442" y="802"/>
                  </a:lnTo>
                  <a:lnTo>
                    <a:pt x="12075" y="596"/>
                  </a:lnTo>
                  <a:lnTo>
                    <a:pt x="11685" y="413"/>
                  </a:lnTo>
                  <a:lnTo>
                    <a:pt x="11273" y="275"/>
                  </a:lnTo>
                  <a:lnTo>
                    <a:pt x="10861" y="161"/>
                  </a:lnTo>
                  <a:lnTo>
                    <a:pt x="10425" y="69"/>
                  </a:lnTo>
                  <a:lnTo>
                    <a:pt x="9967" y="23"/>
                  </a:lnTo>
                  <a:lnTo>
                    <a:pt x="9532" y="0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2" name="Google Shape;4992;p66"/>
            <p:cNvSpPr/>
            <p:nvPr/>
          </p:nvSpPr>
          <p:spPr>
            <a:xfrm>
              <a:off x="3943287" y="4092526"/>
              <a:ext cx="265401" cy="265423"/>
            </a:xfrm>
            <a:custGeom>
              <a:avLst/>
              <a:gdLst/>
              <a:ahLst/>
              <a:cxnLst/>
              <a:rect l="l" t="t" r="r" b="b"/>
              <a:pathLst>
                <a:path w="12350" h="12351" extrusionOk="0">
                  <a:moveTo>
                    <a:pt x="10998" y="1"/>
                  </a:moveTo>
                  <a:lnTo>
                    <a:pt x="9921" y="1055"/>
                  </a:lnTo>
                  <a:lnTo>
                    <a:pt x="7470" y="3461"/>
                  </a:lnTo>
                  <a:lnTo>
                    <a:pt x="6095" y="4835"/>
                  </a:lnTo>
                  <a:lnTo>
                    <a:pt x="4858" y="6118"/>
                  </a:lnTo>
                  <a:lnTo>
                    <a:pt x="4331" y="6668"/>
                  </a:lnTo>
                  <a:lnTo>
                    <a:pt x="3896" y="7172"/>
                  </a:lnTo>
                  <a:lnTo>
                    <a:pt x="3552" y="7562"/>
                  </a:lnTo>
                  <a:lnTo>
                    <a:pt x="3346" y="7860"/>
                  </a:lnTo>
                  <a:lnTo>
                    <a:pt x="3162" y="8112"/>
                  </a:lnTo>
                  <a:lnTo>
                    <a:pt x="2933" y="8387"/>
                  </a:lnTo>
                  <a:lnTo>
                    <a:pt x="2360" y="9051"/>
                  </a:lnTo>
                  <a:lnTo>
                    <a:pt x="1719" y="9761"/>
                  </a:lnTo>
                  <a:lnTo>
                    <a:pt x="1054" y="10449"/>
                  </a:lnTo>
                  <a:lnTo>
                    <a:pt x="757" y="10792"/>
                  </a:lnTo>
                  <a:lnTo>
                    <a:pt x="505" y="11113"/>
                  </a:lnTo>
                  <a:lnTo>
                    <a:pt x="276" y="11411"/>
                  </a:lnTo>
                  <a:lnTo>
                    <a:pt x="115" y="11663"/>
                  </a:lnTo>
                  <a:lnTo>
                    <a:pt x="23" y="11892"/>
                  </a:lnTo>
                  <a:lnTo>
                    <a:pt x="1" y="11984"/>
                  </a:lnTo>
                  <a:lnTo>
                    <a:pt x="1" y="12052"/>
                  </a:lnTo>
                  <a:lnTo>
                    <a:pt x="23" y="12121"/>
                  </a:lnTo>
                  <a:lnTo>
                    <a:pt x="69" y="12190"/>
                  </a:lnTo>
                  <a:lnTo>
                    <a:pt x="138" y="12213"/>
                  </a:lnTo>
                  <a:lnTo>
                    <a:pt x="230" y="12236"/>
                  </a:lnTo>
                  <a:lnTo>
                    <a:pt x="825" y="12304"/>
                  </a:lnTo>
                  <a:lnTo>
                    <a:pt x="1673" y="12327"/>
                  </a:lnTo>
                  <a:lnTo>
                    <a:pt x="2704" y="12350"/>
                  </a:lnTo>
                  <a:lnTo>
                    <a:pt x="3827" y="12327"/>
                  </a:lnTo>
                  <a:lnTo>
                    <a:pt x="4400" y="12282"/>
                  </a:lnTo>
                  <a:lnTo>
                    <a:pt x="4972" y="12236"/>
                  </a:lnTo>
                  <a:lnTo>
                    <a:pt x="5522" y="12167"/>
                  </a:lnTo>
                  <a:lnTo>
                    <a:pt x="6049" y="12075"/>
                  </a:lnTo>
                  <a:lnTo>
                    <a:pt x="6530" y="11984"/>
                  </a:lnTo>
                  <a:lnTo>
                    <a:pt x="6966" y="11869"/>
                  </a:lnTo>
                  <a:lnTo>
                    <a:pt x="7355" y="11709"/>
                  </a:lnTo>
                  <a:lnTo>
                    <a:pt x="7516" y="11617"/>
                  </a:lnTo>
                  <a:lnTo>
                    <a:pt x="7676" y="11548"/>
                  </a:lnTo>
                  <a:lnTo>
                    <a:pt x="7928" y="11342"/>
                  </a:lnTo>
                  <a:lnTo>
                    <a:pt x="8180" y="11113"/>
                  </a:lnTo>
                  <a:lnTo>
                    <a:pt x="8455" y="10861"/>
                  </a:lnTo>
                  <a:lnTo>
                    <a:pt x="8707" y="10563"/>
                  </a:lnTo>
                  <a:lnTo>
                    <a:pt x="9257" y="9922"/>
                  </a:lnTo>
                  <a:lnTo>
                    <a:pt x="9761" y="9234"/>
                  </a:lnTo>
                  <a:lnTo>
                    <a:pt x="10219" y="8593"/>
                  </a:lnTo>
                  <a:lnTo>
                    <a:pt x="10609" y="8043"/>
                  </a:lnTo>
                  <a:lnTo>
                    <a:pt x="10998" y="7447"/>
                  </a:lnTo>
                  <a:lnTo>
                    <a:pt x="11479" y="10220"/>
                  </a:lnTo>
                  <a:lnTo>
                    <a:pt x="12304" y="10220"/>
                  </a:lnTo>
                  <a:lnTo>
                    <a:pt x="12304" y="6462"/>
                  </a:lnTo>
                  <a:lnTo>
                    <a:pt x="12327" y="3965"/>
                  </a:lnTo>
                  <a:lnTo>
                    <a:pt x="12327" y="2979"/>
                  </a:lnTo>
                  <a:lnTo>
                    <a:pt x="12350" y="2315"/>
                  </a:lnTo>
                  <a:lnTo>
                    <a:pt x="12350" y="2086"/>
                  </a:lnTo>
                  <a:lnTo>
                    <a:pt x="12304" y="1880"/>
                  </a:lnTo>
                  <a:lnTo>
                    <a:pt x="12258" y="1651"/>
                  </a:lnTo>
                  <a:lnTo>
                    <a:pt x="12167" y="1444"/>
                  </a:lnTo>
                  <a:lnTo>
                    <a:pt x="12075" y="1238"/>
                  </a:lnTo>
                  <a:lnTo>
                    <a:pt x="11960" y="1055"/>
                  </a:lnTo>
                  <a:lnTo>
                    <a:pt x="11708" y="711"/>
                  </a:lnTo>
                  <a:lnTo>
                    <a:pt x="11456" y="413"/>
                  </a:lnTo>
                  <a:lnTo>
                    <a:pt x="11227" y="184"/>
                  </a:lnTo>
                  <a:lnTo>
                    <a:pt x="10998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3" name="Google Shape;4993;p66"/>
            <p:cNvSpPr/>
            <p:nvPr/>
          </p:nvSpPr>
          <p:spPr>
            <a:xfrm>
              <a:off x="4006316" y="4015228"/>
              <a:ext cx="175294" cy="275760"/>
            </a:xfrm>
            <a:custGeom>
              <a:avLst/>
              <a:gdLst/>
              <a:ahLst/>
              <a:cxnLst/>
              <a:rect l="l" t="t" r="r" b="b"/>
              <a:pathLst>
                <a:path w="8157" h="12832" extrusionOk="0">
                  <a:moveTo>
                    <a:pt x="4124" y="1"/>
                  </a:moveTo>
                  <a:lnTo>
                    <a:pt x="4124" y="505"/>
                  </a:lnTo>
                  <a:lnTo>
                    <a:pt x="4056" y="1719"/>
                  </a:lnTo>
                  <a:lnTo>
                    <a:pt x="4010" y="2452"/>
                  </a:lnTo>
                  <a:lnTo>
                    <a:pt x="3941" y="3186"/>
                  </a:lnTo>
                  <a:lnTo>
                    <a:pt x="3849" y="3873"/>
                  </a:lnTo>
                  <a:lnTo>
                    <a:pt x="3781" y="4171"/>
                  </a:lnTo>
                  <a:lnTo>
                    <a:pt x="3712" y="4446"/>
                  </a:lnTo>
                  <a:lnTo>
                    <a:pt x="3460" y="5362"/>
                  </a:lnTo>
                  <a:lnTo>
                    <a:pt x="3139" y="6324"/>
                  </a:lnTo>
                  <a:lnTo>
                    <a:pt x="2750" y="7333"/>
                  </a:lnTo>
                  <a:lnTo>
                    <a:pt x="2521" y="7837"/>
                  </a:lnTo>
                  <a:lnTo>
                    <a:pt x="2291" y="8364"/>
                  </a:lnTo>
                  <a:lnTo>
                    <a:pt x="2154" y="8638"/>
                  </a:lnTo>
                  <a:lnTo>
                    <a:pt x="1971" y="8936"/>
                  </a:lnTo>
                  <a:lnTo>
                    <a:pt x="1581" y="9601"/>
                  </a:lnTo>
                  <a:lnTo>
                    <a:pt x="1123" y="10288"/>
                  </a:lnTo>
                  <a:lnTo>
                    <a:pt x="688" y="10975"/>
                  </a:lnTo>
                  <a:lnTo>
                    <a:pt x="321" y="11594"/>
                  </a:lnTo>
                  <a:lnTo>
                    <a:pt x="184" y="11892"/>
                  </a:lnTo>
                  <a:lnTo>
                    <a:pt x="69" y="12144"/>
                  </a:lnTo>
                  <a:lnTo>
                    <a:pt x="23" y="12373"/>
                  </a:lnTo>
                  <a:lnTo>
                    <a:pt x="0" y="12556"/>
                  </a:lnTo>
                  <a:lnTo>
                    <a:pt x="23" y="12625"/>
                  </a:lnTo>
                  <a:lnTo>
                    <a:pt x="46" y="12694"/>
                  </a:lnTo>
                  <a:lnTo>
                    <a:pt x="92" y="12740"/>
                  </a:lnTo>
                  <a:lnTo>
                    <a:pt x="161" y="12785"/>
                  </a:lnTo>
                  <a:lnTo>
                    <a:pt x="321" y="12831"/>
                  </a:lnTo>
                  <a:lnTo>
                    <a:pt x="527" y="12831"/>
                  </a:lnTo>
                  <a:lnTo>
                    <a:pt x="779" y="12808"/>
                  </a:lnTo>
                  <a:lnTo>
                    <a:pt x="1031" y="12763"/>
                  </a:lnTo>
                  <a:lnTo>
                    <a:pt x="1329" y="12671"/>
                  </a:lnTo>
                  <a:lnTo>
                    <a:pt x="1627" y="12556"/>
                  </a:lnTo>
                  <a:lnTo>
                    <a:pt x="1948" y="12419"/>
                  </a:lnTo>
                  <a:lnTo>
                    <a:pt x="2291" y="12259"/>
                  </a:lnTo>
                  <a:lnTo>
                    <a:pt x="2612" y="12075"/>
                  </a:lnTo>
                  <a:lnTo>
                    <a:pt x="2956" y="11869"/>
                  </a:lnTo>
                  <a:lnTo>
                    <a:pt x="3300" y="11663"/>
                  </a:lnTo>
                  <a:lnTo>
                    <a:pt x="3620" y="11434"/>
                  </a:lnTo>
                  <a:lnTo>
                    <a:pt x="3918" y="11205"/>
                  </a:lnTo>
                  <a:lnTo>
                    <a:pt x="4216" y="10953"/>
                  </a:lnTo>
                  <a:lnTo>
                    <a:pt x="4491" y="10701"/>
                  </a:lnTo>
                  <a:lnTo>
                    <a:pt x="4720" y="10448"/>
                  </a:lnTo>
                  <a:lnTo>
                    <a:pt x="5247" y="9853"/>
                  </a:lnTo>
                  <a:lnTo>
                    <a:pt x="5774" y="9211"/>
                  </a:lnTo>
                  <a:lnTo>
                    <a:pt x="6278" y="8547"/>
                  </a:lnTo>
                  <a:lnTo>
                    <a:pt x="6736" y="7905"/>
                  </a:lnTo>
                  <a:lnTo>
                    <a:pt x="7149" y="7241"/>
                  </a:lnTo>
                  <a:lnTo>
                    <a:pt x="7515" y="6622"/>
                  </a:lnTo>
                  <a:lnTo>
                    <a:pt x="7790" y="6027"/>
                  </a:lnTo>
                  <a:lnTo>
                    <a:pt x="7905" y="5752"/>
                  </a:lnTo>
                  <a:lnTo>
                    <a:pt x="7973" y="5500"/>
                  </a:lnTo>
                  <a:lnTo>
                    <a:pt x="8042" y="5270"/>
                  </a:lnTo>
                  <a:lnTo>
                    <a:pt x="8088" y="5041"/>
                  </a:lnTo>
                  <a:lnTo>
                    <a:pt x="8134" y="4606"/>
                  </a:lnTo>
                  <a:lnTo>
                    <a:pt x="8157" y="4239"/>
                  </a:lnTo>
                  <a:lnTo>
                    <a:pt x="8134" y="3919"/>
                  </a:lnTo>
                  <a:lnTo>
                    <a:pt x="8088" y="3644"/>
                  </a:lnTo>
                  <a:lnTo>
                    <a:pt x="8042" y="3460"/>
                  </a:lnTo>
                  <a:lnTo>
                    <a:pt x="7973" y="3300"/>
                  </a:lnTo>
                  <a:lnTo>
                    <a:pt x="8088" y="322"/>
                  </a:lnTo>
                  <a:lnTo>
                    <a:pt x="4124" y="1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4" name="Google Shape;4994;p66"/>
            <p:cNvSpPr/>
            <p:nvPr/>
          </p:nvSpPr>
          <p:spPr>
            <a:xfrm>
              <a:off x="4108220" y="3326916"/>
              <a:ext cx="78804" cy="19212"/>
            </a:xfrm>
            <a:custGeom>
              <a:avLst/>
              <a:gdLst/>
              <a:ahLst/>
              <a:cxnLst/>
              <a:rect l="l" t="t" r="r" b="b"/>
              <a:pathLst>
                <a:path w="3667" h="894" extrusionOk="0">
                  <a:moveTo>
                    <a:pt x="3300" y="0"/>
                  </a:moveTo>
                  <a:lnTo>
                    <a:pt x="2934" y="138"/>
                  </a:lnTo>
                  <a:lnTo>
                    <a:pt x="2613" y="206"/>
                  </a:lnTo>
                  <a:lnTo>
                    <a:pt x="2292" y="275"/>
                  </a:lnTo>
                  <a:lnTo>
                    <a:pt x="2017" y="321"/>
                  </a:lnTo>
                  <a:lnTo>
                    <a:pt x="1765" y="344"/>
                  </a:lnTo>
                  <a:lnTo>
                    <a:pt x="1513" y="367"/>
                  </a:lnTo>
                  <a:lnTo>
                    <a:pt x="1124" y="344"/>
                  </a:lnTo>
                  <a:lnTo>
                    <a:pt x="803" y="298"/>
                  </a:lnTo>
                  <a:lnTo>
                    <a:pt x="597" y="229"/>
                  </a:lnTo>
                  <a:lnTo>
                    <a:pt x="459" y="184"/>
                  </a:lnTo>
                  <a:lnTo>
                    <a:pt x="413" y="161"/>
                  </a:lnTo>
                  <a:lnTo>
                    <a:pt x="322" y="115"/>
                  </a:lnTo>
                  <a:lnTo>
                    <a:pt x="207" y="115"/>
                  </a:lnTo>
                  <a:lnTo>
                    <a:pt x="116" y="138"/>
                  </a:lnTo>
                  <a:lnTo>
                    <a:pt x="47" y="206"/>
                  </a:lnTo>
                  <a:lnTo>
                    <a:pt x="1" y="321"/>
                  </a:lnTo>
                  <a:lnTo>
                    <a:pt x="1" y="413"/>
                  </a:lnTo>
                  <a:lnTo>
                    <a:pt x="47" y="504"/>
                  </a:lnTo>
                  <a:lnTo>
                    <a:pt x="116" y="596"/>
                  </a:lnTo>
                  <a:lnTo>
                    <a:pt x="207" y="642"/>
                  </a:lnTo>
                  <a:lnTo>
                    <a:pt x="345" y="711"/>
                  </a:lnTo>
                  <a:lnTo>
                    <a:pt x="505" y="756"/>
                  </a:lnTo>
                  <a:lnTo>
                    <a:pt x="711" y="825"/>
                  </a:lnTo>
                  <a:lnTo>
                    <a:pt x="963" y="871"/>
                  </a:lnTo>
                  <a:lnTo>
                    <a:pt x="1261" y="894"/>
                  </a:lnTo>
                  <a:lnTo>
                    <a:pt x="1628" y="894"/>
                  </a:lnTo>
                  <a:lnTo>
                    <a:pt x="2017" y="871"/>
                  </a:lnTo>
                  <a:lnTo>
                    <a:pt x="2452" y="802"/>
                  </a:lnTo>
                  <a:lnTo>
                    <a:pt x="2934" y="688"/>
                  </a:lnTo>
                  <a:lnTo>
                    <a:pt x="3484" y="527"/>
                  </a:lnTo>
                  <a:lnTo>
                    <a:pt x="3575" y="459"/>
                  </a:lnTo>
                  <a:lnTo>
                    <a:pt x="3644" y="390"/>
                  </a:lnTo>
                  <a:lnTo>
                    <a:pt x="3667" y="275"/>
                  </a:lnTo>
                  <a:lnTo>
                    <a:pt x="3644" y="184"/>
                  </a:lnTo>
                  <a:lnTo>
                    <a:pt x="3598" y="92"/>
                  </a:lnTo>
                  <a:lnTo>
                    <a:pt x="3506" y="23"/>
                  </a:lnTo>
                  <a:lnTo>
                    <a:pt x="3415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5" name="Google Shape;4995;p66"/>
            <p:cNvSpPr/>
            <p:nvPr/>
          </p:nvSpPr>
          <p:spPr>
            <a:xfrm>
              <a:off x="4044224" y="2354984"/>
              <a:ext cx="800116" cy="870044"/>
            </a:xfrm>
            <a:custGeom>
              <a:avLst/>
              <a:gdLst/>
              <a:ahLst/>
              <a:cxnLst/>
              <a:rect l="l" t="t" r="r" b="b"/>
              <a:pathLst>
                <a:path w="37232" h="40486" extrusionOk="0">
                  <a:moveTo>
                    <a:pt x="9463" y="1"/>
                  </a:moveTo>
                  <a:lnTo>
                    <a:pt x="8386" y="2842"/>
                  </a:lnTo>
                  <a:lnTo>
                    <a:pt x="7309" y="5797"/>
                  </a:lnTo>
                  <a:lnTo>
                    <a:pt x="7172" y="6164"/>
                  </a:lnTo>
                  <a:lnTo>
                    <a:pt x="6416" y="8363"/>
                  </a:lnTo>
                  <a:lnTo>
                    <a:pt x="5660" y="10609"/>
                  </a:lnTo>
                  <a:lnTo>
                    <a:pt x="5522" y="11067"/>
                  </a:lnTo>
                  <a:lnTo>
                    <a:pt x="4812" y="13358"/>
                  </a:lnTo>
                  <a:lnTo>
                    <a:pt x="4674" y="13839"/>
                  </a:lnTo>
                  <a:lnTo>
                    <a:pt x="3987" y="16222"/>
                  </a:lnTo>
                  <a:lnTo>
                    <a:pt x="3873" y="16657"/>
                  </a:lnTo>
                  <a:lnTo>
                    <a:pt x="3323" y="18742"/>
                  </a:lnTo>
                  <a:lnTo>
                    <a:pt x="2796" y="20873"/>
                  </a:lnTo>
                  <a:lnTo>
                    <a:pt x="2292" y="23050"/>
                  </a:lnTo>
                  <a:lnTo>
                    <a:pt x="1810" y="25295"/>
                  </a:lnTo>
                  <a:lnTo>
                    <a:pt x="1696" y="25891"/>
                  </a:lnTo>
                  <a:lnTo>
                    <a:pt x="1467" y="27151"/>
                  </a:lnTo>
                  <a:lnTo>
                    <a:pt x="1215" y="28434"/>
                  </a:lnTo>
                  <a:lnTo>
                    <a:pt x="1146" y="28892"/>
                  </a:lnTo>
                  <a:lnTo>
                    <a:pt x="940" y="30175"/>
                  </a:lnTo>
                  <a:lnTo>
                    <a:pt x="734" y="31481"/>
                  </a:lnTo>
                  <a:lnTo>
                    <a:pt x="665" y="31894"/>
                  </a:lnTo>
                  <a:lnTo>
                    <a:pt x="390" y="33818"/>
                  </a:lnTo>
                  <a:lnTo>
                    <a:pt x="138" y="35789"/>
                  </a:lnTo>
                  <a:lnTo>
                    <a:pt x="92" y="36178"/>
                  </a:lnTo>
                  <a:lnTo>
                    <a:pt x="0" y="37072"/>
                  </a:lnTo>
                  <a:lnTo>
                    <a:pt x="871" y="37392"/>
                  </a:lnTo>
                  <a:lnTo>
                    <a:pt x="1765" y="37690"/>
                  </a:lnTo>
                  <a:lnTo>
                    <a:pt x="2635" y="37988"/>
                  </a:lnTo>
                  <a:lnTo>
                    <a:pt x="3506" y="38240"/>
                  </a:lnTo>
                  <a:lnTo>
                    <a:pt x="4354" y="38492"/>
                  </a:lnTo>
                  <a:lnTo>
                    <a:pt x="5224" y="38721"/>
                  </a:lnTo>
                  <a:lnTo>
                    <a:pt x="6072" y="38950"/>
                  </a:lnTo>
                  <a:lnTo>
                    <a:pt x="6920" y="39157"/>
                  </a:lnTo>
                  <a:lnTo>
                    <a:pt x="7745" y="39340"/>
                  </a:lnTo>
                  <a:lnTo>
                    <a:pt x="8592" y="39500"/>
                  </a:lnTo>
                  <a:lnTo>
                    <a:pt x="10219" y="39798"/>
                  </a:lnTo>
                  <a:lnTo>
                    <a:pt x="11846" y="40027"/>
                  </a:lnTo>
                  <a:lnTo>
                    <a:pt x="13427" y="40211"/>
                  </a:lnTo>
                  <a:lnTo>
                    <a:pt x="13770" y="40234"/>
                  </a:lnTo>
                  <a:lnTo>
                    <a:pt x="14916" y="40348"/>
                  </a:lnTo>
                  <a:lnTo>
                    <a:pt x="16039" y="40417"/>
                  </a:lnTo>
                  <a:lnTo>
                    <a:pt x="16359" y="40417"/>
                  </a:lnTo>
                  <a:lnTo>
                    <a:pt x="18032" y="40486"/>
                  </a:lnTo>
                  <a:lnTo>
                    <a:pt x="19659" y="40486"/>
                  </a:lnTo>
                  <a:lnTo>
                    <a:pt x="21240" y="40440"/>
                  </a:lnTo>
                  <a:lnTo>
                    <a:pt x="22752" y="40348"/>
                  </a:lnTo>
                  <a:lnTo>
                    <a:pt x="24195" y="40211"/>
                  </a:lnTo>
                  <a:lnTo>
                    <a:pt x="25593" y="40073"/>
                  </a:lnTo>
                  <a:lnTo>
                    <a:pt x="26922" y="39890"/>
                  </a:lnTo>
                  <a:lnTo>
                    <a:pt x="28182" y="39684"/>
                  </a:lnTo>
                  <a:lnTo>
                    <a:pt x="28457" y="39638"/>
                  </a:lnTo>
                  <a:lnTo>
                    <a:pt x="29419" y="39455"/>
                  </a:lnTo>
                  <a:lnTo>
                    <a:pt x="30313" y="39271"/>
                  </a:lnTo>
                  <a:lnTo>
                    <a:pt x="30610" y="39203"/>
                  </a:lnTo>
                  <a:lnTo>
                    <a:pt x="31596" y="38973"/>
                  </a:lnTo>
                  <a:lnTo>
                    <a:pt x="32489" y="38744"/>
                  </a:lnTo>
                  <a:lnTo>
                    <a:pt x="33337" y="38538"/>
                  </a:lnTo>
                  <a:lnTo>
                    <a:pt x="34093" y="38309"/>
                  </a:lnTo>
                  <a:lnTo>
                    <a:pt x="34414" y="38217"/>
                  </a:lnTo>
                  <a:lnTo>
                    <a:pt x="35628" y="37828"/>
                  </a:lnTo>
                  <a:lnTo>
                    <a:pt x="36499" y="37507"/>
                  </a:lnTo>
                  <a:lnTo>
                    <a:pt x="37049" y="37301"/>
                  </a:lnTo>
                  <a:lnTo>
                    <a:pt x="37232" y="37209"/>
                  </a:lnTo>
                  <a:lnTo>
                    <a:pt x="36499" y="34506"/>
                  </a:lnTo>
                  <a:lnTo>
                    <a:pt x="36407" y="34162"/>
                  </a:lnTo>
                  <a:lnTo>
                    <a:pt x="35765" y="31756"/>
                  </a:lnTo>
                  <a:lnTo>
                    <a:pt x="35697" y="31458"/>
                  </a:lnTo>
                  <a:lnTo>
                    <a:pt x="35353" y="30152"/>
                  </a:lnTo>
                  <a:lnTo>
                    <a:pt x="35261" y="29855"/>
                  </a:lnTo>
                  <a:lnTo>
                    <a:pt x="34276" y="26143"/>
                  </a:lnTo>
                  <a:lnTo>
                    <a:pt x="34185" y="25822"/>
                  </a:lnTo>
                  <a:lnTo>
                    <a:pt x="33474" y="23210"/>
                  </a:lnTo>
                  <a:lnTo>
                    <a:pt x="33406" y="22935"/>
                  </a:lnTo>
                  <a:lnTo>
                    <a:pt x="32375" y="19246"/>
                  </a:lnTo>
                  <a:lnTo>
                    <a:pt x="31412" y="15764"/>
                  </a:lnTo>
                  <a:lnTo>
                    <a:pt x="31344" y="15489"/>
                  </a:lnTo>
                  <a:lnTo>
                    <a:pt x="30702" y="13244"/>
                  </a:lnTo>
                  <a:lnTo>
                    <a:pt x="30633" y="12969"/>
                  </a:lnTo>
                  <a:lnTo>
                    <a:pt x="29900" y="10494"/>
                  </a:lnTo>
                  <a:lnTo>
                    <a:pt x="29602" y="9555"/>
                  </a:lnTo>
                  <a:lnTo>
                    <a:pt x="29373" y="8799"/>
                  </a:lnTo>
                  <a:lnTo>
                    <a:pt x="29281" y="8593"/>
                  </a:lnTo>
                  <a:lnTo>
                    <a:pt x="29259" y="8478"/>
                  </a:lnTo>
                  <a:lnTo>
                    <a:pt x="28915" y="7607"/>
                  </a:lnTo>
                  <a:lnTo>
                    <a:pt x="28571" y="6737"/>
                  </a:lnTo>
                  <a:lnTo>
                    <a:pt x="28434" y="6439"/>
                  </a:lnTo>
                  <a:lnTo>
                    <a:pt x="28021" y="5477"/>
                  </a:lnTo>
                  <a:lnTo>
                    <a:pt x="27609" y="4537"/>
                  </a:lnTo>
                  <a:lnTo>
                    <a:pt x="26784" y="2842"/>
                  </a:lnTo>
                  <a:lnTo>
                    <a:pt x="26624" y="2544"/>
                  </a:lnTo>
                  <a:lnTo>
                    <a:pt x="26143" y="1559"/>
                  </a:lnTo>
                  <a:lnTo>
                    <a:pt x="25730" y="803"/>
                  </a:lnTo>
                  <a:lnTo>
                    <a:pt x="25387" y="138"/>
                  </a:lnTo>
                  <a:lnTo>
                    <a:pt x="24722" y="299"/>
                  </a:lnTo>
                  <a:lnTo>
                    <a:pt x="24035" y="459"/>
                  </a:lnTo>
                  <a:lnTo>
                    <a:pt x="23370" y="596"/>
                  </a:lnTo>
                  <a:lnTo>
                    <a:pt x="22683" y="711"/>
                  </a:lnTo>
                  <a:lnTo>
                    <a:pt x="21996" y="803"/>
                  </a:lnTo>
                  <a:lnTo>
                    <a:pt x="21308" y="871"/>
                  </a:lnTo>
                  <a:lnTo>
                    <a:pt x="20621" y="940"/>
                  </a:lnTo>
                  <a:lnTo>
                    <a:pt x="19934" y="986"/>
                  </a:lnTo>
                  <a:lnTo>
                    <a:pt x="19269" y="1009"/>
                  </a:lnTo>
                  <a:lnTo>
                    <a:pt x="18582" y="1009"/>
                  </a:lnTo>
                  <a:lnTo>
                    <a:pt x="17276" y="986"/>
                  </a:lnTo>
                  <a:lnTo>
                    <a:pt x="15993" y="940"/>
                  </a:lnTo>
                  <a:lnTo>
                    <a:pt x="14801" y="825"/>
                  </a:lnTo>
                  <a:lnTo>
                    <a:pt x="13679" y="711"/>
                  </a:lnTo>
                  <a:lnTo>
                    <a:pt x="12648" y="573"/>
                  </a:lnTo>
                  <a:lnTo>
                    <a:pt x="11754" y="436"/>
                  </a:lnTo>
                  <a:lnTo>
                    <a:pt x="10975" y="299"/>
                  </a:lnTo>
                  <a:lnTo>
                    <a:pt x="9852" y="92"/>
                  </a:lnTo>
                  <a:lnTo>
                    <a:pt x="9463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6" name="Google Shape;4996;p66"/>
            <p:cNvSpPr/>
            <p:nvPr/>
          </p:nvSpPr>
          <p:spPr>
            <a:xfrm>
              <a:off x="4198326" y="2402755"/>
              <a:ext cx="80287" cy="84692"/>
            </a:xfrm>
            <a:custGeom>
              <a:avLst/>
              <a:gdLst/>
              <a:ahLst/>
              <a:cxnLst/>
              <a:rect l="l" t="t" r="r" b="b"/>
              <a:pathLst>
                <a:path w="3736" h="3941" extrusionOk="0">
                  <a:moveTo>
                    <a:pt x="3598" y="0"/>
                  </a:moveTo>
                  <a:lnTo>
                    <a:pt x="3552" y="23"/>
                  </a:lnTo>
                  <a:lnTo>
                    <a:pt x="3506" y="46"/>
                  </a:lnTo>
                  <a:lnTo>
                    <a:pt x="3460" y="92"/>
                  </a:lnTo>
                  <a:lnTo>
                    <a:pt x="3460" y="160"/>
                  </a:lnTo>
                  <a:lnTo>
                    <a:pt x="3415" y="481"/>
                  </a:lnTo>
                  <a:lnTo>
                    <a:pt x="3346" y="802"/>
                  </a:lnTo>
                  <a:lnTo>
                    <a:pt x="3254" y="1100"/>
                  </a:lnTo>
                  <a:lnTo>
                    <a:pt x="3117" y="1375"/>
                  </a:lnTo>
                  <a:lnTo>
                    <a:pt x="2956" y="1650"/>
                  </a:lnTo>
                  <a:lnTo>
                    <a:pt x="2773" y="1879"/>
                  </a:lnTo>
                  <a:lnTo>
                    <a:pt x="2590" y="2108"/>
                  </a:lnTo>
                  <a:lnTo>
                    <a:pt x="2361" y="2314"/>
                  </a:lnTo>
                  <a:lnTo>
                    <a:pt x="2132" y="2520"/>
                  </a:lnTo>
                  <a:lnTo>
                    <a:pt x="1857" y="2704"/>
                  </a:lnTo>
                  <a:lnTo>
                    <a:pt x="1605" y="2864"/>
                  </a:lnTo>
                  <a:lnTo>
                    <a:pt x="1330" y="3024"/>
                  </a:lnTo>
                  <a:lnTo>
                    <a:pt x="734" y="3322"/>
                  </a:lnTo>
                  <a:lnTo>
                    <a:pt x="138" y="3574"/>
                  </a:lnTo>
                  <a:lnTo>
                    <a:pt x="1" y="3941"/>
                  </a:lnTo>
                  <a:lnTo>
                    <a:pt x="1" y="3941"/>
                  </a:lnTo>
                  <a:lnTo>
                    <a:pt x="642" y="3689"/>
                  </a:lnTo>
                  <a:lnTo>
                    <a:pt x="963" y="3529"/>
                  </a:lnTo>
                  <a:lnTo>
                    <a:pt x="1284" y="3368"/>
                  </a:lnTo>
                  <a:lnTo>
                    <a:pt x="1605" y="3185"/>
                  </a:lnTo>
                  <a:lnTo>
                    <a:pt x="1902" y="3002"/>
                  </a:lnTo>
                  <a:lnTo>
                    <a:pt x="2200" y="2795"/>
                  </a:lnTo>
                  <a:lnTo>
                    <a:pt x="2475" y="2566"/>
                  </a:lnTo>
                  <a:lnTo>
                    <a:pt x="2727" y="2337"/>
                  </a:lnTo>
                  <a:lnTo>
                    <a:pt x="2956" y="2085"/>
                  </a:lnTo>
                  <a:lnTo>
                    <a:pt x="3163" y="1810"/>
                  </a:lnTo>
                  <a:lnTo>
                    <a:pt x="3346" y="1512"/>
                  </a:lnTo>
                  <a:lnTo>
                    <a:pt x="3506" y="1192"/>
                  </a:lnTo>
                  <a:lnTo>
                    <a:pt x="3621" y="871"/>
                  </a:lnTo>
                  <a:lnTo>
                    <a:pt x="3690" y="527"/>
                  </a:lnTo>
                  <a:lnTo>
                    <a:pt x="3735" y="160"/>
                  </a:lnTo>
                  <a:lnTo>
                    <a:pt x="3735" y="92"/>
                  </a:lnTo>
                  <a:lnTo>
                    <a:pt x="3690" y="46"/>
                  </a:lnTo>
                  <a:lnTo>
                    <a:pt x="3667" y="23"/>
                  </a:lnTo>
                  <a:lnTo>
                    <a:pt x="3598" y="0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7" name="Google Shape;4997;p66"/>
            <p:cNvSpPr/>
            <p:nvPr/>
          </p:nvSpPr>
          <p:spPr>
            <a:xfrm>
              <a:off x="4162889" y="2420463"/>
              <a:ext cx="167901" cy="172350"/>
            </a:xfrm>
            <a:custGeom>
              <a:avLst/>
              <a:gdLst/>
              <a:ahLst/>
              <a:cxnLst/>
              <a:rect l="l" t="t" r="r" b="b"/>
              <a:pathLst>
                <a:path w="7813" h="8020" extrusionOk="0">
                  <a:moveTo>
                    <a:pt x="7607" y="1"/>
                  </a:moveTo>
                  <a:lnTo>
                    <a:pt x="7561" y="47"/>
                  </a:lnTo>
                  <a:lnTo>
                    <a:pt x="7538" y="93"/>
                  </a:lnTo>
                  <a:lnTo>
                    <a:pt x="7469" y="413"/>
                  </a:lnTo>
                  <a:lnTo>
                    <a:pt x="7401" y="711"/>
                  </a:lnTo>
                  <a:lnTo>
                    <a:pt x="7309" y="986"/>
                  </a:lnTo>
                  <a:lnTo>
                    <a:pt x="7194" y="1284"/>
                  </a:lnTo>
                  <a:lnTo>
                    <a:pt x="7080" y="1559"/>
                  </a:lnTo>
                  <a:lnTo>
                    <a:pt x="6942" y="1811"/>
                  </a:lnTo>
                  <a:lnTo>
                    <a:pt x="6645" y="2338"/>
                  </a:lnTo>
                  <a:lnTo>
                    <a:pt x="6324" y="2819"/>
                  </a:lnTo>
                  <a:lnTo>
                    <a:pt x="5957" y="3277"/>
                  </a:lnTo>
                  <a:lnTo>
                    <a:pt x="5545" y="3713"/>
                  </a:lnTo>
                  <a:lnTo>
                    <a:pt x="5109" y="4125"/>
                  </a:lnTo>
                  <a:lnTo>
                    <a:pt x="4674" y="4515"/>
                  </a:lnTo>
                  <a:lnTo>
                    <a:pt x="4193" y="4904"/>
                  </a:lnTo>
                  <a:lnTo>
                    <a:pt x="3712" y="5271"/>
                  </a:lnTo>
                  <a:lnTo>
                    <a:pt x="3208" y="5614"/>
                  </a:lnTo>
                  <a:lnTo>
                    <a:pt x="2200" y="6279"/>
                  </a:lnTo>
                  <a:lnTo>
                    <a:pt x="1192" y="6897"/>
                  </a:lnTo>
                  <a:lnTo>
                    <a:pt x="138" y="7562"/>
                  </a:lnTo>
                  <a:lnTo>
                    <a:pt x="0" y="8020"/>
                  </a:lnTo>
                  <a:lnTo>
                    <a:pt x="0" y="8020"/>
                  </a:lnTo>
                  <a:lnTo>
                    <a:pt x="687" y="7562"/>
                  </a:lnTo>
                  <a:lnTo>
                    <a:pt x="1398" y="7104"/>
                  </a:lnTo>
                  <a:lnTo>
                    <a:pt x="2818" y="6233"/>
                  </a:lnTo>
                  <a:lnTo>
                    <a:pt x="3529" y="5752"/>
                  </a:lnTo>
                  <a:lnTo>
                    <a:pt x="4193" y="5271"/>
                  </a:lnTo>
                  <a:lnTo>
                    <a:pt x="4857" y="4744"/>
                  </a:lnTo>
                  <a:lnTo>
                    <a:pt x="5178" y="4469"/>
                  </a:lnTo>
                  <a:lnTo>
                    <a:pt x="5476" y="4194"/>
                  </a:lnTo>
                  <a:lnTo>
                    <a:pt x="5888" y="3781"/>
                  </a:lnTo>
                  <a:lnTo>
                    <a:pt x="6278" y="3323"/>
                  </a:lnTo>
                  <a:lnTo>
                    <a:pt x="6645" y="2865"/>
                  </a:lnTo>
                  <a:lnTo>
                    <a:pt x="6965" y="2361"/>
                  </a:lnTo>
                  <a:lnTo>
                    <a:pt x="7240" y="1857"/>
                  </a:lnTo>
                  <a:lnTo>
                    <a:pt x="7492" y="1307"/>
                  </a:lnTo>
                  <a:lnTo>
                    <a:pt x="7584" y="1032"/>
                  </a:lnTo>
                  <a:lnTo>
                    <a:pt x="7676" y="757"/>
                  </a:lnTo>
                  <a:lnTo>
                    <a:pt x="7744" y="459"/>
                  </a:lnTo>
                  <a:lnTo>
                    <a:pt x="7813" y="184"/>
                  </a:lnTo>
                  <a:lnTo>
                    <a:pt x="7813" y="115"/>
                  </a:lnTo>
                  <a:lnTo>
                    <a:pt x="7790" y="70"/>
                  </a:lnTo>
                  <a:lnTo>
                    <a:pt x="7744" y="24"/>
                  </a:lnTo>
                  <a:lnTo>
                    <a:pt x="7698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8" name="Google Shape;4998;p66"/>
            <p:cNvSpPr/>
            <p:nvPr/>
          </p:nvSpPr>
          <p:spPr>
            <a:xfrm>
              <a:off x="4080649" y="2677478"/>
              <a:ext cx="155609" cy="233897"/>
            </a:xfrm>
            <a:custGeom>
              <a:avLst/>
              <a:gdLst/>
              <a:ahLst/>
              <a:cxnLst/>
              <a:rect l="l" t="t" r="r" b="b"/>
              <a:pathLst>
                <a:path w="7241" h="10884" extrusionOk="0">
                  <a:moveTo>
                    <a:pt x="5454" y="1"/>
                  </a:moveTo>
                  <a:lnTo>
                    <a:pt x="5202" y="24"/>
                  </a:lnTo>
                  <a:lnTo>
                    <a:pt x="4950" y="70"/>
                  </a:lnTo>
                  <a:lnTo>
                    <a:pt x="4446" y="207"/>
                  </a:lnTo>
                  <a:lnTo>
                    <a:pt x="3942" y="367"/>
                  </a:lnTo>
                  <a:lnTo>
                    <a:pt x="3506" y="551"/>
                  </a:lnTo>
                  <a:lnTo>
                    <a:pt x="3117" y="734"/>
                  </a:lnTo>
                  <a:lnTo>
                    <a:pt x="2704" y="963"/>
                  </a:lnTo>
                  <a:lnTo>
                    <a:pt x="2292" y="1215"/>
                  </a:lnTo>
                  <a:lnTo>
                    <a:pt x="2178" y="1650"/>
                  </a:lnTo>
                  <a:lnTo>
                    <a:pt x="2178" y="1650"/>
                  </a:lnTo>
                  <a:lnTo>
                    <a:pt x="2636" y="1330"/>
                  </a:lnTo>
                  <a:lnTo>
                    <a:pt x="3071" y="1101"/>
                  </a:lnTo>
                  <a:lnTo>
                    <a:pt x="3506" y="871"/>
                  </a:lnTo>
                  <a:lnTo>
                    <a:pt x="3942" y="688"/>
                  </a:lnTo>
                  <a:lnTo>
                    <a:pt x="4400" y="551"/>
                  </a:lnTo>
                  <a:lnTo>
                    <a:pt x="4904" y="413"/>
                  </a:lnTo>
                  <a:lnTo>
                    <a:pt x="5179" y="344"/>
                  </a:lnTo>
                  <a:lnTo>
                    <a:pt x="5454" y="322"/>
                  </a:lnTo>
                  <a:lnTo>
                    <a:pt x="5729" y="299"/>
                  </a:lnTo>
                  <a:lnTo>
                    <a:pt x="6004" y="322"/>
                  </a:lnTo>
                  <a:lnTo>
                    <a:pt x="6256" y="390"/>
                  </a:lnTo>
                  <a:lnTo>
                    <a:pt x="6370" y="459"/>
                  </a:lnTo>
                  <a:lnTo>
                    <a:pt x="6485" y="505"/>
                  </a:lnTo>
                  <a:lnTo>
                    <a:pt x="6622" y="619"/>
                  </a:lnTo>
                  <a:lnTo>
                    <a:pt x="6714" y="734"/>
                  </a:lnTo>
                  <a:lnTo>
                    <a:pt x="6806" y="849"/>
                  </a:lnTo>
                  <a:lnTo>
                    <a:pt x="6851" y="986"/>
                  </a:lnTo>
                  <a:lnTo>
                    <a:pt x="6897" y="1123"/>
                  </a:lnTo>
                  <a:lnTo>
                    <a:pt x="6920" y="1261"/>
                  </a:lnTo>
                  <a:lnTo>
                    <a:pt x="6920" y="1398"/>
                  </a:lnTo>
                  <a:lnTo>
                    <a:pt x="6920" y="1559"/>
                  </a:lnTo>
                  <a:lnTo>
                    <a:pt x="6851" y="1857"/>
                  </a:lnTo>
                  <a:lnTo>
                    <a:pt x="6737" y="2132"/>
                  </a:lnTo>
                  <a:lnTo>
                    <a:pt x="6622" y="2407"/>
                  </a:lnTo>
                  <a:lnTo>
                    <a:pt x="6462" y="2659"/>
                  </a:lnTo>
                  <a:lnTo>
                    <a:pt x="6072" y="3163"/>
                  </a:lnTo>
                  <a:lnTo>
                    <a:pt x="5660" y="3667"/>
                  </a:lnTo>
                  <a:lnTo>
                    <a:pt x="4812" y="4675"/>
                  </a:lnTo>
                  <a:lnTo>
                    <a:pt x="1605" y="8501"/>
                  </a:lnTo>
                  <a:lnTo>
                    <a:pt x="115" y="10288"/>
                  </a:lnTo>
                  <a:lnTo>
                    <a:pt x="1" y="10884"/>
                  </a:lnTo>
                  <a:lnTo>
                    <a:pt x="5866" y="3827"/>
                  </a:lnTo>
                  <a:lnTo>
                    <a:pt x="6164" y="3483"/>
                  </a:lnTo>
                  <a:lnTo>
                    <a:pt x="6485" y="3094"/>
                  </a:lnTo>
                  <a:lnTo>
                    <a:pt x="6783" y="2659"/>
                  </a:lnTo>
                  <a:lnTo>
                    <a:pt x="6920" y="2429"/>
                  </a:lnTo>
                  <a:lnTo>
                    <a:pt x="7035" y="2200"/>
                  </a:lnTo>
                  <a:lnTo>
                    <a:pt x="7126" y="1948"/>
                  </a:lnTo>
                  <a:lnTo>
                    <a:pt x="7195" y="1719"/>
                  </a:lnTo>
                  <a:lnTo>
                    <a:pt x="7241" y="1490"/>
                  </a:lnTo>
                  <a:lnTo>
                    <a:pt x="7241" y="1238"/>
                  </a:lnTo>
                  <a:lnTo>
                    <a:pt x="7195" y="1009"/>
                  </a:lnTo>
                  <a:lnTo>
                    <a:pt x="7104" y="803"/>
                  </a:lnTo>
                  <a:lnTo>
                    <a:pt x="6966" y="574"/>
                  </a:lnTo>
                  <a:lnTo>
                    <a:pt x="6783" y="367"/>
                  </a:lnTo>
                  <a:lnTo>
                    <a:pt x="6599" y="230"/>
                  </a:lnTo>
                  <a:lnTo>
                    <a:pt x="6393" y="138"/>
                  </a:lnTo>
                  <a:lnTo>
                    <a:pt x="6187" y="47"/>
                  </a:lnTo>
                  <a:lnTo>
                    <a:pt x="5958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4999;p66"/>
            <p:cNvSpPr/>
            <p:nvPr/>
          </p:nvSpPr>
          <p:spPr>
            <a:xfrm>
              <a:off x="4046201" y="3075810"/>
              <a:ext cx="293962" cy="143790"/>
            </a:xfrm>
            <a:custGeom>
              <a:avLst/>
              <a:gdLst/>
              <a:ahLst/>
              <a:cxnLst/>
              <a:rect l="l" t="t" r="r" b="b"/>
              <a:pathLst>
                <a:path w="13679" h="6691" extrusionOk="0">
                  <a:moveTo>
                    <a:pt x="6278" y="0"/>
                  </a:moveTo>
                  <a:lnTo>
                    <a:pt x="5751" y="23"/>
                  </a:lnTo>
                  <a:lnTo>
                    <a:pt x="5201" y="92"/>
                  </a:lnTo>
                  <a:lnTo>
                    <a:pt x="4674" y="161"/>
                  </a:lnTo>
                  <a:lnTo>
                    <a:pt x="4147" y="298"/>
                  </a:lnTo>
                  <a:lnTo>
                    <a:pt x="3620" y="436"/>
                  </a:lnTo>
                  <a:lnTo>
                    <a:pt x="3116" y="619"/>
                  </a:lnTo>
                  <a:lnTo>
                    <a:pt x="2704" y="779"/>
                  </a:lnTo>
                  <a:lnTo>
                    <a:pt x="2314" y="963"/>
                  </a:lnTo>
                  <a:lnTo>
                    <a:pt x="1535" y="1352"/>
                  </a:lnTo>
                  <a:lnTo>
                    <a:pt x="779" y="1787"/>
                  </a:lnTo>
                  <a:lnTo>
                    <a:pt x="46" y="2246"/>
                  </a:lnTo>
                  <a:lnTo>
                    <a:pt x="0" y="2635"/>
                  </a:lnTo>
                  <a:lnTo>
                    <a:pt x="825" y="2108"/>
                  </a:lnTo>
                  <a:lnTo>
                    <a:pt x="1673" y="1627"/>
                  </a:lnTo>
                  <a:lnTo>
                    <a:pt x="2108" y="1398"/>
                  </a:lnTo>
                  <a:lnTo>
                    <a:pt x="2520" y="1192"/>
                  </a:lnTo>
                  <a:lnTo>
                    <a:pt x="2979" y="1008"/>
                  </a:lnTo>
                  <a:lnTo>
                    <a:pt x="3414" y="825"/>
                  </a:lnTo>
                  <a:lnTo>
                    <a:pt x="3872" y="665"/>
                  </a:lnTo>
                  <a:lnTo>
                    <a:pt x="4330" y="550"/>
                  </a:lnTo>
                  <a:lnTo>
                    <a:pt x="4789" y="436"/>
                  </a:lnTo>
                  <a:lnTo>
                    <a:pt x="5247" y="344"/>
                  </a:lnTo>
                  <a:lnTo>
                    <a:pt x="5728" y="298"/>
                  </a:lnTo>
                  <a:lnTo>
                    <a:pt x="6209" y="275"/>
                  </a:lnTo>
                  <a:lnTo>
                    <a:pt x="6690" y="298"/>
                  </a:lnTo>
                  <a:lnTo>
                    <a:pt x="7194" y="321"/>
                  </a:lnTo>
                  <a:lnTo>
                    <a:pt x="7492" y="367"/>
                  </a:lnTo>
                  <a:lnTo>
                    <a:pt x="7790" y="436"/>
                  </a:lnTo>
                  <a:lnTo>
                    <a:pt x="8065" y="504"/>
                  </a:lnTo>
                  <a:lnTo>
                    <a:pt x="8363" y="596"/>
                  </a:lnTo>
                  <a:lnTo>
                    <a:pt x="8615" y="688"/>
                  </a:lnTo>
                  <a:lnTo>
                    <a:pt x="8890" y="802"/>
                  </a:lnTo>
                  <a:lnTo>
                    <a:pt x="9142" y="940"/>
                  </a:lnTo>
                  <a:lnTo>
                    <a:pt x="9394" y="1077"/>
                  </a:lnTo>
                  <a:lnTo>
                    <a:pt x="9646" y="1238"/>
                  </a:lnTo>
                  <a:lnTo>
                    <a:pt x="9875" y="1398"/>
                  </a:lnTo>
                  <a:lnTo>
                    <a:pt x="10104" y="1581"/>
                  </a:lnTo>
                  <a:lnTo>
                    <a:pt x="10310" y="1765"/>
                  </a:lnTo>
                  <a:lnTo>
                    <a:pt x="10517" y="1971"/>
                  </a:lnTo>
                  <a:lnTo>
                    <a:pt x="10723" y="2177"/>
                  </a:lnTo>
                  <a:lnTo>
                    <a:pt x="10906" y="2406"/>
                  </a:lnTo>
                  <a:lnTo>
                    <a:pt x="11089" y="2658"/>
                  </a:lnTo>
                  <a:lnTo>
                    <a:pt x="11410" y="3093"/>
                  </a:lnTo>
                  <a:lnTo>
                    <a:pt x="11685" y="3552"/>
                  </a:lnTo>
                  <a:lnTo>
                    <a:pt x="11937" y="4033"/>
                  </a:lnTo>
                  <a:lnTo>
                    <a:pt x="12189" y="4514"/>
                  </a:lnTo>
                  <a:lnTo>
                    <a:pt x="12670" y="5476"/>
                  </a:lnTo>
                  <a:lnTo>
                    <a:pt x="12922" y="5934"/>
                  </a:lnTo>
                  <a:lnTo>
                    <a:pt x="13174" y="6416"/>
                  </a:lnTo>
                  <a:lnTo>
                    <a:pt x="13335" y="6668"/>
                  </a:lnTo>
                  <a:lnTo>
                    <a:pt x="13678" y="6691"/>
                  </a:lnTo>
                  <a:lnTo>
                    <a:pt x="13335" y="6118"/>
                  </a:lnTo>
                  <a:lnTo>
                    <a:pt x="13014" y="5522"/>
                  </a:lnTo>
                  <a:lnTo>
                    <a:pt x="12395" y="4308"/>
                  </a:lnTo>
                  <a:lnTo>
                    <a:pt x="12075" y="3712"/>
                  </a:lnTo>
                  <a:lnTo>
                    <a:pt x="11754" y="3139"/>
                  </a:lnTo>
                  <a:lnTo>
                    <a:pt x="11387" y="2566"/>
                  </a:lnTo>
                  <a:lnTo>
                    <a:pt x="11204" y="2314"/>
                  </a:lnTo>
                  <a:lnTo>
                    <a:pt x="10998" y="2062"/>
                  </a:lnTo>
                  <a:lnTo>
                    <a:pt x="10814" y="1856"/>
                  </a:lnTo>
                  <a:lnTo>
                    <a:pt x="10631" y="1650"/>
                  </a:lnTo>
                  <a:lnTo>
                    <a:pt x="10425" y="1467"/>
                  </a:lnTo>
                  <a:lnTo>
                    <a:pt x="10219" y="1283"/>
                  </a:lnTo>
                  <a:lnTo>
                    <a:pt x="9783" y="986"/>
                  </a:lnTo>
                  <a:lnTo>
                    <a:pt x="9325" y="711"/>
                  </a:lnTo>
                  <a:lnTo>
                    <a:pt x="8844" y="481"/>
                  </a:lnTo>
                  <a:lnTo>
                    <a:pt x="8363" y="298"/>
                  </a:lnTo>
                  <a:lnTo>
                    <a:pt x="7859" y="161"/>
                  </a:lnTo>
                  <a:lnTo>
                    <a:pt x="7332" y="69"/>
                  </a:lnTo>
                  <a:lnTo>
                    <a:pt x="6805" y="23"/>
                  </a:lnTo>
                  <a:lnTo>
                    <a:pt x="6278" y="0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0" name="Google Shape;5000;p66"/>
            <p:cNvSpPr/>
            <p:nvPr/>
          </p:nvSpPr>
          <p:spPr>
            <a:xfrm>
              <a:off x="4776848" y="3089090"/>
              <a:ext cx="51726" cy="89141"/>
            </a:xfrm>
            <a:custGeom>
              <a:avLst/>
              <a:gdLst/>
              <a:ahLst/>
              <a:cxnLst/>
              <a:rect l="l" t="t" r="r" b="b"/>
              <a:pathLst>
                <a:path w="2407" h="4148" extrusionOk="0">
                  <a:moveTo>
                    <a:pt x="2315" y="1"/>
                  </a:moveTo>
                  <a:lnTo>
                    <a:pt x="1971" y="390"/>
                  </a:lnTo>
                  <a:lnTo>
                    <a:pt x="1651" y="803"/>
                  </a:lnTo>
                  <a:lnTo>
                    <a:pt x="1353" y="1238"/>
                  </a:lnTo>
                  <a:lnTo>
                    <a:pt x="1055" y="1674"/>
                  </a:lnTo>
                  <a:lnTo>
                    <a:pt x="803" y="2132"/>
                  </a:lnTo>
                  <a:lnTo>
                    <a:pt x="574" y="2613"/>
                  </a:lnTo>
                  <a:lnTo>
                    <a:pt x="368" y="3094"/>
                  </a:lnTo>
                  <a:lnTo>
                    <a:pt x="184" y="3575"/>
                  </a:lnTo>
                  <a:lnTo>
                    <a:pt x="1" y="4148"/>
                  </a:lnTo>
                  <a:lnTo>
                    <a:pt x="322" y="4056"/>
                  </a:lnTo>
                  <a:lnTo>
                    <a:pt x="528" y="3461"/>
                  </a:lnTo>
                  <a:lnTo>
                    <a:pt x="757" y="2865"/>
                  </a:lnTo>
                  <a:lnTo>
                    <a:pt x="917" y="2521"/>
                  </a:lnTo>
                  <a:lnTo>
                    <a:pt x="1101" y="2200"/>
                  </a:lnTo>
                  <a:lnTo>
                    <a:pt x="1284" y="1857"/>
                  </a:lnTo>
                  <a:lnTo>
                    <a:pt x="1490" y="1536"/>
                  </a:lnTo>
                  <a:lnTo>
                    <a:pt x="1696" y="1215"/>
                  </a:lnTo>
                  <a:lnTo>
                    <a:pt x="1926" y="917"/>
                  </a:lnTo>
                  <a:lnTo>
                    <a:pt x="2155" y="620"/>
                  </a:lnTo>
                  <a:lnTo>
                    <a:pt x="2407" y="345"/>
                  </a:lnTo>
                  <a:lnTo>
                    <a:pt x="2315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1" name="Google Shape;5001;p66"/>
            <p:cNvSpPr/>
            <p:nvPr/>
          </p:nvSpPr>
          <p:spPr>
            <a:xfrm>
              <a:off x="4377549" y="3123560"/>
              <a:ext cx="278704" cy="99971"/>
            </a:xfrm>
            <a:custGeom>
              <a:avLst/>
              <a:gdLst/>
              <a:ahLst/>
              <a:cxnLst/>
              <a:rect l="l" t="t" r="r" b="b"/>
              <a:pathLst>
                <a:path w="12969" h="4652" extrusionOk="0">
                  <a:moveTo>
                    <a:pt x="2131" y="1"/>
                  </a:moveTo>
                  <a:lnTo>
                    <a:pt x="1902" y="24"/>
                  </a:lnTo>
                  <a:lnTo>
                    <a:pt x="1673" y="47"/>
                  </a:lnTo>
                  <a:lnTo>
                    <a:pt x="1467" y="115"/>
                  </a:lnTo>
                  <a:lnTo>
                    <a:pt x="1261" y="207"/>
                  </a:lnTo>
                  <a:lnTo>
                    <a:pt x="1055" y="299"/>
                  </a:lnTo>
                  <a:lnTo>
                    <a:pt x="871" y="436"/>
                  </a:lnTo>
                  <a:lnTo>
                    <a:pt x="711" y="596"/>
                  </a:lnTo>
                  <a:lnTo>
                    <a:pt x="550" y="757"/>
                  </a:lnTo>
                  <a:lnTo>
                    <a:pt x="413" y="963"/>
                  </a:lnTo>
                  <a:lnTo>
                    <a:pt x="298" y="1192"/>
                  </a:lnTo>
                  <a:lnTo>
                    <a:pt x="207" y="1421"/>
                  </a:lnTo>
                  <a:lnTo>
                    <a:pt x="92" y="1834"/>
                  </a:lnTo>
                  <a:lnTo>
                    <a:pt x="24" y="2223"/>
                  </a:lnTo>
                  <a:lnTo>
                    <a:pt x="1" y="2636"/>
                  </a:lnTo>
                  <a:lnTo>
                    <a:pt x="46" y="3048"/>
                  </a:lnTo>
                  <a:lnTo>
                    <a:pt x="115" y="3460"/>
                  </a:lnTo>
                  <a:lnTo>
                    <a:pt x="207" y="3873"/>
                  </a:lnTo>
                  <a:lnTo>
                    <a:pt x="367" y="4262"/>
                  </a:lnTo>
                  <a:lnTo>
                    <a:pt x="528" y="4652"/>
                  </a:lnTo>
                  <a:lnTo>
                    <a:pt x="848" y="4652"/>
                  </a:lnTo>
                  <a:lnTo>
                    <a:pt x="688" y="4331"/>
                  </a:lnTo>
                  <a:lnTo>
                    <a:pt x="573" y="3987"/>
                  </a:lnTo>
                  <a:lnTo>
                    <a:pt x="459" y="3644"/>
                  </a:lnTo>
                  <a:lnTo>
                    <a:pt x="367" y="3300"/>
                  </a:lnTo>
                  <a:lnTo>
                    <a:pt x="321" y="2933"/>
                  </a:lnTo>
                  <a:lnTo>
                    <a:pt x="298" y="2590"/>
                  </a:lnTo>
                  <a:lnTo>
                    <a:pt x="321" y="2223"/>
                  </a:lnTo>
                  <a:lnTo>
                    <a:pt x="367" y="1880"/>
                  </a:lnTo>
                  <a:lnTo>
                    <a:pt x="436" y="1627"/>
                  </a:lnTo>
                  <a:lnTo>
                    <a:pt x="505" y="1398"/>
                  </a:lnTo>
                  <a:lnTo>
                    <a:pt x="619" y="1169"/>
                  </a:lnTo>
                  <a:lnTo>
                    <a:pt x="757" y="963"/>
                  </a:lnTo>
                  <a:lnTo>
                    <a:pt x="894" y="780"/>
                  </a:lnTo>
                  <a:lnTo>
                    <a:pt x="1077" y="619"/>
                  </a:lnTo>
                  <a:lnTo>
                    <a:pt x="1284" y="482"/>
                  </a:lnTo>
                  <a:lnTo>
                    <a:pt x="1513" y="367"/>
                  </a:lnTo>
                  <a:lnTo>
                    <a:pt x="1788" y="299"/>
                  </a:lnTo>
                  <a:lnTo>
                    <a:pt x="2086" y="253"/>
                  </a:lnTo>
                  <a:lnTo>
                    <a:pt x="2361" y="276"/>
                  </a:lnTo>
                  <a:lnTo>
                    <a:pt x="2658" y="322"/>
                  </a:lnTo>
                  <a:lnTo>
                    <a:pt x="2933" y="390"/>
                  </a:lnTo>
                  <a:lnTo>
                    <a:pt x="3208" y="505"/>
                  </a:lnTo>
                  <a:lnTo>
                    <a:pt x="3483" y="619"/>
                  </a:lnTo>
                  <a:lnTo>
                    <a:pt x="3735" y="780"/>
                  </a:lnTo>
                  <a:lnTo>
                    <a:pt x="4171" y="1032"/>
                  </a:lnTo>
                  <a:lnTo>
                    <a:pt x="4583" y="1307"/>
                  </a:lnTo>
                  <a:lnTo>
                    <a:pt x="4995" y="1559"/>
                  </a:lnTo>
                  <a:lnTo>
                    <a:pt x="5408" y="1811"/>
                  </a:lnTo>
                  <a:lnTo>
                    <a:pt x="5843" y="2040"/>
                  </a:lnTo>
                  <a:lnTo>
                    <a:pt x="6278" y="2223"/>
                  </a:lnTo>
                  <a:lnTo>
                    <a:pt x="6508" y="2292"/>
                  </a:lnTo>
                  <a:lnTo>
                    <a:pt x="6760" y="2361"/>
                  </a:lnTo>
                  <a:lnTo>
                    <a:pt x="7012" y="2406"/>
                  </a:lnTo>
                  <a:lnTo>
                    <a:pt x="7264" y="2429"/>
                  </a:lnTo>
                  <a:lnTo>
                    <a:pt x="7516" y="2452"/>
                  </a:lnTo>
                  <a:lnTo>
                    <a:pt x="8043" y="2452"/>
                  </a:lnTo>
                  <a:lnTo>
                    <a:pt x="8295" y="2429"/>
                  </a:lnTo>
                  <a:lnTo>
                    <a:pt x="8547" y="2384"/>
                  </a:lnTo>
                  <a:lnTo>
                    <a:pt x="8799" y="2315"/>
                  </a:lnTo>
                  <a:lnTo>
                    <a:pt x="9028" y="2246"/>
                  </a:lnTo>
                  <a:lnTo>
                    <a:pt x="9280" y="2177"/>
                  </a:lnTo>
                  <a:lnTo>
                    <a:pt x="9761" y="1971"/>
                  </a:lnTo>
                  <a:lnTo>
                    <a:pt x="10265" y="1742"/>
                  </a:lnTo>
                  <a:lnTo>
                    <a:pt x="10517" y="1650"/>
                  </a:lnTo>
                  <a:lnTo>
                    <a:pt x="10792" y="1582"/>
                  </a:lnTo>
                  <a:lnTo>
                    <a:pt x="11044" y="1559"/>
                  </a:lnTo>
                  <a:lnTo>
                    <a:pt x="11319" y="1582"/>
                  </a:lnTo>
                  <a:lnTo>
                    <a:pt x="11456" y="1627"/>
                  </a:lnTo>
                  <a:lnTo>
                    <a:pt x="11594" y="1673"/>
                  </a:lnTo>
                  <a:lnTo>
                    <a:pt x="11731" y="1742"/>
                  </a:lnTo>
                  <a:lnTo>
                    <a:pt x="11846" y="1811"/>
                  </a:lnTo>
                  <a:lnTo>
                    <a:pt x="12075" y="1994"/>
                  </a:lnTo>
                  <a:lnTo>
                    <a:pt x="12258" y="2223"/>
                  </a:lnTo>
                  <a:lnTo>
                    <a:pt x="12419" y="2475"/>
                  </a:lnTo>
                  <a:lnTo>
                    <a:pt x="12556" y="2727"/>
                  </a:lnTo>
                  <a:lnTo>
                    <a:pt x="12625" y="3025"/>
                  </a:lnTo>
                  <a:lnTo>
                    <a:pt x="12694" y="3300"/>
                  </a:lnTo>
                  <a:lnTo>
                    <a:pt x="12694" y="3598"/>
                  </a:lnTo>
                  <a:lnTo>
                    <a:pt x="12671" y="3919"/>
                  </a:lnTo>
                  <a:lnTo>
                    <a:pt x="12946" y="3873"/>
                  </a:lnTo>
                  <a:lnTo>
                    <a:pt x="12969" y="3621"/>
                  </a:lnTo>
                  <a:lnTo>
                    <a:pt x="12969" y="3346"/>
                  </a:lnTo>
                  <a:lnTo>
                    <a:pt x="12946" y="3094"/>
                  </a:lnTo>
                  <a:lnTo>
                    <a:pt x="12900" y="2842"/>
                  </a:lnTo>
                  <a:lnTo>
                    <a:pt x="12808" y="2590"/>
                  </a:lnTo>
                  <a:lnTo>
                    <a:pt x="12694" y="2361"/>
                  </a:lnTo>
                  <a:lnTo>
                    <a:pt x="12556" y="2132"/>
                  </a:lnTo>
                  <a:lnTo>
                    <a:pt x="12373" y="1902"/>
                  </a:lnTo>
                  <a:lnTo>
                    <a:pt x="12167" y="1673"/>
                  </a:lnTo>
                  <a:lnTo>
                    <a:pt x="11938" y="1513"/>
                  </a:lnTo>
                  <a:lnTo>
                    <a:pt x="11708" y="1398"/>
                  </a:lnTo>
                  <a:lnTo>
                    <a:pt x="11456" y="1330"/>
                  </a:lnTo>
                  <a:lnTo>
                    <a:pt x="11204" y="1307"/>
                  </a:lnTo>
                  <a:lnTo>
                    <a:pt x="10975" y="1307"/>
                  </a:lnTo>
                  <a:lnTo>
                    <a:pt x="10723" y="1353"/>
                  </a:lnTo>
                  <a:lnTo>
                    <a:pt x="10471" y="1421"/>
                  </a:lnTo>
                  <a:lnTo>
                    <a:pt x="9967" y="1582"/>
                  </a:lnTo>
                  <a:lnTo>
                    <a:pt x="9440" y="1788"/>
                  </a:lnTo>
                  <a:lnTo>
                    <a:pt x="8936" y="1971"/>
                  </a:lnTo>
                  <a:lnTo>
                    <a:pt x="8684" y="2063"/>
                  </a:lnTo>
                  <a:lnTo>
                    <a:pt x="8432" y="2109"/>
                  </a:lnTo>
                  <a:lnTo>
                    <a:pt x="8043" y="2154"/>
                  </a:lnTo>
                  <a:lnTo>
                    <a:pt x="7676" y="2177"/>
                  </a:lnTo>
                  <a:lnTo>
                    <a:pt x="7287" y="2154"/>
                  </a:lnTo>
                  <a:lnTo>
                    <a:pt x="6920" y="2109"/>
                  </a:lnTo>
                  <a:lnTo>
                    <a:pt x="6553" y="2017"/>
                  </a:lnTo>
                  <a:lnTo>
                    <a:pt x="6187" y="1902"/>
                  </a:lnTo>
                  <a:lnTo>
                    <a:pt x="5843" y="1765"/>
                  </a:lnTo>
                  <a:lnTo>
                    <a:pt x="5499" y="1582"/>
                  </a:lnTo>
                  <a:lnTo>
                    <a:pt x="5224" y="1421"/>
                  </a:lnTo>
                  <a:lnTo>
                    <a:pt x="4972" y="1238"/>
                  </a:lnTo>
                  <a:lnTo>
                    <a:pt x="4423" y="871"/>
                  </a:lnTo>
                  <a:lnTo>
                    <a:pt x="3896" y="528"/>
                  </a:lnTo>
                  <a:lnTo>
                    <a:pt x="3621" y="367"/>
                  </a:lnTo>
                  <a:lnTo>
                    <a:pt x="3323" y="230"/>
                  </a:lnTo>
                  <a:lnTo>
                    <a:pt x="3071" y="138"/>
                  </a:lnTo>
                  <a:lnTo>
                    <a:pt x="2842" y="70"/>
                  </a:lnTo>
                  <a:lnTo>
                    <a:pt x="2590" y="24"/>
                  </a:lnTo>
                  <a:lnTo>
                    <a:pt x="2361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2" name="Google Shape;5002;p66"/>
            <p:cNvSpPr/>
            <p:nvPr/>
          </p:nvSpPr>
          <p:spPr>
            <a:xfrm>
              <a:off x="4695617" y="3031004"/>
              <a:ext cx="117206" cy="167923"/>
            </a:xfrm>
            <a:custGeom>
              <a:avLst/>
              <a:gdLst/>
              <a:ahLst/>
              <a:cxnLst/>
              <a:rect l="l" t="t" r="r" b="b"/>
              <a:pathLst>
                <a:path w="5454" h="7814" extrusionOk="0">
                  <a:moveTo>
                    <a:pt x="5385" y="0"/>
                  </a:moveTo>
                  <a:lnTo>
                    <a:pt x="4881" y="367"/>
                  </a:lnTo>
                  <a:lnTo>
                    <a:pt x="4400" y="734"/>
                  </a:lnTo>
                  <a:lnTo>
                    <a:pt x="3941" y="1146"/>
                  </a:lnTo>
                  <a:lnTo>
                    <a:pt x="3506" y="1558"/>
                  </a:lnTo>
                  <a:lnTo>
                    <a:pt x="3094" y="1994"/>
                  </a:lnTo>
                  <a:lnTo>
                    <a:pt x="2704" y="2452"/>
                  </a:lnTo>
                  <a:lnTo>
                    <a:pt x="2315" y="2933"/>
                  </a:lnTo>
                  <a:lnTo>
                    <a:pt x="1971" y="3414"/>
                  </a:lnTo>
                  <a:lnTo>
                    <a:pt x="1627" y="3918"/>
                  </a:lnTo>
                  <a:lnTo>
                    <a:pt x="1329" y="4445"/>
                  </a:lnTo>
                  <a:lnTo>
                    <a:pt x="1032" y="4972"/>
                  </a:lnTo>
                  <a:lnTo>
                    <a:pt x="780" y="5522"/>
                  </a:lnTo>
                  <a:lnTo>
                    <a:pt x="550" y="6095"/>
                  </a:lnTo>
                  <a:lnTo>
                    <a:pt x="344" y="6645"/>
                  </a:lnTo>
                  <a:lnTo>
                    <a:pt x="161" y="7240"/>
                  </a:lnTo>
                  <a:lnTo>
                    <a:pt x="1" y="7813"/>
                  </a:lnTo>
                  <a:lnTo>
                    <a:pt x="298" y="7745"/>
                  </a:lnTo>
                  <a:lnTo>
                    <a:pt x="459" y="7195"/>
                  </a:lnTo>
                  <a:lnTo>
                    <a:pt x="642" y="6645"/>
                  </a:lnTo>
                  <a:lnTo>
                    <a:pt x="848" y="6095"/>
                  </a:lnTo>
                  <a:lnTo>
                    <a:pt x="1077" y="5568"/>
                  </a:lnTo>
                  <a:lnTo>
                    <a:pt x="1329" y="5041"/>
                  </a:lnTo>
                  <a:lnTo>
                    <a:pt x="1604" y="4537"/>
                  </a:lnTo>
                  <a:lnTo>
                    <a:pt x="1902" y="4056"/>
                  </a:lnTo>
                  <a:lnTo>
                    <a:pt x="2223" y="3575"/>
                  </a:lnTo>
                  <a:lnTo>
                    <a:pt x="2544" y="3093"/>
                  </a:lnTo>
                  <a:lnTo>
                    <a:pt x="2910" y="2635"/>
                  </a:lnTo>
                  <a:lnTo>
                    <a:pt x="3300" y="2200"/>
                  </a:lnTo>
                  <a:lnTo>
                    <a:pt x="3689" y="1787"/>
                  </a:lnTo>
                  <a:lnTo>
                    <a:pt x="4102" y="1398"/>
                  </a:lnTo>
                  <a:lnTo>
                    <a:pt x="4537" y="1008"/>
                  </a:lnTo>
                  <a:lnTo>
                    <a:pt x="4995" y="642"/>
                  </a:lnTo>
                  <a:lnTo>
                    <a:pt x="5453" y="298"/>
                  </a:lnTo>
                  <a:lnTo>
                    <a:pt x="5385" y="0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3" name="Google Shape;5003;p66"/>
            <p:cNvSpPr/>
            <p:nvPr/>
          </p:nvSpPr>
          <p:spPr>
            <a:xfrm>
              <a:off x="4068851" y="2856702"/>
              <a:ext cx="711985" cy="125588"/>
            </a:xfrm>
            <a:custGeom>
              <a:avLst/>
              <a:gdLst/>
              <a:ahLst/>
              <a:cxnLst/>
              <a:rect l="l" t="t" r="r" b="b"/>
              <a:pathLst>
                <a:path w="33131" h="5844" extrusionOk="0">
                  <a:moveTo>
                    <a:pt x="10127" y="1"/>
                  </a:moveTo>
                  <a:lnTo>
                    <a:pt x="9577" y="24"/>
                  </a:lnTo>
                  <a:lnTo>
                    <a:pt x="9027" y="92"/>
                  </a:lnTo>
                  <a:lnTo>
                    <a:pt x="8500" y="184"/>
                  </a:lnTo>
                  <a:lnTo>
                    <a:pt x="7950" y="299"/>
                  </a:lnTo>
                  <a:lnTo>
                    <a:pt x="7423" y="436"/>
                  </a:lnTo>
                  <a:lnTo>
                    <a:pt x="6896" y="596"/>
                  </a:lnTo>
                  <a:lnTo>
                    <a:pt x="6415" y="780"/>
                  </a:lnTo>
                  <a:lnTo>
                    <a:pt x="5934" y="963"/>
                  </a:lnTo>
                  <a:lnTo>
                    <a:pt x="5453" y="1192"/>
                  </a:lnTo>
                  <a:lnTo>
                    <a:pt x="4995" y="1421"/>
                  </a:lnTo>
                  <a:lnTo>
                    <a:pt x="4559" y="1650"/>
                  </a:lnTo>
                  <a:lnTo>
                    <a:pt x="4101" y="1925"/>
                  </a:lnTo>
                  <a:lnTo>
                    <a:pt x="3689" y="2200"/>
                  </a:lnTo>
                  <a:lnTo>
                    <a:pt x="3253" y="2475"/>
                  </a:lnTo>
                  <a:lnTo>
                    <a:pt x="2429" y="3071"/>
                  </a:lnTo>
                  <a:lnTo>
                    <a:pt x="1627" y="3712"/>
                  </a:lnTo>
                  <a:lnTo>
                    <a:pt x="848" y="4400"/>
                  </a:lnTo>
                  <a:lnTo>
                    <a:pt x="69" y="5087"/>
                  </a:lnTo>
                  <a:lnTo>
                    <a:pt x="0" y="5545"/>
                  </a:lnTo>
                  <a:lnTo>
                    <a:pt x="733" y="4858"/>
                  </a:lnTo>
                  <a:lnTo>
                    <a:pt x="1489" y="4193"/>
                  </a:lnTo>
                  <a:lnTo>
                    <a:pt x="2268" y="3552"/>
                  </a:lnTo>
                  <a:lnTo>
                    <a:pt x="3070" y="2956"/>
                  </a:lnTo>
                  <a:lnTo>
                    <a:pt x="3895" y="2383"/>
                  </a:lnTo>
                  <a:lnTo>
                    <a:pt x="4307" y="2131"/>
                  </a:lnTo>
                  <a:lnTo>
                    <a:pt x="4743" y="1879"/>
                  </a:lnTo>
                  <a:lnTo>
                    <a:pt x="5178" y="1627"/>
                  </a:lnTo>
                  <a:lnTo>
                    <a:pt x="5636" y="1421"/>
                  </a:lnTo>
                  <a:lnTo>
                    <a:pt x="6095" y="1215"/>
                  </a:lnTo>
                  <a:lnTo>
                    <a:pt x="6576" y="1032"/>
                  </a:lnTo>
                  <a:lnTo>
                    <a:pt x="7148" y="825"/>
                  </a:lnTo>
                  <a:lnTo>
                    <a:pt x="7721" y="642"/>
                  </a:lnTo>
                  <a:lnTo>
                    <a:pt x="8317" y="505"/>
                  </a:lnTo>
                  <a:lnTo>
                    <a:pt x="8913" y="390"/>
                  </a:lnTo>
                  <a:lnTo>
                    <a:pt x="9508" y="321"/>
                  </a:lnTo>
                  <a:lnTo>
                    <a:pt x="10104" y="299"/>
                  </a:lnTo>
                  <a:lnTo>
                    <a:pt x="10700" y="299"/>
                  </a:lnTo>
                  <a:lnTo>
                    <a:pt x="11318" y="344"/>
                  </a:lnTo>
                  <a:lnTo>
                    <a:pt x="11822" y="436"/>
                  </a:lnTo>
                  <a:lnTo>
                    <a:pt x="12349" y="528"/>
                  </a:lnTo>
                  <a:lnTo>
                    <a:pt x="12853" y="665"/>
                  </a:lnTo>
                  <a:lnTo>
                    <a:pt x="13335" y="825"/>
                  </a:lnTo>
                  <a:lnTo>
                    <a:pt x="13839" y="1009"/>
                  </a:lnTo>
                  <a:lnTo>
                    <a:pt x="14320" y="1192"/>
                  </a:lnTo>
                  <a:lnTo>
                    <a:pt x="14801" y="1398"/>
                  </a:lnTo>
                  <a:lnTo>
                    <a:pt x="15259" y="1627"/>
                  </a:lnTo>
                  <a:lnTo>
                    <a:pt x="16153" y="2109"/>
                  </a:lnTo>
                  <a:lnTo>
                    <a:pt x="17046" y="2590"/>
                  </a:lnTo>
                  <a:lnTo>
                    <a:pt x="18810" y="3598"/>
                  </a:lnTo>
                  <a:lnTo>
                    <a:pt x="19704" y="4079"/>
                  </a:lnTo>
                  <a:lnTo>
                    <a:pt x="20598" y="4537"/>
                  </a:lnTo>
                  <a:lnTo>
                    <a:pt x="21056" y="4766"/>
                  </a:lnTo>
                  <a:lnTo>
                    <a:pt x="21514" y="4950"/>
                  </a:lnTo>
                  <a:lnTo>
                    <a:pt x="21995" y="5156"/>
                  </a:lnTo>
                  <a:lnTo>
                    <a:pt x="22476" y="5316"/>
                  </a:lnTo>
                  <a:lnTo>
                    <a:pt x="22980" y="5477"/>
                  </a:lnTo>
                  <a:lnTo>
                    <a:pt x="23484" y="5591"/>
                  </a:lnTo>
                  <a:lnTo>
                    <a:pt x="24011" y="5706"/>
                  </a:lnTo>
                  <a:lnTo>
                    <a:pt x="24538" y="5774"/>
                  </a:lnTo>
                  <a:lnTo>
                    <a:pt x="25042" y="5820"/>
                  </a:lnTo>
                  <a:lnTo>
                    <a:pt x="25569" y="5843"/>
                  </a:lnTo>
                  <a:lnTo>
                    <a:pt x="26096" y="5843"/>
                  </a:lnTo>
                  <a:lnTo>
                    <a:pt x="26623" y="5820"/>
                  </a:lnTo>
                  <a:lnTo>
                    <a:pt x="27150" y="5751"/>
                  </a:lnTo>
                  <a:lnTo>
                    <a:pt x="27654" y="5683"/>
                  </a:lnTo>
                  <a:lnTo>
                    <a:pt x="28181" y="5568"/>
                  </a:lnTo>
                  <a:lnTo>
                    <a:pt x="28685" y="5454"/>
                  </a:lnTo>
                  <a:lnTo>
                    <a:pt x="29189" y="5293"/>
                  </a:lnTo>
                  <a:lnTo>
                    <a:pt x="29671" y="5110"/>
                  </a:lnTo>
                  <a:lnTo>
                    <a:pt x="30152" y="4904"/>
                  </a:lnTo>
                  <a:lnTo>
                    <a:pt x="30633" y="4652"/>
                  </a:lnTo>
                  <a:lnTo>
                    <a:pt x="30977" y="4468"/>
                  </a:lnTo>
                  <a:lnTo>
                    <a:pt x="31320" y="4262"/>
                  </a:lnTo>
                  <a:lnTo>
                    <a:pt x="31641" y="4056"/>
                  </a:lnTo>
                  <a:lnTo>
                    <a:pt x="31962" y="3827"/>
                  </a:lnTo>
                  <a:lnTo>
                    <a:pt x="32260" y="3598"/>
                  </a:lnTo>
                  <a:lnTo>
                    <a:pt x="32557" y="3346"/>
                  </a:lnTo>
                  <a:lnTo>
                    <a:pt x="32832" y="3071"/>
                  </a:lnTo>
                  <a:lnTo>
                    <a:pt x="33130" y="2796"/>
                  </a:lnTo>
                  <a:lnTo>
                    <a:pt x="33039" y="2475"/>
                  </a:lnTo>
                  <a:lnTo>
                    <a:pt x="32512" y="3002"/>
                  </a:lnTo>
                  <a:lnTo>
                    <a:pt x="32237" y="3254"/>
                  </a:lnTo>
                  <a:lnTo>
                    <a:pt x="31939" y="3483"/>
                  </a:lnTo>
                  <a:lnTo>
                    <a:pt x="31641" y="3689"/>
                  </a:lnTo>
                  <a:lnTo>
                    <a:pt x="31343" y="3919"/>
                  </a:lnTo>
                  <a:lnTo>
                    <a:pt x="31022" y="4102"/>
                  </a:lnTo>
                  <a:lnTo>
                    <a:pt x="30702" y="4308"/>
                  </a:lnTo>
                  <a:lnTo>
                    <a:pt x="30198" y="4560"/>
                  </a:lnTo>
                  <a:lnTo>
                    <a:pt x="29693" y="4789"/>
                  </a:lnTo>
                  <a:lnTo>
                    <a:pt x="29167" y="4995"/>
                  </a:lnTo>
                  <a:lnTo>
                    <a:pt x="28640" y="5156"/>
                  </a:lnTo>
                  <a:lnTo>
                    <a:pt x="28090" y="5293"/>
                  </a:lnTo>
                  <a:lnTo>
                    <a:pt x="27540" y="5408"/>
                  </a:lnTo>
                  <a:lnTo>
                    <a:pt x="27013" y="5477"/>
                  </a:lnTo>
                  <a:lnTo>
                    <a:pt x="26463" y="5522"/>
                  </a:lnTo>
                  <a:lnTo>
                    <a:pt x="25890" y="5545"/>
                  </a:lnTo>
                  <a:lnTo>
                    <a:pt x="25340" y="5545"/>
                  </a:lnTo>
                  <a:lnTo>
                    <a:pt x="24790" y="5499"/>
                  </a:lnTo>
                  <a:lnTo>
                    <a:pt x="24241" y="5431"/>
                  </a:lnTo>
                  <a:lnTo>
                    <a:pt x="23691" y="5339"/>
                  </a:lnTo>
                  <a:lnTo>
                    <a:pt x="23141" y="5202"/>
                  </a:lnTo>
                  <a:lnTo>
                    <a:pt x="22614" y="5041"/>
                  </a:lnTo>
                  <a:lnTo>
                    <a:pt x="22064" y="4858"/>
                  </a:lnTo>
                  <a:lnTo>
                    <a:pt x="21606" y="4675"/>
                  </a:lnTo>
                  <a:lnTo>
                    <a:pt x="21125" y="4468"/>
                  </a:lnTo>
                  <a:lnTo>
                    <a:pt x="20208" y="4033"/>
                  </a:lnTo>
                  <a:lnTo>
                    <a:pt x="19315" y="3552"/>
                  </a:lnTo>
                  <a:lnTo>
                    <a:pt x="18421" y="3048"/>
                  </a:lnTo>
                  <a:lnTo>
                    <a:pt x="16634" y="2040"/>
                  </a:lnTo>
                  <a:lnTo>
                    <a:pt x="15740" y="1559"/>
                  </a:lnTo>
                  <a:lnTo>
                    <a:pt x="14824" y="1100"/>
                  </a:lnTo>
                  <a:lnTo>
                    <a:pt x="14389" y="917"/>
                  </a:lnTo>
                  <a:lnTo>
                    <a:pt x="13953" y="734"/>
                  </a:lnTo>
                  <a:lnTo>
                    <a:pt x="13518" y="573"/>
                  </a:lnTo>
                  <a:lnTo>
                    <a:pt x="13060" y="436"/>
                  </a:lnTo>
                  <a:lnTo>
                    <a:pt x="12624" y="321"/>
                  </a:lnTo>
                  <a:lnTo>
                    <a:pt x="12166" y="207"/>
                  </a:lnTo>
                  <a:lnTo>
                    <a:pt x="11708" y="115"/>
                  </a:lnTo>
                  <a:lnTo>
                    <a:pt x="11250" y="46"/>
                  </a:lnTo>
                  <a:lnTo>
                    <a:pt x="10700" y="24"/>
                  </a:lnTo>
                  <a:lnTo>
                    <a:pt x="10127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4" name="Google Shape;5004;p66"/>
            <p:cNvSpPr/>
            <p:nvPr/>
          </p:nvSpPr>
          <p:spPr>
            <a:xfrm>
              <a:off x="4622251" y="2687815"/>
              <a:ext cx="141340" cy="194033"/>
            </a:xfrm>
            <a:custGeom>
              <a:avLst/>
              <a:gdLst/>
              <a:ahLst/>
              <a:cxnLst/>
              <a:rect l="l" t="t" r="r" b="b"/>
              <a:pathLst>
                <a:path w="6577" h="9029" extrusionOk="0">
                  <a:moveTo>
                    <a:pt x="4446" y="1"/>
                  </a:moveTo>
                  <a:lnTo>
                    <a:pt x="3758" y="413"/>
                  </a:lnTo>
                  <a:lnTo>
                    <a:pt x="3117" y="849"/>
                  </a:lnTo>
                  <a:lnTo>
                    <a:pt x="2796" y="1078"/>
                  </a:lnTo>
                  <a:lnTo>
                    <a:pt x="2498" y="1330"/>
                  </a:lnTo>
                  <a:lnTo>
                    <a:pt x="2200" y="1582"/>
                  </a:lnTo>
                  <a:lnTo>
                    <a:pt x="1925" y="1857"/>
                  </a:lnTo>
                  <a:lnTo>
                    <a:pt x="1650" y="2132"/>
                  </a:lnTo>
                  <a:lnTo>
                    <a:pt x="1398" y="2430"/>
                  </a:lnTo>
                  <a:lnTo>
                    <a:pt x="1169" y="2727"/>
                  </a:lnTo>
                  <a:lnTo>
                    <a:pt x="940" y="3048"/>
                  </a:lnTo>
                  <a:lnTo>
                    <a:pt x="734" y="3392"/>
                  </a:lnTo>
                  <a:lnTo>
                    <a:pt x="551" y="3736"/>
                  </a:lnTo>
                  <a:lnTo>
                    <a:pt x="390" y="4079"/>
                  </a:lnTo>
                  <a:lnTo>
                    <a:pt x="253" y="4469"/>
                  </a:lnTo>
                  <a:lnTo>
                    <a:pt x="138" y="4858"/>
                  </a:lnTo>
                  <a:lnTo>
                    <a:pt x="47" y="5294"/>
                  </a:lnTo>
                  <a:lnTo>
                    <a:pt x="1" y="5706"/>
                  </a:lnTo>
                  <a:lnTo>
                    <a:pt x="1" y="6141"/>
                  </a:lnTo>
                  <a:lnTo>
                    <a:pt x="47" y="6554"/>
                  </a:lnTo>
                  <a:lnTo>
                    <a:pt x="115" y="6966"/>
                  </a:lnTo>
                  <a:lnTo>
                    <a:pt x="253" y="7379"/>
                  </a:lnTo>
                  <a:lnTo>
                    <a:pt x="344" y="7562"/>
                  </a:lnTo>
                  <a:lnTo>
                    <a:pt x="436" y="7745"/>
                  </a:lnTo>
                  <a:lnTo>
                    <a:pt x="573" y="7951"/>
                  </a:lnTo>
                  <a:lnTo>
                    <a:pt x="711" y="8135"/>
                  </a:lnTo>
                  <a:lnTo>
                    <a:pt x="848" y="8295"/>
                  </a:lnTo>
                  <a:lnTo>
                    <a:pt x="1009" y="8432"/>
                  </a:lnTo>
                  <a:lnTo>
                    <a:pt x="1192" y="8547"/>
                  </a:lnTo>
                  <a:lnTo>
                    <a:pt x="1375" y="8662"/>
                  </a:lnTo>
                  <a:lnTo>
                    <a:pt x="1559" y="8753"/>
                  </a:lnTo>
                  <a:lnTo>
                    <a:pt x="1742" y="8845"/>
                  </a:lnTo>
                  <a:lnTo>
                    <a:pt x="1948" y="8914"/>
                  </a:lnTo>
                  <a:lnTo>
                    <a:pt x="2154" y="8959"/>
                  </a:lnTo>
                  <a:lnTo>
                    <a:pt x="2361" y="9005"/>
                  </a:lnTo>
                  <a:lnTo>
                    <a:pt x="2590" y="9005"/>
                  </a:lnTo>
                  <a:lnTo>
                    <a:pt x="3025" y="9028"/>
                  </a:lnTo>
                  <a:lnTo>
                    <a:pt x="3483" y="8982"/>
                  </a:lnTo>
                  <a:lnTo>
                    <a:pt x="3873" y="8891"/>
                  </a:lnTo>
                  <a:lnTo>
                    <a:pt x="4285" y="8776"/>
                  </a:lnTo>
                  <a:lnTo>
                    <a:pt x="4675" y="8662"/>
                  </a:lnTo>
                  <a:lnTo>
                    <a:pt x="5064" y="8501"/>
                  </a:lnTo>
                  <a:lnTo>
                    <a:pt x="5454" y="8341"/>
                  </a:lnTo>
                  <a:lnTo>
                    <a:pt x="5843" y="8158"/>
                  </a:lnTo>
                  <a:lnTo>
                    <a:pt x="6210" y="7951"/>
                  </a:lnTo>
                  <a:lnTo>
                    <a:pt x="6576" y="7722"/>
                  </a:lnTo>
                  <a:lnTo>
                    <a:pt x="6508" y="7447"/>
                  </a:lnTo>
                  <a:lnTo>
                    <a:pt x="6095" y="7699"/>
                  </a:lnTo>
                  <a:lnTo>
                    <a:pt x="5683" y="7928"/>
                  </a:lnTo>
                  <a:lnTo>
                    <a:pt x="5247" y="8135"/>
                  </a:lnTo>
                  <a:lnTo>
                    <a:pt x="4812" y="8318"/>
                  </a:lnTo>
                  <a:lnTo>
                    <a:pt x="4377" y="8478"/>
                  </a:lnTo>
                  <a:lnTo>
                    <a:pt x="3941" y="8593"/>
                  </a:lnTo>
                  <a:lnTo>
                    <a:pt x="3483" y="8684"/>
                  </a:lnTo>
                  <a:lnTo>
                    <a:pt x="3025" y="8730"/>
                  </a:lnTo>
                  <a:lnTo>
                    <a:pt x="2704" y="8730"/>
                  </a:lnTo>
                  <a:lnTo>
                    <a:pt x="2406" y="8707"/>
                  </a:lnTo>
                  <a:lnTo>
                    <a:pt x="2109" y="8662"/>
                  </a:lnTo>
                  <a:lnTo>
                    <a:pt x="1857" y="8570"/>
                  </a:lnTo>
                  <a:lnTo>
                    <a:pt x="1604" y="8455"/>
                  </a:lnTo>
                  <a:lnTo>
                    <a:pt x="1375" y="8318"/>
                  </a:lnTo>
                  <a:lnTo>
                    <a:pt x="1169" y="8135"/>
                  </a:lnTo>
                  <a:lnTo>
                    <a:pt x="986" y="7951"/>
                  </a:lnTo>
                  <a:lnTo>
                    <a:pt x="826" y="7745"/>
                  </a:lnTo>
                  <a:lnTo>
                    <a:pt x="665" y="7516"/>
                  </a:lnTo>
                  <a:lnTo>
                    <a:pt x="551" y="7264"/>
                  </a:lnTo>
                  <a:lnTo>
                    <a:pt x="459" y="7012"/>
                  </a:lnTo>
                  <a:lnTo>
                    <a:pt x="367" y="6714"/>
                  </a:lnTo>
                  <a:lnTo>
                    <a:pt x="321" y="6439"/>
                  </a:lnTo>
                  <a:lnTo>
                    <a:pt x="299" y="6141"/>
                  </a:lnTo>
                  <a:lnTo>
                    <a:pt x="299" y="5821"/>
                  </a:lnTo>
                  <a:lnTo>
                    <a:pt x="299" y="5546"/>
                  </a:lnTo>
                  <a:lnTo>
                    <a:pt x="344" y="5248"/>
                  </a:lnTo>
                  <a:lnTo>
                    <a:pt x="413" y="4973"/>
                  </a:lnTo>
                  <a:lnTo>
                    <a:pt x="482" y="4675"/>
                  </a:lnTo>
                  <a:lnTo>
                    <a:pt x="573" y="4400"/>
                  </a:lnTo>
                  <a:lnTo>
                    <a:pt x="688" y="4148"/>
                  </a:lnTo>
                  <a:lnTo>
                    <a:pt x="803" y="3873"/>
                  </a:lnTo>
                  <a:lnTo>
                    <a:pt x="940" y="3621"/>
                  </a:lnTo>
                  <a:lnTo>
                    <a:pt x="1238" y="3117"/>
                  </a:lnTo>
                  <a:lnTo>
                    <a:pt x="1604" y="2659"/>
                  </a:lnTo>
                  <a:lnTo>
                    <a:pt x="1971" y="2223"/>
                  </a:lnTo>
                  <a:lnTo>
                    <a:pt x="2383" y="1811"/>
                  </a:lnTo>
                  <a:lnTo>
                    <a:pt x="2888" y="1376"/>
                  </a:lnTo>
                  <a:lnTo>
                    <a:pt x="3415" y="986"/>
                  </a:lnTo>
                  <a:lnTo>
                    <a:pt x="3964" y="620"/>
                  </a:lnTo>
                  <a:lnTo>
                    <a:pt x="4514" y="276"/>
                  </a:lnTo>
                  <a:lnTo>
                    <a:pt x="4446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5" name="Google Shape;5005;p66"/>
            <p:cNvSpPr/>
            <p:nvPr/>
          </p:nvSpPr>
          <p:spPr>
            <a:xfrm>
              <a:off x="4144666" y="2493334"/>
              <a:ext cx="513568" cy="159069"/>
            </a:xfrm>
            <a:custGeom>
              <a:avLst/>
              <a:gdLst/>
              <a:ahLst/>
              <a:cxnLst/>
              <a:rect l="l" t="t" r="r" b="b"/>
              <a:pathLst>
                <a:path w="23898" h="7402" extrusionOk="0">
                  <a:moveTo>
                    <a:pt x="23760" y="1"/>
                  </a:moveTo>
                  <a:lnTo>
                    <a:pt x="23554" y="230"/>
                  </a:lnTo>
                  <a:lnTo>
                    <a:pt x="23302" y="436"/>
                  </a:lnTo>
                  <a:lnTo>
                    <a:pt x="23072" y="642"/>
                  </a:lnTo>
                  <a:lnTo>
                    <a:pt x="22797" y="826"/>
                  </a:lnTo>
                  <a:lnTo>
                    <a:pt x="22523" y="986"/>
                  </a:lnTo>
                  <a:lnTo>
                    <a:pt x="22248" y="1146"/>
                  </a:lnTo>
                  <a:lnTo>
                    <a:pt x="21973" y="1284"/>
                  </a:lnTo>
                  <a:lnTo>
                    <a:pt x="21675" y="1421"/>
                  </a:lnTo>
                  <a:lnTo>
                    <a:pt x="21285" y="1559"/>
                  </a:lnTo>
                  <a:lnTo>
                    <a:pt x="20873" y="1696"/>
                  </a:lnTo>
                  <a:lnTo>
                    <a:pt x="20483" y="1811"/>
                  </a:lnTo>
                  <a:lnTo>
                    <a:pt x="20071" y="1903"/>
                  </a:lnTo>
                  <a:lnTo>
                    <a:pt x="19636" y="1971"/>
                  </a:lnTo>
                  <a:lnTo>
                    <a:pt x="19223" y="2017"/>
                  </a:lnTo>
                  <a:lnTo>
                    <a:pt x="18398" y="2109"/>
                  </a:lnTo>
                  <a:lnTo>
                    <a:pt x="17551" y="2155"/>
                  </a:lnTo>
                  <a:lnTo>
                    <a:pt x="14251" y="2155"/>
                  </a:lnTo>
                  <a:lnTo>
                    <a:pt x="13495" y="2177"/>
                  </a:lnTo>
                  <a:lnTo>
                    <a:pt x="12739" y="2246"/>
                  </a:lnTo>
                  <a:lnTo>
                    <a:pt x="12006" y="2315"/>
                  </a:lnTo>
                  <a:lnTo>
                    <a:pt x="11250" y="2407"/>
                  </a:lnTo>
                  <a:lnTo>
                    <a:pt x="10517" y="2521"/>
                  </a:lnTo>
                  <a:lnTo>
                    <a:pt x="9784" y="2659"/>
                  </a:lnTo>
                  <a:lnTo>
                    <a:pt x="9051" y="2819"/>
                  </a:lnTo>
                  <a:lnTo>
                    <a:pt x="8340" y="3002"/>
                  </a:lnTo>
                  <a:lnTo>
                    <a:pt x="7607" y="3186"/>
                  </a:lnTo>
                  <a:lnTo>
                    <a:pt x="6897" y="3415"/>
                  </a:lnTo>
                  <a:lnTo>
                    <a:pt x="6187" y="3667"/>
                  </a:lnTo>
                  <a:lnTo>
                    <a:pt x="5499" y="3942"/>
                  </a:lnTo>
                  <a:lnTo>
                    <a:pt x="4812" y="4217"/>
                  </a:lnTo>
                  <a:lnTo>
                    <a:pt x="4125" y="4537"/>
                  </a:lnTo>
                  <a:lnTo>
                    <a:pt x="3437" y="4881"/>
                  </a:lnTo>
                  <a:lnTo>
                    <a:pt x="2589" y="5339"/>
                  </a:lnTo>
                  <a:lnTo>
                    <a:pt x="1742" y="5843"/>
                  </a:lnTo>
                  <a:lnTo>
                    <a:pt x="940" y="6370"/>
                  </a:lnTo>
                  <a:lnTo>
                    <a:pt x="138" y="6920"/>
                  </a:lnTo>
                  <a:lnTo>
                    <a:pt x="0" y="7401"/>
                  </a:lnTo>
                  <a:lnTo>
                    <a:pt x="527" y="7012"/>
                  </a:lnTo>
                  <a:lnTo>
                    <a:pt x="1054" y="6645"/>
                  </a:lnTo>
                  <a:lnTo>
                    <a:pt x="1581" y="6279"/>
                  </a:lnTo>
                  <a:lnTo>
                    <a:pt x="2131" y="5935"/>
                  </a:lnTo>
                  <a:lnTo>
                    <a:pt x="2704" y="5614"/>
                  </a:lnTo>
                  <a:lnTo>
                    <a:pt x="3254" y="5293"/>
                  </a:lnTo>
                  <a:lnTo>
                    <a:pt x="3827" y="4996"/>
                  </a:lnTo>
                  <a:lnTo>
                    <a:pt x="4422" y="4721"/>
                  </a:lnTo>
                  <a:lnTo>
                    <a:pt x="5018" y="4446"/>
                  </a:lnTo>
                  <a:lnTo>
                    <a:pt x="5614" y="4194"/>
                  </a:lnTo>
                  <a:lnTo>
                    <a:pt x="6209" y="3965"/>
                  </a:lnTo>
                  <a:lnTo>
                    <a:pt x="6805" y="3735"/>
                  </a:lnTo>
                  <a:lnTo>
                    <a:pt x="7424" y="3529"/>
                  </a:lnTo>
                  <a:lnTo>
                    <a:pt x="8042" y="3346"/>
                  </a:lnTo>
                  <a:lnTo>
                    <a:pt x="8684" y="3186"/>
                  </a:lnTo>
                  <a:lnTo>
                    <a:pt x="9303" y="3025"/>
                  </a:lnTo>
                  <a:lnTo>
                    <a:pt x="10127" y="2865"/>
                  </a:lnTo>
                  <a:lnTo>
                    <a:pt x="10929" y="2727"/>
                  </a:lnTo>
                  <a:lnTo>
                    <a:pt x="11731" y="2636"/>
                  </a:lnTo>
                  <a:lnTo>
                    <a:pt x="12556" y="2544"/>
                  </a:lnTo>
                  <a:lnTo>
                    <a:pt x="13358" y="2498"/>
                  </a:lnTo>
                  <a:lnTo>
                    <a:pt x="14183" y="2452"/>
                  </a:lnTo>
                  <a:lnTo>
                    <a:pt x="16634" y="2452"/>
                  </a:lnTo>
                  <a:lnTo>
                    <a:pt x="17459" y="2429"/>
                  </a:lnTo>
                  <a:lnTo>
                    <a:pt x="18261" y="2407"/>
                  </a:lnTo>
                  <a:lnTo>
                    <a:pt x="19063" y="2338"/>
                  </a:lnTo>
                  <a:lnTo>
                    <a:pt x="19865" y="2223"/>
                  </a:lnTo>
                  <a:lnTo>
                    <a:pt x="20254" y="2155"/>
                  </a:lnTo>
                  <a:lnTo>
                    <a:pt x="20644" y="2063"/>
                  </a:lnTo>
                  <a:lnTo>
                    <a:pt x="21033" y="1948"/>
                  </a:lnTo>
                  <a:lnTo>
                    <a:pt x="21423" y="1811"/>
                  </a:lnTo>
                  <a:lnTo>
                    <a:pt x="21812" y="1673"/>
                  </a:lnTo>
                  <a:lnTo>
                    <a:pt x="22179" y="1513"/>
                  </a:lnTo>
                  <a:lnTo>
                    <a:pt x="22637" y="1261"/>
                  </a:lnTo>
                  <a:lnTo>
                    <a:pt x="23095" y="986"/>
                  </a:lnTo>
                  <a:lnTo>
                    <a:pt x="23508" y="665"/>
                  </a:lnTo>
                  <a:lnTo>
                    <a:pt x="23897" y="299"/>
                  </a:lnTo>
                  <a:lnTo>
                    <a:pt x="23760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6" name="Google Shape;5006;p66"/>
            <p:cNvSpPr/>
            <p:nvPr/>
          </p:nvSpPr>
          <p:spPr>
            <a:xfrm>
              <a:off x="4366224" y="2409632"/>
              <a:ext cx="253603" cy="101949"/>
            </a:xfrm>
            <a:custGeom>
              <a:avLst/>
              <a:gdLst/>
              <a:ahLst/>
              <a:cxnLst/>
              <a:rect l="l" t="t" r="r" b="b"/>
              <a:pathLst>
                <a:path w="11801" h="4744" extrusionOk="0">
                  <a:moveTo>
                    <a:pt x="11640" y="1"/>
                  </a:moveTo>
                  <a:lnTo>
                    <a:pt x="11411" y="367"/>
                  </a:lnTo>
                  <a:lnTo>
                    <a:pt x="11159" y="734"/>
                  </a:lnTo>
                  <a:lnTo>
                    <a:pt x="10884" y="1078"/>
                  </a:lnTo>
                  <a:lnTo>
                    <a:pt x="10586" y="1398"/>
                  </a:lnTo>
                  <a:lnTo>
                    <a:pt x="10265" y="1719"/>
                  </a:lnTo>
                  <a:lnTo>
                    <a:pt x="9921" y="1994"/>
                  </a:lnTo>
                  <a:lnTo>
                    <a:pt x="9578" y="2269"/>
                  </a:lnTo>
                  <a:lnTo>
                    <a:pt x="9211" y="2521"/>
                  </a:lnTo>
                  <a:lnTo>
                    <a:pt x="8822" y="2750"/>
                  </a:lnTo>
                  <a:lnTo>
                    <a:pt x="8409" y="2979"/>
                  </a:lnTo>
                  <a:lnTo>
                    <a:pt x="8020" y="3186"/>
                  </a:lnTo>
                  <a:lnTo>
                    <a:pt x="7607" y="3346"/>
                  </a:lnTo>
                  <a:lnTo>
                    <a:pt x="7172" y="3529"/>
                  </a:lnTo>
                  <a:lnTo>
                    <a:pt x="6760" y="3667"/>
                  </a:lnTo>
                  <a:lnTo>
                    <a:pt x="6324" y="3804"/>
                  </a:lnTo>
                  <a:lnTo>
                    <a:pt x="5889" y="3919"/>
                  </a:lnTo>
                  <a:lnTo>
                    <a:pt x="5293" y="4056"/>
                  </a:lnTo>
                  <a:lnTo>
                    <a:pt x="4698" y="4171"/>
                  </a:lnTo>
                  <a:lnTo>
                    <a:pt x="4102" y="4262"/>
                  </a:lnTo>
                  <a:lnTo>
                    <a:pt x="3506" y="4331"/>
                  </a:lnTo>
                  <a:lnTo>
                    <a:pt x="3002" y="4400"/>
                  </a:lnTo>
                  <a:lnTo>
                    <a:pt x="2475" y="4446"/>
                  </a:lnTo>
                  <a:lnTo>
                    <a:pt x="2223" y="4469"/>
                  </a:lnTo>
                  <a:lnTo>
                    <a:pt x="1948" y="4446"/>
                  </a:lnTo>
                  <a:lnTo>
                    <a:pt x="1696" y="4423"/>
                  </a:lnTo>
                  <a:lnTo>
                    <a:pt x="1444" y="4377"/>
                  </a:lnTo>
                  <a:lnTo>
                    <a:pt x="1284" y="4331"/>
                  </a:lnTo>
                  <a:lnTo>
                    <a:pt x="1146" y="4285"/>
                  </a:lnTo>
                  <a:lnTo>
                    <a:pt x="1009" y="4217"/>
                  </a:lnTo>
                  <a:lnTo>
                    <a:pt x="894" y="4125"/>
                  </a:lnTo>
                  <a:lnTo>
                    <a:pt x="780" y="4033"/>
                  </a:lnTo>
                  <a:lnTo>
                    <a:pt x="665" y="3942"/>
                  </a:lnTo>
                  <a:lnTo>
                    <a:pt x="573" y="3827"/>
                  </a:lnTo>
                  <a:lnTo>
                    <a:pt x="505" y="3713"/>
                  </a:lnTo>
                  <a:lnTo>
                    <a:pt x="436" y="3575"/>
                  </a:lnTo>
                  <a:lnTo>
                    <a:pt x="390" y="3461"/>
                  </a:lnTo>
                  <a:lnTo>
                    <a:pt x="321" y="3163"/>
                  </a:lnTo>
                  <a:lnTo>
                    <a:pt x="298" y="2865"/>
                  </a:lnTo>
                  <a:lnTo>
                    <a:pt x="344" y="2544"/>
                  </a:lnTo>
                  <a:lnTo>
                    <a:pt x="413" y="2246"/>
                  </a:lnTo>
                  <a:lnTo>
                    <a:pt x="528" y="1971"/>
                  </a:lnTo>
                  <a:lnTo>
                    <a:pt x="665" y="1696"/>
                  </a:lnTo>
                  <a:lnTo>
                    <a:pt x="848" y="1444"/>
                  </a:lnTo>
                  <a:lnTo>
                    <a:pt x="1032" y="1215"/>
                  </a:lnTo>
                  <a:lnTo>
                    <a:pt x="1238" y="986"/>
                  </a:lnTo>
                  <a:lnTo>
                    <a:pt x="1650" y="528"/>
                  </a:lnTo>
                  <a:lnTo>
                    <a:pt x="1673" y="482"/>
                  </a:lnTo>
                  <a:lnTo>
                    <a:pt x="1696" y="413"/>
                  </a:lnTo>
                  <a:lnTo>
                    <a:pt x="1673" y="367"/>
                  </a:lnTo>
                  <a:lnTo>
                    <a:pt x="1650" y="322"/>
                  </a:lnTo>
                  <a:lnTo>
                    <a:pt x="1604" y="299"/>
                  </a:lnTo>
                  <a:lnTo>
                    <a:pt x="1559" y="276"/>
                  </a:lnTo>
                  <a:lnTo>
                    <a:pt x="1490" y="299"/>
                  </a:lnTo>
                  <a:lnTo>
                    <a:pt x="1444" y="322"/>
                  </a:lnTo>
                  <a:lnTo>
                    <a:pt x="1146" y="642"/>
                  </a:lnTo>
                  <a:lnTo>
                    <a:pt x="848" y="986"/>
                  </a:lnTo>
                  <a:lnTo>
                    <a:pt x="573" y="1353"/>
                  </a:lnTo>
                  <a:lnTo>
                    <a:pt x="344" y="1742"/>
                  </a:lnTo>
                  <a:lnTo>
                    <a:pt x="230" y="1925"/>
                  </a:lnTo>
                  <a:lnTo>
                    <a:pt x="161" y="2132"/>
                  </a:lnTo>
                  <a:lnTo>
                    <a:pt x="92" y="2338"/>
                  </a:lnTo>
                  <a:lnTo>
                    <a:pt x="46" y="2567"/>
                  </a:lnTo>
                  <a:lnTo>
                    <a:pt x="24" y="2773"/>
                  </a:lnTo>
                  <a:lnTo>
                    <a:pt x="1" y="3002"/>
                  </a:lnTo>
                  <a:lnTo>
                    <a:pt x="24" y="3231"/>
                  </a:lnTo>
                  <a:lnTo>
                    <a:pt x="69" y="3461"/>
                  </a:lnTo>
                  <a:lnTo>
                    <a:pt x="138" y="3667"/>
                  </a:lnTo>
                  <a:lnTo>
                    <a:pt x="230" y="3850"/>
                  </a:lnTo>
                  <a:lnTo>
                    <a:pt x="344" y="4010"/>
                  </a:lnTo>
                  <a:lnTo>
                    <a:pt x="459" y="4148"/>
                  </a:lnTo>
                  <a:lnTo>
                    <a:pt x="596" y="4285"/>
                  </a:lnTo>
                  <a:lnTo>
                    <a:pt x="734" y="4377"/>
                  </a:lnTo>
                  <a:lnTo>
                    <a:pt x="917" y="4469"/>
                  </a:lnTo>
                  <a:lnTo>
                    <a:pt x="1077" y="4560"/>
                  </a:lnTo>
                  <a:lnTo>
                    <a:pt x="1261" y="4606"/>
                  </a:lnTo>
                  <a:lnTo>
                    <a:pt x="1444" y="4652"/>
                  </a:lnTo>
                  <a:lnTo>
                    <a:pt x="1834" y="4721"/>
                  </a:lnTo>
                  <a:lnTo>
                    <a:pt x="2223" y="4744"/>
                  </a:lnTo>
                  <a:lnTo>
                    <a:pt x="2613" y="4721"/>
                  </a:lnTo>
                  <a:lnTo>
                    <a:pt x="3621" y="4629"/>
                  </a:lnTo>
                  <a:lnTo>
                    <a:pt x="4629" y="4469"/>
                  </a:lnTo>
                  <a:lnTo>
                    <a:pt x="5133" y="4377"/>
                  </a:lnTo>
                  <a:lnTo>
                    <a:pt x="5637" y="4285"/>
                  </a:lnTo>
                  <a:lnTo>
                    <a:pt x="6141" y="4148"/>
                  </a:lnTo>
                  <a:lnTo>
                    <a:pt x="6622" y="4010"/>
                  </a:lnTo>
                  <a:lnTo>
                    <a:pt x="7103" y="3873"/>
                  </a:lnTo>
                  <a:lnTo>
                    <a:pt x="7584" y="3690"/>
                  </a:lnTo>
                  <a:lnTo>
                    <a:pt x="8043" y="3483"/>
                  </a:lnTo>
                  <a:lnTo>
                    <a:pt x="8501" y="3277"/>
                  </a:lnTo>
                  <a:lnTo>
                    <a:pt x="8959" y="3025"/>
                  </a:lnTo>
                  <a:lnTo>
                    <a:pt x="9394" y="2773"/>
                  </a:lnTo>
                  <a:lnTo>
                    <a:pt x="9807" y="2475"/>
                  </a:lnTo>
                  <a:lnTo>
                    <a:pt x="10196" y="2155"/>
                  </a:lnTo>
                  <a:lnTo>
                    <a:pt x="10655" y="1742"/>
                  </a:lnTo>
                  <a:lnTo>
                    <a:pt x="11090" y="1307"/>
                  </a:lnTo>
                  <a:lnTo>
                    <a:pt x="11456" y="803"/>
                  </a:lnTo>
                  <a:lnTo>
                    <a:pt x="11640" y="551"/>
                  </a:lnTo>
                  <a:lnTo>
                    <a:pt x="11800" y="299"/>
                  </a:lnTo>
                  <a:lnTo>
                    <a:pt x="11640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7" name="Google Shape;5007;p66"/>
            <p:cNvSpPr/>
            <p:nvPr/>
          </p:nvSpPr>
          <p:spPr>
            <a:xfrm>
              <a:off x="4271691" y="2604607"/>
              <a:ext cx="184169" cy="182708"/>
            </a:xfrm>
            <a:custGeom>
              <a:avLst/>
              <a:gdLst/>
              <a:ahLst/>
              <a:cxnLst/>
              <a:rect l="l" t="t" r="r" b="b"/>
              <a:pathLst>
                <a:path w="8570" h="8502" extrusionOk="0">
                  <a:moveTo>
                    <a:pt x="6072" y="276"/>
                  </a:moveTo>
                  <a:lnTo>
                    <a:pt x="6301" y="299"/>
                  </a:lnTo>
                  <a:lnTo>
                    <a:pt x="6508" y="345"/>
                  </a:lnTo>
                  <a:lnTo>
                    <a:pt x="6737" y="413"/>
                  </a:lnTo>
                  <a:lnTo>
                    <a:pt x="6943" y="505"/>
                  </a:lnTo>
                  <a:lnTo>
                    <a:pt x="7149" y="620"/>
                  </a:lnTo>
                  <a:lnTo>
                    <a:pt x="7401" y="803"/>
                  </a:lnTo>
                  <a:lnTo>
                    <a:pt x="7630" y="1009"/>
                  </a:lnTo>
                  <a:lnTo>
                    <a:pt x="7813" y="1238"/>
                  </a:lnTo>
                  <a:lnTo>
                    <a:pt x="7974" y="1513"/>
                  </a:lnTo>
                  <a:lnTo>
                    <a:pt x="8088" y="1788"/>
                  </a:lnTo>
                  <a:lnTo>
                    <a:pt x="8180" y="2086"/>
                  </a:lnTo>
                  <a:lnTo>
                    <a:pt x="8249" y="2384"/>
                  </a:lnTo>
                  <a:lnTo>
                    <a:pt x="8272" y="2682"/>
                  </a:lnTo>
                  <a:lnTo>
                    <a:pt x="8272" y="3002"/>
                  </a:lnTo>
                  <a:lnTo>
                    <a:pt x="8249" y="3300"/>
                  </a:lnTo>
                  <a:lnTo>
                    <a:pt x="8203" y="3621"/>
                  </a:lnTo>
                  <a:lnTo>
                    <a:pt x="8134" y="3919"/>
                  </a:lnTo>
                  <a:lnTo>
                    <a:pt x="8020" y="4194"/>
                  </a:lnTo>
                  <a:lnTo>
                    <a:pt x="7905" y="4469"/>
                  </a:lnTo>
                  <a:lnTo>
                    <a:pt x="7768" y="4744"/>
                  </a:lnTo>
                  <a:lnTo>
                    <a:pt x="7607" y="5019"/>
                  </a:lnTo>
                  <a:lnTo>
                    <a:pt x="7424" y="5271"/>
                  </a:lnTo>
                  <a:lnTo>
                    <a:pt x="7241" y="5523"/>
                  </a:lnTo>
                  <a:lnTo>
                    <a:pt x="6828" y="5981"/>
                  </a:lnTo>
                  <a:lnTo>
                    <a:pt x="6393" y="6416"/>
                  </a:lnTo>
                  <a:lnTo>
                    <a:pt x="5935" y="6829"/>
                  </a:lnTo>
                  <a:lnTo>
                    <a:pt x="5454" y="7195"/>
                  </a:lnTo>
                  <a:lnTo>
                    <a:pt x="5202" y="7378"/>
                  </a:lnTo>
                  <a:lnTo>
                    <a:pt x="4927" y="7539"/>
                  </a:lnTo>
                  <a:lnTo>
                    <a:pt x="4652" y="7699"/>
                  </a:lnTo>
                  <a:lnTo>
                    <a:pt x="4377" y="7837"/>
                  </a:lnTo>
                  <a:lnTo>
                    <a:pt x="4079" y="7951"/>
                  </a:lnTo>
                  <a:lnTo>
                    <a:pt x="3804" y="8043"/>
                  </a:lnTo>
                  <a:lnTo>
                    <a:pt x="3506" y="8135"/>
                  </a:lnTo>
                  <a:lnTo>
                    <a:pt x="3208" y="8180"/>
                  </a:lnTo>
                  <a:lnTo>
                    <a:pt x="2910" y="8226"/>
                  </a:lnTo>
                  <a:lnTo>
                    <a:pt x="2590" y="8203"/>
                  </a:lnTo>
                  <a:lnTo>
                    <a:pt x="2292" y="8180"/>
                  </a:lnTo>
                  <a:lnTo>
                    <a:pt x="1994" y="8112"/>
                  </a:lnTo>
                  <a:lnTo>
                    <a:pt x="1696" y="8020"/>
                  </a:lnTo>
                  <a:lnTo>
                    <a:pt x="1398" y="7882"/>
                  </a:lnTo>
                  <a:lnTo>
                    <a:pt x="1100" y="7699"/>
                  </a:lnTo>
                  <a:lnTo>
                    <a:pt x="871" y="7470"/>
                  </a:lnTo>
                  <a:lnTo>
                    <a:pt x="665" y="7241"/>
                  </a:lnTo>
                  <a:lnTo>
                    <a:pt x="528" y="6989"/>
                  </a:lnTo>
                  <a:lnTo>
                    <a:pt x="413" y="6737"/>
                  </a:lnTo>
                  <a:lnTo>
                    <a:pt x="344" y="6462"/>
                  </a:lnTo>
                  <a:lnTo>
                    <a:pt x="298" y="6164"/>
                  </a:lnTo>
                  <a:lnTo>
                    <a:pt x="298" y="5866"/>
                  </a:lnTo>
                  <a:lnTo>
                    <a:pt x="321" y="5568"/>
                  </a:lnTo>
                  <a:lnTo>
                    <a:pt x="390" y="5271"/>
                  </a:lnTo>
                  <a:lnTo>
                    <a:pt x="459" y="4950"/>
                  </a:lnTo>
                  <a:lnTo>
                    <a:pt x="550" y="4652"/>
                  </a:lnTo>
                  <a:lnTo>
                    <a:pt x="688" y="4377"/>
                  </a:lnTo>
                  <a:lnTo>
                    <a:pt x="825" y="4102"/>
                  </a:lnTo>
                  <a:lnTo>
                    <a:pt x="963" y="3827"/>
                  </a:lnTo>
                  <a:lnTo>
                    <a:pt x="1123" y="3575"/>
                  </a:lnTo>
                  <a:lnTo>
                    <a:pt x="1490" y="3071"/>
                  </a:lnTo>
                  <a:lnTo>
                    <a:pt x="1902" y="2613"/>
                  </a:lnTo>
                  <a:lnTo>
                    <a:pt x="2338" y="2177"/>
                  </a:lnTo>
                  <a:lnTo>
                    <a:pt x="2819" y="1788"/>
                  </a:lnTo>
                  <a:lnTo>
                    <a:pt x="3300" y="1421"/>
                  </a:lnTo>
                  <a:lnTo>
                    <a:pt x="3827" y="1101"/>
                  </a:lnTo>
                  <a:lnTo>
                    <a:pt x="4377" y="803"/>
                  </a:lnTo>
                  <a:lnTo>
                    <a:pt x="4927" y="551"/>
                  </a:lnTo>
                  <a:lnTo>
                    <a:pt x="4972" y="574"/>
                  </a:lnTo>
                  <a:lnTo>
                    <a:pt x="5018" y="551"/>
                  </a:lnTo>
                  <a:lnTo>
                    <a:pt x="5156" y="482"/>
                  </a:lnTo>
                  <a:lnTo>
                    <a:pt x="5339" y="413"/>
                  </a:lnTo>
                  <a:lnTo>
                    <a:pt x="5408" y="367"/>
                  </a:lnTo>
                  <a:lnTo>
                    <a:pt x="5614" y="322"/>
                  </a:lnTo>
                  <a:lnTo>
                    <a:pt x="5843" y="276"/>
                  </a:lnTo>
                  <a:close/>
                  <a:moveTo>
                    <a:pt x="5866" y="1"/>
                  </a:moveTo>
                  <a:lnTo>
                    <a:pt x="5568" y="24"/>
                  </a:lnTo>
                  <a:lnTo>
                    <a:pt x="5293" y="93"/>
                  </a:lnTo>
                  <a:lnTo>
                    <a:pt x="5041" y="207"/>
                  </a:lnTo>
                  <a:lnTo>
                    <a:pt x="4423" y="459"/>
                  </a:lnTo>
                  <a:lnTo>
                    <a:pt x="3827" y="780"/>
                  </a:lnTo>
                  <a:lnTo>
                    <a:pt x="3254" y="1124"/>
                  </a:lnTo>
                  <a:lnTo>
                    <a:pt x="2704" y="1490"/>
                  </a:lnTo>
                  <a:lnTo>
                    <a:pt x="2200" y="1925"/>
                  </a:lnTo>
                  <a:lnTo>
                    <a:pt x="1719" y="2384"/>
                  </a:lnTo>
                  <a:lnTo>
                    <a:pt x="1284" y="2888"/>
                  </a:lnTo>
                  <a:lnTo>
                    <a:pt x="894" y="3415"/>
                  </a:lnTo>
                  <a:lnTo>
                    <a:pt x="711" y="3690"/>
                  </a:lnTo>
                  <a:lnTo>
                    <a:pt x="550" y="3965"/>
                  </a:lnTo>
                  <a:lnTo>
                    <a:pt x="413" y="4262"/>
                  </a:lnTo>
                  <a:lnTo>
                    <a:pt x="298" y="4560"/>
                  </a:lnTo>
                  <a:lnTo>
                    <a:pt x="184" y="4858"/>
                  </a:lnTo>
                  <a:lnTo>
                    <a:pt x="92" y="5179"/>
                  </a:lnTo>
                  <a:lnTo>
                    <a:pt x="46" y="5500"/>
                  </a:lnTo>
                  <a:lnTo>
                    <a:pt x="1" y="5798"/>
                  </a:lnTo>
                  <a:lnTo>
                    <a:pt x="1" y="6118"/>
                  </a:lnTo>
                  <a:lnTo>
                    <a:pt x="46" y="6416"/>
                  </a:lnTo>
                  <a:lnTo>
                    <a:pt x="92" y="6714"/>
                  </a:lnTo>
                  <a:lnTo>
                    <a:pt x="207" y="7012"/>
                  </a:lnTo>
                  <a:lnTo>
                    <a:pt x="344" y="7287"/>
                  </a:lnTo>
                  <a:lnTo>
                    <a:pt x="528" y="7539"/>
                  </a:lnTo>
                  <a:lnTo>
                    <a:pt x="757" y="7768"/>
                  </a:lnTo>
                  <a:lnTo>
                    <a:pt x="1032" y="7997"/>
                  </a:lnTo>
                  <a:lnTo>
                    <a:pt x="1329" y="8157"/>
                  </a:lnTo>
                  <a:lnTo>
                    <a:pt x="1627" y="8295"/>
                  </a:lnTo>
                  <a:lnTo>
                    <a:pt x="1948" y="8409"/>
                  </a:lnTo>
                  <a:lnTo>
                    <a:pt x="2269" y="8478"/>
                  </a:lnTo>
                  <a:lnTo>
                    <a:pt x="2590" y="8501"/>
                  </a:lnTo>
                  <a:lnTo>
                    <a:pt x="2887" y="8501"/>
                  </a:lnTo>
                  <a:lnTo>
                    <a:pt x="3208" y="8478"/>
                  </a:lnTo>
                  <a:lnTo>
                    <a:pt x="3529" y="8409"/>
                  </a:lnTo>
                  <a:lnTo>
                    <a:pt x="3850" y="8341"/>
                  </a:lnTo>
                  <a:lnTo>
                    <a:pt x="4171" y="8226"/>
                  </a:lnTo>
                  <a:lnTo>
                    <a:pt x="4468" y="8112"/>
                  </a:lnTo>
                  <a:lnTo>
                    <a:pt x="4766" y="7951"/>
                  </a:lnTo>
                  <a:lnTo>
                    <a:pt x="5064" y="7791"/>
                  </a:lnTo>
                  <a:lnTo>
                    <a:pt x="5339" y="7630"/>
                  </a:lnTo>
                  <a:lnTo>
                    <a:pt x="5614" y="7447"/>
                  </a:lnTo>
                  <a:lnTo>
                    <a:pt x="5866" y="7241"/>
                  </a:lnTo>
                  <a:lnTo>
                    <a:pt x="6416" y="6806"/>
                  </a:lnTo>
                  <a:lnTo>
                    <a:pt x="6920" y="6325"/>
                  </a:lnTo>
                  <a:lnTo>
                    <a:pt x="7172" y="6050"/>
                  </a:lnTo>
                  <a:lnTo>
                    <a:pt x="7401" y="5775"/>
                  </a:lnTo>
                  <a:lnTo>
                    <a:pt x="7630" y="5500"/>
                  </a:lnTo>
                  <a:lnTo>
                    <a:pt x="7813" y="5202"/>
                  </a:lnTo>
                  <a:lnTo>
                    <a:pt x="7997" y="4904"/>
                  </a:lnTo>
                  <a:lnTo>
                    <a:pt x="8157" y="4583"/>
                  </a:lnTo>
                  <a:lnTo>
                    <a:pt x="8295" y="4262"/>
                  </a:lnTo>
                  <a:lnTo>
                    <a:pt x="8409" y="3942"/>
                  </a:lnTo>
                  <a:lnTo>
                    <a:pt x="8501" y="3598"/>
                  </a:lnTo>
                  <a:lnTo>
                    <a:pt x="8547" y="3254"/>
                  </a:lnTo>
                  <a:lnTo>
                    <a:pt x="8570" y="2888"/>
                  </a:lnTo>
                  <a:lnTo>
                    <a:pt x="8547" y="2544"/>
                  </a:lnTo>
                  <a:lnTo>
                    <a:pt x="8501" y="2200"/>
                  </a:lnTo>
                  <a:lnTo>
                    <a:pt x="8432" y="1880"/>
                  </a:lnTo>
                  <a:lnTo>
                    <a:pt x="8318" y="1559"/>
                  </a:lnTo>
                  <a:lnTo>
                    <a:pt x="8157" y="1261"/>
                  </a:lnTo>
                  <a:lnTo>
                    <a:pt x="7974" y="986"/>
                  </a:lnTo>
                  <a:lnTo>
                    <a:pt x="7768" y="734"/>
                  </a:lnTo>
                  <a:lnTo>
                    <a:pt x="7516" y="528"/>
                  </a:lnTo>
                  <a:lnTo>
                    <a:pt x="7241" y="322"/>
                  </a:lnTo>
                  <a:lnTo>
                    <a:pt x="6989" y="207"/>
                  </a:lnTo>
                  <a:lnTo>
                    <a:pt x="6714" y="93"/>
                  </a:lnTo>
                  <a:lnTo>
                    <a:pt x="6439" y="24"/>
                  </a:lnTo>
                  <a:lnTo>
                    <a:pt x="6141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8" name="Google Shape;5008;p66"/>
            <p:cNvSpPr/>
            <p:nvPr/>
          </p:nvSpPr>
          <p:spPr>
            <a:xfrm>
              <a:off x="4426782" y="2791717"/>
              <a:ext cx="158575" cy="123116"/>
            </a:xfrm>
            <a:custGeom>
              <a:avLst/>
              <a:gdLst/>
              <a:ahLst/>
              <a:cxnLst/>
              <a:rect l="l" t="t" r="r" b="b"/>
              <a:pathLst>
                <a:path w="7379" h="5729" extrusionOk="0">
                  <a:moveTo>
                    <a:pt x="1513" y="298"/>
                  </a:moveTo>
                  <a:lnTo>
                    <a:pt x="2040" y="413"/>
                  </a:lnTo>
                  <a:lnTo>
                    <a:pt x="2567" y="573"/>
                  </a:lnTo>
                  <a:lnTo>
                    <a:pt x="3071" y="756"/>
                  </a:lnTo>
                  <a:lnTo>
                    <a:pt x="3575" y="986"/>
                  </a:lnTo>
                  <a:lnTo>
                    <a:pt x="4056" y="1238"/>
                  </a:lnTo>
                  <a:lnTo>
                    <a:pt x="4514" y="1512"/>
                  </a:lnTo>
                  <a:lnTo>
                    <a:pt x="4950" y="1810"/>
                  </a:lnTo>
                  <a:lnTo>
                    <a:pt x="5362" y="2131"/>
                  </a:lnTo>
                  <a:lnTo>
                    <a:pt x="5752" y="2475"/>
                  </a:lnTo>
                  <a:lnTo>
                    <a:pt x="6118" y="2864"/>
                  </a:lnTo>
                  <a:lnTo>
                    <a:pt x="6462" y="3277"/>
                  </a:lnTo>
                  <a:lnTo>
                    <a:pt x="6760" y="3735"/>
                  </a:lnTo>
                  <a:lnTo>
                    <a:pt x="6897" y="3964"/>
                  </a:lnTo>
                  <a:lnTo>
                    <a:pt x="7012" y="4170"/>
                  </a:lnTo>
                  <a:lnTo>
                    <a:pt x="7080" y="4376"/>
                  </a:lnTo>
                  <a:lnTo>
                    <a:pt x="7103" y="4583"/>
                  </a:lnTo>
                  <a:lnTo>
                    <a:pt x="7103" y="4697"/>
                  </a:lnTo>
                  <a:lnTo>
                    <a:pt x="7080" y="4812"/>
                  </a:lnTo>
                  <a:lnTo>
                    <a:pt x="7012" y="4972"/>
                  </a:lnTo>
                  <a:lnTo>
                    <a:pt x="6943" y="5110"/>
                  </a:lnTo>
                  <a:lnTo>
                    <a:pt x="6828" y="5224"/>
                  </a:lnTo>
                  <a:lnTo>
                    <a:pt x="6691" y="5316"/>
                  </a:lnTo>
                  <a:lnTo>
                    <a:pt x="6531" y="5362"/>
                  </a:lnTo>
                  <a:lnTo>
                    <a:pt x="6370" y="5407"/>
                  </a:lnTo>
                  <a:lnTo>
                    <a:pt x="6210" y="5430"/>
                  </a:lnTo>
                  <a:lnTo>
                    <a:pt x="6049" y="5453"/>
                  </a:lnTo>
                  <a:lnTo>
                    <a:pt x="5797" y="5430"/>
                  </a:lnTo>
                  <a:lnTo>
                    <a:pt x="5522" y="5407"/>
                  </a:lnTo>
                  <a:lnTo>
                    <a:pt x="5248" y="5339"/>
                  </a:lnTo>
                  <a:lnTo>
                    <a:pt x="4973" y="5270"/>
                  </a:lnTo>
                  <a:lnTo>
                    <a:pt x="4446" y="5087"/>
                  </a:lnTo>
                  <a:lnTo>
                    <a:pt x="3964" y="4880"/>
                  </a:lnTo>
                  <a:lnTo>
                    <a:pt x="3483" y="4651"/>
                  </a:lnTo>
                  <a:lnTo>
                    <a:pt x="3025" y="4376"/>
                  </a:lnTo>
                  <a:lnTo>
                    <a:pt x="2590" y="4079"/>
                  </a:lnTo>
                  <a:lnTo>
                    <a:pt x="2177" y="3781"/>
                  </a:lnTo>
                  <a:lnTo>
                    <a:pt x="1788" y="3414"/>
                  </a:lnTo>
                  <a:lnTo>
                    <a:pt x="1421" y="3048"/>
                  </a:lnTo>
                  <a:lnTo>
                    <a:pt x="1078" y="2658"/>
                  </a:lnTo>
                  <a:lnTo>
                    <a:pt x="757" y="2223"/>
                  </a:lnTo>
                  <a:lnTo>
                    <a:pt x="574" y="1925"/>
                  </a:lnTo>
                  <a:lnTo>
                    <a:pt x="482" y="1787"/>
                  </a:lnTo>
                  <a:lnTo>
                    <a:pt x="413" y="1604"/>
                  </a:lnTo>
                  <a:lnTo>
                    <a:pt x="344" y="1444"/>
                  </a:lnTo>
                  <a:lnTo>
                    <a:pt x="322" y="1283"/>
                  </a:lnTo>
                  <a:lnTo>
                    <a:pt x="299" y="1100"/>
                  </a:lnTo>
                  <a:lnTo>
                    <a:pt x="322" y="917"/>
                  </a:lnTo>
                  <a:lnTo>
                    <a:pt x="390" y="733"/>
                  </a:lnTo>
                  <a:lnTo>
                    <a:pt x="482" y="573"/>
                  </a:lnTo>
                  <a:lnTo>
                    <a:pt x="619" y="459"/>
                  </a:lnTo>
                  <a:lnTo>
                    <a:pt x="780" y="367"/>
                  </a:lnTo>
                  <a:lnTo>
                    <a:pt x="940" y="321"/>
                  </a:lnTo>
                  <a:lnTo>
                    <a:pt x="1123" y="298"/>
                  </a:lnTo>
                  <a:close/>
                  <a:moveTo>
                    <a:pt x="986" y="0"/>
                  </a:moveTo>
                  <a:lnTo>
                    <a:pt x="757" y="46"/>
                  </a:lnTo>
                  <a:lnTo>
                    <a:pt x="574" y="115"/>
                  </a:lnTo>
                  <a:lnTo>
                    <a:pt x="390" y="252"/>
                  </a:lnTo>
                  <a:lnTo>
                    <a:pt x="299" y="321"/>
                  </a:lnTo>
                  <a:lnTo>
                    <a:pt x="230" y="413"/>
                  </a:lnTo>
                  <a:lnTo>
                    <a:pt x="115" y="642"/>
                  </a:lnTo>
                  <a:lnTo>
                    <a:pt x="24" y="871"/>
                  </a:lnTo>
                  <a:lnTo>
                    <a:pt x="1" y="1100"/>
                  </a:lnTo>
                  <a:lnTo>
                    <a:pt x="24" y="1329"/>
                  </a:lnTo>
                  <a:lnTo>
                    <a:pt x="70" y="1558"/>
                  </a:lnTo>
                  <a:lnTo>
                    <a:pt x="161" y="1810"/>
                  </a:lnTo>
                  <a:lnTo>
                    <a:pt x="276" y="2039"/>
                  </a:lnTo>
                  <a:lnTo>
                    <a:pt x="413" y="2269"/>
                  </a:lnTo>
                  <a:lnTo>
                    <a:pt x="551" y="2498"/>
                  </a:lnTo>
                  <a:lnTo>
                    <a:pt x="711" y="2704"/>
                  </a:lnTo>
                  <a:lnTo>
                    <a:pt x="1078" y="3116"/>
                  </a:lnTo>
                  <a:lnTo>
                    <a:pt x="1421" y="3483"/>
                  </a:lnTo>
                  <a:lnTo>
                    <a:pt x="1742" y="3781"/>
                  </a:lnTo>
                  <a:lnTo>
                    <a:pt x="2154" y="4124"/>
                  </a:lnTo>
                  <a:lnTo>
                    <a:pt x="2590" y="4422"/>
                  </a:lnTo>
                  <a:lnTo>
                    <a:pt x="3025" y="4720"/>
                  </a:lnTo>
                  <a:lnTo>
                    <a:pt x="3506" y="4995"/>
                  </a:lnTo>
                  <a:lnTo>
                    <a:pt x="3987" y="5224"/>
                  </a:lnTo>
                  <a:lnTo>
                    <a:pt x="4491" y="5407"/>
                  </a:lnTo>
                  <a:lnTo>
                    <a:pt x="4996" y="5568"/>
                  </a:lnTo>
                  <a:lnTo>
                    <a:pt x="5500" y="5682"/>
                  </a:lnTo>
                  <a:lnTo>
                    <a:pt x="5706" y="5705"/>
                  </a:lnTo>
                  <a:lnTo>
                    <a:pt x="5935" y="5728"/>
                  </a:lnTo>
                  <a:lnTo>
                    <a:pt x="6164" y="5728"/>
                  </a:lnTo>
                  <a:lnTo>
                    <a:pt x="6370" y="5705"/>
                  </a:lnTo>
                  <a:lnTo>
                    <a:pt x="6599" y="5659"/>
                  </a:lnTo>
                  <a:lnTo>
                    <a:pt x="6783" y="5591"/>
                  </a:lnTo>
                  <a:lnTo>
                    <a:pt x="6966" y="5476"/>
                  </a:lnTo>
                  <a:lnTo>
                    <a:pt x="7149" y="5316"/>
                  </a:lnTo>
                  <a:lnTo>
                    <a:pt x="7218" y="5201"/>
                  </a:lnTo>
                  <a:lnTo>
                    <a:pt x="7287" y="5087"/>
                  </a:lnTo>
                  <a:lnTo>
                    <a:pt x="7332" y="4972"/>
                  </a:lnTo>
                  <a:lnTo>
                    <a:pt x="7378" y="4835"/>
                  </a:lnTo>
                  <a:lnTo>
                    <a:pt x="7378" y="4720"/>
                  </a:lnTo>
                  <a:lnTo>
                    <a:pt x="7378" y="4583"/>
                  </a:lnTo>
                  <a:lnTo>
                    <a:pt x="7355" y="4331"/>
                  </a:lnTo>
                  <a:lnTo>
                    <a:pt x="7264" y="4079"/>
                  </a:lnTo>
                  <a:lnTo>
                    <a:pt x="7172" y="3827"/>
                  </a:lnTo>
                  <a:lnTo>
                    <a:pt x="7035" y="3597"/>
                  </a:lnTo>
                  <a:lnTo>
                    <a:pt x="6897" y="3368"/>
                  </a:lnTo>
                  <a:lnTo>
                    <a:pt x="6760" y="3162"/>
                  </a:lnTo>
                  <a:lnTo>
                    <a:pt x="6462" y="2796"/>
                  </a:lnTo>
                  <a:lnTo>
                    <a:pt x="6141" y="2452"/>
                  </a:lnTo>
                  <a:lnTo>
                    <a:pt x="5797" y="2108"/>
                  </a:lnTo>
                  <a:lnTo>
                    <a:pt x="5454" y="1810"/>
                  </a:lnTo>
                  <a:lnTo>
                    <a:pt x="5064" y="1535"/>
                  </a:lnTo>
                  <a:lnTo>
                    <a:pt x="4675" y="1260"/>
                  </a:lnTo>
                  <a:lnTo>
                    <a:pt x="4262" y="1031"/>
                  </a:lnTo>
                  <a:lnTo>
                    <a:pt x="3850" y="802"/>
                  </a:lnTo>
                  <a:lnTo>
                    <a:pt x="3369" y="573"/>
                  </a:lnTo>
                  <a:lnTo>
                    <a:pt x="2865" y="367"/>
                  </a:lnTo>
                  <a:lnTo>
                    <a:pt x="2384" y="207"/>
                  </a:lnTo>
                  <a:lnTo>
                    <a:pt x="1857" y="92"/>
                  </a:lnTo>
                  <a:lnTo>
                    <a:pt x="1650" y="46"/>
                  </a:lnTo>
                  <a:lnTo>
                    <a:pt x="1421" y="0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9" name="Google Shape;5009;p66"/>
            <p:cNvSpPr/>
            <p:nvPr/>
          </p:nvSpPr>
          <p:spPr>
            <a:xfrm>
              <a:off x="4511472" y="2537151"/>
              <a:ext cx="192529" cy="184664"/>
            </a:xfrm>
            <a:custGeom>
              <a:avLst/>
              <a:gdLst/>
              <a:ahLst/>
              <a:cxnLst/>
              <a:rect l="l" t="t" r="r" b="b"/>
              <a:pathLst>
                <a:path w="8959" h="8593" extrusionOk="0">
                  <a:moveTo>
                    <a:pt x="7516" y="1"/>
                  </a:moveTo>
                  <a:lnTo>
                    <a:pt x="7218" y="390"/>
                  </a:lnTo>
                  <a:lnTo>
                    <a:pt x="6874" y="734"/>
                  </a:lnTo>
                  <a:lnTo>
                    <a:pt x="6530" y="1055"/>
                  </a:lnTo>
                  <a:lnTo>
                    <a:pt x="6164" y="1376"/>
                  </a:lnTo>
                  <a:lnTo>
                    <a:pt x="5774" y="1674"/>
                  </a:lnTo>
                  <a:lnTo>
                    <a:pt x="5385" y="1948"/>
                  </a:lnTo>
                  <a:lnTo>
                    <a:pt x="4972" y="2201"/>
                  </a:lnTo>
                  <a:lnTo>
                    <a:pt x="4560" y="2453"/>
                  </a:lnTo>
                  <a:lnTo>
                    <a:pt x="3941" y="2796"/>
                  </a:lnTo>
                  <a:lnTo>
                    <a:pt x="3300" y="3140"/>
                  </a:lnTo>
                  <a:lnTo>
                    <a:pt x="2040" y="3804"/>
                  </a:lnTo>
                  <a:lnTo>
                    <a:pt x="1559" y="4056"/>
                  </a:lnTo>
                  <a:lnTo>
                    <a:pt x="1100" y="4354"/>
                  </a:lnTo>
                  <a:lnTo>
                    <a:pt x="871" y="4537"/>
                  </a:lnTo>
                  <a:lnTo>
                    <a:pt x="665" y="4721"/>
                  </a:lnTo>
                  <a:lnTo>
                    <a:pt x="482" y="4904"/>
                  </a:lnTo>
                  <a:lnTo>
                    <a:pt x="321" y="5133"/>
                  </a:lnTo>
                  <a:lnTo>
                    <a:pt x="184" y="5339"/>
                  </a:lnTo>
                  <a:lnTo>
                    <a:pt x="92" y="5546"/>
                  </a:lnTo>
                  <a:lnTo>
                    <a:pt x="46" y="5775"/>
                  </a:lnTo>
                  <a:lnTo>
                    <a:pt x="1" y="6004"/>
                  </a:lnTo>
                  <a:lnTo>
                    <a:pt x="1" y="6233"/>
                  </a:lnTo>
                  <a:lnTo>
                    <a:pt x="23" y="6462"/>
                  </a:lnTo>
                  <a:lnTo>
                    <a:pt x="46" y="6691"/>
                  </a:lnTo>
                  <a:lnTo>
                    <a:pt x="115" y="6897"/>
                  </a:lnTo>
                  <a:lnTo>
                    <a:pt x="207" y="7104"/>
                  </a:lnTo>
                  <a:lnTo>
                    <a:pt x="321" y="7310"/>
                  </a:lnTo>
                  <a:lnTo>
                    <a:pt x="459" y="7516"/>
                  </a:lnTo>
                  <a:lnTo>
                    <a:pt x="596" y="7699"/>
                  </a:lnTo>
                  <a:lnTo>
                    <a:pt x="757" y="7860"/>
                  </a:lnTo>
                  <a:lnTo>
                    <a:pt x="940" y="8020"/>
                  </a:lnTo>
                  <a:lnTo>
                    <a:pt x="1123" y="8158"/>
                  </a:lnTo>
                  <a:lnTo>
                    <a:pt x="1329" y="8272"/>
                  </a:lnTo>
                  <a:lnTo>
                    <a:pt x="1604" y="8387"/>
                  </a:lnTo>
                  <a:lnTo>
                    <a:pt x="1856" y="8478"/>
                  </a:lnTo>
                  <a:lnTo>
                    <a:pt x="2131" y="8547"/>
                  </a:lnTo>
                  <a:lnTo>
                    <a:pt x="2429" y="8570"/>
                  </a:lnTo>
                  <a:lnTo>
                    <a:pt x="2704" y="8593"/>
                  </a:lnTo>
                  <a:lnTo>
                    <a:pt x="2979" y="8570"/>
                  </a:lnTo>
                  <a:lnTo>
                    <a:pt x="3254" y="8524"/>
                  </a:lnTo>
                  <a:lnTo>
                    <a:pt x="3552" y="8478"/>
                  </a:lnTo>
                  <a:lnTo>
                    <a:pt x="3827" y="8387"/>
                  </a:lnTo>
                  <a:lnTo>
                    <a:pt x="4102" y="8295"/>
                  </a:lnTo>
                  <a:lnTo>
                    <a:pt x="4354" y="8203"/>
                  </a:lnTo>
                  <a:lnTo>
                    <a:pt x="4629" y="8066"/>
                  </a:lnTo>
                  <a:lnTo>
                    <a:pt x="5133" y="7791"/>
                  </a:lnTo>
                  <a:lnTo>
                    <a:pt x="5591" y="7470"/>
                  </a:lnTo>
                  <a:lnTo>
                    <a:pt x="6003" y="7149"/>
                  </a:lnTo>
                  <a:lnTo>
                    <a:pt x="6416" y="6806"/>
                  </a:lnTo>
                  <a:lnTo>
                    <a:pt x="7241" y="6073"/>
                  </a:lnTo>
                  <a:lnTo>
                    <a:pt x="7653" y="5729"/>
                  </a:lnTo>
                  <a:lnTo>
                    <a:pt x="8065" y="5362"/>
                  </a:lnTo>
                  <a:lnTo>
                    <a:pt x="8501" y="5064"/>
                  </a:lnTo>
                  <a:lnTo>
                    <a:pt x="8959" y="4767"/>
                  </a:lnTo>
                  <a:lnTo>
                    <a:pt x="8890" y="4492"/>
                  </a:lnTo>
                  <a:lnTo>
                    <a:pt x="8615" y="4652"/>
                  </a:lnTo>
                  <a:lnTo>
                    <a:pt x="8363" y="4812"/>
                  </a:lnTo>
                  <a:lnTo>
                    <a:pt x="7859" y="5179"/>
                  </a:lnTo>
                  <a:lnTo>
                    <a:pt x="7378" y="5569"/>
                  </a:lnTo>
                  <a:lnTo>
                    <a:pt x="6920" y="5981"/>
                  </a:lnTo>
                  <a:lnTo>
                    <a:pt x="6439" y="6393"/>
                  </a:lnTo>
                  <a:lnTo>
                    <a:pt x="5958" y="6829"/>
                  </a:lnTo>
                  <a:lnTo>
                    <a:pt x="5454" y="7218"/>
                  </a:lnTo>
                  <a:lnTo>
                    <a:pt x="4927" y="7585"/>
                  </a:lnTo>
                  <a:lnTo>
                    <a:pt x="4652" y="7745"/>
                  </a:lnTo>
                  <a:lnTo>
                    <a:pt x="4377" y="7883"/>
                  </a:lnTo>
                  <a:lnTo>
                    <a:pt x="4079" y="8020"/>
                  </a:lnTo>
                  <a:lnTo>
                    <a:pt x="3781" y="8112"/>
                  </a:lnTo>
                  <a:lnTo>
                    <a:pt x="3483" y="8203"/>
                  </a:lnTo>
                  <a:lnTo>
                    <a:pt x="3185" y="8249"/>
                  </a:lnTo>
                  <a:lnTo>
                    <a:pt x="2865" y="8295"/>
                  </a:lnTo>
                  <a:lnTo>
                    <a:pt x="2544" y="8295"/>
                  </a:lnTo>
                  <a:lnTo>
                    <a:pt x="2200" y="8249"/>
                  </a:lnTo>
                  <a:lnTo>
                    <a:pt x="1902" y="8180"/>
                  </a:lnTo>
                  <a:lnTo>
                    <a:pt x="1604" y="8066"/>
                  </a:lnTo>
                  <a:lnTo>
                    <a:pt x="1329" y="7906"/>
                  </a:lnTo>
                  <a:lnTo>
                    <a:pt x="1077" y="7722"/>
                  </a:lnTo>
                  <a:lnTo>
                    <a:pt x="848" y="7516"/>
                  </a:lnTo>
                  <a:lnTo>
                    <a:pt x="665" y="7264"/>
                  </a:lnTo>
                  <a:lnTo>
                    <a:pt x="505" y="7012"/>
                  </a:lnTo>
                  <a:lnTo>
                    <a:pt x="390" y="6760"/>
                  </a:lnTo>
                  <a:lnTo>
                    <a:pt x="321" y="6485"/>
                  </a:lnTo>
                  <a:lnTo>
                    <a:pt x="298" y="6187"/>
                  </a:lnTo>
                  <a:lnTo>
                    <a:pt x="321" y="5912"/>
                  </a:lnTo>
                  <a:lnTo>
                    <a:pt x="390" y="5614"/>
                  </a:lnTo>
                  <a:lnTo>
                    <a:pt x="459" y="5477"/>
                  </a:lnTo>
                  <a:lnTo>
                    <a:pt x="528" y="5339"/>
                  </a:lnTo>
                  <a:lnTo>
                    <a:pt x="619" y="5202"/>
                  </a:lnTo>
                  <a:lnTo>
                    <a:pt x="734" y="5064"/>
                  </a:lnTo>
                  <a:lnTo>
                    <a:pt x="848" y="4950"/>
                  </a:lnTo>
                  <a:lnTo>
                    <a:pt x="986" y="4812"/>
                  </a:lnTo>
                  <a:lnTo>
                    <a:pt x="1238" y="4629"/>
                  </a:lnTo>
                  <a:lnTo>
                    <a:pt x="1490" y="4446"/>
                  </a:lnTo>
                  <a:lnTo>
                    <a:pt x="2017" y="4125"/>
                  </a:lnTo>
                  <a:lnTo>
                    <a:pt x="2567" y="3850"/>
                  </a:lnTo>
                  <a:lnTo>
                    <a:pt x="3117" y="3552"/>
                  </a:lnTo>
                  <a:lnTo>
                    <a:pt x="4262" y="2957"/>
                  </a:lnTo>
                  <a:lnTo>
                    <a:pt x="4812" y="2636"/>
                  </a:lnTo>
                  <a:lnTo>
                    <a:pt x="5362" y="2292"/>
                  </a:lnTo>
                  <a:lnTo>
                    <a:pt x="6003" y="1880"/>
                  </a:lnTo>
                  <a:lnTo>
                    <a:pt x="6301" y="1651"/>
                  </a:lnTo>
                  <a:lnTo>
                    <a:pt x="6576" y="1399"/>
                  </a:lnTo>
                  <a:lnTo>
                    <a:pt x="6851" y="1147"/>
                  </a:lnTo>
                  <a:lnTo>
                    <a:pt x="7126" y="895"/>
                  </a:lnTo>
                  <a:lnTo>
                    <a:pt x="7378" y="620"/>
                  </a:lnTo>
                  <a:lnTo>
                    <a:pt x="7630" y="322"/>
                  </a:lnTo>
                  <a:lnTo>
                    <a:pt x="7538" y="116"/>
                  </a:lnTo>
                  <a:lnTo>
                    <a:pt x="7516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0" name="Google Shape;5010;p66"/>
            <p:cNvSpPr/>
            <p:nvPr/>
          </p:nvSpPr>
          <p:spPr>
            <a:xfrm>
              <a:off x="4058493" y="2952717"/>
              <a:ext cx="745488" cy="115229"/>
            </a:xfrm>
            <a:custGeom>
              <a:avLst/>
              <a:gdLst/>
              <a:ahLst/>
              <a:cxnLst/>
              <a:rect l="l" t="t" r="r" b="b"/>
              <a:pathLst>
                <a:path w="34690" h="5362" extrusionOk="0">
                  <a:moveTo>
                    <a:pt x="8776" y="0"/>
                  </a:moveTo>
                  <a:lnTo>
                    <a:pt x="8157" y="23"/>
                  </a:lnTo>
                  <a:lnTo>
                    <a:pt x="7562" y="69"/>
                  </a:lnTo>
                  <a:lnTo>
                    <a:pt x="6966" y="161"/>
                  </a:lnTo>
                  <a:lnTo>
                    <a:pt x="6370" y="275"/>
                  </a:lnTo>
                  <a:lnTo>
                    <a:pt x="5798" y="436"/>
                  </a:lnTo>
                  <a:lnTo>
                    <a:pt x="5202" y="619"/>
                  </a:lnTo>
                  <a:lnTo>
                    <a:pt x="4492" y="894"/>
                  </a:lnTo>
                  <a:lnTo>
                    <a:pt x="3804" y="1192"/>
                  </a:lnTo>
                  <a:lnTo>
                    <a:pt x="3140" y="1536"/>
                  </a:lnTo>
                  <a:lnTo>
                    <a:pt x="2498" y="1902"/>
                  </a:lnTo>
                  <a:lnTo>
                    <a:pt x="1857" y="2315"/>
                  </a:lnTo>
                  <a:lnTo>
                    <a:pt x="1238" y="2727"/>
                  </a:lnTo>
                  <a:lnTo>
                    <a:pt x="642" y="3185"/>
                  </a:lnTo>
                  <a:lnTo>
                    <a:pt x="70" y="3666"/>
                  </a:lnTo>
                  <a:lnTo>
                    <a:pt x="1" y="4079"/>
                  </a:lnTo>
                  <a:lnTo>
                    <a:pt x="551" y="3620"/>
                  </a:lnTo>
                  <a:lnTo>
                    <a:pt x="1101" y="3185"/>
                  </a:lnTo>
                  <a:lnTo>
                    <a:pt x="1673" y="2773"/>
                  </a:lnTo>
                  <a:lnTo>
                    <a:pt x="2269" y="2360"/>
                  </a:lnTo>
                  <a:lnTo>
                    <a:pt x="2888" y="1994"/>
                  </a:lnTo>
                  <a:lnTo>
                    <a:pt x="3506" y="1650"/>
                  </a:lnTo>
                  <a:lnTo>
                    <a:pt x="4148" y="1352"/>
                  </a:lnTo>
                  <a:lnTo>
                    <a:pt x="4812" y="1077"/>
                  </a:lnTo>
                  <a:lnTo>
                    <a:pt x="5454" y="848"/>
                  </a:lnTo>
                  <a:lnTo>
                    <a:pt x="6095" y="642"/>
                  </a:lnTo>
                  <a:lnTo>
                    <a:pt x="6737" y="504"/>
                  </a:lnTo>
                  <a:lnTo>
                    <a:pt x="7401" y="390"/>
                  </a:lnTo>
                  <a:lnTo>
                    <a:pt x="8066" y="321"/>
                  </a:lnTo>
                  <a:lnTo>
                    <a:pt x="8730" y="298"/>
                  </a:lnTo>
                  <a:lnTo>
                    <a:pt x="9395" y="321"/>
                  </a:lnTo>
                  <a:lnTo>
                    <a:pt x="9738" y="367"/>
                  </a:lnTo>
                  <a:lnTo>
                    <a:pt x="10059" y="413"/>
                  </a:lnTo>
                  <a:lnTo>
                    <a:pt x="10724" y="550"/>
                  </a:lnTo>
                  <a:lnTo>
                    <a:pt x="11388" y="734"/>
                  </a:lnTo>
                  <a:lnTo>
                    <a:pt x="12007" y="940"/>
                  </a:lnTo>
                  <a:lnTo>
                    <a:pt x="12648" y="1169"/>
                  </a:lnTo>
                  <a:lnTo>
                    <a:pt x="13267" y="1444"/>
                  </a:lnTo>
                  <a:lnTo>
                    <a:pt x="13885" y="1719"/>
                  </a:lnTo>
                  <a:lnTo>
                    <a:pt x="15100" y="2292"/>
                  </a:lnTo>
                  <a:lnTo>
                    <a:pt x="16222" y="2796"/>
                  </a:lnTo>
                  <a:lnTo>
                    <a:pt x="17391" y="3277"/>
                  </a:lnTo>
                  <a:lnTo>
                    <a:pt x="18559" y="3735"/>
                  </a:lnTo>
                  <a:lnTo>
                    <a:pt x="19728" y="4147"/>
                  </a:lnTo>
                  <a:lnTo>
                    <a:pt x="20323" y="4331"/>
                  </a:lnTo>
                  <a:lnTo>
                    <a:pt x="20919" y="4514"/>
                  </a:lnTo>
                  <a:lnTo>
                    <a:pt x="21538" y="4674"/>
                  </a:lnTo>
                  <a:lnTo>
                    <a:pt x="22134" y="4812"/>
                  </a:lnTo>
                  <a:lnTo>
                    <a:pt x="22752" y="4949"/>
                  </a:lnTo>
                  <a:lnTo>
                    <a:pt x="23348" y="5064"/>
                  </a:lnTo>
                  <a:lnTo>
                    <a:pt x="23966" y="5156"/>
                  </a:lnTo>
                  <a:lnTo>
                    <a:pt x="24585" y="5224"/>
                  </a:lnTo>
                  <a:lnTo>
                    <a:pt x="25158" y="5270"/>
                  </a:lnTo>
                  <a:lnTo>
                    <a:pt x="25731" y="5316"/>
                  </a:lnTo>
                  <a:lnTo>
                    <a:pt x="26303" y="5339"/>
                  </a:lnTo>
                  <a:lnTo>
                    <a:pt x="26899" y="5362"/>
                  </a:lnTo>
                  <a:lnTo>
                    <a:pt x="27472" y="5339"/>
                  </a:lnTo>
                  <a:lnTo>
                    <a:pt x="28045" y="5293"/>
                  </a:lnTo>
                  <a:lnTo>
                    <a:pt x="28617" y="5224"/>
                  </a:lnTo>
                  <a:lnTo>
                    <a:pt x="29167" y="5133"/>
                  </a:lnTo>
                  <a:lnTo>
                    <a:pt x="29649" y="4995"/>
                  </a:lnTo>
                  <a:lnTo>
                    <a:pt x="30153" y="4858"/>
                  </a:lnTo>
                  <a:lnTo>
                    <a:pt x="30611" y="4674"/>
                  </a:lnTo>
                  <a:lnTo>
                    <a:pt x="31092" y="4491"/>
                  </a:lnTo>
                  <a:lnTo>
                    <a:pt x="31550" y="4285"/>
                  </a:lnTo>
                  <a:lnTo>
                    <a:pt x="31985" y="4056"/>
                  </a:lnTo>
                  <a:lnTo>
                    <a:pt x="32444" y="3827"/>
                  </a:lnTo>
                  <a:lnTo>
                    <a:pt x="32879" y="3552"/>
                  </a:lnTo>
                  <a:lnTo>
                    <a:pt x="33337" y="3277"/>
                  </a:lnTo>
                  <a:lnTo>
                    <a:pt x="33796" y="2979"/>
                  </a:lnTo>
                  <a:lnTo>
                    <a:pt x="34231" y="2681"/>
                  </a:lnTo>
                  <a:lnTo>
                    <a:pt x="34689" y="2337"/>
                  </a:lnTo>
                  <a:lnTo>
                    <a:pt x="34597" y="2040"/>
                  </a:lnTo>
                  <a:lnTo>
                    <a:pt x="33910" y="2544"/>
                  </a:lnTo>
                  <a:lnTo>
                    <a:pt x="33223" y="3002"/>
                  </a:lnTo>
                  <a:lnTo>
                    <a:pt x="32764" y="3300"/>
                  </a:lnTo>
                  <a:lnTo>
                    <a:pt x="32306" y="3552"/>
                  </a:lnTo>
                  <a:lnTo>
                    <a:pt x="31825" y="3827"/>
                  </a:lnTo>
                  <a:lnTo>
                    <a:pt x="31344" y="4056"/>
                  </a:lnTo>
                  <a:lnTo>
                    <a:pt x="30863" y="4262"/>
                  </a:lnTo>
                  <a:lnTo>
                    <a:pt x="30359" y="4468"/>
                  </a:lnTo>
                  <a:lnTo>
                    <a:pt x="29855" y="4651"/>
                  </a:lnTo>
                  <a:lnTo>
                    <a:pt x="29328" y="4789"/>
                  </a:lnTo>
                  <a:lnTo>
                    <a:pt x="28755" y="4904"/>
                  </a:lnTo>
                  <a:lnTo>
                    <a:pt x="28182" y="4995"/>
                  </a:lnTo>
                  <a:lnTo>
                    <a:pt x="27586" y="5041"/>
                  </a:lnTo>
                  <a:lnTo>
                    <a:pt x="26968" y="5064"/>
                  </a:lnTo>
                  <a:lnTo>
                    <a:pt x="26372" y="5064"/>
                  </a:lnTo>
                  <a:lnTo>
                    <a:pt x="25776" y="5041"/>
                  </a:lnTo>
                  <a:lnTo>
                    <a:pt x="25181" y="4995"/>
                  </a:lnTo>
                  <a:lnTo>
                    <a:pt x="24585" y="4926"/>
                  </a:lnTo>
                  <a:lnTo>
                    <a:pt x="23944" y="4858"/>
                  </a:lnTo>
                  <a:lnTo>
                    <a:pt x="23302" y="4766"/>
                  </a:lnTo>
                  <a:lnTo>
                    <a:pt x="22683" y="4629"/>
                  </a:lnTo>
                  <a:lnTo>
                    <a:pt x="22042" y="4491"/>
                  </a:lnTo>
                  <a:lnTo>
                    <a:pt x="21423" y="4354"/>
                  </a:lnTo>
                  <a:lnTo>
                    <a:pt x="20805" y="4170"/>
                  </a:lnTo>
                  <a:lnTo>
                    <a:pt x="20186" y="3987"/>
                  </a:lnTo>
                  <a:lnTo>
                    <a:pt x="19567" y="3781"/>
                  </a:lnTo>
                  <a:lnTo>
                    <a:pt x="18330" y="3346"/>
                  </a:lnTo>
                  <a:lnTo>
                    <a:pt x="17139" y="2864"/>
                  </a:lnTo>
                  <a:lnTo>
                    <a:pt x="15947" y="2360"/>
                  </a:lnTo>
                  <a:lnTo>
                    <a:pt x="14779" y="1810"/>
                  </a:lnTo>
                  <a:lnTo>
                    <a:pt x="13610" y="1283"/>
                  </a:lnTo>
                  <a:lnTo>
                    <a:pt x="13015" y="1031"/>
                  </a:lnTo>
                  <a:lnTo>
                    <a:pt x="12442" y="779"/>
                  </a:lnTo>
                  <a:lnTo>
                    <a:pt x="11823" y="573"/>
                  </a:lnTo>
                  <a:lnTo>
                    <a:pt x="11228" y="390"/>
                  </a:lnTo>
                  <a:lnTo>
                    <a:pt x="10609" y="230"/>
                  </a:lnTo>
                  <a:lnTo>
                    <a:pt x="9967" y="115"/>
                  </a:lnTo>
                  <a:lnTo>
                    <a:pt x="9372" y="46"/>
                  </a:lnTo>
                  <a:lnTo>
                    <a:pt x="8776" y="0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1" name="Google Shape;5011;p66"/>
            <p:cNvSpPr/>
            <p:nvPr/>
          </p:nvSpPr>
          <p:spPr>
            <a:xfrm>
              <a:off x="4227874" y="2347613"/>
              <a:ext cx="387508" cy="90602"/>
            </a:xfrm>
            <a:custGeom>
              <a:avLst/>
              <a:gdLst/>
              <a:ahLst/>
              <a:cxnLst/>
              <a:rect l="l" t="t" r="r" b="b"/>
              <a:pathLst>
                <a:path w="18032" h="4216" extrusionOk="0">
                  <a:moveTo>
                    <a:pt x="16795" y="0"/>
                  </a:moveTo>
                  <a:lnTo>
                    <a:pt x="16474" y="92"/>
                  </a:lnTo>
                  <a:lnTo>
                    <a:pt x="15603" y="298"/>
                  </a:lnTo>
                  <a:lnTo>
                    <a:pt x="14939" y="435"/>
                  </a:lnTo>
                  <a:lnTo>
                    <a:pt x="14183" y="573"/>
                  </a:lnTo>
                  <a:lnTo>
                    <a:pt x="13289" y="710"/>
                  </a:lnTo>
                  <a:lnTo>
                    <a:pt x="12281" y="848"/>
                  </a:lnTo>
                  <a:lnTo>
                    <a:pt x="11158" y="962"/>
                  </a:lnTo>
                  <a:lnTo>
                    <a:pt x="9944" y="1031"/>
                  </a:lnTo>
                  <a:lnTo>
                    <a:pt x="8638" y="1054"/>
                  </a:lnTo>
                  <a:lnTo>
                    <a:pt x="7241" y="1054"/>
                  </a:lnTo>
                  <a:lnTo>
                    <a:pt x="6530" y="1031"/>
                  </a:lnTo>
                  <a:lnTo>
                    <a:pt x="5774" y="985"/>
                  </a:lnTo>
                  <a:lnTo>
                    <a:pt x="5018" y="916"/>
                  </a:lnTo>
                  <a:lnTo>
                    <a:pt x="4216" y="848"/>
                  </a:lnTo>
                  <a:lnTo>
                    <a:pt x="3414" y="756"/>
                  </a:lnTo>
                  <a:lnTo>
                    <a:pt x="2612" y="642"/>
                  </a:lnTo>
                  <a:lnTo>
                    <a:pt x="1765" y="504"/>
                  </a:lnTo>
                  <a:lnTo>
                    <a:pt x="917" y="344"/>
                  </a:lnTo>
                  <a:lnTo>
                    <a:pt x="871" y="389"/>
                  </a:lnTo>
                  <a:lnTo>
                    <a:pt x="734" y="527"/>
                  </a:lnTo>
                  <a:lnTo>
                    <a:pt x="550" y="756"/>
                  </a:lnTo>
                  <a:lnTo>
                    <a:pt x="344" y="1054"/>
                  </a:lnTo>
                  <a:lnTo>
                    <a:pt x="253" y="1260"/>
                  </a:lnTo>
                  <a:lnTo>
                    <a:pt x="184" y="1466"/>
                  </a:lnTo>
                  <a:lnTo>
                    <a:pt x="92" y="1695"/>
                  </a:lnTo>
                  <a:lnTo>
                    <a:pt x="46" y="1970"/>
                  </a:lnTo>
                  <a:lnTo>
                    <a:pt x="0" y="2245"/>
                  </a:lnTo>
                  <a:lnTo>
                    <a:pt x="0" y="2543"/>
                  </a:lnTo>
                  <a:lnTo>
                    <a:pt x="23" y="2864"/>
                  </a:lnTo>
                  <a:lnTo>
                    <a:pt x="69" y="3208"/>
                  </a:lnTo>
                  <a:lnTo>
                    <a:pt x="459" y="3299"/>
                  </a:lnTo>
                  <a:lnTo>
                    <a:pt x="940" y="3414"/>
                  </a:lnTo>
                  <a:lnTo>
                    <a:pt x="1558" y="3551"/>
                  </a:lnTo>
                  <a:lnTo>
                    <a:pt x="2360" y="3689"/>
                  </a:lnTo>
                  <a:lnTo>
                    <a:pt x="3300" y="3849"/>
                  </a:lnTo>
                  <a:lnTo>
                    <a:pt x="4354" y="3987"/>
                  </a:lnTo>
                  <a:lnTo>
                    <a:pt x="5545" y="4101"/>
                  </a:lnTo>
                  <a:lnTo>
                    <a:pt x="6851" y="4170"/>
                  </a:lnTo>
                  <a:lnTo>
                    <a:pt x="7538" y="4193"/>
                  </a:lnTo>
                  <a:lnTo>
                    <a:pt x="8249" y="4216"/>
                  </a:lnTo>
                  <a:lnTo>
                    <a:pt x="8982" y="4193"/>
                  </a:lnTo>
                  <a:lnTo>
                    <a:pt x="9738" y="4170"/>
                  </a:lnTo>
                  <a:lnTo>
                    <a:pt x="10494" y="4147"/>
                  </a:lnTo>
                  <a:lnTo>
                    <a:pt x="11296" y="4078"/>
                  </a:lnTo>
                  <a:lnTo>
                    <a:pt x="12098" y="4010"/>
                  </a:lnTo>
                  <a:lnTo>
                    <a:pt x="12900" y="3895"/>
                  </a:lnTo>
                  <a:lnTo>
                    <a:pt x="13747" y="3780"/>
                  </a:lnTo>
                  <a:lnTo>
                    <a:pt x="14572" y="3643"/>
                  </a:lnTo>
                  <a:lnTo>
                    <a:pt x="15420" y="3460"/>
                  </a:lnTo>
                  <a:lnTo>
                    <a:pt x="16291" y="3253"/>
                  </a:lnTo>
                  <a:lnTo>
                    <a:pt x="17161" y="3024"/>
                  </a:lnTo>
                  <a:lnTo>
                    <a:pt x="18032" y="2749"/>
                  </a:lnTo>
                  <a:lnTo>
                    <a:pt x="18032" y="2566"/>
                  </a:lnTo>
                  <a:lnTo>
                    <a:pt x="18032" y="2268"/>
                  </a:lnTo>
                  <a:lnTo>
                    <a:pt x="17986" y="1879"/>
                  </a:lnTo>
                  <a:lnTo>
                    <a:pt x="17894" y="1443"/>
                  </a:lnTo>
                  <a:lnTo>
                    <a:pt x="17826" y="1237"/>
                  </a:lnTo>
                  <a:lnTo>
                    <a:pt x="17734" y="1008"/>
                  </a:lnTo>
                  <a:lnTo>
                    <a:pt x="17620" y="802"/>
                  </a:lnTo>
                  <a:lnTo>
                    <a:pt x="17505" y="596"/>
                  </a:lnTo>
                  <a:lnTo>
                    <a:pt x="17367" y="412"/>
                  </a:lnTo>
                  <a:lnTo>
                    <a:pt x="17207" y="252"/>
                  </a:lnTo>
                  <a:lnTo>
                    <a:pt x="17001" y="115"/>
                  </a:lnTo>
                  <a:lnTo>
                    <a:pt x="16795" y="0"/>
                  </a:lnTo>
                  <a:close/>
                </a:path>
              </a:pathLst>
            </a:custGeom>
            <a:gradFill>
              <a:gsLst>
                <a:gs pos="0">
                  <a:srgbClr val="36D5E6"/>
                </a:gs>
                <a:gs pos="100000">
                  <a:srgbClr val="17788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5012;p66"/>
            <p:cNvSpPr/>
            <p:nvPr/>
          </p:nvSpPr>
          <p:spPr>
            <a:xfrm>
              <a:off x="4410536" y="1841447"/>
              <a:ext cx="382586" cy="495345"/>
            </a:xfrm>
            <a:custGeom>
              <a:avLst/>
              <a:gdLst/>
              <a:ahLst/>
              <a:cxnLst/>
              <a:rect l="l" t="t" r="r" b="b"/>
              <a:pathLst>
                <a:path w="17803" h="23050" extrusionOk="0">
                  <a:moveTo>
                    <a:pt x="13289" y="1"/>
                  </a:moveTo>
                  <a:lnTo>
                    <a:pt x="12969" y="24"/>
                  </a:lnTo>
                  <a:lnTo>
                    <a:pt x="12648" y="70"/>
                  </a:lnTo>
                  <a:lnTo>
                    <a:pt x="12327" y="138"/>
                  </a:lnTo>
                  <a:lnTo>
                    <a:pt x="12029" y="253"/>
                  </a:lnTo>
                  <a:lnTo>
                    <a:pt x="11731" y="390"/>
                  </a:lnTo>
                  <a:lnTo>
                    <a:pt x="11456" y="551"/>
                  </a:lnTo>
                  <a:lnTo>
                    <a:pt x="11227" y="734"/>
                  </a:lnTo>
                  <a:lnTo>
                    <a:pt x="10998" y="963"/>
                  </a:lnTo>
                  <a:lnTo>
                    <a:pt x="10792" y="1192"/>
                  </a:lnTo>
                  <a:lnTo>
                    <a:pt x="10586" y="1421"/>
                  </a:lnTo>
                  <a:lnTo>
                    <a:pt x="10448" y="1696"/>
                  </a:lnTo>
                  <a:lnTo>
                    <a:pt x="10311" y="1971"/>
                  </a:lnTo>
                  <a:lnTo>
                    <a:pt x="10196" y="2269"/>
                  </a:lnTo>
                  <a:lnTo>
                    <a:pt x="10128" y="2567"/>
                  </a:lnTo>
                  <a:lnTo>
                    <a:pt x="10059" y="2888"/>
                  </a:lnTo>
                  <a:lnTo>
                    <a:pt x="10059" y="3208"/>
                  </a:lnTo>
                  <a:lnTo>
                    <a:pt x="10059" y="3529"/>
                  </a:lnTo>
                  <a:lnTo>
                    <a:pt x="10105" y="3850"/>
                  </a:lnTo>
                  <a:lnTo>
                    <a:pt x="10128" y="3896"/>
                  </a:lnTo>
                  <a:lnTo>
                    <a:pt x="10311" y="4812"/>
                  </a:lnTo>
                  <a:lnTo>
                    <a:pt x="10471" y="5729"/>
                  </a:lnTo>
                  <a:lnTo>
                    <a:pt x="10815" y="7585"/>
                  </a:lnTo>
                  <a:lnTo>
                    <a:pt x="11136" y="9418"/>
                  </a:lnTo>
                  <a:lnTo>
                    <a:pt x="11434" y="11273"/>
                  </a:lnTo>
                  <a:lnTo>
                    <a:pt x="11663" y="13106"/>
                  </a:lnTo>
                  <a:lnTo>
                    <a:pt x="11777" y="14000"/>
                  </a:lnTo>
                  <a:lnTo>
                    <a:pt x="11869" y="14916"/>
                  </a:lnTo>
                  <a:lnTo>
                    <a:pt x="11938" y="15787"/>
                  </a:lnTo>
                  <a:lnTo>
                    <a:pt x="11983" y="16635"/>
                  </a:lnTo>
                  <a:lnTo>
                    <a:pt x="11983" y="17374"/>
                  </a:lnTo>
                  <a:lnTo>
                    <a:pt x="11869" y="17345"/>
                  </a:lnTo>
                  <a:lnTo>
                    <a:pt x="11067" y="17116"/>
                  </a:lnTo>
                  <a:lnTo>
                    <a:pt x="10242" y="16818"/>
                  </a:lnTo>
                  <a:lnTo>
                    <a:pt x="9417" y="16497"/>
                  </a:lnTo>
                  <a:lnTo>
                    <a:pt x="8570" y="16131"/>
                  </a:lnTo>
                  <a:lnTo>
                    <a:pt x="7722" y="15764"/>
                  </a:lnTo>
                  <a:lnTo>
                    <a:pt x="6026" y="15008"/>
                  </a:lnTo>
                  <a:lnTo>
                    <a:pt x="4308" y="14252"/>
                  </a:lnTo>
                  <a:lnTo>
                    <a:pt x="3415" y="13908"/>
                  </a:lnTo>
                  <a:lnTo>
                    <a:pt x="2979" y="13725"/>
                  </a:lnTo>
                  <a:lnTo>
                    <a:pt x="2544" y="13587"/>
                  </a:lnTo>
                  <a:lnTo>
                    <a:pt x="2429" y="13542"/>
                  </a:lnTo>
                  <a:lnTo>
                    <a:pt x="2177" y="13473"/>
                  </a:lnTo>
                  <a:lnTo>
                    <a:pt x="1925" y="13450"/>
                  </a:lnTo>
                  <a:lnTo>
                    <a:pt x="1650" y="13473"/>
                  </a:lnTo>
                  <a:lnTo>
                    <a:pt x="1398" y="13519"/>
                  </a:lnTo>
                  <a:lnTo>
                    <a:pt x="1146" y="13610"/>
                  </a:lnTo>
                  <a:lnTo>
                    <a:pt x="894" y="13725"/>
                  </a:lnTo>
                  <a:lnTo>
                    <a:pt x="688" y="13885"/>
                  </a:lnTo>
                  <a:lnTo>
                    <a:pt x="482" y="14069"/>
                  </a:lnTo>
                  <a:lnTo>
                    <a:pt x="367" y="14206"/>
                  </a:lnTo>
                  <a:lnTo>
                    <a:pt x="253" y="14366"/>
                  </a:lnTo>
                  <a:lnTo>
                    <a:pt x="161" y="14527"/>
                  </a:lnTo>
                  <a:lnTo>
                    <a:pt x="92" y="14710"/>
                  </a:lnTo>
                  <a:lnTo>
                    <a:pt x="47" y="14870"/>
                  </a:lnTo>
                  <a:lnTo>
                    <a:pt x="1" y="15054"/>
                  </a:lnTo>
                  <a:lnTo>
                    <a:pt x="1" y="15237"/>
                  </a:lnTo>
                  <a:lnTo>
                    <a:pt x="1" y="15420"/>
                  </a:lnTo>
                  <a:lnTo>
                    <a:pt x="1" y="15604"/>
                  </a:lnTo>
                  <a:lnTo>
                    <a:pt x="47" y="15764"/>
                  </a:lnTo>
                  <a:lnTo>
                    <a:pt x="92" y="15947"/>
                  </a:lnTo>
                  <a:lnTo>
                    <a:pt x="161" y="16108"/>
                  </a:lnTo>
                  <a:lnTo>
                    <a:pt x="253" y="16268"/>
                  </a:lnTo>
                  <a:lnTo>
                    <a:pt x="344" y="16428"/>
                  </a:lnTo>
                  <a:lnTo>
                    <a:pt x="459" y="16589"/>
                  </a:lnTo>
                  <a:lnTo>
                    <a:pt x="596" y="16726"/>
                  </a:lnTo>
                  <a:lnTo>
                    <a:pt x="780" y="16887"/>
                  </a:lnTo>
                  <a:lnTo>
                    <a:pt x="986" y="17070"/>
                  </a:lnTo>
                  <a:lnTo>
                    <a:pt x="1375" y="17391"/>
                  </a:lnTo>
                  <a:lnTo>
                    <a:pt x="2154" y="18009"/>
                  </a:lnTo>
                  <a:lnTo>
                    <a:pt x="2956" y="18582"/>
                  </a:lnTo>
                  <a:lnTo>
                    <a:pt x="3781" y="19132"/>
                  </a:lnTo>
                  <a:lnTo>
                    <a:pt x="4629" y="19659"/>
                  </a:lnTo>
                  <a:lnTo>
                    <a:pt x="5499" y="20163"/>
                  </a:lnTo>
                  <a:lnTo>
                    <a:pt x="6393" y="20644"/>
                  </a:lnTo>
                  <a:lnTo>
                    <a:pt x="7287" y="21125"/>
                  </a:lnTo>
                  <a:lnTo>
                    <a:pt x="8226" y="21561"/>
                  </a:lnTo>
                  <a:lnTo>
                    <a:pt x="9188" y="21996"/>
                  </a:lnTo>
                  <a:lnTo>
                    <a:pt x="9692" y="22202"/>
                  </a:lnTo>
                  <a:lnTo>
                    <a:pt x="10219" y="22408"/>
                  </a:lnTo>
                  <a:lnTo>
                    <a:pt x="10746" y="22592"/>
                  </a:lnTo>
                  <a:lnTo>
                    <a:pt x="11342" y="22775"/>
                  </a:lnTo>
                  <a:lnTo>
                    <a:pt x="11961" y="22912"/>
                  </a:lnTo>
                  <a:lnTo>
                    <a:pt x="12327" y="22981"/>
                  </a:lnTo>
                  <a:lnTo>
                    <a:pt x="12694" y="23027"/>
                  </a:lnTo>
                  <a:lnTo>
                    <a:pt x="13106" y="23050"/>
                  </a:lnTo>
                  <a:lnTo>
                    <a:pt x="13587" y="23050"/>
                  </a:lnTo>
                  <a:lnTo>
                    <a:pt x="13862" y="23027"/>
                  </a:lnTo>
                  <a:lnTo>
                    <a:pt x="14160" y="23004"/>
                  </a:lnTo>
                  <a:lnTo>
                    <a:pt x="14481" y="22935"/>
                  </a:lnTo>
                  <a:lnTo>
                    <a:pt x="14825" y="22821"/>
                  </a:lnTo>
                  <a:lnTo>
                    <a:pt x="15008" y="22752"/>
                  </a:lnTo>
                  <a:lnTo>
                    <a:pt x="15099" y="22706"/>
                  </a:lnTo>
                  <a:lnTo>
                    <a:pt x="15145" y="22683"/>
                  </a:lnTo>
                  <a:lnTo>
                    <a:pt x="15214" y="22660"/>
                  </a:lnTo>
                  <a:lnTo>
                    <a:pt x="15489" y="22500"/>
                  </a:lnTo>
                  <a:lnTo>
                    <a:pt x="15718" y="22363"/>
                  </a:lnTo>
                  <a:lnTo>
                    <a:pt x="15924" y="22179"/>
                  </a:lnTo>
                  <a:lnTo>
                    <a:pt x="16108" y="22019"/>
                  </a:lnTo>
                  <a:lnTo>
                    <a:pt x="16268" y="21859"/>
                  </a:lnTo>
                  <a:lnTo>
                    <a:pt x="16428" y="21698"/>
                  </a:lnTo>
                  <a:lnTo>
                    <a:pt x="16657" y="21400"/>
                  </a:lnTo>
                  <a:lnTo>
                    <a:pt x="16841" y="21102"/>
                  </a:lnTo>
                  <a:lnTo>
                    <a:pt x="16978" y="20850"/>
                  </a:lnTo>
                  <a:lnTo>
                    <a:pt x="17093" y="20598"/>
                  </a:lnTo>
                  <a:lnTo>
                    <a:pt x="17253" y="20163"/>
                  </a:lnTo>
                  <a:lnTo>
                    <a:pt x="17368" y="19774"/>
                  </a:lnTo>
                  <a:lnTo>
                    <a:pt x="17459" y="19407"/>
                  </a:lnTo>
                  <a:lnTo>
                    <a:pt x="17551" y="19063"/>
                  </a:lnTo>
                  <a:lnTo>
                    <a:pt x="17643" y="18422"/>
                  </a:lnTo>
                  <a:lnTo>
                    <a:pt x="17711" y="17826"/>
                  </a:lnTo>
                  <a:lnTo>
                    <a:pt x="17757" y="17253"/>
                  </a:lnTo>
                  <a:lnTo>
                    <a:pt x="17780" y="16703"/>
                  </a:lnTo>
                  <a:lnTo>
                    <a:pt x="17803" y="15627"/>
                  </a:lnTo>
                  <a:lnTo>
                    <a:pt x="17803" y="14573"/>
                  </a:lnTo>
                  <a:lnTo>
                    <a:pt x="17757" y="13565"/>
                  </a:lnTo>
                  <a:lnTo>
                    <a:pt x="17711" y="12533"/>
                  </a:lnTo>
                  <a:lnTo>
                    <a:pt x="17620" y="11525"/>
                  </a:lnTo>
                  <a:lnTo>
                    <a:pt x="17528" y="10540"/>
                  </a:lnTo>
                  <a:lnTo>
                    <a:pt x="17436" y="9532"/>
                  </a:lnTo>
                  <a:lnTo>
                    <a:pt x="17322" y="8547"/>
                  </a:lnTo>
                  <a:lnTo>
                    <a:pt x="17070" y="6599"/>
                  </a:lnTo>
                  <a:lnTo>
                    <a:pt x="16772" y="4629"/>
                  </a:lnTo>
                  <a:lnTo>
                    <a:pt x="16612" y="3667"/>
                  </a:lnTo>
                  <a:lnTo>
                    <a:pt x="16451" y="2659"/>
                  </a:lnTo>
                  <a:lnTo>
                    <a:pt x="16428" y="2590"/>
                  </a:lnTo>
                  <a:lnTo>
                    <a:pt x="16360" y="2269"/>
                  </a:lnTo>
                  <a:lnTo>
                    <a:pt x="16245" y="1971"/>
                  </a:lnTo>
                  <a:lnTo>
                    <a:pt x="16108" y="1696"/>
                  </a:lnTo>
                  <a:lnTo>
                    <a:pt x="15947" y="1421"/>
                  </a:lnTo>
                  <a:lnTo>
                    <a:pt x="15764" y="1169"/>
                  </a:lnTo>
                  <a:lnTo>
                    <a:pt x="15535" y="940"/>
                  </a:lnTo>
                  <a:lnTo>
                    <a:pt x="15306" y="734"/>
                  </a:lnTo>
                  <a:lnTo>
                    <a:pt x="15077" y="551"/>
                  </a:lnTo>
                  <a:lnTo>
                    <a:pt x="14802" y="390"/>
                  </a:lnTo>
                  <a:lnTo>
                    <a:pt x="14527" y="253"/>
                  </a:lnTo>
                  <a:lnTo>
                    <a:pt x="14229" y="138"/>
                  </a:lnTo>
                  <a:lnTo>
                    <a:pt x="13931" y="70"/>
                  </a:lnTo>
                  <a:lnTo>
                    <a:pt x="13610" y="24"/>
                  </a:lnTo>
                  <a:lnTo>
                    <a:pt x="13289" y="1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5013;p66"/>
            <p:cNvSpPr/>
            <p:nvPr/>
          </p:nvSpPr>
          <p:spPr>
            <a:xfrm>
              <a:off x="4680359" y="2217128"/>
              <a:ext cx="26605" cy="6426"/>
            </a:xfrm>
            <a:custGeom>
              <a:avLst/>
              <a:gdLst/>
              <a:ahLst/>
              <a:cxnLst/>
              <a:rect l="l" t="t" r="r" b="b"/>
              <a:pathLst>
                <a:path w="1238" h="299" extrusionOk="0">
                  <a:moveTo>
                    <a:pt x="1100" y="0"/>
                  </a:moveTo>
                  <a:lnTo>
                    <a:pt x="115" y="46"/>
                  </a:lnTo>
                  <a:lnTo>
                    <a:pt x="69" y="46"/>
                  </a:lnTo>
                  <a:lnTo>
                    <a:pt x="23" y="92"/>
                  </a:lnTo>
                  <a:lnTo>
                    <a:pt x="0" y="115"/>
                  </a:lnTo>
                  <a:lnTo>
                    <a:pt x="0" y="184"/>
                  </a:lnTo>
                  <a:lnTo>
                    <a:pt x="0" y="230"/>
                  </a:lnTo>
                  <a:lnTo>
                    <a:pt x="23" y="275"/>
                  </a:lnTo>
                  <a:lnTo>
                    <a:pt x="69" y="298"/>
                  </a:lnTo>
                  <a:lnTo>
                    <a:pt x="115" y="298"/>
                  </a:lnTo>
                  <a:lnTo>
                    <a:pt x="1100" y="275"/>
                  </a:lnTo>
                  <a:lnTo>
                    <a:pt x="1169" y="252"/>
                  </a:lnTo>
                  <a:lnTo>
                    <a:pt x="1215" y="230"/>
                  </a:lnTo>
                  <a:lnTo>
                    <a:pt x="1237" y="184"/>
                  </a:lnTo>
                  <a:lnTo>
                    <a:pt x="1237" y="138"/>
                  </a:lnTo>
                  <a:lnTo>
                    <a:pt x="1237" y="92"/>
                  </a:lnTo>
                  <a:lnTo>
                    <a:pt x="1215" y="46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4" name="Google Shape;5014;p66"/>
            <p:cNvSpPr/>
            <p:nvPr/>
          </p:nvSpPr>
          <p:spPr>
            <a:xfrm>
              <a:off x="4668046" y="2213195"/>
              <a:ext cx="34491" cy="30043"/>
            </a:xfrm>
            <a:custGeom>
              <a:avLst/>
              <a:gdLst/>
              <a:ahLst/>
              <a:cxnLst/>
              <a:rect l="l" t="t" r="r" b="b"/>
              <a:pathLst>
                <a:path w="1605" h="1398" extrusionOk="0">
                  <a:moveTo>
                    <a:pt x="69" y="0"/>
                  </a:moveTo>
                  <a:lnTo>
                    <a:pt x="46" y="46"/>
                  </a:lnTo>
                  <a:lnTo>
                    <a:pt x="23" y="92"/>
                  </a:lnTo>
                  <a:lnTo>
                    <a:pt x="0" y="138"/>
                  </a:lnTo>
                  <a:lnTo>
                    <a:pt x="23" y="206"/>
                  </a:lnTo>
                  <a:lnTo>
                    <a:pt x="46" y="252"/>
                  </a:lnTo>
                  <a:lnTo>
                    <a:pt x="115" y="275"/>
                  </a:lnTo>
                  <a:lnTo>
                    <a:pt x="298" y="367"/>
                  </a:lnTo>
                  <a:lnTo>
                    <a:pt x="482" y="458"/>
                  </a:lnTo>
                  <a:lnTo>
                    <a:pt x="665" y="573"/>
                  </a:lnTo>
                  <a:lnTo>
                    <a:pt x="825" y="687"/>
                  </a:lnTo>
                  <a:lnTo>
                    <a:pt x="963" y="825"/>
                  </a:lnTo>
                  <a:lnTo>
                    <a:pt x="1100" y="985"/>
                  </a:lnTo>
                  <a:lnTo>
                    <a:pt x="1238" y="1146"/>
                  </a:lnTo>
                  <a:lnTo>
                    <a:pt x="1352" y="1329"/>
                  </a:lnTo>
                  <a:lnTo>
                    <a:pt x="1375" y="1375"/>
                  </a:lnTo>
                  <a:lnTo>
                    <a:pt x="1444" y="1398"/>
                  </a:lnTo>
                  <a:lnTo>
                    <a:pt x="1490" y="1398"/>
                  </a:lnTo>
                  <a:lnTo>
                    <a:pt x="1536" y="1375"/>
                  </a:lnTo>
                  <a:lnTo>
                    <a:pt x="1581" y="1352"/>
                  </a:lnTo>
                  <a:lnTo>
                    <a:pt x="1604" y="1306"/>
                  </a:lnTo>
                  <a:lnTo>
                    <a:pt x="1604" y="1237"/>
                  </a:lnTo>
                  <a:lnTo>
                    <a:pt x="1581" y="1192"/>
                  </a:lnTo>
                  <a:lnTo>
                    <a:pt x="1467" y="985"/>
                  </a:lnTo>
                  <a:lnTo>
                    <a:pt x="1329" y="802"/>
                  </a:lnTo>
                  <a:lnTo>
                    <a:pt x="1169" y="619"/>
                  </a:lnTo>
                  <a:lnTo>
                    <a:pt x="986" y="458"/>
                  </a:lnTo>
                  <a:lnTo>
                    <a:pt x="802" y="321"/>
                  </a:lnTo>
                  <a:lnTo>
                    <a:pt x="619" y="206"/>
                  </a:lnTo>
                  <a:lnTo>
                    <a:pt x="413" y="9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66"/>
            <p:cNvSpPr/>
            <p:nvPr/>
          </p:nvSpPr>
          <p:spPr>
            <a:xfrm>
              <a:off x="4102332" y="1945349"/>
              <a:ext cx="315624" cy="377171"/>
            </a:xfrm>
            <a:custGeom>
              <a:avLst/>
              <a:gdLst/>
              <a:ahLst/>
              <a:cxnLst/>
              <a:rect l="l" t="t" r="r" b="b"/>
              <a:pathLst>
                <a:path w="14687" h="17551" extrusionOk="0">
                  <a:moveTo>
                    <a:pt x="11777" y="0"/>
                  </a:moveTo>
                  <a:lnTo>
                    <a:pt x="0" y="2246"/>
                  </a:lnTo>
                  <a:lnTo>
                    <a:pt x="2910" y="17551"/>
                  </a:lnTo>
                  <a:lnTo>
                    <a:pt x="14686" y="15305"/>
                  </a:lnTo>
                  <a:lnTo>
                    <a:pt x="11777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66"/>
            <p:cNvSpPr/>
            <p:nvPr/>
          </p:nvSpPr>
          <p:spPr>
            <a:xfrm>
              <a:off x="4113635" y="1943372"/>
              <a:ext cx="316139" cy="377171"/>
            </a:xfrm>
            <a:custGeom>
              <a:avLst/>
              <a:gdLst/>
              <a:ahLst/>
              <a:cxnLst/>
              <a:rect l="l" t="t" r="r" b="b"/>
              <a:pathLst>
                <a:path w="14711" h="17551" extrusionOk="0">
                  <a:moveTo>
                    <a:pt x="11800" y="1"/>
                  </a:moveTo>
                  <a:lnTo>
                    <a:pt x="1" y="2223"/>
                  </a:lnTo>
                  <a:lnTo>
                    <a:pt x="2911" y="17551"/>
                  </a:lnTo>
                  <a:lnTo>
                    <a:pt x="14710" y="15306"/>
                  </a:lnTo>
                  <a:lnTo>
                    <a:pt x="11800" y="1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66"/>
            <p:cNvSpPr/>
            <p:nvPr/>
          </p:nvSpPr>
          <p:spPr>
            <a:xfrm>
              <a:off x="4172732" y="1923193"/>
              <a:ext cx="130487" cy="57120"/>
            </a:xfrm>
            <a:custGeom>
              <a:avLst/>
              <a:gdLst/>
              <a:ahLst/>
              <a:cxnLst/>
              <a:rect l="l" t="t" r="r" b="b"/>
              <a:pathLst>
                <a:path w="6072" h="2658" extrusionOk="0">
                  <a:moveTo>
                    <a:pt x="3277" y="0"/>
                  </a:moveTo>
                  <a:lnTo>
                    <a:pt x="2979" y="23"/>
                  </a:lnTo>
                  <a:lnTo>
                    <a:pt x="2681" y="69"/>
                  </a:lnTo>
                  <a:lnTo>
                    <a:pt x="2406" y="138"/>
                  </a:lnTo>
                  <a:lnTo>
                    <a:pt x="2131" y="206"/>
                  </a:lnTo>
                  <a:lnTo>
                    <a:pt x="1879" y="275"/>
                  </a:lnTo>
                  <a:lnTo>
                    <a:pt x="1650" y="367"/>
                  </a:lnTo>
                  <a:lnTo>
                    <a:pt x="1444" y="458"/>
                  </a:lnTo>
                  <a:lnTo>
                    <a:pt x="1375" y="504"/>
                  </a:lnTo>
                  <a:lnTo>
                    <a:pt x="1283" y="573"/>
                  </a:lnTo>
                  <a:lnTo>
                    <a:pt x="1169" y="733"/>
                  </a:lnTo>
                  <a:lnTo>
                    <a:pt x="1077" y="894"/>
                  </a:lnTo>
                  <a:lnTo>
                    <a:pt x="1008" y="1077"/>
                  </a:lnTo>
                  <a:lnTo>
                    <a:pt x="986" y="1237"/>
                  </a:lnTo>
                  <a:lnTo>
                    <a:pt x="963" y="1375"/>
                  </a:lnTo>
                  <a:lnTo>
                    <a:pt x="963" y="1512"/>
                  </a:lnTo>
                  <a:lnTo>
                    <a:pt x="871" y="1535"/>
                  </a:lnTo>
                  <a:lnTo>
                    <a:pt x="642" y="1627"/>
                  </a:lnTo>
                  <a:lnTo>
                    <a:pt x="527" y="1696"/>
                  </a:lnTo>
                  <a:lnTo>
                    <a:pt x="390" y="1764"/>
                  </a:lnTo>
                  <a:lnTo>
                    <a:pt x="275" y="1856"/>
                  </a:lnTo>
                  <a:lnTo>
                    <a:pt x="161" y="1971"/>
                  </a:lnTo>
                  <a:lnTo>
                    <a:pt x="92" y="2085"/>
                  </a:lnTo>
                  <a:lnTo>
                    <a:pt x="46" y="2223"/>
                  </a:lnTo>
                  <a:lnTo>
                    <a:pt x="0" y="2429"/>
                  </a:lnTo>
                  <a:lnTo>
                    <a:pt x="0" y="2589"/>
                  </a:lnTo>
                  <a:lnTo>
                    <a:pt x="0" y="2658"/>
                  </a:lnTo>
                  <a:lnTo>
                    <a:pt x="6072" y="1512"/>
                  </a:lnTo>
                  <a:lnTo>
                    <a:pt x="5980" y="1375"/>
                  </a:lnTo>
                  <a:lnTo>
                    <a:pt x="5866" y="1237"/>
                  </a:lnTo>
                  <a:lnTo>
                    <a:pt x="5728" y="1100"/>
                  </a:lnTo>
                  <a:lnTo>
                    <a:pt x="5522" y="962"/>
                  </a:lnTo>
                  <a:lnTo>
                    <a:pt x="5430" y="917"/>
                  </a:lnTo>
                  <a:lnTo>
                    <a:pt x="5293" y="871"/>
                  </a:lnTo>
                  <a:lnTo>
                    <a:pt x="5178" y="825"/>
                  </a:lnTo>
                  <a:lnTo>
                    <a:pt x="5041" y="802"/>
                  </a:lnTo>
                  <a:lnTo>
                    <a:pt x="4881" y="802"/>
                  </a:lnTo>
                  <a:lnTo>
                    <a:pt x="4720" y="825"/>
                  </a:lnTo>
                  <a:lnTo>
                    <a:pt x="4674" y="710"/>
                  </a:lnTo>
                  <a:lnTo>
                    <a:pt x="4583" y="573"/>
                  </a:lnTo>
                  <a:lnTo>
                    <a:pt x="4468" y="413"/>
                  </a:lnTo>
                  <a:lnTo>
                    <a:pt x="4308" y="252"/>
                  </a:lnTo>
                  <a:lnTo>
                    <a:pt x="4102" y="138"/>
                  </a:lnTo>
                  <a:lnTo>
                    <a:pt x="3987" y="69"/>
                  </a:lnTo>
                  <a:lnTo>
                    <a:pt x="3850" y="23"/>
                  </a:lnTo>
                  <a:lnTo>
                    <a:pt x="3735" y="0"/>
                  </a:lnTo>
                  <a:close/>
                </a:path>
              </a:pathLst>
            </a:custGeom>
            <a:solidFill>
              <a:srgbClr val="5F5F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66"/>
            <p:cNvSpPr/>
            <p:nvPr/>
          </p:nvSpPr>
          <p:spPr>
            <a:xfrm>
              <a:off x="4256434" y="2039387"/>
              <a:ext cx="226999" cy="169878"/>
            </a:xfrm>
            <a:custGeom>
              <a:avLst/>
              <a:gdLst/>
              <a:ahLst/>
              <a:cxnLst/>
              <a:rect l="l" t="t" r="r" b="b"/>
              <a:pathLst>
                <a:path w="10563" h="7905" extrusionOk="0">
                  <a:moveTo>
                    <a:pt x="2039" y="0"/>
                  </a:moveTo>
                  <a:lnTo>
                    <a:pt x="1650" y="46"/>
                  </a:lnTo>
                  <a:lnTo>
                    <a:pt x="1283" y="115"/>
                  </a:lnTo>
                  <a:lnTo>
                    <a:pt x="1123" y="184"/>
                  </a:lnTo>
                  <a:lnTo>
                    <a:pt x="986" y="229"/>
                  </a:lnTo>
                  <a:lnTo>
                    <a:pt x="871" y="298"/>
                  </a:lnTo>
                  <a:lnTo>
                    <a:pt x="779" y="367"/>
                  </a:lnTo>
                  <a:lnTo>
                    <a:pt x="711" y="459"/>
                  </a:lnTo>
                  <a:lnTo>
                    <a:pt x="688" y="550"/>
                  </a:lnTo>
                  <a:lnTo>
                    <a:pt x="688" y="642"/>
                  </a:lnTo>
                  <a:lnTo>
                    <a:pt x="734" y="733"/>
                  </a:lnTo>
                  <a:lnTo>
                    <a:pt x="825" y="825"/>
                  </a:lnTo>
                  <a:lnTo>
                    <a:pt x="917" y="894"/>
                  </a:lnTo>
                  <a:lnTo>
                    <a:pt x="1054" y="940"/>
                  </a:lnTo>
                  <a:lnTo>
                    <a:pt x="1169" y="986"/>
                  </a:lnTo>
                  <a:lnTo>
                    <a:pt x="1490" y="1031"/>
                  </a:lnTo>
                  <a:lnTo>
                    <a:pt x="1833" y="1054"/>
                  </a:lnTo>
                  <a:lnTo>
                    <a:pt x="2223" y="1100"/>
                  </a:lnTo>
                  <a:lnTo>
                    <a:pt x="2612" y="1146"/>
                  </a:lnTo>
                  <a:lnTo>
                    <a:pt x="2796" y="1169"/>
                  </a:lnTo>
                  <a:lnTo>
                    <a:pt x="3002" y="1238"/>
                  </a:lnTo>
                  <a:lnTo>
                    <a:pt x="3185" y="1283"/>
                  </a:lnTo>
                  <a:lnTo>
                    <a:pt x="3368" y="1375"/>
                  </a:lnTo>
                  <a:lnTo>
                    <a:pt x="3987" y="1719"/>
                  </a:lnTo>
                  <a:lnTo>
                    <a:pt x="4445" y="2017"/>
                  </a:lnTo>
                  <a:lnTo>
                    <a:pt x="4697" y="2223"/>
                  </a:lnTo>
                  <a:lnTo>
                    <a:pt x="4789" y="2291"/>
                  </a:lnTo>
                  <a:lnTo>
                    <a:pt x="4239" y="2108"/>
                  </a:lnTo>
                  <a:lnTo>
                    <a:pt x="3918" y="2017"/>
                  </a:lnTo>
                  <a:lnTo>
                    <a:pt x="3597" y="1948"/>
                  </a:lnTo>
                  <a:lnTo>
                    <a:pt x="3208" y="1902"/>
                  </a:lnTo>
                  <a:lnTo>
                    <a:pt x="2796" y="1902"/>
                  </a:lnTo>
                  <a:lnTo>
                    <a:pt x="2314" y="1925"/>
                  </a:lnTo>
                  <a:lnTo>
                    <a:pt x="1742" y="1994"/>
                  </a:lnTo>
                  <a:lnTo>
                    <a:pt x="1467" y="2062"/>
                  </a:lnTo>
                  <a:lnTo>
                    <a:pt x="1192" y="2131"/>
                  </a:lnTo>
                  <a:lnTo>
                    <a:pt x="963" y="2200"/>
                  </a:lnTo>
                  <a:lnTo>
                    <a:pt x="756" y="2291"/>
                  </a:lnTo>
                  <a:lnTo>
                    <a:pt x="573" y="2383"/>
                  </a:lnTo>
                  <a:lnTo>
                    <a:pt x="413" y="2498"/>
                  </a:lnTo>
                  <a:lnTo>
                    <a:pt x="298" y="2589"/>
                  </a:lnTo>
                  <a:lnTo>
                    <a:pt x="184" y="2681"/>
                  </a:lnTo>
                  <a:lnTo>
                    <a:pt x="115" y="2796"/>
                  </a:lnTo>
                  <a:lnTo>
                    <a:pt x="46" y="2887"/>
                  </a:lnTo>
                  <a:lnTo>
                    <a:pt x="23" y="2979"/>
                  </a:lnTo>
                  <a:lnTo>
                    <a:pt x="0" y="3070"/>
                  </a:lnTo>
                  <a:lnTo>
                    <a:pt x="23" y="3139"/>
                  </a:lnTo>
                  <a:lnTo>
                    <a:pt x="46" y="3208"/>
                  </a:lnTo>
                  <a:lnTo>
                    <a:pt x="115" y="3254"/>
                  </a:lnTo>
                  <a:lnTo>
                    <a:pt x="184" y="3300"/>
                  </a:lnTo>
                  <a:lnTo>
                    <a:pt x="527" y="3391"/>
                  </a:lnTo>
                  <a:lnTo>
                    <a:pt x="711" y="3414"/>
                  </a:lnTo>
                  <a:lnTo>
                    <a:pt x="940" y="3437"/>
                  </a:lnTo>
                  <a:lnTo>
                    <a:pt x="1192" y="3437"/>
                  </a:lnTo>
                  <a:lnTo>
                    <a:pt x="1490" y="3414"/>
                  </a:lnTo>
                  <a:lnTo>
                    <a:pt x="1810" y="3368"/>
                  </a:lnTo>
                  <a:lnTo>
                    <a:pt x="2223" y="3300"/>
                  </a:lnTo>
                  <a:lnTo>
                    <a:pt x="2429" y="3277"/>
                  </a:lnTo>
                  <a:lnTo>
                    <a:pt x="2658" y="3254"/>
                  </a:lnTo>
                  <a:lnTo>
                    <a:pt x="3093" y="3254"/>
                  </a:lnTo>
                  <a:lnTo>
                    <a:pt x="3483" y="3322"/>
                  </a:lnTo>
                  <a:lnTo>
                    <a:pt x="3850" y="3391"/>
                  </a:lnTo>
                  <a:lnTo>
                    <a:pt x="4170" y="3483"/>
                  </a:lnTo>
                  <a:lnTo>
                    <a:pt x="4422" y="3575"/>
                  </a:lnTo>
                  <a:lnTo>
                    <a:pt x="4628" y="3666"/>
                  </a:lnTo>
                  <a:lnTo>
                    <a:pt x="4628" y="3666"/>
                  </a:lnTo>
                  <a:lnTo>
                    <a:pt x="4308" y="3620"/>
                  </a:lnTo>
                  <a:lnTo>
                    <a:pt x="3850" y="3575"/>
                  </a:lnTo>
                  <a:lnTo>
                    <a:pt x="3300" y="3597"/>
                  </a:lnTo>
                  <a:lnTo>
                    <a:pt x="2727" y="3620"/>
                  </a:lnTo>
                  <a:lnTo>
                    <a:pt x="2131" y="3689"/>
                  </a:lnTo>
                  <a:lnTo>
                    <a:pt x="1856" y="3758"/>
                  </a:lnTo>
                  <a:lnTo>
                    <a:pt x="1581" y="3804"/>
                  </a:lnTo>
                  <a:lnTo>
                    <a:pt x="1352" y="3895"/>
                  </a:lnTo>
                  <a:lnTo>
                    <a:pt x="1123" y="3964"/>
                  </a:lnTo>
                  <a:lnTo>
                    <a:pt x="940" y="4079"/>
                  </a:lnTo>
                  <a:lnTo>
                    <a:pt x="802" y="4193"/>
                  </a:lnTo>
                  <a:lnTo>
                    <a:pt x="688" y="4308"/>
                  </a:lnTo>
                  <a:lnTo>
                    <a:pt x="596" y="4399"/>
                  </a:lnTo>
                  <a:lnTo>
                    <a:pt x="550" y="4514"/>
                  </a:lnTo>
                  <a:lnTo>
                    <a:pt x="504" y="4628"/>
                  </a:lnTo>
                  <a:lnTo>
                    <a:pt x="504" y="4720"/>
                  </a:lnTo>
                  <a:lnTo>
                    <a:pt x="527" y="4789"/>
                  </a:lnTo>
                  <a:lnTo>
                    <a:pt x="550" y="4880"/>
                  </a:lnTo>
                  <a:lnTo>
                    <a:pt x="619" y="4949"/>
                  </a:lnTo>
                  <a:lnTo>
                    <a:pt x="688" y="5018"/>
                  </a:lnTo>
                  <a:lnTo>
                    <a:pt x="779" y="5064"/>
                  </a:lnTo>
                  <a:lnTo>
                    <a:pt x="871" y="5110"/>
                  </a:lnTo>
                  <a:lnTo>
                    <a:pt x="986" y="5133"/>
                  </a:lnTo>
                  <a:lnTo>
                    <a:pt x="1421" y="5133"/>
                  </a:lnTo>
                  <a:lnTo>
                    <a:pt x="1558" y="5110"/>
                  </a:lnTo>
                  <a:lnTo>
                    <a:pt x="1742" y="5064"/>
                  </a:lnTo>
                  <a:lnTo>
                    <a:pt x="1948" y="5064"/>
                  </a:lnTo>
                  <a:lnTo>
                    <a:pt x="2383" y="5041"/>
                  </a:lnTo>
                  <a:lnTo>
                    <a:pt x="2887" y="5087"/>
                  </a:lnTo>
                  <a:lnTo>
                    <a:pt x="3391" y="5133"/>
                  </a:lnTo>
                  <a:lnTo>
                    <a:pt x="4216" y="5247"/>
                  </a:lnTo>
                  <a:lnTo>
                    <a:pt x="4560" y="5293"/>
                  </a:lnTo>
                  <a:lnTo>
                    <a:pt x="3850" y="5362"/>
                  </a:lnTo>
                  <a:lnTo>
                    <a:pt x="3185" y="5453"/>
                  </a:lnTo>
                  <a:lnTo>
                    <a:pt x="2841" y="5522"/>
                  </a:lnTo>
                  <a:lnTo>
                    <a:pt x="2521" y="5591"/>
                  </a:lnTo>
                  <a:lnTo>
                    <a:pt x="2292" y="5659"/>
                  </a:lnTo>
                  <a:lnTo>
                    <a:pt x="2154" y="5751"/>
                  </a:lnTo>
                  <a:lnTo>
                    <a:pt x="2017" y="5866"/>
                  </a:lnTo>
                  <a:lnTo>
                    <a:pt x="1971" y="5934"/>
                  </a:lnTo>
                  <a:lnTo>
                    <a:pt x="1925" y="5980"/>
                  </a:lnTo>
                  <a:lnTo>
                    <a:pt x="1925" y="6049"/>
                  </a:lnTo>
                  <a:lnTo>
                    <a:pt x="1925" y="6141"/>
                  </a:lnTo>
                  <a:lnTo>
                    <a:pt x="1971" y="6209"/>
                  </a:lnTo>
                  <a:lnTo>
                    <a:pt x="2039" y="6278"/>
                  </a:lnTo>
                  <a:lnTo>
                    <a:pt x="2131" y="6370"/>
                  </a:lnTo>
                  <a:lnTo>
                    <a:pt x="2292" y="6438"/>
                  </a:lnTo>
                  <a:lnTo>
                    <a:pt x="2406" y="6484"/>
                  </a:lnTo>
                  <a:lnTo>
                    <a:pt x="2566" y="6530"/>
                  </a:lnTo>
                  <a:lnTo>
                    <a:pt x="2910" y="6599"/>
                  </a:lnTo>
                  <a:lnTo>
                    <a:pt x="3300" y="6645"/>
                  </a:lnTo>
                  <a:lnTo>
                    <a:pt x="3758" y="6691"/>
                  </a:lnTo>
                  <a:lnTo>
                    <a:pt x="4743" y="6759"/>
                  </a:lnTo>
                  <a:lnTo>
                    <a:pt x="5247" y="6805"/>
                  </a:lnTo>
                  <a:lnTo>
                    <a:pt x="5728" y="6874"/>
                  </a:lnTo>
                  <a:lnTo>
                    <a:pt x="5934" y="6920"/>
                  </a:lnTo>
                  <a:lnTo>
                    <a:pt x="6141" y="6965"/>
                  </a:lnTo>
                  <a:lnTo>
                    <a:pt x="6553" y="7149"/>
                  </a:lnTo>
                  <a:lnTo>
                    <a:pt x="6988" y="7332"/>
                  </a:lnTo>
                  <a:lnTo>
                    <a:pt x="7378" y="7561"/>
                  </a:lnTo>
                  <a:lnTo>
                    <a:pt x="7584" y="7676"/>
                  </a:lnTo>
                  <a:lnTo>
                    <a:pt x="7767" y="7744"/>
                  </a:lnTo>
                  <a:lnTo>
                    <a:pt x="7974" y="7813"/>
                  </a:lnTo>
                  <a:lnTo>
                    <a:pt x="8180" y="7859"/>
                  </a:lnTo>
                  <a:lnTo>
                    <a:pt x="8386" y="7882"/>
                  </a:lnTo>
                  <a:lnTo>
                    <a:pt x="8592" y="7905"/>
                  </a:lnTo>
                  <a:lnTo>
                    <a:pt x="8798" y="7882"/>
                  </a:lnTo>
                  <a:lnTo>
                    <a:pt x="8982" y="7859"/>
                  </a:lnTo>
                  <a:lnTo>
                    <a:pt x="9188" y="7813"/>
                  </a:lnTo>
                  <a:lnTo>
                    <a:pt x="9371" y="7744"/>
                  </a:lnTo>
                  <a:lnTo>
                    <a:pt x="9554" y="7653"/>
                  </a:lnTo>
                  <a:lnTo>
                    <a:pt x="9738" y="7561"/>
                  </a:lnTo>
                  <a:lnTo>
                    <a:pt x="9898" y="7424"/>
                  </a:lnTo>
                  <a:lnTo>
                    <a:pt x="10059" y="7286"/>
                  </a:lnTo>
                  <a:lnTo>
                    <a:pt x="10196" y="7149"/>
                  </a:lnTo>
                  <a:lnTo>
                    <a:pt x="10311" y="6965"/>
                  </a:lnTo>
                  <a:lnTo>
                    <a:pt x="10425" y="6759"/>
                  </a:lnTo>
                  <a:lnTo>
                    <a:pt x="10517" y="6553"/>
                  </a:lnTo>
                  <a:lnTo>
                    <a:pt x="10563" y="6347"/>
                  </a:lnTo>
                  <a:lnTo>
                    <a:pt x="10563" y="6141"/>
                  </a:lnTo>
                  <a:lnTo>
                    <a:pt x="10540" y="5934"/>
                  </a:lnTo>
                  <a:lnTo>
                    <a:pt x="10448" y="5705"/>
                  </a:lnTo>
                  <a:lnTo>
                    <a:pt x="10333" y="5476"/>
                  </a:lnTo>
                  <a:lnTo>
                    <a:pt x="10173" y="5247"/>
                  </a:lnTo>
                  <a:lnTo>
                    <a:pt x="10013" y="4995"/>
                  </a:lnTo>
                  <a:lnTo>
                    <a:pt x="9807" y="4766"/>
                  </a:lnTo>
                  <a:lnTo>
                    <a:pt x="9371" y="4285"/>
                  </a:lnTo>
                  <a:lnTo>
                    <a:pt x="8936" y="3827"/>
                  </a:lnTo>
                  <a:lnTo>
                    <a:pt x="8501" y="3414"/>
                  </a:lnTo>
                  <a:lnTo>
                    <a:pt x="8157" y="3070"/>
                  </a:lnTo>
                  <a:lnTo>
                    <a:pt x="7882" y="2818"/>
                  </a:lnTo>
                  <a:lnTo>
                    <a:pt x="7676" y="2612"/>
                  </a:lnTo>
                  <a:lnTo>
                    <a:pt x="7447" y="2406"/>
                  </a:lnTo>
                  <a:lnTo>
                    <a:pt x="6851" y="1925"/>
                  </a:lnTo>
                  <a:lnTo>
                    <a:pt x="6164" y="1444"/>
                  </a:lnTo>
                  <a:lnTo>
                    <a:pt x="5430" y="940"/>
                  </a:lnTo>
                  <a:lnTo>
                    <a:pt x="5064" y="711"/>
                  </a:lnTo>
                  <a:lnTo>
                    <a:pt x="4743" y="550"/>
                  </a:lnTo>
                  <a:lnTo>
                    <a:pt x="4399" y="413"/>
                  </a:lnTo>
                  <a:lnTo>
                    <a:pt x="4102" y="298"/>
                  </a:lnTo>
                  <a:lnTo>
                    <a:pt x="3781" y="229"/>
                  </a:lnTo>
                  <a:lnTo>
                    <a:pt x="3460" y="161"/>
                  </a:lnTo>
                  <a:lnTo>
                    <a:pt x="2818" y="46"/>
                  </a:lnTo>
                  <a:lnTo>
                    <a:pt x="2429" y="0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66"/>
            <p:cNvSpPr/>
            <p:nvPr/>
          </p:nvSpPr>
          <p:spPr>
            <a:xfrm>
              <a:off x="4387391" y="2051701"/>
              <a:ext cx="69456" cy="80265"/>
            </a:xfrm>
            <a:custGeom>
              <a:avLst/>
              <a:gdLst/>
              <a:ahLst/>
              <a:cxnLst/>
              <a:rect l="l" t="t" r="r" b="b"/>
              <a:pathLst>
                <a:path w="3232" h="3735" extrusionOk="0">
                  <a:moveTo>
                    <a:pt x="230" y="0"/>
                  </a:moveTo>
                  <a:lnTo>
                    <a:pt x="161" y="23"/>
                  </a:lnTo>
                  <a:lnTo>
                    <a:pt x="92" y="92"/>
                  </a:lnTo>
                  <a:lnTo>
                    <a:pt x="24" y="160"/>
                  </a:lnTo>
                  <a:lnTo>
                    <a:pt x="1" y="275"/>
                  </a:lnTo>
                  <a:lnTo>
                    <a:pt x="1" y="390"/>
                  </a:lnTo>
                  <a:lnTo>
                    <a:pt x="24" y="504"/>
                  </a:lnTo>
                  <a:lnTo>
                    <a:pt x="92" y="779"/>
                  </a:lnTo>
                  <a:lnTo>
                    <a:pt x="230" y="1031"/>
                  </a:lnTo>
                  <a:lnTo>
                    <a:pt x="367" y="1306"/>
                  </a:lnTo>
                  <a:lnTo>
                    <a:pt x="482" y="1512"/>
                  </a:lnTo>
                  <a:lnTo>
                    <a:pt x="619" y="1696"/>
                  </a:lnTo>
                  <a:lnTo>
                    <a:pt x="3231" y="3735"/>
                  </a:lnTo>
                  <a:lnTo>
                    <a:pt x="3094" y="3391"/>
                  </a:lnTo>
                  <a:lnTo>
                    <a:pt x="2704" y="2635"/>
                  </a:lnTo>
                  <a:lnTo>
                    <a:pt x="2475" y="2177"/>
                  </a:lnTo>
                  <a:lnTo>
                    <a:pt x="2223" y="1764"/>
                  </a:lnTo>
                  <a:lnTo>
                    <a:pt x="1971" y="1421"/>
                  </a:lnTo>
                  <a:lnTo>
                    <a:pt x="1857" y="1283"/>
                  </a:lnTo>
                  <a:lnTo>
                    <a:pt x="1719" y="1169"/>
                  </a:lnTo>
                  <a:lnTo>
                    <a:pt x="1490" y="985"/>
                  </a:lnTo>
                  <a:lnTo>
                    <a:pt x="1261" y="756"/>
                  </a:lnTo>
                  <a:lnTo>
                    <a:pt x="803" y="321"/>
                  </a:lnTo>
                  <a:lnTo>
                    <a:pt x="597" y="138"/>
                  </a:lnTo>
                  <a:lnTo>
                    <a:pt x="505" y="69"/>
                  </a:lnTo>
                  <a:lnTo>
                    <a:pt x="390" y="23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66"/>
            <p:cNvSpPr/>
            <p:nvPr/>
          </p:nvSpPr>
          <p:spPr>
            <a:xfrm>
              <a:off x="2281731" y="3434729"/>
              <a:ext cx="461369" cy="777487"/>
            </a:xfrm>
            <a:custGeom>
              <a:avLst/>
              <a:gdLst/>
              <a:ahLst/>
              <a:cxnLst/>
              <a:rect l="l" t="t" r="r" b="b"/>
              <a:pathLst>
                <a:path w="21469" h="36179" extrusionOk="0">
                  <a:moveTo>
                    <a:pt x="9784" y="1"/>
                  </a:moveTo>
                  <a:lnTo>
                    <a:pt x="9784" y="32948"/>
                  </a:lnTo>
                  <a:lnTo>
                    <a:pt x="940" y="32948"/>
                  </a:lnTo>
                  <a:lnTo>
                    <a:pt x="756" y="32971"/>
                  </a:lnTo>
                  <a:lnTo>
                    <a:pt x="573" y="33017"/>
                  </a:lnTo>
                  <a:lnTo>
                    <a:pt x="413" y="33108"/>
                  </a:lnTo>
                  <a:lnTo>
                    <a:pt x="275" y="33223"/>
                  </a:lnTo>
                  <a:lnTo>
                    <a:pt x="161" y="33360"/>
                  </a:lnTo>
                  <a:lnTo>
                    <a:pt x="92" y="33521"/>
                  </a:lnTo>
                  <a:lnTo>
                    <a:pt x="23" y="33704"/>
                  </a:lnTo>
                  <a:lnTo>
                    <a:pt x="0" y="33887"/>
                  </a:lnTo>
                  <a:lnTo>
                    <a:pt x="0" y="36178"/>
                  </a:lnTo>
                  <a:lnTo>
                    <a:pt x="1673" y="36178"/>
                  </a:lnTo>
                  <a:lnTo>
                    <a:pt x="1673" y="35147"/>
                  </a:lnTo>
                  <a:lnTo>
                    <a:pt x="1696" y="35033"/>
                  </a:lnTo>
                  <a:lnTo>
                    <a:pt x="1719" y="34941"/>
                  </a:lnTo>
                  <a:lnTo>
                    <a:pt x="1765" y="34850"/>
                  </a:lnTo>
                  <a:lnTo>
                    <a:pt x="1833" y="34758"/>
                  </a:lnTo>
                  <a:lnTo>
                    <a:pt x="1902" y="34712"/>
                  </a:lnTo>
                  <a:lnTo>
                    <a:pt x="1994" y="34643"/>
                  </a:lnTo>
                  <a:lnTo>
                    <a:pt x="2108" y="34620"/>
                  </a:lnTo>
                  <a:lnTo>
                    <a:pt x="9440" y="34620"/>
                  </a:lnTo>
                  <a:lnTo>
                    <a:pt x="9509" y="34643"/>
                  </a:lnTo>
                  <a:lnTo>
                    <a:pt x="9600" y="34689"/>
                  </a:lnTo>
                  <a:lnTo>
                    <a:pt x="9669" y="34735"/>
                  </a:lnTo>
                  <a:lnTo>
                    <a:pt x="9715" y="34804"/>
                  </a:lnTo>
                  <a:lnTo>
                    <a:pt x="9761" y="34895"/>
                  </a:lnTo>
                  <a:lnTo>
                    <a:pt x="9784" y="34964"/>
                  </a:lnTo>
                  <a:lnTo>
                    <a:pt x="9784" y="35056"/>
                  </a:lnTo>
                  <a:lnTo>
                    <a:pt x="9784" y="36178"/>
                  </a:lnTo>
                  <a:lnTo>
                    <a:pt x="11731" y="36178"/>
                  </a:lnTo>
                  <a:lnTo>
                    <a:pt x="11731" y="35056"/>
                  </a:lnTo>
                  <a:lnTo>
                    <a:pt x="11731" y="34964"/>
                  </a:lnTo>
                  <a:lnTo>
                    <a:pt x="11777" y="34895"/>
                  </a:lnTo>
                  <a:lnTo>
                    <a:pt x="11800" y="34804"/>
                  </a:lnTo>
                  <a:lnTo>
                    <a:pt x="11869" y="34735"/>
                  </a:lnTo>
                  <a:lnTo>
                    <a:pt x="11937" y="34689"/>
                  </a:lnTo>
                  <a:lnTo>
                    <a:pt x="12006" y="34643"/>
                  </a:lnTo>
                  <a:lnTo>
                    <a:pt x="12098" y="34620"/>
                  </a:lnTo>
                  <a:lnTo>
                    <a:pt x="19361" y="34620"/>
                  </a:lnTo>
                  <a:lnTo>
                    <a:pt x="19475" y="34643"/>
                  </a:lnTo>
                  <a:lnTo>
                    <a:pt x="19567" y="34712"/>
                  </a:lnTo>
                  <a:lnTo>
                    <a:pt x="19636" y="34758"/>
                  </a:lnTo>
                  <a:lnTo>
                    <a:pt x="19704" y="34850"/>
                  </a:lnTo>
                  <a:lnTo>
                    <a:pt x="19750" y="34941"/>
                  </a:lnTo>
                  <a:lnTo>
                    <a:pt x="19773" y="35033"/>
                  </a:lnTo>
                  <a:lnTo>
                    <a:pt x="19796" y="35147"/>
                  </a:lnTo>
                  <a:lnTo>
                    <a:pt x="19796" y="36178"/>
                  </a:lnTo>
                  <a:lnTo>
                    <a:pt x="21469" y="36178"/>
                  </a:lnTo>
                  <a:lnTo>
                    <a:pt x="21469" y="33887"/>
                  </a:lnTo>
                  <a:lnTo>
                    <a:pt x="21446" y="33704"/>
                  </a:lnTo>
                  <a:lnTo>
                    <a:pt x="21400" y="33521"/>
                  </a:lnTo>
                  <a:lnTo>
                    <a:pt x="21308" y="33360"/>
                  </a:lnTo>
                  <a:lnTo>
                    <a:pt x="21194" y="33223"/>
                  </a:lnTo>
                  <a:lnTo>
                    <a:pt x="21056" y="33108"/>
                  </a:lnTo>
                  <a:lnTo>
                    <a:pt x="20896" y="33017"/>
                  </a:lnTo>
                  <a:lnTo>
                    <a:pt x="20712" y="32971"/>
                  </a:lnTo>
                  <a:lnTo>
                    <a:pt x="20529" y="32948"/>
                  </a:lnTo>
                  <a:lnTo>
                    <a:pt x="11731" y="32948"/>
                  </a:lnTo>
                  <a:lnTo>
                    <a:pt x="1173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66"/>
            <p:cNvSpPr/>
            <p:nvPr/>
          </p:nvSpPr>
          <p:spPr>
            <a:xfrm>
              <a:off x="2474235" y="3447537"/>
              <a:ext cx="77815" cy="399327"/>
            </a:xfrm>
            <a:custGeom>
              <a:avLst/>
              <a:gdLst/>
              <a:ahLst/>
              <a:cxnLst/>
              <a:rect l="l" t="t" r="r" b="b"/>
              <a:pathLst>
                <a:path w="3621" h="18582" extrusionOk="0">
                  <a:moveTo>
                    <a:pt x="1" y="1"/>
                  </a:moveTo>
                  <a:lnTo>
                    <a:pt x="1" y="18215"/>
                  </a:lnTo>
                  <a:lnTo>
                    <a:pt x="1" y="18307"/>
                  </a:lnTo>
                  <a:lnTo>
                    <a:pt x="24" y="18353"/>
                  </a:lnTo>
                  <a:lnTo>
                    <a:pt x="92" y="18467"/>
                  </a:lnTo>
                  <a:lnTo>
                    <a:pt x="207" y="18559"/>
                  </a:lnTo>
                  <a:lnTo>
                    <a:pt x="276" y="18559"/>
                  </a:lnTo>
                  <a:lnTo>
                    <a:pt x="345" y="18582"/>
                  </a:lnTo>
                  <a:lnTo>
                    <a:pt x="3254" y="18582"/>
                  </a:lnTo>
                  <a:lnTo>
                    <a:pt x="3346" y="18559"/>
                  </a:lnTo>
                  <a:lnTo>
                    <a:pt x="3392" y="18559"/>
                  </a:lnTo>
                  <a:lnTo>
                    <a:pt x="3506" y="18467"/>
                  </a:lnTo>
                  <a:lnTo>
                    <a:pt x="3598" y="18353"/>
                  </a:lnTo>
                  <a:lnTo>
                    <a:pt x="3598" y="18307"/>
                  </a:lnTo>
                  <a:lnTo>
                    <a:pt x="3621" y="18215"/>
                  </a:lnTo>
                  <a:lnTo>
                    <a:pt x="3621" y="1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66"/>
            <p:cNvSpPr/>
            <p:nvPr/>
          </p:nvSpPr>
          <p:spPr>
            <a:xfrm>
              <a:off x="2671188" y="4191013"/>
              <a:ext cx="106870" cy="106870"/>
            </a:xfrm>
            <a:custGeom>
              <a:avLst/>
              <a:gdLst/>
              <a:ahLst/>
              <a:cxnLst/>
              <a:rect l="l" t="t" r="r" b="b"/>
              <a:pathLst>
                <a:path w="4973" h="4973" extrusionOk="0">
                  <a:moveTo>
                    <a:pt x="2223" y="0"/>
                  </a:moveTo>
                  <a:lnTo>
                    <a:pt x="1994" y="46"/>
                  </a:lnTo>
                  <a:lnTo>
                    <a:pt x="1742" y="115"/>
                  </a:lnTo>
                  <a:lnTo>
                    <a:pt x="1513" y="184"/>
                  </a:lnTo>
                  <a:lnTo>
                    <a:pt x="1306" y="298"/>
                  </a:lnTo>
                  <a:lnTo>
                    <a:pt x="1100" y="413"/>
                  </a:lnTo>
                  <a:lnTo>
                    <a:pt x="894" y="573"/>
                  </a:lnTo>
                  <a:lnTo>
                    <a:pt x="734" y="733"/>
                  </a:lnTo>
                  <a:lnTo>
                    <a:pt x="573" y="894"/>
                  </a:lnTo>
                  <a:lnTo>
                    <a:pt x="413" y="1100"/>
                  </a:lnTo>
                  <a:lnTo>
                    <a:pt x="298" y="1306"/>
                  </a:lnTo>
                  <a:lnTo>
                    <a:pt x="207" y="1512"/>
                  </a:lnTo>
                  <a:lnTo>
                    <a:pt x="115" y="1742"/>
                  </a:lnTo>
                  <a:lnTo>
                    <a:pt x="46" y="1971"/>
                  </a:lnTo>
                  <a:lnTo>
                    <a:pt x="23" y="2223"/>
                  </a:lnTo>
                  <a:lnTo>
                    <a:pt x="0" y="2475"/>
                  </a:lnTo>
                  <a:lnTo>
                    <a:pt x="23" y="2727"/>
                  </a:lnTo>
                  <a:lnTo>
                    <a:pt x="46" y="2979"/>
                  </a:lnTo>
                  <a:lnTo>
                    <a:pt x="115" y="3208"/>
                  </a:lnTo>
                  <a:lnTo>
                    <a:pt x="207" y="3437"/>
                  </a:lnTo>
                  <a:lnTo>
                    <a:pt x="298" y="3666"/>
                  </a:lnTo>
                  <a:lnTo>
                    <a:pt x="413" y="3872"/>
                  </a:lnTo>
                  <a:lnTo>
                    <a:pt x="573" y="4056"/>
                  </a:lnTo>
                  <a:lnTo>
                    <a:pt x="734" y="4239"/>
                  </a:lnTo>
                  <a:lnTo>
                    <a:pt x="894" y="4399"/>
                  </a:lnTo>
                  <a:lnTo>
                    <a:pt x="1100" y="4537"/>
                  </a:lnTo>
                  <a:lnTo>
                    <a:pt x="1306" y="4651"/>
                  </a:lnTo>
                  <a:lnTo>
                    <a:pt x="1513" y="4766"/>
                  </a:lnTo>
                  <a:lnTo>
                    <a:pt x="1742" y="4858"/>
                  </a:lnTo>
                  <a:lnTo>
                    <a:pt x="1994" y="4903"/>
                  </a:lnTo>
                  <a:lnTo>
                    <a:pt x="2223" y="4949"/>
                  </a:lnTo>
                  <a:lnTo>
                    <a:pt x="2475" y="4972"/>
                  </a:lnTo>
                  <a:lnTo>
                    <a:pt x="2727" y="4949"/>
                  </a:lnTo>
                  <a:lnTo>
                    <a:pt x="2979" y="4903"/>
                  </a:lnTo>
                  <a:lnTo>
                    <a:pt x="3231" y="4858"/>
                  </a:lnTo>
                  <a:lnTo>
                    <a:pt x="3460" y="4766"/>
                  </a:lnTo>
                  <a:lnTo>
                    <a:pt x="3666" y="4651"/>
                  </a:lnTo>
                  <a:lnTo>
                    <a:pt x="3873" y="4537"/>
                  </a:lnTo>
                  <a:lnTo>
                    <a:pt x="4056" y="4399"/>
                  </a:lnTo>
                  <a:lnTo>
                    <a:pt x="4239" y="4239"/>
                  </a:lnTo>
                  <a:lnTo>
                    <a:pt x="4400" y="4056"/>
                  </a:lnTo>
                  <a:lnTo>
                    <a:pt x="4537" y="3872"/>
                  </a:lnTo>
                  <a:lnTo>
                    <a:pt x="4674" y="3666"/>
                  </a:lnTo>
                  <a:lnTo>
                    <a:pt x="4766" y="3437"/>
                  </a:lnTo>
                  <a:lnTo>
                    <a:pt x="4858" y="3208"/>
                  </a:lnTo>
                  <a:lnTo>
                    <a:pt x="4904" y="2979"/>
                  </a:lnTo>
                  <a:lnTo>
                    <a:pt x="4949" y="2727"/>
                  </a:lnTo>
                  <a:lnTo>
                    <a:pt x="4972" y="2475"/>
                  </a:lnTo>
                  <a:lnTo>
                    <a:pt x="4949" y="2223"/>
                  </a:lnTo>
                  <a:lnTo>
                    <a:pt x="4904" y="1971"/>
                  </a:lnTo>
                  <a:lnTo>
                    <a:pt x="4858" y="1742"/>
                  </a:lnTo>
                  <a:lnTo>
                    <a:pt x="4766" y="1512"/>
                  </a:lnTo>
                  <a:lnTo>
                    <a:pt x="4674" y="1306"/>
                  </a:lnTo>
                  <a:lnTo>
                    <a:pt x="4537" y="1100"/>
                  </a:lnTo>
                  <a:lnTo>
                    <a:pt x="4400" y="894"/>
                  </a:lnTo>
                  <a:lnTo>
                    <a:pt x="4239" y="733"/>
                  </a:lnTo>
                  <a:lnTo>
                    <a:pt x="4056" y="573"/>
                  </a:lnTo>
                  <a:lnTo>
                    <a:pt x="3873" y="413"/>
                  </a:lnTo>
                  <a:lnTo>
                    <a:pt x="3666" y="298"/>
                  </a:lnTo>
                  <a:lnTo>
                    <a:pt x="3460" y="184"/>
                  </a:lnTo>
                  <a:lnTo>
                    <a:pt x="3231" y="115"/>
                  </a:lnTo>
                  <a:lnTo>
                    <a:pt x="2979" y="46"/>
                  </a:lnTo>
                  <a:lnTo>
                    <a:pt x="2727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66"/>
            <p:cNvSpPr/>
            <p:nvPr/>
          </p:nvSpPr>
          <p:spPr>
            <a:xfrm>
              <a:off x="2693838" y="4213663"/>
              <a:ext cx="61075" cy="61075"/>
            </a:xfrm>
            <a:custGeom>
              <a:avLst/>
              <a:gdLst/>
              <a:ahLst/>
              <a:cxnLst/>
              <a:rect l="l" t="t" r="r" b="b"/>
              <a:pathLst>
                <a:path w="2842" h="2842" extrusionOk="0">
                  <a:moveTo>
                    <a:pt x="1283" y="0"/>
                  </a:moveTo>
                  <a:lnTo>
                    <a:pt x="1146" y="23"/>
                  </a:lnTo>
                  <a:lnTo>
                    <a:pt x="1009" y="69"/>
                  </a:lnTo>
                  <a:lnTo>
                    <a:pt x="871" y="115"/>
                  </a:lnTo>
                  <a:lnTo>
                    <a:pt x="642" y="252"/>
                  </a:lnTo>
                  <a:lnTo>
                    <a:pt x="413" y="413"/>
                  </a:lnTo>
                  <a:lnTo>
                    <a:pt x="252" y="619"/>
                  </a:lnTo>
                  <a:lnTo>
                    <a:pt x="115" y="871"/>
                  </a:lnTo>
                  <a:lnTo>
                    <a:pt x="69" y="1008"/>
                  </a:lnTo>
                  <a:lnTo>
                    <a:pt x="46" y="1146"/>
                  </a:lnTo>
                  <a:lnTo>
                    <a:pt x="23" y="1283"/>
                  </a:lnTo>
                  <a:lnTo>
                    <a:pt x="0" y="1421"/>
                  </a:lnTo>
                  <a:lnTo>
                    <a:pt x="23" y="1558"/>
                  </a:lnTo>
                  <a:lnTo>
                    <a:pt x="46" y="1719"/>
                  </a:lnTo>
                  <a:lnTo>
                    <a:pt x="69" y="1856"/>
                  </a:lnTo>
                  <a:lnTo>
                    <a:pt x="115" y="1971"/>
                  </a:lnTo>
                  <a:lnTo>
                    <a:pt x="252" y="2223"/>
                  </a:lnTo>
                  <a:lnTo>
                    <a:pt x="413" y="2429"/>
                  </a:lnTo>
                  <a:lnTo>
                    <a:pt x="642" y="2612"/>
                  </a:lnTo>
                  <a:lnTo>
                    <a:pt x="871" y="2727"/>
                  </a:lnTo>
                  <a:lnTo>
                    <a:pt x="1009" y="2772"/>
                  </a:lnTo>
                  <a:lnTo>
                    <a:pt x="1146" y="2818"/>
                  </a:lnTo>
                  <a:lnTo>
                    <a:pt x="1283" y="2841"/>
                  </a:lnTo>
                  <a:lnTo>
                    <a:pt x="1581" y="2841"/>
                  </a:lnTo>
                  <a:lnTo>
                    <a:pt x="1719" y="2818"/>
                  </a:lnTo>
                  <a:lnTo>
                    <a:pt x="1856" y="2772"/>
                  </a:lnTo>
                  <a:lnTo>
                    <a:pt x="1971" y="2727"/>
                  </a:lnTo>
                  <a:lnTo>
                    <a:pt x="2223" y="2612"/>
                  </a:lnTo>
                  <a:lnTo>
                    <a:pt x="2429" y="2429"/>
                  </a:lnTo>
                  <a:lnTo>
                    <a:pt x="2612" y="2223"/>
                  </a:lnTo>
                  <a:lnTo>
                    <a:pt x="2750" y="1971"/>
                  </a:lnTo>
                  <a:lnTo>
                    <a:pt x="2796" y="1856"/>
                  </a:lnTo>
                  <a:lnTo>
                    <a:pt x="2819" y="1719"/>
                  </a:lnTo>
                  <a:lnTo>
                    <a:pt x="2841" y="1558"/>
                  </a:lnTo>
                  <a:lnTo>
                    <a:pt x="2841" y="1421"/>
                  </a:lnTo>
                  <a:lnTo>
                    <a:pt x="2841" y="1283"/>
                  </a:lnTo>
                  <a:lnTo>
                    <a:pt x="2819" y="1146"/>
                  </a:lnTo>
                  <a:lnTo>
                    <a:pt x="2796" y="1008"/>
                  </a:lnTo>
                  <a:lnTo>
                    <a:pt x="2750" y="871"/>
                  </a:lnTo>
                  <a:lnTo>
                    <a:pt x="2612" y="619"/>
                  </a:lnTo>
                  <a:lnTo>
                    <a:pt x="2429" y="413"/>
                  </a:lnTo>
                  <a:lnTo>
                    <a:pt x="2223" y="252"/>
                  </a:lnTo>
                  <a:lnTo>
                    <a:pt x="1971" y="115"/>
                  </a:lnTo>
                  <a:lnTo>
                    <a:pt x="1856" y="69"/>
                  </a:lnTo>
                  <a:lnTo>
                    <a:pt x="1719" y="23"/>
                  </a:lnTo>
                  <a:lnTo>
                    <a:pt x="158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66"/>
            <p:cNvSpPr/>
            <p:nvPr/>
          </p:nvSpPr>
          <p:spPr>
            <a:xfrm>
              <a:off x="2458978" y="4191013"/>
              <a:ext cx="106870" cy="106870"/>
            </a:xfrm>
            <a:custGeom>
              <a:avLst/>
              <a:gdLst/>
              <a:ahLst/>
              <a:cxnLst/>
              <a:rect l="l" t="t" r="r" b="b"/>
              <a:pathLst>
                <a:path w="4973" h="4973" extrusionOk="0">
                  <a:moveTo>
                    <a:pt x="2223" y="0"/>
                  </a:moveTo>
                  <a:lnTo>
                    <a:pt x="1994" y="46"/>
                  </a:lnTo>
                  <a:lnTo>
                    <a:pt x="1742" y="115"/>
                  </a:lnTo>
                  <a:lnTo>
                    <a:pt x="1513" y="184"/>
                  </a:lnTo>
                  <a:lnTo>
                    <a:pt x="1307" y="298"/>
                  </a:lnTo>
                  <a:lnTo>
                    <a:pt x="1100" y="413"/>
                  </a:lnTo>
                  <a:lnTo>
                    <a:pt x="917" y="573"/>
                  </a:lnTo>
                  <a:lnTo>
                    <a:pt x="734" y="733"/>
                  </a:lnTo>
                  <a:lnTo>
                    <a:pt x="573" y="894"/>
                  </a:lnTo>
                  <a:lnTo>
                    <a:pt x="436" y="1100"/>
                  </a:lnTo>
                  <a:lnTo>
                    <a:pt x="298" y="1306"/>
                  </a:lnTo>
                  <a:lnTo>
                    <a:pt x="207" y="1512"/>
                  </a:lnTo>
                  <a:lnTo>
                    <a:pt x="115" y="1742"/>
                  </a:lnTo>
                  <a:lnTo>
                    <a:pt x="46" y="1971"/>
                  </a:lnTo>
                  <a:lnTo>
                    <a:pt x="23" y="2223"/>
                  </a:lnTo>
                  <a:lnTo>
                    <a:pt x="1" y="2475"/>
                  </a:lnTo>
                  <a:lnTo>
                    <a:pt x="23" y="2727"/>
                  </a:lnTo>
                  <a:lnTo>
                    <a:pt x="46" y="2979"/>
                  </a:lnTo>
                  <a:lnTo>
                    <a:pt x="115" y="3208"/>
                  </a:lnTo>
                  <a:lnTo>
                    <a:pt x="207" y="3437"/>
                  </a:lnTo>
                  <a:lnTo>
                    <a:pt x="298" y="3666"/>
                  </a:lnTo>
                  <a:lnTo>
                    <a:pt x="436" y="3872"/>
                  </a:lnTo>
                  <a:lnTo>
                    <a:pt x="573" y="4056"/>
                  </a:lnTo>
                  <a:lnTo>
                    <a:pt x="734" y="4239"/>
                  </a:lnTo>
                  <a:lnTo>
                    <a:pt x="917" y="4399"/>
                  </a:lnTo>
                  <a:lnTo>
                    <a:pt x="1100" y="4537"/>
                  </a:lnTo>
                  <a:lnTo>
                    <a:pt x="1307" y="4651"/>
                  </a:lnTo>
                  <a:lnTo>
                    <a:pt x="1513" y="4766"/>
                  </a:lnTo>
                  <a:lnTo>
                    <a:pt x="1742" y="4858"/>
                  </a:lnTo>
                  <a:lnTo>
                    <a:pt x="1994" y="4903"/>
                  </a:lnTo>
                  <a:lnTo>
                    <a:pt x="2223" y="4949"/>
                  </a:lnTo>
                  <a:lnTo>
                    <a:pt x="2498" y="4972"/>
                  </a:lnTo>
                  <a:lnTo>
                    <a:pt x="2750" y="4949"/>
                  </a:lnTo>
                  <a:lnTo>
                    <a:pt x="2979" y="4903"/>
                  </a:lnTo>
                  <a:lnTo>
                    <a:pt x="3231" y="4858"/>
                  </a:lnTo>
                  <a:lnTo>
                    <a:pt x="3460" y="4766"/>
                  </a:lnTo>
                  <a:lnTo>
                    <a:pt x="3666" y="4651"/>
                  </a:lnTo>
                  <a:lnTo>
                    <a:pt x="3873" y="4537"/>
                  </a:lnTo>
                  <a:lnTo>
                    <a:pt x="4056" y="4399"/>
                  </a:lnTo>
                  <a:lnTo>
                    <a:pt x="4239" y="4239"/>
                  </a:lnTo>
                  <a:lnTo>
                    <a:pt x="4400" y="4056"/>
                  </a:lnTo>
                  <a:lnTo>
                    <a:pt x="4537" y="3872"/>
                  </a:lnTo>
                  <a:lnTo>
                    <a:pt x="4675" y="3666"/>
                  </a:lnTo>
                  <a:lnTo>
                    <a:pt x="4766" y="3437"/>
                  </a:lnTo>
                  <a:lnTo>
                    <a:pt x="4858" y="3208"/>
                  </a:lnTo>
                  <a:lnTo>
                    <a:pt x="4927" y="2979"/>
                  </a:lnTo>
                  <a:lnTo>
                    <a:pt x="4949" y="2727"/>
                  </a:lnTo>
                  <a:lnTo>
                    <a:pt x="4972" y="2475"/>
                  </a:lnTo>
                  <a:lnTo>
                    <a:pt x="4949" y="2223"/>
                  </a:lnTo>
                  <a:lnTo>
                    <a:pt x="4927" y="1971"/>
                  </a:lnTo>
                  <a:lnTo>
                    <a:pt x="4858" y="1742"/>
                  </a:lnTo>
                  <a:lnTo>
                    <a:pt x="4766" y="1512"/>
                  </a:lnTo>
                  <a:lnTo>
                    <a:pt x="4675" y="1306"/>
                  </a:lnTo>
                  <a:lnTo>
                    <a:pt x="4537" y="1100"/>
                  </a:lnTo>
                  <a:lnTo>
                    <a:pt x="4400" y="894"/>
                  </a:lnTo>
                  <a:lnTo>
                    <a:pt x="4239" y="733"/>
                  </a:lnTo>
                  <a:lnTo>
                    <a:pt x="4056" y="573"/>
                  </a:lnTo>
                  <a:lnTo>
                    <a:pt x="3873" y="413"/>
                  </a:lnTo>
                  <a:lnTo>
                    <a:pt x="3666" y="298"/>
                  </a:lnTo>
                  <a:lnTo>
                    <a:pt x="3460" y="184"/>
                  </a:lnTo>
                  <a:lnTo>
                    <a:pt x="3231" y="115"/>
                  </a:lnTo>
                  <a:lnTo>
                    <a:pt x="2979" y="46"/>
                  </a:lnTo>
                  <a:lnTo>
                    <a:pt x="275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66"/>
            <p:cNvSpPr/>
            <p:nvPr/>
          </p:nvSpPr>
          <p:spPr>
            <a:xfrm>
              <a:off x="2481628" y="4213663"/>
              <a:ext cx="61569" cy="61075"/>
            </a:xfrm>
            <a:custGeom>
              <a:avLst/>
              <a:gdLst/>
              <a:ahLst/>
              <a:cxnLst/>
              <a:rect l="l" t="t" r="r" b="b"/>
              <a:pathLst>
                <a:path w="2865" h="2842" extrusionOk="0">
                  <a:moveTo>
                    <a:pt x="1284" y="0"/>
                  </a:moveTo>
                  <a:lnTo>
                    <a:pt x="1146" y="23"/>
                  </a:lnTo>
                  <a:lnTo>
                    <a:pt x="1009" y="69"/>
                  </a:lnTo>
                  <a:lnTo>
                    <a:pt x="871" y="115"/>
                  </a:lnTo>
                  <a:lnTo>
                    <a:pt x="642" y="252"/>
                  </a:lnTo>
                  <a:lnTo>
                    <a:pt x="436" y="413"/>
                  </a:lnTo>
                  <a:lnTo>
                    <a:pt x="253" y="619"/>
                  </a:lnTo>
                  <a:lnTo>
                    <a:pt x="115" y="871"/>
                  </a:lnTo>
                  <a:lnTo>
                    <a:pt x="69" y="1008"/>
                  </a:lnTo>
                  <a:lnTo>
                    <a:pt x="46" y="1146"/>
                  </a:lnTo>
                  <a:lnTo>
                    <a:pt x="23" y="1283"/>
                  </a:lnTo>
                  <a:lnTo>
                    <a:pt x="1" y="1421"/>
                  </a:lnTo>
                  <a:lnTo>
                    <a:pt x="23" y="1558"/>
                  </a:lnTo>
                  <a:lnTo>
                    <a:pt x="46" y="1719"/>
                  </a:lnTo>
                  <a:lnTo>
                    <a:pt x="69" y="1856"/>
                  </a:lnTo>
                  <a:lnTo>
                    <a:pt x="115" y="1971"/>
                  </a:lnTo>
                  <a:lnTo>
                    <a:pt x="253" y="2223"/>
                  </a:lnTo>
                  <a:lnTo>
                    <a:pt x="436" y="2429"/>
                  </a:lnTo>
                  <a:lnTo>
                    <a:pt x="642" y="2612"/>
                  </a:lnTo>
                  <a:lnTo>
                    <a:pt x="871" y="2727"/>
                  </a:lnTo>
                  <a:lnTo>
                    <a:pt x="1009" y="2772"/>
                  </a:lnTo>
                  <a:lnTo>
                    <a:pt x="1146" y="2818"/>
                  </a:lnTo>
                  <a:lnTo>
                    <a:pt x="1284" y="2841"/>
                  </a:lnTo>
                  <a:lnTo>
                    <a:pt x="1581" y="2841"/>
                  </a:lnTo>
                  <a:lnTo>
                    <a:pt x="1719" y="2818"/>
                  </a:lnTo>
                  <a:lnTo>
                    <a:pt x="1856" y="2772"/>
                  </a:lnTo>
                  <a:lnTo>
                    <a:pt x="1994" y="2727"/>
                  </a:lnTo>
                  <a:lnTo>
                    <a:pt x="2223" y="2612"/>
                  </a:lnTo>
                  <a:lnTo>
                    <a:pt x="2429" y="2429"/>
                  </a:lnTo>
                  <a:lnTo>
                    <a:pt x="2612" y="2223"/>
                  </a:lnTo>
                  <a:lnTo>
                    <a:pt x="2750" y="1971"/>
                  </a:lnTo>
                  <a:lnTo>
                    <a:pt x="2796" y="1856"/>
                  </a:lnTo>
                  <a:lnTo>
                    <a:pt x="2819" y="1719"/>
                  </a:lnTo>
                  <a:lnTo>
                    <a:pt x="2842" y="1558"/>
                  </a:lnTo>
                  <a:lnTo>
                    <a:pt x="2864" y="1421"/>
                  </a:lnTo>
                  <a:lnTo>
                    <a:pt x="2842" y="1283"/>
                  </a:lnTo>
                  <a:lnTo>
                    <a:pt x="2819" y="1146"/>
                  </a:lnTo>
                  <a:lnTo>
                    <a:pt x="2796" y="1008"/>
                  </a:lnTo>
                  <a:lnTo>
                    <a:pt x="2750" y="871"/>
                  </a:lnTo>
                  <a:lnTo>
                    <a:pt x="2612" y="619"/>
                  </a:lnTo>
                  <a:lnTo>
                    <a:pt x="2429" y="413"/>
                  </a:lnTo>
                  <a:lnTo>
                    <a:pt x="2223" y="252"/>
                  </a:lnTo>
                  <a:lnTo>
                    <a:pt x="1994" y="115"/>
                  </a:lnTo>
                  <a:lnTo>
                    <a:pt x="1856" y="69"/>
                  </a:lnTo>
                  <a:lnTo>
                    <a:pt x="1719" y="23"/>
                  </a:lnTo>
                  <a:lnTo>
                    <a:pt x="158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66"/>
            <p:cNvSpPr/>
            <p:nvPr/>
          </p:nvSpPr>
          <p:spPr>
            <a:xfrm>
              <a:off x="2246274" y="4191013"/>
              <a:ext cx="106870" cy="106870"/>
            </a:xfrm>
            <a:custGeom>
              <a:avLst/>
              <a:gdLst/>
              <a:ahLst/>
              <a:cxnLst/>
              <a:rect l="l" t="t" r="r" b="b"/>
              <a:pathLst>
                <a:path w="4973" h="4973" extrusionOk="0">
                  <a:moveTo>
                    <a:pt x="2223" y="0"/>
                  </a:moveTo>
                  <a:lnTo>
                    <a:pt x="1971" y="46"/>
                  </a:lnTo>
                  <a:lnTo>
                    <a:pt x="1742" y="115"/>
                  </a:lnTo>
                  <a:lnTo>
                    <a:pt x="1513" y="184"/>
                  </a:lnTo>
                  <a:lnTo>
                    <a:pt x="1307" y="298"/>
                  </a:lnTo>
                  <a:lnTo>
                    <a:pt x="1101" y="413"/>
                  </a:lnTo>
                  <a:lnTo>
                    <a:pt x="894" y="573"/>
                  </a:lnTo>
                  <a:lnTo>
                    <a:pt x="734" y="733"/>
                  </a:lnTo>
                  <a:lnTo>
                    <a:pt x="574" y="894"/>
                  </a:lnTo>
                  <a:lnTo>
                    <a:pt x="413" y="1100"/>
                  </a:lnTo>
                  <a:lnTo>
                    <a:pt x="299" y="1306"/>
                  </a:lnTo>
                  <a:lnTo>
                    <a:pt x="184" y="1512"/>
                  </a:lnTo>
                  <a:lnTo>
                    <a:pt x="115" y="1742"/>
                  </a:lnTo>
                  <a:lnTo>
                    <a:pt x="47" y="1971"/>
                  </a:lnTo>
                  <a:lnTo>
                    <a:pt x="1" y="2223"/>
                  </a:lnTo>
                  <a:lnTo>
                    <a:pt x="1" y="2475"/>
                  </a:lnTo>
                  <a:lnTo>
                    <a:pt x="1" y="2727"/>
                  </a:lnTo>
                  <a:lnTo>
                    <a:pt x="47" y="2979"/>
                  </a:lnTo>
                  <a:lnTo>
                    <a:pt x="115" y="3208"/>
                  </a:lnTo>
                  <a:lnTo>
                    <a:pt x="184" y="3437"/>
                  </a:lnTo>
                  <a:lnTo>
                    <a:pt x="299" y="3666"/>
                  </a:lnTo>
                  <a:lnTo>
                    <a:pt x="413" y="3872"/>
                  </a:lnTo>
                  <a:lnTo>
                    <a:pt x="574" y="4056"/>
                  </a:lnTo>
                  <a:lnTo>
                    <a:pt x="734" y="4239"/>
                  </a:lnTo>
                  <a:lnTo>
                    <a:pt x="894" y="4399"/>
                  </a:lnTo>
                  <a:lnTo>
                    <a:pt x="1101" y="4537"/>
                  </a:lnTo>
                  <a:lnTo>
                    <a:pt x="1307" y="4651"/>
                  </a:lnTo>
                  <a:lnTo>
                    <a:pt x="1513" y="4766"/>
                  </a:lnTo>
                  <a:lnTo>
                    <a:pt x="1742" y="4858"/>
                  </a:lnTo>
                  <a:lnTo>
                    <a:pt x="1971" y="4903"/>
                  </a:lnTo>
                  <a:lnTo>
                    <a:pt x="2223" y="4949"/>
                  </a:lnTo>
                  <a:lnTo>
                    <a:pt x="2475" y="4972"/>
                  </a:lnTo>
                  <a:lnTo>
                    <a:pt x="2727" y="4949"/>
                  </a:lnTo>
                  <a:lnTo>
                    <a:pt x="2979" y="4903"/>
                  </a:lnTo>
                  <a:lnTo>
                    <a:pt x="3208" y="4858"/>
                  </a:lnTo>
                  <a:lnTo>
                    <a:pt x="3437" y="4766"/>
                  </a:lnTo>
                  <a:lnTo>
                    <a:pt x="3667" y="4651"/>
                  </a:lnTo>
                  <a:lnTo>
                    <a:pt x="3873" y="4537"/>
                  </a:lnTo>
                  <a:lnTo>
                    <a:pt x="4056" y="4399"/>
                  </a:lnTo>
                  <a:lnTo>
                    <a:pt x="4239" y="4239"/>
                  </a:lnTo>
                  <a:lnTo>
                    <a:pt x="4400" y="4056"/>
                  </a:lnTo>
                  <a:lnTo>
                    <a:pt x="4537" y="3872"/>
                  </a:lnTo>
                  <a:lnTo>
                    <a:pt x="4652" y="3666"/>
                  </a:lnTo>
                  <a:lnTo>
                    <a:pt x="4766" y="3437"/>
                  </a:lnTo>
                  <a:lnTo>
                    <a:pt x="4858" y="3208"/>
                  </a:lnTo>
                  <a:lnTo>
                    <a:pt x="4904" y="2979"/>
                  </a:lnTo>
                  <a:lnTo>
                    <a:pt x="4950" y="2727"/>
                  </a:lnTo>
                  <a:lnTo>
                    <a:pt x="4973" y="2475"/>
                  </a:lnTo>
                  <a:lnTo>
                    <a:pt x="4950" y="2223"/>
                  </a:lnTo>
                  <a:lnTo>
                    <a:pt x="4904" y="1971"/>
                  </a:lnTo>
                  <a:lnTo>
                    <a:pt x="4858" y="1742"/>
                  </a:lnTo>
                  <a:lnTo>
                    <a:pt x="4766" y="1512"/>
                  </a:lnTo>
                  <a:lnTo>
                    <a:pt x="4652" y="1306"/>
                  </a:lnTo>
                  <a:lnTo>
                    <a:pt x="4537" y="1100"/>
                  </a:lnTo>
                  <a:lnTo>
                    <a:pt x="4400" y="894"/>
                  </a:lnTo>
                  <a:lnTo>
                    <a:pt x="4239" y="733"/>
                  </a:lnTo>
                  <a:lnTo>
                    <a:pt x="4056" y="573"/>
                  </a:lnTo>
                  <a:lnTo>
                    <a:pt x="3873" y="413"/>
                  </a:lnTo>
                  <a:lnTo>
                    <a:pt x="3667" y="298"/>
                  </a:lnTo>
                  <a:lnTo>
                    <a:pt x="3437" y="184"/>
                  </a:lnTo>
                  <a:lnTo>
                    <a:pt x="3208" y="115"/>
                  </a:lnTo>
                  <a:lnTo>
                    <a:pt x="2979" y="46"/>
                  </a:lnTo>
                  <a:lnTo>
                    <a:pt x="2727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66"/>
            <p:cNvSpPr/>
            <p:nvPr/>
          </p:nvSpPr>
          <p:spPr>
            <a:xfrm>
              <a:off x="2268924" y="4213663"/>
              <a:ext cx="61075" cy="61075"/>
            </a:xfrm>
            <a:custGeom>
              <a:avLst/>
              <a:gdLst/>
              <a:ahLst/>
              <a:cxnLst/>
              <a:rect l="l" t="t" r="r" b="b"/>
              <a:pathLst>
                <a:path w="2842" h="2842" extrusionOk="0">
                  <a:moveTo>
                    <a:pt x="1284" y="0"/>
                  </a:moveTo>
                  <a:lnTo>
                    <a:pt x="1146" y="23"/>
                  </a:lnTo>
                  <a:lnTo>
                    <a:pt x="1009" y="69"/>
                  </a:lnTo>
                  <a:lnTo>
                    <a:pt x="871" y="115"/>
                  </a:lnTo>
                  <a:lnTo>
                    <a:pt x="619" y="252"/>
                  </a:lnTo>
                  <a:lnTo>
                    <a:pt x="413" y="413"/>
                  </a:lnTo>
                  <a:lnTo>
                    <a:pt x="253" y="619"/>
                  </a:lnTo>
                  <a:lnTo>
                    <a:pt x="115" y="871"/>
                  </a:lnTo>
                  <a:lnTo>
                    <a:pt x="69" y="1008"/>
                  </a:lnTo>
                  <a:lnTo>
                    <a:pt x="24" y="1146"/>
                  </a:lnTo>
                  <a:lnTo>
                    <a:pt x="1" y="1283"/>
                  </a:lnTo>
                  <a:lnTo>
                    <a:pt x="1" y="1421"/>
                  </a:lnTo>
                  <a:lnTo>
                    <a:pt x="1" y="1558"/>
                  </a:lnTo>
                  <a:lnTo>
                    <a:pt x="24" y="1719"/>
                  </a:lnTo>
                  <a:lnTo>
                    <a:pt x="69" y="1856"/>
                  </a:lnTo>
                  <a:lnTo>
                    <a:pt x="115" y="1971"/>
                  </a:lnTo>
                  <a:lnTo>
                    <a:pt x="253" y="2223"/>
                  </a:lnTo>
                  <a:lnTo>
                    <a:pt x="413" y="2429"/>
                  </a:lnTo>
                  <a:lnTo>
                    <a:pt x="619" y="2612"/>
                  </a:lnTo>
                  <a:lnTo>
                    <a:pt x="871" y="2727"/>
                  </a:lnTo>
                  <a:lnTo>
                    <a:pt x="1009" y="2772"/>
                  </a:lnTo>
                  <a:lnTo>
                    <a:pt x="1146" y="2818"/>
                  </a:lnTo>
                  <a:lnTo>
                    <a:pt x="1284" y="2841"/>
                  </a:lnTo>
                  <a:lnTo>
                    <a:pt x="1559" y="2841"/>
                  </a:lnTo>
                  <a:lnTo>
                    <a:pt x="1719" y="2818"/>
                  </a:lnTo>
                  <a:lnTo>
                    <a:pt x="1857" y="2772"/>
                  </a:lnTo>
                  <a:lnTo>
                    <a:pt x="1971" y="2727"/>
                  </a:lnTo>
                  <a:lnTo>
                    <a:pt x="2223" y="2612"/>
                  </a:lnTo>
                  <a:lnTo>
                    <a:pt x="2429" y="2429"/>
                  </a:lnTo>
                  <a:lnTo>
                    <a:pt x="2613" y="2223"/>
                  </a:lnTo>
                  <a:lnTo>
                    <a:pt x="2727" y="1971"/>
                  </a:lnTo>
                  <a:lnTo>
                    <a:pt x="2773" y="1856"/>
                  </a:lnTo>
                  <a:lnTo>
                    <a:pt x="2819" y="1719"/>
                  </a:lnTo>
                  <a:lnTo>
                    <a:pt x="2842" y="1558"/>
                  </a:lnTo>
                  <a:lnTo>
                    <a:pt x="2842" y="1421"/>
                  </a:lnTo>
                  <a:lnTo>
                    <a:pt x="2842" y="1283"/>
                  </a:lnTo>
                  <a:lnTo>
                    <a:pt x="2819" y="1146"/>
                  </a:lnTo>
                  <a:lnTo>
                    <a:pt x="2773" y="1008"/>
                  </a:lnTo>
                  <a:lnTo>
                    <a:pt x="2727" y="871"/>
                  </a:lnTo>
                  <a:lnTo>
                    <a:pt x="2613" y="619"/>
                  </a:lnTo>
                  <a:lnTo>
                    <a:pt x="2429" y="413"/>
                  </a:lnTo>
                  <a:lnTo>
                    <a:pt x="2223" y="252"/>
                  </a:lnTo>
                  <a:lnTo>
                    <a:pt x="1971" y="115"/>
                  </a:lnTo>
                  <a:lnTo>
                    <a:pt x="1857" y="69"/>
                  </a:lnTo>
                  <a:lnTo>
                    <a:pt x="1719" y="23"/>
                  </a:lnTo>
                  <a:lnTo>
                    <a:pt x="1559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66"/>
            <p:cNvSpPr/>
            <p:nvPr/>
          </p:nvSpPr>
          <p:spPr>
            <a:xfrm>
              <a:off x="1912948" y="2517961"/>
              <a:ext cx="805531" cy="972938"/>
            </a:xfrm>
            <a:custGeom>
              <a:avLst/>
              <a:gdLst/>
              <a:ahLst/>
              <a:cxnLst/>
              <a:rect l="l" t="t" r="r" b="b"/>
              <a:pathLst>
                <a:path w="37484" h="45274" extrusionOk="0">
                  <a:moveTo>
                    <a:pt x="2842" y="0"/>
                  </a:moveTo>
                  <a:lnTo>
                    <a:pt x="2498" y="23"/>
                  </a:lnTo>
                  <a:lnTo>
                    <a:pt x="2177" y="69"/>
                  </a:lnTo>
                  <a:lnTo>
                    <a:pt x="1856" y="161"/>
                  </a:lnTo>
                  <a:lnTo>
                    <a:pt x="1581" y="298"/>
                  </a:lnTo>
                  <a:lnTo>
                    <a:pt x="1307" y="459"/>
                  </a:lnTo>
                  <a:lnTo>
                    <a:pt x="1055" y="642"/>
                  </a:lnTo>
                  <a:lnTo>
                    <a:pt x="825" y="848"/>
                  </a:lnTo>
                  <a:lnTo>
                    <a:pt x="619" y="1077"/>
                  </a:lnTo>
                  <a:lnTo>
                    <a:pt x="436" y="1329"/>
                  </a:lnTo>
                  <a:lnTo>
                    <a:pt x="276" y="1604"/>
                  </a:lnTo>
                  <a:lnTo>
                    <a:pt x="161" y="1902"/>
                  </a:lnTo>
                  <a:lnTo>
                    <a:pt x="69" y="2200"/>
                  </a:lnTo>
                  <a:lnTo>
                    <a:pt x="24" y="2521"/>
                  </a:lnTo>
                  <a:lnTo>
                    <a:pt x="1" y="2841"/>
                  </a:lnTo>
                  <a:lnTo>
                    <a:pt x="24" y="3162"/>
                  </a:lnTo>
                  <a:lnTo>
                    <a:pt x="69" y="3506"/>
                  </a:lnTo>
                  <a:lnTo>
                    <a:pt x="9578" y="43097"/>
                  </a:lnTo>
                  <a:lnTo>
                    <a:pt x="9646" y="43326"/>
                  </a:lnTo>
                  <a:lnTo>
                    <a:pt x="9738" y="43555"/>
                  </a:lnTo>
                  <a:lnTo>
                    <a:pt x="9830" y="43762"/>
                  </a:lnTo>
                  <a:lnTo>
                    <a:pt x="9967" y="43968"/>
                  </a:lnTo>
                  <a:lnTo>
                    <a:pt x="10082" y="44151"/>
                  </a:lnTo>
                  <a:lnTo>
                    <a:pt x="10242" y="44334"/>
                  </a:lnTo>
                  <a:lnTo>
                    <a:pt x="10402" y="44518"/>
                  </a:lnTo>
                  <a:lnTo>
                    <a:pt x="10586" y="44655"/>
                  </a:lnTo>
                  <a:lnTo>
                    <a:pt x="10769" y="44793"/>
                  </a:lnTo>
                  <a:lnTo>
                    <a:pt x="10975" y="44907"/>
                  </a:lnTo>
                  <a:lnTo>
                    <a:pt x="11181" y="45022"/>
                  </a:lnTo>
                  <a:lnTo>
                    <a:pt x="11411" y="45113"/>
                  </a:lnTo>
                  <a:lnTo>
                    <a:pt x="11617" y="45182"/>
                  </a:lnTo>
                  <a:lnTo>
                    <a:pt x="11869" y="45228"/>
                  </a:lnTo>
                  <a:lnTo>
                    <a:pt x="12098" y="45251"/>
                  </a:lnTo>
                  <a:lnTo>
                    <a:pt x="12350" y="45274"/>
                  </a:lnTo>
                  <a:lnTo>
                    <a:pt x="34643" y="45274"/>
                  </a:lnTo>
                  <a:lnTo>
                    <a:pt x="34987" y="45251"/>
                  </a:lnTo>
                  <a:lnTo>
                    <a:pt x="35307" y="45182"/>
                  </a:lnTo>
                  <a:lnTo>
                    <a:pt x="35628" y="45091"/>
                  </a:lnTo>
                  <a:lnTo>
                    <a:pt x="35926" y="44976"/>
                  </a:lnTo>
                  <a:lnTo>
                    <a:pt x="36201" y="44816"/>
                  </a:lnTo>
                  <a:lnTo>
                    <a:pt x="36453" y="44632"/>
                  </a:lnTo>
                  <a:lnTo>
                    <a:pt x="36682" y="44426"/>
                  </a:lnTo>
                  <a:lnTo>
                    <a:pt x="36888" y="44174"/>
                  </a:lnTo>
                  <a:lnTo>
                    <a:pt x="37072" y="43922"/>
                  </a:lnTo>
                  <a:lnTo>
                    <a:pt x="37209" y="43647"/>
                  </a:lnTo>
                  <a:lnTo>
                    <a:pt x="37324" y="43349"/>
                  </a:lnTo>
                  <a:lnTo>
                    <a:pt x="37415" y="43051"/>
                  </a:lnTo>
                  <a:lnTo>
                    <a:pt x="37484" y="42731"/>
                  </a:lnTo>
                  <a:lnTo>
                    <a:pt x="37484" y="42410"/>
                  </a:lnTo>
                  <a:lnTo>
                    <a:pt x="37461" y="42089"/>
                  </a:lnTo>
                  <a:lnTo>
                    <a:pt x="37415" y="41745"/>
                  </a:lnTo>
                  <a:lnTo>
                    <a:pt x="27701" y="2154"/>
                  </a:lnTo>
                  <a:lnTo>
                    <a:pt x="27632" y="1925"/>
                  </a:lnTo>
                  <a:lnTo>
                    <a:pt x="27540" y="1696"/>
                  </a:lnTo>
                  <a:lnTo>
                    <a:pt x="27426" y="1490"/>
                  </a:lnTo>
                  <a:lnTo>
                    <a:pt x="27311" y="1283"/>
                  </a:lnTo>
                  <a:lnTo>
                    <a:pt x="27174" y="1100"/>
                  </a:lnTo>
                  <a:lnTo>
                    <a:pt x="27013" y="917"/>
                  </a:lnTo>
                  <a:lnTo>
                    <a:pt x="26853" y="757"/>
                  </a:lnTo>
                  <a:lnTo>
                    <a:pt x="26693" y="596"/>
                  </a:lnTo>
                  <a:lnTo>
                    <a:pt x="26486" y="459"/>
                  </a:lnTo>
                  <a:lnTo>
                    <a:pt x="26303" y="344"/>
                  </a:lnTo>
                  <a:lnTo>
                    <a:pt x="26097" y="252"/>
                  </a:lnTo>
                  <a:lnTo>
                    <a:pt x="25868" y="161"/>
                  </a:lnTo>
                  <a:lnTo>
                    <a:pt x="25639" y="92"/>
                  </a:lnTo>
                  <a:lnTo>
                    <a:pt x="25410" y="46"/>
                  </a:lnTo>
                  <a:lnTo>
                    <a:pt x="25180" y="0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66"/>
            <p:cNvSpPr/>
            <p:nvPr/>
          </p:nvSpPr>
          <p:spPr>
            <a:xfrm>
              <a:off x="1965641" y="2517961"/>
              <a:ext cx="805531" cy="972938"/>
            </a:xfrm>
            <a:custGeom>
              <a:avLst/>
              <a:gdLst/>
              <a:ahLst/>
              <a:cxnLst/>
              <a:rect l="l" t="t" r="r" b="b"/>
              <a:pathLst>
                <a:path w="37484" h="45274" extrusionOk="0">
                  <a:moveTo>
                    <a:pt x="2841" y="0"/>
                  </a:moveTo>
                  <a:lnTo>
                    <a:pt x="2497" y="23"/>
                  </a:lnTo>
                  <a:lnTo>
                    <a:pt x="2177" y="69"/>
                  </a:lnTo>
                  <a:lnTo>
                    <a:pt x="1879" y="161"/>
                  </a:lnTo>
                  <a:lnTo>
                    <a:pt x="1581" y="298"/>
                  </a:lnTo>
                  <a:lnTo>
                    <a:pt x="1306" y="459"/>
                  </a:lnTo>
                  <a:lnTo>
                    <a:pt x="1054" y="642"/>
                  </a:lnTo>
                  <a:lnTo>
                    <a:pt x="825" y="848"/>
                  </a:lnTo>
                  <a:lnTo>
                    <a:pt x="619" y="1077"/>
                  </a:lnTo>
                  <a:lnTo>
                    <a:pt x="435" y="1329"/>
                  </a:lnTo>
                  <a:lnTo>
                    <a:pt x="275" y="1604"/>
                  </a:lnTo>
                  <a:lnTo>
                    <a:pt x="161" y="1902"/>
                  </a:lnTo>
                  <a:lnTo>
                    <a:pt x="69" y="2200"/>
                  </a:lnTo>
                  <a:lnTo>
                    <a:pt x="23" y="2521"/>
                  </a:lnTo>
                  <a:lnTo>
                    <a:pt x="0" y="2841"/>
                  </a:lnTo>
                  <a:lnTo>
                    <a:pt x="23" y="3162"/>
                  </a:lnTo>
                  <a:lnTo>
                    <a:pt x="92" y="3506"/>
                  </a:lnTo>
                  <a:lnTo>
                    <a:pt x="9577" y="43097"/>
                  </a:lnTo>
                  <a:lnTo>
                    <a:pt x="9646" y="43326"/>
                  </a:lnTo>
                  <a:lnTo>
                    <a:pt x="9738" y="43555"/>
                  </a:lnTo>
                  <a:lnTo>
                    <a:pt x="9829" y="43762"/>
                  </a:lnTo>
                  <a:lnTo>
                    <a:pt x="9967" y="43968"/>
                  </a:lnTo>
                  <a:lnTo>
                    <a:pt x="10104" y="44151"/>
                  </a:lnTo>
                  <a:lnTo>
                    <a:pt x="10242" y="44334"/>
                  </a:lnTo>
                  <a:lnTo>
                    <a:pt x="10402" y="44518"/>
                  </a:lnTo>
                  <a:lnTo>
                    <a:pt x="10585" y="44655"/>
                  </a:lnTo>
                  <a:lnTo>
                    <a:pt x="10769" y="44793"/>
                  </a:lnTo>
                  <a:lnTo>
                    <a:pt x="10975" y="44907"/>
                  </a:lnTo>
                  <a:lnTo>
                    <a:pt x="11181" y="45022"/>
                  </a:lnTo>
                  <a:lnTo>
                    <a:pt x="11410" y="45113"/>
                  </a:lnTo>
                  <a:lnTo>
                    <a:pt x="11639" y="45182"/>
                  </a:lnTo>
                  <a:lnTo>
                    <a:pt x="11868" y="45228"/>
                  </a:lnTo>
                  <a:lnTo>
                    <a:pt x="12097" y="45251"/>
                  </a:lnTo>
                  <a:lnTo>
                    <a:pt x="12349" y="45274"/>
                  </a:lnTo>
                  <a:lnTo>
                    <a:pt x="34643" y="45274"/>
                  </a:lnTo>
                  <a:lnTo>
                    <a:pt x="34986" y="45251"/>
                  </a:lnTo>
                  <a:lnTo>
                    <a:pt x="35307" y="45182"/>
                  </a:lnTo>
                  <a:lnTo>
                    <a:pt x="35628" y="45091"/>
                  </a:lnTo>
                  <a:lnTo>
                    <a:pt x="35926" y="44976"/>
                  </a:lnTo>
                  <a:lnTo>
                    <a:pt x="36200" y="44816"/>
                  </a:lnTo>
                  <a:lnTo>
                    <a:pt x="36453" y="44632"/>
                  </a:lnTo>
                  <a:lnTo>
                    <a:pt x="36682" y="44426"/>
                  </a:lnTo>
                  <a:lnTo>
                    <a:pt x="36888" y="44174"/>
                  </a:lnTo>
                  <a:lnTo>
                    <a:pt x="37071" y="43922"/>
                  </a:lnTo>
                  <a:lnTo>
                    <a:pt x="37209" y="43647"/>
                  </a:lnTo>
                  <a:lnTo>
                    <a:pt x="37346" y="43349"/>
                  </a:lnTo>
                  <a:lnTo>
                    <a:pt x="37415" y="43051"/>
                  </a:lnTo>
                  <a:lnTo>
                    <a:pt x="37484" y="42731"/>
                  </a:lnTo>
                  <a:lnTo>
                    <a:pt x="37484" y="42410"/>
                  </a:lnTo>
                  <a:lnTo>
                    <a:pt x="37461" y="42089"/>
                  </a:lnTo>
                  <a:lnTo>
                    <a:pt x="37415" y="41745"/>
                  </a:lnTo>
                  <a:lnTo>
                    <a:pt x="27700" y="2154"/>
                  </a:lnTo>
                  <a:lnTo>
                    <a:pt x="27632" y="1925"/>
                  </a:lnTo>
                  <a:lnTo>
                    <a:pt x="27540" y="1696"/>
                  </a:lnTo>
                  <a:lnTo>
                    <a:pt x="27425" y="1490"/>
                  </a:lnTo>
                  <a:lnTo>
                    <a:pt x="27311" y="1283"/>
                  </a:lnTo>
                  <a:lnTo>
                    <a:pt x="27173" y="1100"/>
                  </a:lnTo>
                  <a:lnTo>
                    <a:pt x="27036" y="917"/>
                  </a:lnTo>
                  <a:lnTo>
                    <a:pt x="26853" y="757"/>
                  </a:lnTo>
                  <a:lnTo>
                    <a:pt x="26692" y="596"/>
                  </a:lnTo>
                  <a:lnTo>
                    <a:pt x="26509" y="459"/>
                  </a:lnTo>
                  <a:lnTo>
                    <a:pt x="26303" y="344"/>
                  </a:lnTo>
                  <a:lnTo>
                    <a:pt x="26096" y="252"/>
                  </a:lnTo>
                  <a:lnTo>
                    <a:pt x="25867" y="161"/>
                  </a:lnTo>
                  <a:lnTo>
                    <a:pt x="25638" y="92"/>
                  </a:lnTo>
                  <a:lnTo>
                    <a:pt x="25409" y="46"/>
                  </a:lnTo>
                  <a:lnTo>
                    <a:pt x="25180" y="0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66"/>
            <p:cNvSpPr/>
            <p:nvPr/>
          </p:nvSpPr>
          <p:spPr>
            <a:xfrm>
              <a:off x="2006987" y="2559328"/>
              <a:ext cx="722816" cy="890223"/>
            </a:xfrm>
            <a:custGeom>
              <a:avLst/>
              <a:gdLst/>
              <a:ahLst/>
              <a:cxnLst/>
              <a:rect l="l" t="t" r="r" b="b"/>
              <a:pathLst>
                <a:path w="33635" h="41425" extrusionOk="0">
                  <a:moveTo>
                    <a:pt x="23004" y="252"/>
                  </a:moveTo>
                  <a:lnTo>
                    <a:pt x="23119" y="275"/>
                  </a:lnTo>
                  <a:lnTo>
                    <a:pt x="23233" y="298"/>
                  </a:lnTo>
                  <a:lnTo>
                    <a:pt x="23325" y="344"/>
                  </a:lnTo>
                  <a:lnTo>
                    <a:pt x="23416" y="390"/>
                  </a:lnTo>
                  <a:lnTo>
                    <a:pt x="23485" y="481"/>
                  </a:lnTo>
                  <a:lnTo>
                    <a:pt x="23554" y="550"/>
                  </a:lnTo>
                  <a:lnTo>
                    <a:pt x="23600" y="642"/>
                  </a:lnTo>
                  <a:lnTo>
                    <a:pt x="23645" y="756"/>
                  </a:lnTo>
                  <a:lnTo>
                    <a:pt x="33360" y="40347"/>
                  </a:lnTo>
                  <a:lnTo>
                    <a:pt x="33383" y="40439"/>
                  </a:lnTo>
                  <a:lnTo>
                    <a:pt x="33383" y="40531"/>
                  </a:lnTo>
                  <a:lnTo>
                    <a:pt x="33360" y="40691"/>
                  </a:lnTo>
                  <a:lnTo>
                    <a:pt x="33291" y="40829"/>
                  </a:lnTo>
                  <a:lnTo>
                    <a:pt x="33245" y="40897"/>
                  </a:lnTo>
                  <a:lnTo>
                    <a:pt x="33177" y="40989"/>
                  </a:lnTo>
                  <a:lnTo>
                    <a:pt x="33062" y="41058"/>
                  </a:lnTo>
                  <a:lnTo>
                    <a:pt x="32925" y="41126"/>
                  </a:lnTo>
                  <a:lnTo>
                    <a:pt x="32833" y="41149"/>
                  </a:lnTo>
                  <a:lnTo>
                    <a:pt x="10311" y="41149"/>
                  </a:lnTo>
                  <a:lnTo>
                    <a:pt x="10196" y="41126"/>
                  </a:lnTo>
                  <a:lnTo>
                    <a:pt x="10105" y="41081"/>
                  </a:lnTo>
                  <a:lnTo>
                    <a:pt x="10013" y="41012"/>
                  </a:lnTo>
                  <a:lnTo>
                    <a:pt x="9944" y="40943"/>
                  </a:lnTo>
                  <a:lnTo>
                    <a:pt x="9876" y="40851"/>
                  </a:lnTo>
                  <a:lnTo>
                    <a:pt x="9830" y="40760"/>
                  </a:lnTo>
                  <a:lnTo>
                    <a:pt x="9784" y="40645"/>
                  </a:lnTo>
                  <a:lnTo>
                    <a:pt x="276" y="1077"/>
                  </a:lnTo>
                  <a:lnTo>
                    <a:pt x="276" y="962"/>
                  </a:lnTo>
                  <a:lnTo>
                    <a:pt x="253" y="871"/>
                  </a:lnTo>
                  <a:lnTo>
                    <a:pt x="299" y="733"/>
                  </a:lnTo>
                  <a:lnTo>
                    <a:pt x="344" y="596"/>
                  </a:lnTo>
                  <a:lnTo>
                    <a:pt x="413" y="504"/>
                  </a:lnTo>
                  <a:lnTo>
                    <a:pt x="482" y="435"/>
                  </a:lnTo>
                  <a:lnTo>
                    <a:pt x="596" y="344"/>
                  </a:lnTo>
                  <a:lnTo>
                    <a:pt x="734" y="275"/>
                  </a:lnTo>
                  <a:lnTo>
                    <a:pt x="826" y="275"/>
                  </a:lnTo>
                  <a:lnTo>
                    <a:pt x="917" y="252"/>
                  </a:lnTo>
                  <a:close/>
                  <a:moveTo>
                    <a:pt x="917" y="0"/>
                  </a:moveTo>
                  <a:lnTo>
                    <a:pt x="780" y="23"/>
                  </a:lnTo>
                  <a:lnTo>
                    <a:pt x="665" y="46"/>
                  </a:lnTo>
                  <a:lnTo>
                    <a:pt x="551" y="69"/>
                  </a:lnTo>
                  <a:lnTo>
                    <a:pt x="459" y="137"/>
                  </a:lnTo>
                  <a:lnTo>
                    <a:pt x="299" y="252"/>
                  </a:lnTo>
                  <a:lnTo>
                    <a:pt x="207" y="344"/>
                  </a:lnTo>
                  <a:lnTo>
                    <a:pt x="115" y="481"/>
                  </a:lnTo>
                  <a:lnTo>
                    <a:pt x="47" y="642"/>
                  </a:lnTo>
                  <a:lnTo>
                    <a:pt x="24" y="756"/>
                  </a:lnTo>
                  <a:lnTo>
                    <a:pt x="1" y="871"/>
                  </a:lnTo>
                  <a:lnTo>
                    <a:pt x="1" y="985"/>
                  </a:lnTo>
                  <a:lnTo>
                    <a:pt x="24" y="1123"/>
                  </a:lnTo>
                  <a:lnTo>
                    <a:pt x="9532" y="40714"/>
                  </a:lnTo>
                  <a:lnTo>
                    <a:pt x="9578" y="40874"/>
                  </a:lnTo>
                  <a:lnTo>
                    <a:pt x="9647" y="40989"/>
                  </a:lnTo>
                  <a:lnTo>
                    <a:pt x="9738" y="41126"/>
                  </a:lnTo>
                  <a:lnTo>
                    <a:pt x="9853" y="41218"/>
                  </a:lnTo>
                  <a:lnTo>
                    <a:pt x="9990" y="41310"/>
                  </a:lnTo>
                  <a:lnTo>
                    <a:pt x="10128" y="41356"/>
                  </a:lnTo>
                  <a:lnTo>
                    <a:pt x="10265" y="41401"/>
                  </a:lnTo>
                  <a:lnTo>
                    <a:pt x="10425" y="41424"/>
                  </a:lnTo>
                  <a:lnTo>
                    <a:pt x="32719" y="41424"/>
                  </a:lnTo>
                  <a:lnTo>
                    <a:pt x="32856" y="41401"/>
                  </a:lnTo>
                  <a:lnTo>
                    <a:pt x="32993" y="41378"/>
                  </a:lnTo>
                  <a:lnTo>
                    <a:pt x="33085" y="41333"/>
                  </a:lnTo>
                  <a:lnTo>
                    <a:pt x="33200" y="41287"/>
                  </a:lnTo>
                  <a:lnTo>
                    <a:pt x="33337" y="41172"/>
                  </a:lnTo>
                  <a:lnTo>
                    <a:pt x="33452" y="41058"/>
                  </a:lnTo>
                  <a:lnTo>
                    <a:pt x="33520" y="40943"/>
                  </a:lnTo>
                  <a:lnTo>
                    <a:pt x="33589" y="40760"/>
                  </a:lnTo>
                  <a:lnTo>
                    <a:pt x="33635" y="40668"/>
                  </a:lnTo>
                  <a:lnTo>
                    <a:pt x="33635" y="40554"/>
                  </a:lnTo>
                  <a:lnTo>
                    <a:pt x="33635" y="40416"/>
                  </a:lnTo>
                  <a:lnTo>
                    <a:pt x="33612" y="40279"/>
                  </a:lnTo>
                  <a:lnTo>
                    <a:pt x="23898" y="687"/>
                  </a:lnTo>
                  <a:lnTo>
                    <a:pt x="23852" y="550"/>
                  </a:lnTo>
                  <a:lnTo>
                    <a:pt x="23783" y="412"/>
                  </a:lnTo>
                  <a:lnTo>
                    <a:pt x="23691" y="298"/>
                  </a:lnTo>
                  <a:lnTo>
                    <a:pt x="23577" y="206"/>
                  </a:lnTo>
                  <a:lnTo>
                    <a:pt x="23439" y="115"/>
                  </a:lnTo>
                  <a:lnTo>
                    <a:pt x="23302" y="46"/>
                  </a:lnTo>
                  <a:lnTo>
                    <a:pt x="23164" y="23"/>
                  </a:lnTo>
                  <a:lnTo>
                    <a:pt x="23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66"/>
            <p:cNvSpPr/>
            <p:nvPr/>
          </p:nvSpPr>
          <p:spPr>
            <a:xfrm>
              <a:off x="2113339" y="3416033"/>
              <a:ext cx="882852" cy="99971"/>
            </a:xfrm>
            <a:custGeom>
              <a:avLst/>
              <a:gdLst/>
              <a:ahLst/>
              <a:cxnLst/>
              <a:rect l="l" t="t" r="r" b="b"/>
              <a:pathLst>
                <a:path w="41082" h="4652" extrusionOk="0">
                  <a:moveTo>
                    <a:pt x="1" y="0"/>
                  </a:moveTo>
                  <a:lnTo>
                    <a:pt x="505" y="2177"/>
                  </a:lnTo>
                  <a:lnTo>
                    <a:pt x="573" y="2429"/>
                  </a:lnTo>
                  <a:lnTo>
                    <a:pt x="665" y="2681"/>
                  </a:lnTo>
                  <a:lnTo>
                    <a:pt x="780" y="2933"/>
                  </a:lnTo>
                  <a:lnTo>
                    <a:pt x="917" y="3162"/>
                  </a:lnTo>
                  <a:lnTo>
                    <a:pt x="1077" y="3391"/>
                  </a:lnTo>
                  <a:lnTo>
                    <a:pt x="1238" y="3597"/>
                  </a:lnTo>
                  <a:lnTo>
                    <a:pt x="1421" y="3781"/>
                  </a:lnTo>
                  <a:lnTo>
                    <a:pt x="1627" y="3964"/>
                  </a:lnTo>
                  <a:lnTo>
                    <a:pt x="1834" y="4101"/>
                  </a:lnTo>
                  <a:lnTo>
                    <a:pt x="2063" y="4239"/>
                  </a:lnTo>
                  <a:lnTo>
                    <a:pt x="2315" y="4376"/>
                  </a:lnTo>
                  <a:lnTo>
                    <a:pt x="2567" y="4468"/>
                  </a:lnTo>
                  <a:lnTo>
                    <a:pt x="2819" y="4537"/>
                  </a:lnTo>
                  <a:lnTo>
                    <a:pt x="3071" y="4606"/>
                  </a:lnTo>
                  <a:lnTo>
                    <a:pt x="3346" y="4628"/>
                  </a:lnTo>
                  <a:lnTo>
                    <a:pt x="3621" y="4651"/>
                  </a:lnTo>
                  <a:lnTo>
                    <a:pt x="41081" y="4651"/>
                  </a:lnTo>
                  <a:lnTo>
                    <a:pt x="40004" y="0"/>
                  </a:lnTo>
                  <a:close/>
                </a:path>
              </a:pathLst>
            </a:custGeom>
            <a:solidFill>
              <a:srgbClr val="5C5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66"/>
            <p:cNvSpPr/>
            <p:nvPr/>
          </p:nvSpPr>
          <p:spPr>
            <a:xfrm>
              <a:off x="2165043" y="3416033"/>
              <a:ext cx="870044" cy="99971"/>
            </a:xfrm>
            <a:custGeom>
              <a:avLst/>
              <a:gdLst/>
              <a:ahLst/>
              <a:cxnLst/>
              <a:rect l="l" t="t" r="r" b="b"/>
              <a:pathLst>
                <a:path w="40486" h="4652" extrusionOk="0">
                  <a:moveTo>
                    <a:pt x="0" y="0"/>
                  </a:moveTo>
                  <a:lnTo>
                    <a:pt x="504" y="2177"/>
                  </a:lnTo>
                  <a:lnTo>
                    <a:pt x="573" y="2429"/>
                  </a:lnTo>
                  <a:lnTo>
                    <a:pt x="665" y="2681"/>
                  </a:lnTo>
                  <a:lnTo>
                    <a:pt x="779" y="2933"/>
                  </a:lnTo>
                  <a:lnTo>
                    <a:pt x="917" y="3162"/>
                  </a:lnTo>
                  <a:lnTo>
                    <a:pt x="1077" y="3391"/>
                  </a:lnTo>
                  <a:lnTo>
                    <a:pt x="1238" y="3597"/>
                  </a:lnTo>
                  <a:lnTo>
                    <a:pt x="1444" y="3781"/>
                  </a:lnTo>
                  <a:lnTo>
                    <a:pt x="1627" y="3964"/>
                  </a:lnTo>
                  <a:lnTo>
                    <a:pt x="1856" y="4101"/>
                  </a:lnTo>
                  <a:lnTo>
                    <a:pt x="2062" y="4239"/>
                  </a:lnTo>
                  <a:lnTo>
                    <a:pt x="2314" y="4376"/>
                  </a:lnTo>
                  <a:lnTo>
                    <a:pt x="2566" y="4468"/>
                  </a:lnTo>
                  <a:lnTo>
                    <a:pt x="2818" y="4537"/>
                  </a:lnTo>
                  <a:lnTo>
                    <a:pt x="3070" y="4606"/>
                  </a:lnTo>
                  <a:lnTo>
                    <a:pt x="3345" y="4628"/>
                  </a:lnTo>
                  <a:lnTo>
                    <a:pt x="3620" y="4651"/>
                  </a:lnTo>
                  <a:lnTo>
                    <a:pt x="38171" y="4651"/>
                  </a:lnTo>
                  <a:lnTo>
                    <a:pt x="38446" y="4628"/>
                  </a:lnTo>
                  <a:lnTo>
                    <a:pt x="38698" y="4583"/>
                  </a:lnTo>
                  <a:lnTo>
                    <a:pt x="38950" y="4514"/>
                  </a:lnTo>
                  <a:lnTo>
                    <a:pt x="39202" y="4422"/>
                  </a:lnTo>
                  <a:lnTo>
                    <a:pt x="39431" y="4285"/>
                  </a:lnTo>
                  <a:lnTo>
                    <a:pt x="39637" y="4124"/>
                  </a:lnTo>
                  <a:lnTo>
                    <a:pt x="39821" y="3964"/>
                  </a:lnTo>
                  <a:lnTo>
                    <a:pt x="39981" y="3781"/>
                  </a:lnTo>
                  <a:lnTo>
                    <a:pt x="40141" y="3575"/>
                  </a:lnTo>
                  <a:lnTo>
                    <a:pt x="40256" y="3345"/>
                  </a:lnTo>
                  <a:lnTo>
                    <a:pt x="40348" y="3116"/>
                  </a:lnTo>
                  <a:lnTo>
                    <a:pt x="40416" y="2864"/>
                  </a:lnTo>
                  <a:lnTo>
                    <a:pt x="40462" y="2612"/>
                  </a:lnTo>
                  <a:lnTo>
                    <a:pt x="40485" y="2337"/>
                  </a:lnTo>
                  <a:lnTo>
                    <a:pt x="40485" y="2085"/>
                  </a:lnTo>
                  <a:lnTo>
                    <a:pt x="40416" y="1810"/>
                  </a:lnTo>
                  <a:lnTo>
                    <a:pt x="40371" y="1604"/>
                  </a:lnTo>
                  <a:lnTo>
                    <a:pt x="40302" y="1421"/>
                  </a:lnTo>
                  <a:lnTo>
                    <a:pt x="40210" y="1260"/>
                  </a:lnTo>
                  <a:lnTo>
                    <a:pt x="40119" y="1077"/>
                  </a:lnTo>
                  <a:lnTo>
                    <a:pt x="40004" y="917"/>
                  </a:lnTo>
                  <a:lnTo>
                    <a:pt x="39889" y="779"/>
                  </a:lnTo>
                  <a:lnTo>
                    <a:pt x="39752" y="642"/>
                  </a:lnTo>
                  <a:lnTo>
                    <a:pt x="39615" y="504"/>
                  </a:lnTo>
                  <a:lnTo>
                    <a:pt x="39454" y="413"/>
                  </a:lnTo>
                  <a:lnTo>
                    <a:pt x="39294" y="298"/>
                  </a:lnTo>
                  <a:lnTo>
                    <a:pt x="39110" y="206"/>
                  </a:lnTo>
                  <a:lnTo>
                    <a:pt x="38950" y="138"/>
                  </a:lnTo>
                  <a:lnTo>
                    <a:pt x="38767" y="92"/>
                  </a:lnTo>
                  <a:lnTo>
                    <a:pt x="38561" y="46"/>
                  </a:lnTo>
                  <a:lnTo>
                    <a:pt x="38377" y="23"/>
                  </a:lnTo>
                  <a:lnTo>
                    <a:pt x="38171" y="0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5033;p66"/>
            <p:cNvSpPr/>
            <p:nvPr/>
          </p:nvSpPr>
          <p:spPr>
            <a:xfrm>
              <a:off x="2654942" y="2458886"/>
              <a:ext cx="586441" cy="589879"/>
            </a:xfrm>
            <a:custGeom>
              <a:avLst/>
              <a:gdLst/>
              <a:ahLst/>
              <a:cxnLst/>
              <a:rect l="l" t="t" r="r" b="b"/>
              <a:pathLst>
                <a:path w="27289" h="27449" extrusionOk="0">
                  <a:moveTo>
                    <a:pt x="3689" y="0"/>
                  </a:moveTo>
                  <a:lnTo>
                    <a:pt x="3300" y="46"/>
                  </a:lnTo>
                  <a:lnTo>
                    <a:pt x="2910" y="115"/>
                  </a:lnTo>
                  <a:lnTo>
                    <a:pt x="2544" y="229"/>
                  </a:lnTo>
                  <a:lnTo>
                    <a:pt x="2177" y="390"/>
                  </a:lnTo>
                  <a:lnTo>
                    <a:pt x="1856" y="573"/>
                  </a:lnTo>
                  <a:lnTo>
                    <a:pt x="1535" y="779"/>
                  </a:lnTo>
                  <a:lnTo>
                    <a:pt x="1261" y="1031"/>
                  </a:lnTo>
                  <a:lnTo>
                    <a:pt x="986" y="1283"/>
                  </a:lnTo>
                  <a:lnTo>
                    <a:pt x="756" y="1581"/>
                  </a:lnTo>
                  <a:lnTo>
                    <a:pt x="550" y="1902"/>
                  </a:lnTo>
                  <a:lnTo>
                    <a:pt x="367" y="2222"/>
                  </a:lnTo>
                  <a:lnTo>
                    <a:pt x="230" y="2566"/>
                  </a:lnTo>
                  <a:lnTo>
                    <a:pt x="115" y="2933"/>
                  </a:lnTo>
                  <a:lnTo>
                    <a:pt x="46" y="3322"/>
                  </a:lnTo>
                  <a:lnTo>
                    <a:pt x="0" y="3689"/>
                  </a:lnTo>
                  <a:lnTo>
                    <a:pt x="0" y="4101"/>
                  </a:lnTo>
                  <a:lnTo>
                    <a:pt x="46" y="4491"/>
                  </a:lnTo>
                  <a:lnTo>
                    <a:pt x="92" y="4811"/>
                  </a:lnTo>
                  <a:lnTo>
                    <a:pt x="138" y="5086"/>
                  </a:lnTo>
                  <a:lnTo>
                    <a:pt x="230" y="5659"/>
                  </a:lnTo>
                  <a:lnTo>
                    <a:pt x="436" y="6759"/>
                  </a:lnTo>
                  <a:lnTo>
                    <a:pt x="665" y="7836"/>
                  </a:lnTo>
                  <a:lnTo>
                    <a:pt x="917" y="8936"/>
                  </a:lnTo>
                  <a:lnTo>
                    <a:pt x="1192" y="10012"/>
                  </a:lnTo>
                  <a:lnTo>
                    <a:pt x="1490" y="11089"/>
                  </a:lnTo>
                  <a:lnTo>
                    <a:pt x="1788" y="12166"/>
                  </a:lnTo>
                  <a:lnTo>
                    <a:pt x="2131" y="13266"/>
                  </a:lnTo>
                  <a:lnTo>
                    <a:pt x="2498" y="14343"/>
                  </a:lnTo>
                  <a:lnTo>
                    <a:pt x="2887" y="15420"/>
                  </a:lnTo>
                  <a:lnTo>
                    <a:pt x="3300" y="16496"/>
                  </a:lnTo>
                  <a:lnTo>
                    <a:pt x="3758" y="17573"/>
                  </a:lnTo>
                  <a:lnTo>
                    <a:pt x="4262" y="18650"/>
                  </a:lnTo>
                  <a:lnTo>
                    <a:pt x="4812" y="19727"/>
                  </a:lnTo>
                  <a:lnTo>
                    <a:pt x="5110" y="20254"/>
                  </a:lnTo>
                  <a:lnTo>
                    <a:pt x="5430" y="20804"/>
                  </a:lnTo>
                  <a:lnTo>
                    <a:pt x="5751" y="21331"/>
                  </a:lnTo>
                  <a:lnTo>
                    <a:pt x="6118" y="21881"/>
                  </a:lnTo>
                  <a:lnTo>
                    <a:pt x="6484" y="22408"/>
                  </a:lnTo>
                  <a:lnTo>
                    <a:pt x="6897" y="22935"/>
                  </a:lnTo>
                  <a:lnTo>
                    <a:pt x="7332" y="23462"/>
                  </a:lnTo>
                  <a:lnTo>
                    <a:pt x="7813" y="23989"/>
                  </a:lnTo>
                  <a:lnTo>
                    <a:pt x="8340" y="24516"/>
                  </a:lnTo>
                  <a:lnTo>
                    <a:pt x="8890" y="25020"/>
                  </a:lnTo>
                  <a:lnTo>
                    <a:pt x="9211" y="25272"/>
                  </a:lnTo>
                  <a:lnTo>
                    <a:pt x="9532" y="25501"/>
                  </a:lnTo>
                  <a:lnTo>
                    <a:pt x="9852" y="25730"/>
                  </a:lnTo>
                  <a:lnTo>
                    <a:pt x="10219" y="25959"/>
                  </a:lnTo>
                  <a:lnTo>
                    <a:pt x="10586" y="26188"/>
                  </a:lnTo>
                  <a:lnTo>
                    <a:pt x="10975" y="26371"/>
                  </a:lnTo>
                  <a:lnTo>
                    <a:pt x="11365" y="26578"/>
                  </a:lnTo>
                  <a:lnTo>
                    <a:pt x="11800" y="26738"/>
                  </a:lnTo>
                  <a:lnTo>
                    <a:pt x="12235" y="26898"/>
                  </a:lnTo>
                  <a:lnTo>
                    <a:pt x="12671" y="27013"/>
                  </a:lnTo>
                  <a:lnTo>
                    <a:pt x="13152" y="27127"/>
                  </a:lnTo>
                  <a:lnTo>
                    <a:pt x="13610" y="27219"/>
                  </a:lnTo>
                  <a:lnTo>
                    <a:pt x="13839" y="27242"/>
                  </a:lnTo>
                  <a:lnTo>
                    <a:pt x="13999" y="27242"/>
                  </a:lnTo>
                  <a:lnTo>
                    <a:pt x="14274" y="27265"/>
                  </a:lnTo>
                  <a:lnTo>
                    <a:pt x="14824" y="27311"/>
                  </a:lnTo>
                  <a:lnTo>
                    <a:pt x="15924" y="27379"/>
                  </a:lnTo>
                  <a:lnTo>
                    <a:pt x="17001" y="27425"/>
                  </a:lnTo>
                  <a:lnTo>
                    <a:pt x="18101" y="27448"/>
                  </a:lnTo>
                  <a:lnTo>
                    <a:pt x="19200" y="27448"/>
                  </a:lnTo>
                  <a:lnTo>
                    <a:pt x="20277" y="27425"/>
                  </a:lnTo>
                  <a:lnTo>
                    <a:pt x="21354" y="27402"/>
                  </a:lnTo>
                  <a:lnTo>
                    <a:pt x="21904" y="27379"/>
                  </a:lnTo>
                  <a:lnTo>
                    <a:pt x="22454" y="27357"/>
                  </a:lnTo>
                  <a:lnTo>
                    <a:pt x="23531" y="27288"/>
                  </a:lnTo>
                  <a:lnTo>
                    <a:pt x="24081" y="27242"/>
                  </a:lnTo>
                  <a:lnTo>
                    <a:pt x="24630" y="27196"/>
                  </a:lnTo>
                  <a:lnTo>
                    <a:pt x="24882" y="27150"/>
                  </a:lnTo>
                  <a:lnTo>
                    <a:pt x="25112" y="27105"/>
                  </a:lnTo>
                  <a:lnTo>
                    <a:pt x="25318" y="27036"/>
                  </a:lnTo>
                  <a:lnTo>
                    <a:pt x="25547" y="26944"/>
                  </a:lnTo>
                  <a:lnTo>
                    <a:pt x="25753" y="26852"/>
                  </a:lnTo>
                  <a:lnTo>
                    <a:pt x="25959" y="26738"/>
                  </a:lnTo>
                  <a:lnTo>
                    <a:pt x="26143" y="26600"/>
                  </a:lnTo>
                  <a:lnTo>
                    <a:pt x="26326" y="26440"/>
                  </a:lnTo>
                  <a:lnTo>
                    <a:pt x="26486" y="26280"/>
                  </a:lnTo>
                  <a:lnTo>
                    <a:pt x="26647" y="26096"/>
                  </a:lnTo>
                  <a:lnTo>
                    <a:pt x="26784" y="25913"/>
                  </a:lnTo>
                  <a:lnTo>
                    <a:pt x="26922" y="25707"/>
                  </a:lnTo>
                  <a:lnTo>
                    <a:pt x="27013" y="25501"/>
                  </a:lnTo>
                  <a:lnTo>
                    <a:pt x="27105" y="25272"/>
                  </a:lnTo>
                  <a:lnTo>
                    <a:pt x="27196" y="25042"/>
                  </a:lnTo>
                  <a:lnTo>
                    <a:pt x="27242" y="24790"/>
                  </a:lnTo>
                  <a:lnTo>
                    <a:pt x="27288" y="24493"/>
                  </a:lnTo>
                  <a:lnTo>
                    <a:pt x="27288" y="24218"/>
                  </a:lnTo>
                  <a:lnTo>
                    <a:pt x="27288" y="23920"/>
                  </a:lnTo>
                  <a:lnTo>
                    <a:pt x="27242" y="23645"/>
                  </a:lnTo>
                  <a:lnTo>
                    <a:pt x="27151" y="23347"/>
                  </a:lnTo>
                  <a:lnTo>
                    <a:pt x="27059" y="23095"/>
                  </a:lnTo>
                  <a:lnTo>
                    <a:pt x="26922" y="22843"/>
                  </a:lnTo>
                  <a:lnTo>
                    <a:pt x="26784" y="22591"/>
                  </a:lnTo>
                  <a:lnTo>
                    <a:pt x="26624" y="22362"/>
                  </a:lnTo>
                  <a:lnTo>
                    <a:pt x="26417" y="22156"/>
                  </a:lnTo>
                  <a:lnTo>
                    <a:pt x="26211" y="21972"/>
                  </a:lnTo>
                  <a:lnTo>
                    <a:pt x="25982" y="21812"/>
                  </a:lnTo>
                  <a:lnTo>
                    <a:pt x="25730" y="21652"/>
                  </a:lnTo>
                  <a:lnTo>
                    <a:pt x="25478" y="21537"/>
                  </a:lnTo>
                  <a:lnTo>
                    <a:pt x="25180" y="21445"/>
                  </a:lnTo>
                  <a:lnTo>
                    <a:pt x="24905" y="21377"/>
                  </a:lnTo>
                  <a:lnTo>
                    <a:pt x="24768" y="21331"/>
                  </a:lnTo>
                  <a:lnTo>
                    <a:pt x="24264" y="21262"/>
                  </a:lnTo>
                  <a:lnTo>
                    <a:pt x="23760" y="21170"/>
                  </a:lnTo>
                  <a:lnTo>
                    <a:pt x="23233" y="21102"/>
                  </a:lnTo>
                  <a:lnTo>
                    <a:pt x="22729" y="21033"/>
                  </a:lnTo>
                  <a:lnTo>
                    <a:pt x="21721" y="20873"/>
                  </a:lnTo>
                  <a:lnTo>
                    <a:pt x="20690" y="20712"/>
                  </a:lnTo>
                  <a:lnTo>
                    <a:pt x="18650" y="20414"/>
                  </a:lnTo>
                  <a:lnTo>
                    <a:pt x="17642" y="20254"/>
                  </a:lnTo>
                  <a:lnTo>
                    <a:pt x="16657" y="20094"/>
                  </a:lnTo>
                  <a:lnTo>
                    <a:pt x="15649" y="19933"/>
                  </a:lnTo>
                  <a:lnTo>
                    <a:pt x="15145" y="19864"/>
                  </a:lnTo>
                  <a:lnTo>
                    <a:pt x="14916" y="19819"/>
                  </a:lnTo>
                  <a:lnTo>
                    <a:pt x="14778" y="19796"/>
                  </a:lnTo>
                  <a:lnTo>
                    <a:pt x="14755" y="19796"/>
                  </a:lnTo>
                  <a:lnTo>
                    <a:pt x="14549" y="19704"/>
                  </a:lnTo>
                  <a:lnTo>
                    <a:pt x="14412" y="19635"/>
                  </a:lnTo>
                  <a:lnTo>
                    <a:pt x="14251" y="19521"/>
                  </a:lnTo>
                  <a:lnTo>
                    <a:pt x="14068" y="19383"/>
                  </a:lnTo>
                  <a:lnTo>
                    <a:pt x="13885" y="19223"/>
                  </a:lnTo>
                  <a:lnTo>
                    <a:pt x="13656" y="19017"/>
                  </a:lnTo>
                  <a:lnTo>
                    <a:pt x="13450" y="18788"/>
                  </a:lnTo>
                  <a:lnTo>
                    <a:pt x="13220" y="18513"/>
                  </a:lnTo>
                  <a:lnTo>
                    <a:pt x="12991" y="18215"/>
                  </a:lnTo>
                  <a:lnTo>
                    <a:pt x="12556" y="17573"/>
                  </a:lnTo>
                  <a:lnTo>
                    <a:pt x="12144" y="16863"/>
                  </a:lnTo>
                  <a:lnTo>
                    <a:pt x="11731" y="16107"/>
                  </a:lnTo>
                  <a:lnTo>
                    <a:pt x="11342" y="15282"/>
                  </a:lnTo>
                  <a:lnTo>
                    <a:pt x="10952" y="14434"/>
                  </a:lnTo>
                  <a:lnTo>
                    <a:pt x="10608" y="13564"/>
                  </a:lnTo>
                  <a:lnTo>
                    <a:pt x="10288" y="12693"/>
                  </a:lnTo>
                  <a:lnTo>
                    <a:pt x="9967" y="11777"/>
                  </a:lnTo>
                  <a:lnTo>
                    <a:pt x="9669" y="10860"/>
                  </a:lnTo>
                  <a:lnTo>
                    <a:pt x="9371" y="9921"/>
                  </a:lnTo>
                  <a:lnTo>
                    <a:pt x="9096" y="8981"/>
                  </a:lnTo>
                  <a:lnTo>
                    <a:pt x="8844" y="8019"/>
                  </a:lnTo>
                  <a:lnTo>
                    <a:pt x="8592" y="7057"/>
                  </a:lnTo>
                  <a:lnTo>
                    <a:pt x="8134" y="5132"/>
                  </a:lnTo>
                  <a:lnTo>
                    <a:pt x="7928" y="4170"/>
                  </a:lnTo>
                  <a:lnTo>
                    <a:pt x="7836" y="3689"/>
                  </a:lnTo>
                  <a:lnTo>
                    <a:pt x="7745" y="3253"/>
                  </a:lnTo>
                  <a:lnTo>
                    <a:pt x="7722" y="3139"/>
                  </a:lnTo>
                  <a:lnTo>
                    <a:pt x="7630" y="2749"/>
                  </a:lnTo>
                  <a:lnTo>
                    <a:pt x="7515" y="2406"/>
                  </a:lnTo>
                  <a:lnTo>
                    <a:pt x="7355" y="2062"/>
                  </a:lnTo>
                  <a:lnTo>
                    <a:pt x="7149" y="1741"/>
                  </a:lnTo>
                  <a:lnTo>
                    <a:pt x="6943" y="1443"/>
                  </a:lnTo>
                  <a:lnTo>
                    <a:pt x="6691" y="1169"/>
                  </a:lnTo>
                  <a:lnTo>
                    <a:pt x="6439" y="917"/>
                  </a:lnTo>
                  <a:lnTo>
                    <a:pt x="6141" y="710"/>
                  </a:lnTo>
                  <a:lnTo>
                    <a:pt x="5843" y="504"/>
                  </a:lnTo>
                  <a:lnTo>
                    <a:pt x="5522" y="344"/>
                  </a:lnTo>
                  <a:lnTo>
                    <a:pt x="5178" y="206"/>
                  </a:lnTo>
                  <a:lnTo>
                    <a:pt x="4812" y="92"/>
                  </a:lnTo>
                  <a:lnTo>
                    <a:pt x="4445" y="23"/>
                  </a:lnTo>
                  <a:lnTo>
                    <a:pt x="4079" y="0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66"/>
            <p:cNvSpPr/>
            <p:nvPr/>
          </p:nvSpPr>
          <p:spPr>
            <a:xfrm>
              <a:off x="2904071" y="2877869"/>
              <a:ext cx="54176" cy="35480"/>
            </a:xfrm>
            <a:custGeom>
              <a:avLst/>
              <a:gdLst/>
              <a:ahLst/>
              <a:cxnLst/>
              <a:rect l="l" t="t" r="r" b="b"/>
              <a:pathLst>
                <a:path w="2521" h="1651" extrusionOk="0">
                  <a:moveTo>
                    <a:pt x="2361" y="1"/>
                  </a:moveTo>
                  <a:lnTo>
                    <a:pt x="2017" y="115"/>
                  </a:lnTo>
                  <a:lnTo>
                    <a:pt x="1673" y="230"/>
                  </a:lnTo>
                  <a:lnTo>
                    <a:pt x="1352" y="367"/>
                  </a:lnTo>
                  <a:lnTo>
                    <a:pt x="1055" y="528"/>
                  </a:lnTo>
                  <a:lnTo>
                    <a:pt x="757" y="711"/>
                  </a:lnTo>
                  <a:lnTo>
                    <a:pt x="482" y="940"/>
                  </a:lnTo>
                  <a:lnTo>
                    <a:pt x="253" y="1169"/>
                  </a:lnTo>
                  <a:lnTo>
                    <a:pt x="24" y="1467"/>
                  </a:lnTo>
                  <a:lnTo>
                    <a:pt x="1" y="1513"/>
                  </a:lnTo>
                  <a:lnTo>
                    <a:pt x="1" y="1559"/>
                  </a:lnTo>
                  <a:lnTo>
                    <a:pt x="24" y="1605"/>
                  </a:lnTo>
                  <a:lnTo>
                    <a:pt x="69" y="1628"/>
                  </a:lnTo>
                  <a:lnTo>
                    <a:pt x="115" y="1650"/>
                  </a:lnTo>
                  <a:lnTo>
                    <a:pt x="161" y="1650"/>
                  </a:lnTo>
                  <a:lnTo>
                    <a:pt x="207" y="1628"/>
                  </a:lnTo>
                  <a:lnTo>
                    <a:pt x="253" y="1605"/>
                  </a:lnTo>
                  <a:lnTo>
                    <a:pt x="459" y="1330"/>
                  </a:lnTo>
                  <a:lnTo>
                    <a:pt x="688" y="1101"/>
                  </a:lnTo>
                  <a:lnTo>
                    <a:pt x="940" y="917"/>
                  </a:lnTo>
                  <a:lnTo>
                    <a:pt x="1215" y="757"/>
                  </a:lnTo>
                  <a:lnTo>
                    <a:pt x="1513" y="597"/>
                  </a:lnTo>
                  <a:lnTo>
                    <a:pt x="1811" y="482"/>
                  </a:lnTo>
                  <a:lnTo>
                    <a:pt x="2109" y="367"/>
                  </a:lnTo>
                  <a:lnTo>
                    <a:pt x="2429" y="276"/>
                  </a:lnTo>
                  <a:lnTo>
                    <a:pt x="2475" y="253"/>
                  </a:lnTo>
                  <a:lnTo>
                    <a:pt x="2521" y="207"/>
                  </a:lnTo>
                  <a:lnTo>
                    <a:pt x="2521" y="161"/>
                  </a:lnTo>
                  <a:lnTo>
                    <a:pt x="2521" y="115"/>
                  </a:lnTo>
                  <a:lnTo>
                    <a:pt x="2498" y="70"/>
                  </a:lnTo>
                  <a:lnTo>
                    <a:pt x="2452" y="24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rgbClr val="7223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66"/>
            <p:cNvSpPr/>
            <p:nvPr/>
          </p:nvSpPr>
          <p:spPr>
            <a:xfrm>
              <a:off x="2897172" y="2878858"/>
              <a:ext cx="44334" cy="10358"/>
            </a:xfrm>
            <a:custGeom>
              <a:avLst/>
              <a:gdLst/>
              <a:ahLst/>
              <a:cxnLst/>
              <a:rect l="l" t="t" r="r" b="b"/>
              <a:pathLst>
                <a:path w="2063" h="482" extrusionOk="0">
                  <a:moveTo>
                    <a:pt x="780" y="1"/>
                  </a:moveTo>
                  <a:lnTo>
                    <a:pt x="528" y="24"/>
                  </a:lnTo>
                  <a:lnTo>
                    <a:pt x="299" y="69"/>
                  </a:lnTo>
                  <a:lnTo>
                    <a:pt x="70" y="138"/>
                  </a:lnTo>
                  <a:lnTo>
                    <a:pt x="24" y="184"/>
                  </a:lnTo>
                  <a:lnTo>
                    <a:pt x="1" y="230"/>
                  </a:lnTo>
                  <a:lnTo>
                    <a:pt x="1" y="276"/>
                  </a:lnTo>
                  <a:lnTo>
                    <a:pt x="24" y="321"/>
                  </a:lnTo>
                  <a:lnTo>
                    <a:pt x="70" y="367"/>
                  </a:lnTo>
                  <a:lnTo>
                    <a:pt x="115" y="390"/>
                  </a:lnTo>
                  <a:lnTo>
                    <a:pt x="207" y="390"/>
                  </a:lnTo>
                  <a:lnTo>
                    <a:pt x="413" y="321"/>
                  </a:lnTo>
                  <a:lnTo>
                    <a:pt x="620" y="276"/>
                  </a:lnTo>
                  <a:lnTo>
                    <a:pt x="1055" y="276"/>
                  </a:lnTo>
                  <a:lnTo>
                    <a:pt x="1284" y="299"/>
                  </a:lnTo>
                  <a:lnTo>
                    <a:pt x="1490" y="344"/>
                  </a:lnTo>
                  <a:lnTo>
                    <a:pt x="1903" y="482"/>
                  </a:lnTo>
                  <a:lnTo>
                    <a:pt x="1948" y="482"/>
                  </a:lnTo>
                  <a:lnTo>
                    <a:pt x="1994" y="459"/>
                  </a:lnTo>
                  <a:lnTo>
                    <a:pt x="2040" y="436"/>
                  </a:lnTo>
                  <a:lnTo>
                    <a:pt x="2063" y="390"/>
                  </a:lnTo>
                  <a:lnTo>
                    <a:pt x="2063" y="344"/>
                  </a:lnTo>
                  <a:lnTo>
                    <a:pt x="2040" y="276"/>
                  </a:lnTo>
                  <a:lnTo>
                    <a:pt x="2017" y="230"/>
                  </a:lnTo>
                  <a:lnTo>
                    <a:pt x="1971" y="207"/>
                  </a:lnTo>
                  <a:lnTo>
                    <a:pt x="1742" y="138"/>
                  </a:lnTo>
                  <a:lnTo>
                    <a:pt x="1513" y="69"/>
                  </a:lnTo>
                  <a:lnTo>
                    <a:pt x="1261" y="24"/>
                  </a:lnTo>
                  <a:lnTo>
                    <a:pt x="1032" y="1"/>
                  </a:lnTo>
                  <a:close/>
                </a:path>
              </a:pathLst>
            </a:custGeom>
            <a:solidFill>
              <a:srgbClr val="7223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66"/>
            <p:cNvSpPr/>
            <p:nvPr/>
          </p:nvSpPr>
          <p:spPr>
            <a:xfrm>
              <a:off x="2629820" y="2442618"/>
              <a:ext cx="270838" cy="384564"/>
            </a:xfrm>
            <a:custGeom>
              <a:avLst/>
              <a:gdLst/>
              <a:ahLst/>
              <a:cxnLst/>
              <a:rect l="l" t="t" r="r" b="b"/>
              <a:pathLst>
                <a:path w="12603" h="17895" extrusionOk="0">
                  <a:moveTo>
                    <a:pt x="3667" y="1"/>
                  </a:moveTo>
                  <a:lnTo>
                    <a:pt x="3415" y="24"/>
                  </a:lnTo>
                  <a:lnTo>
                    <a:pt x="3163" y="70"/>
                  </a:lnTo>
                  <a:lnTo>
                    <a:pt x="2911" y="138"/>
                  </a:lnTo>
                  <a:lnTo>
                    <a:pt x="2659" y="230"/>
                  </a:lnTo>
                  <a:lnTo>
                    <a:pt x="2246" y="482"/>
                  </a:lnTo>
                  <a:lnTo>
                    <a:pt x="1857" y="734"/>
                  </a:lnTo>
                  <a:lnTo>
                    <a:pt x="1513" y="1032"/>
                  </a:lnTo>
                  <a:lnTo>
                    <a:pt x="1215" y="1353"/>
                  </a:lnTo>
                  <a:lnTo>
                    <a:pt x="963" y="1674"/>
                  </a:lnTo>
                  <a:lnTo>
                    <a:pt x="734" y="2040"/>
                  </a:lnTo>
                  <a:lnTo>
                    <a:pt x="551" y="2407"/>
                  </a:lnTo>
                  <a:lnTo>
                    <a:pt x="413" y="2773"/>
                  </a:lnTo>
                  <a:lnTo>
                    <a:pt x="276" y="3140"/>
                  </a:lnTo>
                  <a:lnTo>
                    <a:pt x="184" y="3506"/>
                  </a:lnTo>
                  <a:lnTo>
                    <a:pt x="115" y="3850"/>
                  </a:lnTo>
                  <a:lnTo>
                    <a:pt x="70" y="4217"/>
                  </a:lnTo>
                  <a:lnTo>
                    <a:pt x="24" y="4537"/>
                  </a:lnTo>
                  <a:lnTo>
                    <a:pt x="1" y="4858"/>
                  </a:lnTo>
                  <a:lnTo>
                    <a:pt x="1" y="5408"/>
                  </a:lnTo>
                  <a:lnTo>
                    <a:pt x="1" y="5729"/>
                  </a:lnTo>
                  <a:lnTo>
                    <a:pt x="47" y="6050"/>
                  </a:lnTo>
                  <a:lnTo>
                    <a:pt x="115" y="6347"/>
                  </a:lnTo>
                  <a:lnTo>
                    <a:pt x="184" y="6645"/>
                  </a:lnTo>
                  <a:lnTo>
                    <a:pt x="459" y="7539"/>
                  </a:lnTo>
                  <a:lnTo>
                    <a:pt x="872" y="8730"/>
                  </a:lnTo>
                  <a:lnTo>
                    <a:pt x="1376" y="10197"/>
                  </a:lnTo>
                  <a:lnTo>
                    <a:pt x="1994" y="11778"/>
                  </a:lnTo>
                  <a:lnTo>
                    <a:pt x="2659" y="13450"/>
                  </a:lnTo>
                  <a:lnTo>
                    <a:pt x="3002" y="14275"/>
                  </a:lnTo>
                  <a:lnTo>
                    <a:pt x="3369" y="15077"/>
                  </a:lnTo>
                  <a:lnTo>
                    <a:pt x="3736" y="15856"/>
                  </a:lnTo>
                  <a:lnTo>
                    <a:pt x="4102" y="16589"/>
                  </a:lnTo>
                  <a:lnTo>
                    <a:pt x="4469" y="17276"/>
                  </a:lnTo>
                  <a:lnTo>
                    <a:pt x="4835" y="17895"/>
                  </a:lnTo>
                  <a:lnTo>
                    <a:pt x="12602" y="14229"/>
                  </a:lnTo>
                  <a:lnTo>
                    <a:pt x="11480" y="10907"/>
                  </a:lnTo>
                  <a:lnTo>
                    <a:pt x="10403" y="7745"/>
                  </a:lnTo>
                  <a:lnTo>
                    <a:pt x="9234" y="4423"/>
                  </a:lnTo>
                  <a:lnTo>
                    <a:pt x="9028" y="3896"/>
                  </a:lnTo>
                  <a:lnTo>
                    <a:pt x="8799" y="3323"/>
                  </a:lnTo>
                  <a:lnTo>
                    <a:pt x="8547" y="2750"/>
                  </a:lnTo>
                  <a:lnTo>
                    <a:pt x="8249" y="2223"/>
                  </a:lnTo>
                  <a:lnTo>
                    <a:pt x="8066" y="1948"/>
                  </a:lnTo>
                  <a:lnTo>
                    <a:pt x="7905" y="1696"/>
                  </a:lnTo>
                  <a:lnTo>
                    <a:pt x="7722" y="1467"/>
                  </a:lnTo>
                  <a:lnTo>
                    <a:pt x="7516" y="1261"/>
                  </a:lnTo>
                  <a:lnTo>
                    <a:pt x="7310" y="1078"/>
                  </a:lnTo>
                  <a:lnTo>
                    <a:pt x="7081" y="917"/>
                  </a:lnTo>
                  <a:lnTo>
                    <a:pt x="6829" y="780"/>
                  </a:lnTo>
                  <a:lnTo>
                    <a:pt x="6577" y="665"/>
                  </a:lnTo>
                  <a:lnTo>
                    <a:pt x="5752" y="390"/>
                  </a:lnTo>
                  <a:lnTo>
                    <a:pt x="5271" y="230"/>
                  </a:lnTo>
                  <a:lnTo>
                    <a:pt x="4744" y="116"/>
                  </a:lnTo>
                  <a:lnTo>
                    <a:pt x="4469" y="70"/>
                  </a:lnTo>
                  <a:lnTo>
                    <a:pt x="4217" y="24"/>
                  </a:lnTo>
                  <a:lnTo>
                    <a:pt x="3942" y="24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66"/>
            <p:cNvSpPr/>
            <p:nvPr/>
          </p:nvSpPr>
          <p:spPr>
            <a:xfrm>
              <a:off x="3325052" y="3952221"/>
              <a:ext cx="139363" cy="124578"/>
            </a:xfrm>
            <a:custGeom>
              <a:avLst/>
              <a:gdLst/>
              <a:ahLst/>
              <a:cxnLst/>
              <a:rect l="l" t="t" r="r" b="b"/>
              <a:pathLst>
                <a:path w="6485" h="5797" extrusionOk="0">
                  <a:moveTo>
                    <a:pt x="4560" y="0"/>
                  </a:moveTo>
                  <a:lnTo>
                    <a:pt x="0" y="2154"/>
                  </a:lnTo>
                  <a:lnTo>
                    <a:pt x="2245" y="5797"/>
                  </a:lnTo>
                  <a:lnTo>
                    <a:pt x="6484" y="3918"/>
                  </a:lnTo>
                  <a:lnTo>
                    <a:pt x="4560" y="0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66"/>
            <p:cNvSpPr/>
            <p:nvPr/>
          </p:nvSpPr>
          <p:spPr>
            <a:xfrm>
              <a:off x="3350152" y="4010307"/>
              <a:ext cx="404270" cy="224055"/>
            </a:xfrm>
            <a:custGeom>
              <a:avLst/>
              <a:gdLst/>
              <a:ahLst/>
              <a:cxnLst/>
              <a:rect l="l" t="t" r="r" b="b"/>
              <a:pathLst>
                <a:path w="18812" h="10426" extrusionOk="0">
                  <a:moveTo>
                    <a:pt x="4995" y="1"/>
                  </a:moveTo>
                  <a:lnTo>
                    <a:pt x="4881" y="24"/>
                  </a:lnTo>
                  <a:lnTo>
                    <a:pt x="4766" y="46"/>
                  </a:lnTo>
                  <a:lnTo>
                    <a:pt x="4514" y="161"/>
                  </a:lnTo>
                  <a:lnTo>
                    <a:pt x="4285" y="321"/>
                  </a:lnTo>
                  <a:lnTo>
                    <a:pt x="4056" y="528"/>
                  </a:lnTo>
                  <a:lnTo>
                    <a:pt x="3827" y="757"/>
                  </a:lnTo>
                  <a:lnTo>
                    <a:pt x="3346" y="1238"/>
                  </a:lnTo>
                  <a:lnTo>
                    <a:pt x="3071" y="1490"/>
                  </a:lnTo>
                  <a:lnTo>
                    <a:pt x="2819" y="1719"/>
                  </a:lnTo>
                  <a:lnTo>
                    <a:pt x="2521" y="1902"/>
                  </a:lnTo>
                  <a:lnTo>
                    <a:pt x="2223" y="2063"/>
                  </a:lnTo>
                  <a:lnTo>
                    <a:pt x="2063" y="2109"/>
                  </a:lnTo>
                  <a:lnTo>
                    <a:pt x="1879" y="2154"/>
                  </a:lnTo>
                  <a:lnTo>
                    <a:pt x="1719" y="2177"/>
                  </a:lnTo>
                  <a:lnTo>
                    <a:pt x="1536" y="2200"/>
                  </a:lnTo>
                  <a:lnTo>
                    <a:pt x="1329" y="2200"/>
                  </a:lnTo>
                  <a:lnTo>
                    <a:pt x="1146" y="2177"/>
                  </a:lnTo>
                  <a:lnTo>
                    <a:pt x="940" y="2109"/>
                  </a:lnTo>
                  <a:lnTo>
                    <a:pt x="711" y="2040"/>
                  </a:lnTo>
                  <a:lnTo>
                    <a:pt x="550" y="2109"/>
                  </a:lnTo>
                  <a:lnTo>
                    <a:pt x="413" y="2177"/>
                  </a:lnTo>
                  <a:lnTo>
                    <a:pt x="253" y="2315"/>
                  </a:lnTo>
                  <a:lnTo>
                    <a:pt x="161" y="2383"/>
                  </a:lnTo>
                  <a:lnTo>
                    <a:pt x="115" y="2498"/>
                  </a:lnTo>
                  <a:lnTo>
                    <a:pt x="46" y="2590"/>
                  </a:lnTo>
                  <a:lnTo>
                    <a:pt x="24" y="2727"/>
                  </a:lnTo>
                  <a:lnTo>
                    <a:pt x="1" y="2865"/>
                  </a:lnTo>
                  <a:lnTo>
                    <a:pt x="24" y="3025"/>
                  </a:lnTo>
                  <a:lnTo>
                    <a:pt x="69" y="3208"/>
                  </a:lnTo>
                  <a:lnTo>
                    <a:pt x="138" y="3415"/>
                  </a:lnTo>
                  <a:lnTo>
                    <a:pt x="230" y="3667"/>
                  </a:lnTo>
                  <a:lnTo>
                    <a:pt x="344" y="3987"/>
                  </a:lnTo>
                  <a:lnTo>
                    <a:pt x="482" y="4468"/>
                  </a:lnTo>
                  <a:lnTo>
                    <a:pt x="803" y="5706"/>
                  </a:lnTo>
                  <a:lnTo>
                    <a:pt x="1169" y="7103"/>
                  </a:lnTo>
                  <a:lnTo>
                    <a:pt x="1375" y="7791"/>
                  </a:lnTo>
                  <a:lnTo>
                    <a:pt x="1604" y="8455"/>
                  </a:lnTo>
                  <a:lnTo>
                    <a:pt x="1834" y="9074"/>
                  </a:lnTo>
                  <a:lnTo>
                    <a:pt x="2108" y="9624"/>
                  </a:lnTo>
                  <a:lnTo>
                    <a:pt x="2246" y="9876"/>
                  </a:lnTo>
                  <a:lnTo>
                    <a:pt x="2383" y="10082"/>
                  </a:lnTo>
                  <a:lnTo>
                    <a:pt x="2544" y="10265"/>
                  </a:lnTo>
                  <a:lnTo>
                    <a:pt x="2704" y="10425"/>
                  </a:lnTo>
                  <a:lnTo>
                    <a:pt x="18811" y="3300"/>
                  </a:lnTo>
                  <a:lnTo>
                    <a:pt x="18811" y="3208"/>
                  </a:lnTo>
                  <a:lnTo>
                    <a:pt x="18811" y="3002"/>
                  </a:lnTo>
                  <a:lnTo>
                    <a:pt x="18788" y="2865"/>
                  </a:lnTo>
                  <a:lnTo>
                    <a:pt x="18719" y="2704"/>
                  </a:lnTo>
                  <a:lnTo>
                    <a:pt x="18651" y="2521"/>
                  </a:lnTo>
                  <a:lnTo>
                    <a:pt x="18536" y="2338"/>
                  </a:lnTo>
                  <a:lnTo>
                    <a:pt x="18444" y="2223"/>
                  </a:lnTo>
                  <a:lnTo>
                    <a:pt x="18353" y="2109"/>
                  </a:lnTo>
                  <a:lnTo>
                    <a:pt x="18215" y="1971"/>
                  </a:lnTo>
                  <a:lnTo>
                    <a:pt x="18078" y="1857"/>
                  </a:lnTo>
                  <a:lnTo>
                    <a:pt x="17895" y="1742"/>
                  </a:lnTo>
                  <a:lnTo>
                    <a:pt x="17711" y="1650"/>
                  </a:lnTo>
                  <a:lnTo>
                    <a:pt x="17482" y="1536"/>
                  </a:lnTo>
                  <a:lnTo>
                    <a:pt x="17253" y="1444"/>
                  </a:lnTo>
                  <a:lnTo>
                    <a:pt x="16978" y="1352"/>
                  </a:lnTo>
                  <a:lnTo>
                    <a:pt x="16680" y="1284"/>
                  </a:lnTo>
                  <a:lnTo>
                    <a:pt x="16337" y="1215"/>
                  </a:lnTo>
                  <a:lnTo>
                    <a:pt x="15970" y="1146"/>
                  </a:lnTo>
                  <a:lnTo>
                    <a:pt x="15581" y="1100"/>
                  </a:lnTo>
                  <a:lnTo>
                    <a:pt x="15145" y="1078"/>
                  </a:lnTo>
                  <a:lnTo>
                    <a:pt x="14160" y="1078"/>
                  </a:lnTo>
                  <a:lnTo>
                    <a:pt x="12465" y="1123"/>
                  </a:lnTo>
                  <a:lnTo>
                    <a:pt x="11617" y="1146"/>
                  </a:lnTo>
                  <a:lnTo>
                    <a:pt x="10769" y="1146"/>
                  </a:lnTo>
                  <a:lnTo>
                    <a:pt x="9921" y="1100"/>
                  </a:lnTo>
                  <a:lnTo>
                    <a:pt x="9119" y="1032"/>
                  </a:lnTo>
                  <a:lnTo>
                    <a:pt x="8730" y="986"/>
                  </a:lnTo>
                  <a:lnTo>
                    <a:pt x="8363" y="917"/>
                  </a:lnTo>
                  <a:lnTo>
                    <a:pt x="8020" y="825"/>
                  </a:lnTo>
                  <a:lnTo>
                    <a:pt x="7676" y="734"/>
                  </a:lnTo>
                  <a:lnTo>
                    <a:pt x="6530" y="367"/>
                  </a:lnTo>
                  <a:lnTo>
                    <a:pt x="5797" y="161"/>
                  </a:lnTo>
                  <a:lnTo>
                    <a:pt x="5270" y="24"/>
                  </a:lnTo>
                  <a:lnTo>
                    <a:pt x="5133" y="1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66"/>
            <p:cNvSpPr/>
            <p:nvPr/>
          </p:nvSpPr>
          <p:spPr>
            <a:xfrm>
              <a:off x="3395452" y="4060528"/>
              <a:ext cx="358969" cy="173833"/>
            </a:xfrm>
            <a:custGeom>
              <a:avLst/>
              <a:gdLst/>
              <a:ahLst/>
              <a:cxnLst/>
              <a:rect l="l" t="t" r="r" b="b"/>
              <a:pathLst>
                <a:path w="16704" h="8089" extrusionOk="0">
                  <a:moveTo>
                    <a:pt x="16428" y="1"/>
                  </a:moveTo>
                  <a:lnTo>
                    <a:pt x="0" y="7287"/>
                  </a:lnTo>
                  <a:lnTo>
                    <a:pt x="138" y="7539"/>
                  </a:lnTo>
                  <a:lnTo>
                    <a:pt x="275" y="7745"/>
                  </a:lnTo>
                  <a:lnTo>
                    <a:pt x="436" y="7928"/>
                  </a:lnTo>
                  <a:lnTo>
                    <a:pt x="596" y="8088"/>
                  </a:lnTo>
                  <a:lnTo>
                    <a:pt x="16703" y="963"/>
                  </a:lnTo>
                  <a:lnTo>
                    <a:pt x="16703" y="871"/>
                  </a:lnTo>
                  <a:lnTo>
                    <a:pt x="16703" y="665"/>
                  </a:lnTo>
                  <a:lnTo>
                    <a:pt x="16680" y="528"/>
                  </a:lnTo>
                  <a:lnTo>
                    <a:pt x="16611" y="367"/>
                  </a:lnTo>
                  <a:lnTo>
                    <a:pt x="16543" y="184"/>
                  </a:lnTo>
                  <a:lnTo>
                    <a:pt x="16428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66"/>
            <p:cNvSpPr/>
            <p:nvPr/>
          </p:nvSpPr>
          <p:spPr>
            <a:xfrm>
              <a:off x="3357545" y="4095986"/>
              <a:ext cx="88646" cy="127049"/>
            </a:xfrm>
            <a:custGeom>
              <a:avLst/>
              <a:gdLst/>
              <a:ahLst/>
              <a:cxnLst/>
              <a:rect l="l" t="t" r="r" b="b"/>
              <a:pathLst>
                <a:path w="4125" h="5912" extrusionOk="0">
                  <a:moveTo>
                    <a:pt x="0" y="0"/>
                  </a:moveTo>
                  <a:lnTo>
                    <a:pt x="138" y="481"/>
                  </a:lnTo>
                  <a:lnTo>
                    <a:pt x="481" y="596"/>
                  </a:lnTo>
                  <a:lnTo>
                    <a:pt x="894" y="756"/>
                  </a:lnTo>
                  <a:lnTo>
                    <a:pt x="1306" y="963"/>
                  </a:lnTo>
                  <a:lnTo>
                    <a:pt x="1742" y="1238"/>
                  </a:lnTo>
                  <a:lnTo>
                    <a:pt x="1948" y="1375"/>
                  </a:lnTo>
                  <a:lnTo>
                    <a:pt x="2154" y="1558"/>
                  </a:lnTo>
                  <a:lnTo>
                    <a:pt x="2360" y="1742"/>
                  </a:lnTo>
                  <a:lnTo>
                    <a:pt x="2566" y="1948"/>
                  </a:lnTo>
                  <a:lnTo>
                    <a:pt x="2750" y="2177"/>
                  </a:lnTo>
                  <a:lnTo>
                    <a:pt x="2933" y="2406"/>
                  </a:lnTo>
                  <a:lnTo>
                    <a:pt x="3093" y="2681"/>
                  </a:lnTo>
                  <a:lnTo>
                    <a:pt x="3254" y="2956"/>
                  </a:lnTo>
                  <a:lnTo>
                    <a:pt x="3437" y="3391"/>
                  </a:lnTo>
                  <a:lnTo>
                    <a:pt x="3574" y="3804"/>
                  </a:lnTo>
                  <a:lnTo>
                    <a:pt x="3666" y="4193"/>
                  </a:lnTo>
                  <a:lnTo>
                    <a:pt x="3689" y="4583"/>
                  </a:lnTo>
                  <a:lnTo>
                    <a:pt x="3689" y="4949"/>
                  </a:lnTo>
                  <a:lnTo>
                    <a:pt x="3666" y="5293"/>
                  </a:lnTo>
                  <a:lnTo>
                    <a:pt x="3597" y="5614"/>
                  </a:lnTo>
                  <a:lnTo>
                    <a:pt x="3529" y="5912"/>
                  </a:lnTo>
                  <a:lnTo>
                    <a:pt x="4010" y="5705"/>
                  </a:lnTo>
                  <a:lnTo>
                    <a:pt x="4056" y="5385"/>
                  </a:lnTo>
                  <a:lnTo>
                    <a:pt x="4101" y="5064"/>
                  </a:lnTo>
                  <a:lnTo>
                    <a:pt x="4124" y="4720"/>
                  </a:lnTo>
                  <a:lnTo>
                    <a:pt x="4101" y="4354"/>
                  </a:lnTo>
                  <a:lnTo>
                    <a:pt x="4033" y="3964"/>
                  </a:lnTo>
                  <a:lnTo>
                    <a:pt x="3941" y="3575"/>
                  </a:lnTo>
                  <a:lnTo>
                    <a:pt x="3804" y="3185"/>
                  </a:lnTo>
                  <a:lnTo>
                    <a:pt x="3620" y="2773"/>
                  </a:lnTo>
                  <a:lnTo>
                    <a:pt x="3437" y="2429"/>
                  </a:lnTo>
                  <a:lnTo>
                    <a:pt x="3231" y="2108"/>
                  </a:lnTo>
                  <a:lnTo>
                    <a:pt x="3025" y="1833"/>
                  </a:lnTo>
                  <a:lnTo>
                    <a:pt x="2796" y="1581"/>
                  </a:lnTo>
                  <a:lnTo>
                    <a:pt x="2566" y="1352"/>
                  </a:lnTo>
                  <a:lnTo>
                    <a:pt x="2314" y="1123"/>
                  </a:lnTo>
                  <a:lnTo>
                    <a:pt x="2062" y="940"/>
                  </a:lnTo>
                  <a:lnTo>
                    <a:pt x="1810" y="779"/>
                  </a:lnTo>
                  <a:lnTo>
                    <a:pt x="1558" y="619"/>
                  </a:lnTo>
                  <a:lnTo>
                    <a:pt x="1329" y="481"/>
                  </a:lnTo>
                  <a:lnTo>
                    <a:pt x="825" y="275"/>
                  </a:lnTo>
                  <a:lnTo>
                    <a:pt x="390" y="11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66"/>
            <p:cNvSpPr/>
            <p:nvPr/>
          </p:nvSpPr>
          <p:spPr>
            <a:xfrm>
              <a:off x="3509197" y="4022126"/>
              <a:ext cx="31526" cy="27593"/>
            </a:xfrm>
            <a:custGeom>
              <a:avLst/>
              <a:gdLst/>
              <a:ahLst/>
              <a:cxnLst/>
              <a:rect l="l" t="t" r="r" b="b"/>
              <a:pathLst>
                <a:path w="1467" h="1284" extrusionOk="0">
                  <a:moveTo>
                    <a:pt x="1237" y="1"/>
                  </a:moveTo>
                  <a:lnTo>
                    <a:pt x="1123" y="23"/>
                  </a:lnTo>
                  <a:lnTo>
                    <a:pt x="1008" y="69"/>
                  </a:lnTo>
                  <a:lnTo>
                    <a:pt x="115" y="757"/>
                  </a:lnTo>
                  <a:lnTo>
                    <a:pt x="46" y="848"/>
                  </a:lnTo>
                  <a:lnTo>
                    <a:pt x="0" y="963"/>
                  </a:lnTo>
                  <a:lnTo>
                    <a:pt x="23" y="1054"/>
                  </a:lnTo>
                  <a:lnTo>
                    <a:pt x="69" y="1169"/>
                  </a:lnTo>
                  <a:lnTo>
                    <a:pt x="138" y="1238"/>
                  </a:lnTo>
                  <a:lnTo>
                    <a:pt x="229" y="1261"/>
                  </a:lnTo>
                  <a:lnTo>
                    <a:pt x="321" y="1284"/>
                  </a:lnTo>
                  <a:lnTo>
                    <a:pt x="412" y="1261"/>
                  </a:lnTo>
                  <a:lnTo>
                    <a:pt x="481" y="1215"/>
                  </a:lnTo>
                  <a:lnTo>
                    <a:pt x="1375" y="528"/>
                  </a:lnTo>
                  <a:lnTo>
                    <a:pt x="1443" y="436"/>
                  </a:lnTo>
                  <a:lnTo>
                    <a:pt x="1466" y="321"/>
                  </a:lnTo>
                  <a:lnTo>
                    <a:pt x="1466" y="207"/>
                  </a:lnTo>
                  <a:lnTo>
                    <a:pt x="1421" y="115"/>
                  </a:lnTo>
                  <a:lnTo>
                    <a:pt x="1329" y="46"/>
                  </a:lnTo>
                  <a:lnTo>
                    <a:pt x="12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66"/>
            <p:cNvSpPr/>
            <p:nvPr/>
          </p:nvSpPr>
          <p:spPr>
            <a:xfrm>
              <a:off x="3479648" y="4013767"/>
              <a:ext cx="32020" cy="27099"/>
            </a:xfrm>
            <a:custGeom>
              <a:avLst/>
              <a:gdLst/>
              <a:ahLst/>
              <a:cxnLst/>
              <a:rect l="l" t="t" r="r" b="b"/>
              <a:pathLst>
                <a:path w="1490" h="1261" extrusionOk="0">
                  <a:moveTo>
                    <a:pt x="1123" y="0"/>
                  </a:moveTo>
                  <a:lnTo>
                    <a:pt x="1008" y="69"/>
                  </a:lnTo>
                  <a:lnTo>
                    <a:pt x="115" y="756"/>
                  </a:lnTo>
                  <a:lnTo>
                    <a:pt x="46" y="848"/>
                  </a:lnTo>
                  <a:lnTo>
                    <a:pt x="0" y="939"/>
                  </a:lnTo>
                  <a:lnTo>
                    <a:pt x="23" y="1054"/>
                  </a:lnTo>
                  <a:lnTo>
                    <a:pt x="69" y="1169"/>
                  </a:lnTo>
                  <a:lnTo>
                    <a:pt x="138" y="1237"/>
                  </a:lnTo>
                  <a:lnTo>
                    <a:pt x="229" y="1260"/>
                  </a:lnTo>
                  <a:lnTo>
                    <a:pt x="321" y="1260"/>
                  </a:lnTo>
                  <a:lnTo>
                    <a:pt x="413" y="1237"/>
                  </a:lnTo>
                  <a:lnTo>
                    <a:pt x="482" y="1214"/>
                  </a:lnTo>
                  <a:lnTo>
                    <a:pt x="1375" y="527"/>
                  </a:lnTo>
                  <a:lnTo>
                    <a:pt x="1444" y="435"/>
                  </a:lnTo>
                  <a:lnTo>
                    <a:pt x="1490" y="321"/>
                  </a:lnTo>
                  <a:lnTo>
                    <a:pt x="1467" y="206"/>
                  </a:lnTo>
                  <a:lnTo>
                    <a:pt x="1421" y="115"/>
                  </a:lnTo>
                  <a:lnTo>
                    <a:pt x="1329" y="23"/>
                  </a:lnTo>
                  <a:lnTo>
                    <a:pt x="12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66"/>
            <p:cNvSpPr/>
            <p:nvPr/>
          </p:nvSpPr>
          <p:spPr>
            <a:xfrm>
              <a:off x="3536274" y="4025092"/>
              <a:ext cx="32020" cy="27593"/>
            </a:xfrm>
            <a:custGeom>
              <a:avLst/>
              <a:gdLst/>
              <a:ahLst/>
              <a:cxnLst/>
              <a:rect l="l" t="t" r="r" b="b"/>
              <a:pathLst>
                <a:path w="1490" h="1284" extrusionOk="0">
                  <a:moveTo>
                    <a:pt x="1237" y="0"/>
                  </a:moveTo>
                  <a:lnTo>
                    <a:pt x="1123" y="23"/>
                  </a:lnTo>
                  <a:lnTo>
                    <a:pt x="1008" y="69"/>
                  </a:lnTo>
                  <a:lnTo>
                    <a:pt x="115" y="756"/>
                  </a:lnTo>
                  <a:lnTo>
                    <a:pt x="46" y="848"/>
                  </a:lnTo>
                  <a:lnTo>
                    <a:pt x="0" y="962"/>
                  </a:lnTo>
                  <a:lnTo>
                    <a:pt x="23" y="1054"/>
                  </a:lnTo>
                  <a:lnTo>
                    <a:pt x="69" y="1169"/>
                  </a:lnTo>
                  <a:lnTo>
                    <a:pt x="138" y="1237"/>
                  </a:lnTo>
                  <a:lnTo>
                    <a:pt x="229" y="1260"/>
                  </a:lnTo>
                  <a:lnTo>
                    <a:pt x="321" y="1283"/>
                  </a:lnTo>
                  <a:lnTo>
                    <a:pt x="413" y="1260"/>
                  </a:lnTo>
                  <a:lnTo>
                    <a:pt x="481" y="1214"/>
                  </a:lnTo>
                  <a:lnTo>
                    <a:pt x="1375" y="527"/>
                  </a:lnTo>
                  <a:lnTo>
                    <a:pt x="1444" y="435"/>
                  </a:lnTo>
                  <a:lnTo>
                    <a:pt x="1489" y="321"/>
                  </a:lnTo>
                  <a:lnTo>
                    <a:pt x="1467" y="229"/>
                  </a:lnTo>
                  <a:lnTo>
                    <a:pt x="1421" y="115"/>
                  </a:lnTo>
                  <a:lnTo>
                    <a:pt x="1329" y="46"/>
                  </a:lnTo>
                  <a:lnTo>
                    <a:pt x="12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66"/>
            <p:cNvSpPr/>
            <p:nvPr/>
          </p:nvSpPr>
          <p:spPr>
            <a:xfrm>
              <a:off x="3563351" y="4027542"/>
              <a:ext cx="31526" cy="27593"/>
            </a:xfrm>
            <a:custGeom>
              <a:avLst/>
              <a:gdLst/>
              <a:ahLst/>
              <a:cxnLst/>
              <a:rect l="l" t="t" r="r" b="b"/>
              <a:pathLst>
                <a:path w="1467" h="1284" extrusionOk="0">
                  <a:moveTo>
                    <a:pt x="1215" y="1"/>
                  </a:moveTo>
                  <a:lnTo>
                    <a:pt x="1123" y="23"/>
                  </a:lnTo>
                  <a:lnTo>
                    <a:pt x="1008" y="69"/>
                  </a:lnTo>
                  <a:lnTo>
                    <a:pt x="115" y="757"/>
                  </a:lnTo>
                  <a:lnTo>
                    <a:pt x="46" y="848"/>
                  </a:lnTo>
                  <a:lnTo>
                    <a:pt x="0" y="963"/>
                  </a:lnTo>
                  <a:lnTo>
                    <a:pt x="23" y="1077"/>
                  </a:lnTo>
                  <a:lnTo>
                    <a:pt x="69" y="1169"/>
                  </a:lnTo>
                  <a:lnTo>
                    <a:pt x="138" y="1238"/>
                  </a:lnTo>
                  <a:lnTo>
                    <a:pt x="229" y="1284"/>
                  </a:lnTo>
                  <a:lnTo>
                    <a:pt x="321" y="1284"/>
                  </a:lnTo>
                  <a:lnTo>
                    <a:pt x="413" y="1261"/>
                  </a:lnTo>
                  <a:lnTo>
                    <a:pt x="481" y="1215"/>
                  </a:lnTo>
                  <a:lnTo>
                    <a:pt x="1375" y="528"/>
                  </a:lnTo>
                  <a:lnTo>
                    <a:pt x="1444" y="436"/>
                  </a:lnTo>
                  <a:lnTo>
                    <a:pt x="1467" y="344"/>
                  </a:lnTo>
                  <a:lnTo>
                    <a:pt x="1467" y="230"/>
                  </a:lnTo>
                  <a:lnTo>
                    <a:pt x="1421" y="115"/>
                  </a:lnTo>
                  <a:lnTo>
                    <a:pt x="1329" y="46"/>
                  </a:lnTo>
                  <a:lnTo>
                    <a:pt x="12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66"/>
            <p:cNvSpPr/>
            <p:nvPr/>
          </p:nvSpPr>
          <p:spPr>
            <a:xfrm>
              <a:off x="3591910" y="4028530"/>
              <a:ext cx="31526" cy="27099"/>
            </a:xfrm>
            <a:custGeom>
              <a:avLst/>
              <a:gdLst/>
              <a:ahLst/>
              <a:cxnLst/>
              <a:rect l="l" t="t" r="r" b="b"/>
              <a:pathLst>
                <a:path w="1467" h="1261" extrusionOk="0">
                  <a:moveTo>
                    <a:pt x="1123" y="0"/>
                  </a:moveTo>
                  <a:lnTo>
                    <a:pt x="1008" y="46"/>
                  </a:lnTo>
                  <a:lnTo>
                    <a:pt x="115" y="756"/>
                  </a:lnTo>
                  <a:lnTo>
                    <a:pt x="46" y="848"/>
                  </a:lnTo>
                  <a:lnTo>
                    <a:pt x="0" y="940"/>
                  </a:lnTo>
                  <a:lnTo>
                    <a:pt x="0" y="1054"/>
                  </a:lnTo>
                  <a:lnTo>
                    <a:pt x="69" y="1169"/>
                  </a:lnTo>
                  <a:lnTo>
                    <a:pt x="138" y="1215"/>
                  </a:lnTo>
                  <a:lnTo>
                    <a:pt x="229" y="1261"/>
                  </a:lnTo>
                  <a:lnTo>
                    <a:pt x="321" y="1261"/>
                  </a:lnTo>
                  <a:lnTo>
                    <a:pt x="413" y="1238"/>
                  </a:lnTo>
                  <a:lnTo>
                    <a:pt x="458" y="1215"/>
                  </a:lnTo>
                  <a:lnTo>
                    <a:pt x="1375" y="504"/>
                  </a:lnTo>
                  <a:lnTo>
                    <a:pt x="1444" y="436"/>
                  </a:lnTo>
                  <a:lnTo>
                    <a:pt x="1467" y="321"/>
                  </a:lnTo>
                  <a:lnTo>
                    <a:pt x="1467" y="207"/>
                  </a:lnTo>
                  <a:lnTo>
                    <a:pt x="1421" y="115"/>
                  </a:lnTo>
                  <a:lnTo>
                    <a:pt x="1329" y="23"/>
                  </a:lnTo>
                  <a:lnTo>
                    <a:pt x="12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66"/>
            <p:cNvSpPr/>
            <p:nvPr/>
          </p:nvSpPr>
          <p:spPr>
            <a:xfrm>
              <a:off x="3621931" y="4026553"/>
              <a:ext cx="31547" cy="27593"/>
            </a:xfrm>
            <a:custGeom>
              <a:avLst/>
              <a:gdLst/>
              <a:ahLst/>
              <a:cxnLst/>
              <a:rect l="l" t="t" r="r" b="b"/>
              <a:pathLst>
                <a:path w="1468" h="1284" extrusionOk="0">
                  <a:moveTo>
                    <a:pt x="1215" y="1"/>
                  </a:moveTo>
                  <a:lnTo>
                    <a:pt x="1101" y="24"/>
                  </a:lnTo>
                  <a:lnTo>
                    <a:pt x="1009" y="69"/>
                  </a:lnTo>
                  <a:lnTo>
                    <a:pt x="92" y="757"/>
                  </a:lnTo>
                  <a:lnTo>
                    <a:pt x="24" y="848"/>
                  </a:lnTo>
                  <a:lnTo>
                    <a:pt x="1" y="963"/>
                  </a:lnTo>
                  <a:lnTo>
                    <a:pt x="1" y="1055"/>
                  </a:lnTo>
                  <a:lnTo>
                    <a:pt x="47" y="1169"/>
                  </a:lnTo>
                  <a:lnTo>
                    <a:pt x="115" y="1238"/>
                  </a:lnTo>
                  <a:lnTo>
                    <a:pt x="207" y="1261"/>
                  </a:lnTo>
                  <a:lnTo>
                    <a:pt x="299" y="1284"/>
                  </a:lnTo>
                  <a:lnTo>
                    <a:pt x="390" y="1261"/>
                  </a:lnTo>
                  <a:lnTo>
                    <a:pt x="459" y="1215"/>
                  </a:lnTo>
                  <a:lnTo>
                    <a:pt x="1353" y="528"/>
                  </a:lnTo>
                  <a:lnTo>
                    <a:pt x="1421" y="436"/>
                  </a:lnTo>
                  <a:lnTo>
                    <a:pt x="1467" y="322"/>
                  </a:lnTo>
                  <a:lnTo>
                    <a:pt x="1467" y="230"/>
                  </a:lnTo>
                  <a:lnTo>
                    <a:pt x="1398" y="115"/>
                  </a:lnTo>
                  <a:lnTo>
                    <a:pt x="1307" y="47"/>
                  </a:lnTo>
                  <a:lnTo>
                    <a:pt x="12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66"/>
            <p:cNvSpPr/>
            <p:nvPr/>
          </p:nvSpPr>
          <p:spPr>
            <a:xfrm>
              <a:off x="2634763" y="3170837"/>
              <a:ext cx="822272" cy="869550"/>
            </a:xfrm>
            <a:custGeom>
              <a:avLst/>
              <a:gdLst/>
              <a:ahLst/>
              <a:cxnLst/>
              <a:rect l="l" t="t" r="r" b="b"/>
              <a:pathLst>
                <a:path w="38263" h="40463" extrusionOk="0">
                  <a:moveTo>
                    <a:pt x="6530" y="0"/>
                  </a:moveTo>
                  <a:lnTo>
                    <a:pt x="5820" y="23"/>
                  </a:lnTo>
                  <a:lnTo>
                    <a:pt x="5086" y="69"/>
                  </a:lnTo>
                  <a:lnTo>
                    <a:pt x="4376" y="115"/>
                  </a:lnTo>
                  <a:lnTo>
                    <a:pt x="3689" y="206"/>
                  </a:lnTo>
                  <a:lnTo>
                    <a:pt x="3001" y="298"/>
                  </a:lnTo>
                  <a:lnTo>
                    <a:pt x="2314" y="413"/>
                  </a:lnTo>
                  <a:lnTo>
                    <a:pt x="1673" y="550"/>
                  </a:lnTo>
                  <a:lnTo>
                    <a:pt x="1008" y="733"/>
                  </a:lnTo>
                  <a:lnTo>
                    <a:pt x="848" y="1077"/>
                  </a:lnTo>
                  <a:lnTo>
                    <a:pt x="664" y="1490"/>
                  </a:lnTo>
                  <a:lnTo>
                    <a:pt x="504" y="1948"/>
                  </a:lnTo>
                  <a:lnTo>
                    <a:pt x="367" y="2475"/>
                  </a:lnTo>
                  <a:lnTo>
                    <a:pt x="229" y="3025"/>
                  </a:lnTo>
                  <a:lnTo>
                    <a:pt x="115" y="3620"/>
                  </a:lnTo>
                  <a:lnTo>
                    <a:pt x="46" y="4262"/>
                  </a:lnTo>
                  <a:lnTo>
                    <a:pt x="0" y="4926"/>
                  </a:lnTo>
                  <a:lnTo>
                    <a:pt x="23" y="5614"/>
                  </a:lnTo>
                  <a:lnTo>
                    <a:pt x="69" y="6347"/>
                  </a:lnTo>
                  <a:lnTo>
                    <a:pt x="115" y="6713"/>
                  </a:lnTo>
                  <a:lnTo>
                    <a:pt x="183" y="7080"/>
                  </a:lnTo>
                  <a:lnTo>
                    <a:pt x="252" y="7447"/>
                  </a:lnTo>
                  <a:lnTo>
                    <a:pt x="344" y="7813"/>
                  </a:lnTo>
                  <a:lnTo>
                    <a:pt x="458" y="8203"/>
                  </a:lnTo>
                  <a:lnTo>
                    <a:pt x="596" y="8569"/>
                  </a:lnTo>
                  <a:lnTo>
                    <a:pt x="733" y="8959"/>
                  </a:lnTo>
                  <a:lnTo>
                    <a:pt x="916" y="9348"/>
                  </a:lnTo>
                  <a:lnTo>
                    <a:pt x="1100" y="9715"/>
                  </a:lnTo>
                  <a:lnTo>
                    <a:pt x="1306" y="10104"/>
                  </a:lnTo>
                  <a:lnTo>
                    <a:pt x="1535" y="10494"/>
                  </a:lnTo>
                  <a:lnTo>
                    <a:pt x="1787" y="10860"/>
                  </a:lnTo>
                  <a:lnTo>
                    <a:pt x="2727" y="11044"/>
                  </a:lnTo>
                  <a:lnTo>
                    <a:pt x="3666" y="11204"/>
                  </a:lnTo>
                  <a:lnTo>
                    <a:pt x="5430" y="11571"/>
                  </a:lnTo>
                  <a:lnTo>
                    <a:pt x="7080" y="11960"/>
                  </a:lnTo>
                  <a:lnTo>
                    <a:pt x="8638" y="12373"/>
                  </a:lnTo>
                  <a:lnTo>
                    <a:pt x="10058" y="12808"/>
                  </a:lnTo>
                  <a:lnTo>
                    <a:pt x="11387" y="13243"/>
                  </a:lnTo>
                  <a:lnTo>
                    <a:pt x="12579" y="13656"/>
                  </a:lnTo>
                  <a:lnTo>
                    <a:pt x="13655" y="14068"/>
                  </a:lnTo>
                  <a:lnTo>
                    <a:pt x="14618" y="14458"/>
                  </a:lnTo>
                  <a:lnTo>
                    <a:pt x="15465" y="14824"/>
                  </a:lnTo>
                  <a:lnTo>
                    <a:pt x="16176" y="15168"/>
                  </a:lnTo>
                  <a:lnTo>
                    <a:pt x="16748" y="15443"/>
                  </a:lnTo>
                  <a:lnTo>
                    <a:pt x="17550" y="15855"/>
                  </a:lnTo>
                  <a:lnTo>
                    <a:pt x="17802" y="16016"/>
                  </a:lnTo>
                  <a:lnTo>
                    <a:pt x="18421" y="17367"/>
                  </a:lnTo>
                  <a:lnTo>
                    <a:pt x="19085" y="18834"/>
                  </a:lnTo>
                  <a:lnTo>
                    <a:pt x="19910" y="20621"/>
                  </a:lnTo>
                  <a:lnTo>
                    <a:pt x="20827" y="22522"/>
                  </a:lnTo>
                  <a:lnTo>
                    <a:pt x="21331" y="23485"/>
                  </a:lnTo>
                  <a:lnTo>
                    <a:pt x="21812" y="24424"/>
                  </a:lnTo>
                  <a:lnTo>
                    <a:pt x="22293" y="25318"/>
                  </a:lnTo>
                  <a:lnTo>
                    <a:pt x="22751" y="26165"/>
                  </a:lnTo>
                  <a:lnTo>
                    <a:pt x="23209" y="26899"/>
                  </a:lnTo>
                  <a:lnTo>
                    <a:pt x="23622" y="27540"/>
                  </a:lnTo>
                  <a:lnTo>
                    <a:pt x="24057" y="28205"/>
                  </a:lnTo>
                  <a:lnTo>
                    <a:pt x="24561" y="28984"/>
                  </a:lnTo>
                  <a:lnTo>
                    <a:pt x="25088" y="29877"/>
                  </a:lnTo>
                  <a:lnTo>
                    <a:pt x="25661" y="30862"/>
                  </a:lnTo>
                  <a:lnTo>
                    <a:pt x="26852" y="32993"/>
                  </a:lnTo>
                  <a:lnTo>
                    <a:pt x="28021" y="35170"/>
                  </a:lnTo>
                  <a:lnTo>
                    <a:pt x="29075" y="37186"/>
                  </a:lnTo>
                  <a:lnTo>
                    <a:pt x="29968" y="38881"/>
                  </a:lnTo>
                  <a:lnTo>
                    <a:pt x="30770" y="40462"/>
                  </a:lnTo>
                  <a:lnTo>
                    <a:pt x="38262" y="37255"/>
                  </a:lnTo>
                  <a:lnTo>
                    <a:pt x="37713" y="35926"/>
                  </a:lnTo>
                  <a:lnTo>
                    <a:pt x="36269" y="32420"/>
                  </a:lnTo>
                  <a:lnTo>
                    <a:pt x="36177" y="32191"/>
                  </a:lnTo>
                  <a:lnTo>
                    <a:pt x="35078" y="29556"/>
                  </a:lnTo>
                  <a:lnTo>
                    <a:pt x="34963" y="29281"/>
                  </a:lnTo>
                  <a:lnTo>
                    <a:pt x="33795" y="26555"/>
                  </a:lnTo>
                  <a:lnTo>
                    <a:pt x="32535" y="23645"/>
                  </a:lnTo>
                  <a:lnTo>
                    <a:pt x="32374" y="23256"/>
                  </a:lnTo>
                  <a:lnTo>
                    <a:pt x="31229" y="20667"/>
                  </a:lnTo>
                  <a:lnTo>
                    <a:pt x="30060" y="18055"/>
                  </a:lnTo>
                  <a:lnTo>
                    <a:pt x="29923" y="17780"/>
                  </a:lnTo>
                  <a:lnTo>
                    <a:pt x="28571" y="14847"/>
                  </a:lnTo>
                  <a:lnTo>
                    <a:pt x="28456" y="14618"/>
                  </a:lnTo>
                  <a:lnTo>
                    <a:pt x="27586" y="12785"/>
                  </a:lnTo>
                  <a:lnTo>
                    <a:pt x="26738" y="11044"/>
                  </a:lnTo>
                  <a:lnTo>
                    <a:pt x="26600" y="10769"/>
                  </a:lnTo>
                  <a:lnTo>
                    <a:pt x="25936" y="9440"/>
                  </a:lnTo>
                  <a:lnTo>
                    <a:pt x="25272" y="8203"/>
                  </a:lnTo>
                  <a:lnTo>
                    <a:pt x="24653" y="7057"/>
                  </a:lnTo>
                  <a:lnTo>
                    <a:pt x="24057" y="6026"/>
                  </a:lnTo>
                  <a:lnTo>
                    <a:pt x="23920" y="5797"/>
                  </a:lnTo>
                  <a:lnTo>
                    <a:pt x="23484" y="5064"/>
                  </a:lnTo>
                  <a:lnTo>
                    <a:pt x="23049" y="4445"/>
                  </a:lnTo>
                  <a:lnTo>
                    <a:pt x="22660" y="3918"/>
                  </a:lnTo>
                  <a:lnTo>
                    <a:pt x="22293" y="3483"/>
                  </a:lnTo>
                  <a:lnTo>
                    <a:pt x="22133" y="3300"/>
                  </a:lnTo>
                  <a:lnTo>
                    <a:pt x="22064" y="3231"/>
                  </a:lnTo>
                  <a:lnTo>
                    <a:pt x="21858" y="3070"/>
                  </a:lnTo>
                  <a:lnTo>
                    <a:pt x="21583" y="2910"/>
                  </a:lnTo>
                  <a:lnTo>
                    <a:pt x="21239" y="2727"/>
                  </a:lnTo>
                  <a:lnTo>
                    <a:pt x="20850" y="2566"/>
                  </a:lnTo>
                  <a:lnTo>
                    <a:pt x="20391" y="2360"/>
                  </a:lnTo>
                  <a:lnTo>
                    <a:pt x="19887" y="2177"/>
                  </a:lnTo>
                  <a:lnTo>
                    <a:pt x="19337" y="1994"/>
                  </a:lnTo>
                  <a:lnTo>
                    <a:pt x="18742" y="1787"/>
                  </a:lnTo>
                  <a:lnTo>
                    <a:pt x="18123" y="1604"/>
                  </a:lnTo>
                  <a:lnTo>
                    <a:pt x="17436" y="1421"/>
                  </a:lnTo>
                  <a:lnTo>
                    <a:pt x="16726" y="1238"/>
                  </a:lnTo>
                  <a:lnTo>
                    <a:pt x="15969" y="1054"/>
                  </a:lnTo>
                  <a:lnTo>
                    <a:pt x="15213" y="894"/>
                  </a:lnTo>
                  <a:lnTo>
                    <a:pt x="14411" y="733"/>
                  </a:lnTo>
                  <a:lnTo>
                    <a:pt x="13587" y="573"/>
                  </a:lnTo>
                  <a:lnTo>
                    <a:pt x="12739" y="436"/>
                  </a:lnTo>
                  <a:lnTo>
                    <a:pt x="12304" y="367"/>
                  </a:lnTo>
                  <a:lnTo>
                    <a:pt x="10883" y="206"/>
                  </a:lnTo>
                  <a:lnTo>
                    <a:pt x="9440" y="69"/>
                  </a:lnTo>
                  <a:lnTo>
                    <a:pt x="8706" y="46"/>
                  </a:lnTo>
                  <a:lnTo>
                    <a:pt x="7973" y="0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66"/>
            <p:cNvSpPr/>
            <p:nvPr/>
          </p:nvSpPr>
          <p:spPr>
            <a:xfrm>
              <a:off x="3274337" y="3925616"/>
              <a:ext cx="166440" cy="74871"/>
            </a:xfrm>
            <a:custGeom>
              <a:avLst/>
              <a:gdLst/>
              <a:ahLst/>
              <a:cxnLst/>
              <a:rect l="l" t="t" r="r" b="b"/>
              <a:pathLst>
                <a:path w="7745" h="3484" extrusionOk="0">
                  <a:moveTo>
                    <a:pt x="7538" y="1"/>
                  </a:moveTo>
                  <a:lnTo>
                    <a:pt x="7446" y="24"/>
                  </a:lnTo>
                  <a:lnTo>
                    <a:pt x="115" y="3071"/>
                  </a:lnTo>
                  <a:lnTo>
                    <a:pt x="46" y="3117"/>
                  </a:lnTo>
                  <a:lnTo>
                    <a:pt x="0" y="3186"/>
                  </a:lnTo>
                  <a:lnTo>
                    <a:pt x="0" y="3254"/>
                  </a:lnTo>
                  <a:lnTo>
                    <a:pt x="0" y="3346"/>
                  </a:lnTo>
                  <a:lnTo>
                    <a:pt x="46" y="3415"/>
                  </a:lnTo>
                  <a:lnTo>
                    <a:pt x="92" y="3438"/>
                  </a:lnTo>
                  <a:lnTo>
                    <a:pt x="138" y="3483"/>
                  </a:lnTo>
                  <a:lnTo>
                    <a:pt x="206" y="3483"/>
                  </a:lnTo>
                  <a:lnTo>
                    <a:pt x="298" y="3461"/>
                  </a:lnTo>
                  <a:lnTo>
                    <a:pt x="7630" y="413"/>
                  </a:lnTo>
                  <a:lnTo>
                    <a:pt x="7699" y="367"/>
                  </a:lnTo>
                  <a:lnTo>
                    <a:pt x="7744" y="299"/>
                  </a:lnTo>
                  <a:lnTo>
                    <a:pt x="7744" y="230"/>
                  </a:lnTo>
                  <a:lnTo>
                    <a:pt x="7744" y="138"/>
                  </a:lnTo>
                  <a:lnTo>
                    <a:pt x="7699" y="70"/>
                  </a:lnTo>
                  <a:lnTo>
                    <a:pt x="7630" y="24"/>
                  </a:lnTo>
                  <a:lnTo>
                    <a:pt x="7538" y="1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5049;p66"/>
            <p:cNvSpPr/>
            <p:nvPr/>
          </p:nvSpPr>
          <p:spPr>
            <a:xfrm>
              <a:off x="3033567" y="3464277"/>
              <a:ext cx="276232" cy="522916"/>
            </a:xfrm>
            <a:custGeom>
              <a:avLst/>
              <a:gdLst/>
              <a:ahLst/>
              <a:cxnLst/>
              <a:rect l="l" t="t" r="r" b="b"/>
              <a:pathLst>
                <a:path w="12854" h="24333" extrusionOk="0">
                  <a:moveTo>
                    <a:pt x="207" y="1"/>
                  </a:moveTo>
                  <a:lnTo>
                    <a:pt x="138" y="24"/>
                  </a:lnTo>
                  <a:lnTo>
                    <a:pt x="46" y="69"/>
                  </a:lnTo>
                  <a:lnTo>
                    <a:pt x="0" y="138"/>
                  </a:lnTo>
                  <a:lnTo>
                    <a:pt x="0" y="230"/>
                  </a:lnTo>
                  <a:lnTo>
                    <a:pt x="0" y="298"/>
                  </a:lnTo>
                  <a:lnTo>
                    <a:pt x="665" y="1879"/>
                  </a:lnTo>
                  <a:lnTo>
                    <a:pt x="1398" y="3552"/>
                  </a:lnTo>
                  <a:lnTo>
                    <a:pt x="2360" y="5637"/>
                  </a:lnTo>
                  <a:lnTo>
                    <a:pt x="2887" y="6782"/>
                  </a:lnTo>
                  <a:lnTo>
                    <a:pt x="3460" y="7974"/>
                  </a:lnTo>
                  <a:lnTo>
                    <a:pt x="4079" y="9188"/>
                  </a:lnTo>
                  <a:lnTo>
                    <a:pt x="4697" y="10403"/>
                  </a:lnTo>
                  <a:lnTo>
                    <a:pt x="5362" y="11617"/>
                  </a:lnTo>
                  <a:lnTo>
                    <a:pt x="6003" y="12785"/>
                  </a:lnTo>
                  <a:lnTo>
                    <a:pt x="6691" y="13931"/>
                  </a:lnTo>
                  <a:lnTo>
                    <a:pt x="7355" y="14985"/>
                  </a:lnTo>
                  <a:lnTo>
                    <a:pt x="7997" y="15970"/>
                  </a:lnTo>
                  <a:lnTo>
                    <a:pt x="8592" y="16932"/>
                  </a:lnTo>
                  <a:lnTo>
                    <a:pt x="9142" y="17826"/>
                  </a:lnTo>
                  <a:lnTo>
                    <a:pt x="9646" y="18697"/>
                  </a:lnTo>
                  <a:lnTo>
                    <a:pt x="10517" y="20255"/>
                  </a:lnTo>
                  <a:lnTo>
                    <a:pt x="11227" y="21606"/>
                  </a:lnTo>
                  <a:lnTo>
                    <a:pt x="11754" y="22683"/>
                  </a:lnTo>
                  <a:lnTo>
                    <a:pt x="12144" y="23508"/>
                  </a:lnTo>
                  <a:lnTo>
                    <a:pt x="12441" y="24195"/>
                  </a:lnTo>
                  <a:lnTo>
                    <a:pt x="12464" y="24264"/>
                  </a:lnTo>
                  <a:lnTo>
                    <a:pt x="12533" y="24287"/>
                  </a:lnTo>
                  <a:lnTo>
                    <a:pt x="12579" y="24333"/>
                  </a:lnTo>
                  <a:lnTo>
                    <a:pt x="12648" y="24333"/>
                  </a:lnTo>
                  <a:lnTo>
                    <a:pt x="12716" y="24310"/>
                  </a:lnTo>
                  <a:lnTo>
                    <a:pt x="12785" y="24264"/>
                  </a:lnTo>
                  <a:lnTo>
                    <a:pt x="12831" y="24195"/>
                  </a:lnTo>
                  <a:lnTo>
                    <a:pt x="12854" y="24127"/>
                  </a:lnTo>
                  <a:lnTo>
                    <a:pt x="12854" y="24035"/>
                  </a:lnTo>
                  <a:lnTo>
                    <a:pt x="12533" y="23325"/>
                  </a:lnTo>
                  <a:lnTo>
                    <a:pt x="12167" y="22523"/>
                  </a:lnTo>
                  <a:lnTo>
                    <a:pt x="11617" y="21423"/>
                  </a:lnTo>
                  <a:lnTo>
                    <a:pt x="10906" y="20071"/>
                  </a:lnTo>
                  <a:lnTo>
                    <a:pt x="10013" y="18490"/>
                  </a:lnTo>
                  <a:lnTo>
                    <a:pt x="9509" y="17620"/>
                  </a:lnTo>
                  <a:lnTo>
                    <a:pt x="8959" y="16703"/>
                  </a:lnTo>
                  <a:lnTo>
                    <a:pt x="8363" y="15741"/>
                  </a:lnTo>
                  <a:lnTo>
                    <a:pt x="7722" y="14756"/>
                  </a:lnTo>
                  <a:lnTo>
                    <a:pt x="7057" y="13702"/>
                  </a:lnTo>
                  <a:lnTo>
                    <a:pt x="6393" y="12579"/>
                  </a:lnTo>
                  <a:lnTo>
                    <a:pt x="5728" y="11411"/>
                  </a:lnTo>
                  <a:lnTo>
                    <a:pt x="5087" y="10196"/>
                  </a:lnTo>
                  <a:lnTo>
                    <a:pt x="4445" y="8982"/>
                  </a:lnTo>
                  <a:lnTo>
                    <a:pt x="3850" y="7791"/>
                  </a:lnTo>
                  <a:lnTo>
                    <a:pt x="3277" y="6599"/>
                  </a:lnTo>
                  <a:lnTo>
                    <a:pt x="2750" y="5454"/>
                  </a:lnTo>
                  <a:lnTo>
                    <a:pt x="1810" y="3392"/>
                  </a:lnTo>
                  <a:lnTo>
                    <a:pt x="1077" y="1696"/>
                  </a:lnTo>
                  <a:lnTo>
                    <a:pt x="413" y="138"/>
                  </a:lnTo>
                  <a:lnTo>
                    <a:pt x="367" y="69"/>
                  </a:lnTo>
                  <a:lnTo>
                    <a:pt x="298" y="24"/>
                  </a:lnTo>
                  <a:lnTo>
                    <a:pt x="207" y="1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5050;p66"/>
            <p:cNvSpPr/>
            <p:nvPr/>
          </p:nvSpPr>
          <p:spPr>
            <a:xfrm>
              <a:off x="2925732" y="4013767"/>
              <a:ext cx="116218" cy="123589"/>
            </a:xfrm>
            <a:custGeom>
              <a:avLst/>
              <a:gdLst/>
              <a:ahLst/>
              <a:cxnLst/>
              <a:rect l="l" t="t" r="r" b="b"/>
              <a:pathLst>
                <a:path w="5408" h="5751" extrusionOk="0">
                  <a:moveTo>
                    <a:pt x="1" y="0"/>
                  </a:moveTo>
                  <a:lnTo>
                    <a:pt x="757" y="5751"/>
                  </a:lnTo>
                  <a:lnTo>
                    <a:pt x="5408" y="5751"/>
                  </a:lnTo>
                  <a:lnTo>
                    <a:pt x="5202" y="3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66"/>
            <p:cNvSpPr/>
            <p:nvPr/>
          </p:nvSpPr>
          <p:spPr>
            <a:xfrm>
              <a:off x="2905059" y="4109761"/>
              <a:ext cx="387508" cy="186641"/>
            </a:xfrm>
            <a:custGeom>
              <a:avLst/>
              <a:gdLst/>
              <a:ahLst/>
              <a:cxnLst/>
              <a:rect l="l" t="t" r="r" b="b"/>
              <a:pathLst>
                <a:path w="18032" h="8685" extrusionOk="0">
                  <a:moveTo>
                    <a:pt x="6072" y="1"/>
                  </a:moveTo>
                  <a:lnTo>
                    <a:pt x="5797" y="47"/>
                  </a:lnTo>
                  <a:lnTo>
                    <a:pt x="5499" y="138"/>
                  </a:lnTo>
                  <a:lnTo>
                    <a:pt x="5201" y="253"/>
                  </a:lnTo>
                  <a:lnTo>
                    <a:pt x="4560" y="505"/>
                  </a:lnTo>
                  <a:lnTo>
                    <a:pt x="4239" y="619"/>
                  </a:lnTo>
                  <a:lnTo>
                    <a:pt x="3895" y="711"/>
                  </a:lnTo>
                  <a:lnTo>
                    <a:pt x="3552" y="757"/>
                  </a:lnTo>
                  <a:lnTo>
                    <a:pt x="3208" y="780"/>
                  </a:lnTo>
                  <a:lnTo>
                    <a:pt x="3025" y="757"/>
                  </a:lnTo>
                  <a:lnTo>
                    <a:pt x="2864" y="734"/>
                  </a:lnTo>
                  <a:lnTo>
                    <a:pt x="2681" y="688"/>
                  </a:lnTo>
                  <a:lnTo>
                    <a:pt x="2521" y="619"/>
                  </a:lnTo>
                  <a:lnTo>
                    <a:pt x="2360" y="551"/>
                  </a:lnTo>
                  <a:lnTo>
                    <a:pt x="2177" y="436"/>
                  </a:lnTo>
                  <a:lnTo>
                    <a:pt x="2017" y="322"/>
                  </a:lnTo>
                  <a:lnTo>
                    <a:pt x="1856" y="161"/>
                  </a:lnTo>
                  <a:lnTo>
                    <a:pt x="1673" y="138"/>
                  </a:lnTo>
                  <a:lnTo>
                    <a:pt x="1513" y="161"/>
                  </a:lnTo>
                  <a:lnTo>
                    <a:pt x="1306" y="207"/>
                  </a:lnTo>
                  <a:lnTo>
                    <a:pt x="1192" y="253"/>
                  </a:lnTo>
                  <a:lnTo>
                    <a:pt x="1100" y="322"/>
                  </a:lnTo>
                  <a:lnTo>
                    <a:pt x="1009" y="390"/>
                  </a:lnTo>
                  <a:lnTo>
                    <a:pt x="940" y="505"/>
                  </a:lnTo>
                  <a:lnTo>
                    <a:pt x="871" y="619"/>
                  </a:lnTo>
                  <a:lnTo>
                    <a:pt x="802" y="780"/>
                  </a:lnTo>
                  <a:lnTo>
                    <a:pt x="780" y="963"/>
                  </a:lnTo>
                  <a:lnTo>
                    <a:pt x="757" y="1169"/>
                  </a:lnTo>
                  <a:lnTo>
                    <a:pt x="734" y="1444"/>
                  </a:lnTo>
                  <a:lnTo>
                    <a:pt x="711" y="1788"/>
                  </a:lnTo>
                  <a:lnTo>
                    <a:pt x="642" y="2269"/>
                  </a:lnTo>
                  <a:lnTo>
                    <a:pt x="413" y="3529"/>
                  </a:lnTo>
                  <a:lnTo>
                    <a:pt x="184" y="4950"/>
                  </a:lnTo>
                  <a:lnTo>
                    <a:pt x="92" y="5683"/>
                  </a:lnTo>
                  <a:lnTo>
                    <a:pt x="23" y="6370"/>
                  </a:lnTo>
                  <a:lnTo>
                    <a:pt x="1" y="7035"/>
                  </a:lnTo>
                  <a:lnTo>
                    <a:pt x="23" y="7630"/>
                  </a:lnTo>
                  <a:lnTo>
                    <a:pt x="46" y="7928"/>
                  </a:lnTo>
                  <a:lnTo>
                    <a:pt x="92" y="8180"/>
                  </a:lnTo>
                  <a:lnTo>
                    <a:pt x="161" y="8409"/>
                  </a:lnTo>
                  <a:lnTo>
                    <a:pt x="253" y="8616"/>
                  </a:lnTo>
                  <a:lnTo>
                    <a:pt x="17849" y="8684"/>
                  </a:lnTo>
                  <a:lnTo>
                    <a:pt x="17894" y="8616"/>
                  </a:lnTo>
                  <a:lnTo>
                    <a:pt x="17963" y="8409"/>
                  </a:lnTo>
                  <a:lnTo>
                    <a:pt x="18009" y="8272"/>
                  </a:lnTo>
                  <a:lnTo>
                    <a:pt x="18032" y="8112"/>
                  </a:lnTo>
                  <a:lnTo>
                    <a:pt x="18032" y="7905"/>
                  </a:lnTo>
                  <a:lnTo>
                    <a:pt x="18009" y="7699"/>
                  </a:lnTo>
                  <a:lnTo>
                    <a:pt x="17963" y="7562"/>
                  </a:lnTo>
                  <a:lnTo>
                    <a:pt x="17917" y="7401"/>
                  </a:lnTo>
                  <a:lnTo>
                    <a:pt x="17849" y="7241"/>
                  </a:lnTo>
                  <a:lnTo>
                    <a:pt x="17757" y="7081"/>
                  </a:lnTo>
                  <a:lnTo>
                    <a:pt x="17642" y="6897"/>
                  </a:lnTo>
                  <a:lnTo>
                    <a:pt x="17528" y="6737"/>
                  </a:lnTo>
                  <a:lnTo>
                    <a:pt x="17368" y="6554"/>
                  </a:lnTo>
                  <a:lnTo>
                    <a:pt x="17184" y="6347"/>
                  </a:lnTo>
                  <a:lnTo>
                    <a:pt x="16978" y="6164"/>
                  </a:lnTo>
                  <a:lnTo>
                    <a:pt x="16726" y="5981"/>
                  </a:lnTo>
                  <a:lnTo>
                    <a:pt x="16451" y="5775"/>
                  </a:lnTo>
                  <a:lnTo>
                    <a:pt x="16130" y="5568"/>
                  </a:lnTo>
                  <a:lnTo>
                    <a:pt x="15787" y="5362"/>
                  </a:lnTo>
                  <a:lnTo>
                    <a:pt x="15397" y="5156"/>
                  </a:lnTo>
                  <a:lnTo>
                    <a:pt x="14985" y="4950"/>
                  </a:lnTo>
                  <a:lnTo>
                    <a:pt x="14504" y="4744"/>
                  </a:lnTo>
                  <a:lnTo>
                    <a:pt x="12946" y="4102"/>
                  </a:lnTo>
                  <a:lnTo>
                    <a:pt x="12167" y="3781"/>
                  </a:lnTo>
                  <a:lnTo>
                    <a:pt x="11388" y="3438"/>
                  </a:lnTo>
                  <a:lnTo>
                    <a:pt x="10631" y="3071"/>
                  </a:lnTo>
                  <a:lnTo>
                    <a:pt x="9921" y="2659"/>
                  </a:lnTo>
                  <a:lnTo>
                    <a:pt x="9600" y="2452"/>
                  </a:lnTo>
                  <a:lnTo>
                    <a:pt x="9280" y="2246"/>
                  </a:lnTo>
                  <a:lnTo>
                    <a:pt x="9005" y="2017"/>
                  </a:lnTo>
                  <a:lnTo>
                    <a:pt x="8730" y="1788"/>
                  </a:lnTo>
                  <a:lnTo>
                    <a:pt x="7836" y="1009"/>
                  </a:lnTo>
                  <a:lnTo>
                    <a:pt x="7241" y="505"/>
                  </a:lnTo>
                  <a:lnTo>
                    <a:pt x="6828" y="161"/>
                  </a:lnTo>
                  <a:lnTo>
                    <a:pt x="6714" y="92"/>
                  </a:lnTo>
                  <a:lnTo>
                    <a:pt x="6599" y="47"/>
                  </a:lnTo>
                  <a:lnTo>
                    <a:pt x="6462" y="1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66"/>
            <p:cNvSpPr/>
            <p:nvPr/>
          </p:nvSpPr>
          <p:spPr>
            <a:xfrm>
              <a:off x="2905553" y="4274715"/>
              <a:ext cx="387013" cy="20695"/>
            </a:xfrm>
            <a:custGeom>
              <a:avLst/>
              <a:gdLst/>
              <a:ahLst/>
              <a:cxnLst/>
              <a:rect l="l" t="t" r="r" b="b"/>
              <a:pathLst>
                <a:path w="18009" h="963" extrusionOk="0">
                  <a:moveTo>
                    <a:pt x="0" y="0"/>
                  </a:moveTo>
                  <a:lnTo>
                    <a:pt x="23" y="275"/>
                  </a:lnTo>
                  <a:lnTo>
                    <a:pt x="92" y="550"/>
                  </a:lnTo>
                  <a:lnTo>
                    <a:pt x="138" y="779"/>
                  </a:lnTo>
                  <a:lnTo>
                    <a:pt x="230" y="963"/>
                  </a:lnTo>
                  <a:lnTo>
                    <a:pt x="17849" y="963"/>
                  </a:lnTo>
                  <a:lnTo>
                    <a:pt x="17871" y="894"/>
                  </a:lnTo>
                  <a:lnTo>
                    <a:pt x="17963" y="710"/>
                  </a:lnTo>
                  <a:lnTo>
                    <a:pt x="17986" y="550"/>
                  </a:lnTo>
                  <a:lnTo>
                    <a:pt x="18009" y="390"/>
                  </a:lnTo>
                  <a:lnTo>
                    <a:pt x="18009" y="206"/>
                  </a:lnTo>
                  <a:lnTo>
                    <a:pt x="17986" y="0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66"/>
            <p:cNvSpPr/>
            <p:nvPr/>
          </p:nvSpPr>
          <p:spPr>
            <a:xfrm>
              <a:off x="2918361" y="4148657"/>
              <a:ext cx="48761" cy="146755"/>
            </a:xfrm>
            <a:custGeom>
              <a:avLst/>
              <a:gdLst/>
              <a:ahLst/>
              <a:cxnLst/>
              <a:rect l="l" t="t" r="r" b="b"/>
              <a:pathLst>
                <a:path w="2269" h="6829" extrusionOk="0">
                  <a:moveTo>
                    <a:pt x="69" y="1"/>
                  </a:moveTo>
                  <a:lnTo>
                    <a:pt x="0" y="482"/>
                  </a:lnTo>
                  <a:lnTo>
                    <a:pt x="298" y="757"/>
                  </a:lnTo>
                  <a:lnTo>
                    <a:pt x="596" y="1055"/>
                  </a:lnTo>
                  <a:lnTo>
                    <a:pt x="894" y="1421"/>
                  </a:lnTo>
                  <a:lnTo>
                    <a:pt x="1169" y="1834"/>
                  </a:lnTo>
                  <a:lnTo>
                    <a:pt x="1306" y="2063"/>
                  </a:lnTo>
                  <a:lnTo>
                    <a:pt x="1421" y="2292"/>
                  </a:lnTo>
                  <a:lnTo>
                    <a:pt x="1535" y="2544"/>
                  </a:lnTo>
                  <a:lnTo>
                    <a:pt x="1627" y="2819"/>
                  </a:lnTo>
                  <a:lnTo>
                    <a:pt x="1718" y="3094"/>
                  </a:lnTo>
                  <a:lnTo>
                    <a:pt x="1787" y="3392"/>
                  </a:lnTo>
                  <a:lnTo>
                    <a:pt x="1833" y="3690"/>
                  </a:lnTo>
                  <a:lnTo>
                    <a:pt x="1856" y="4010"/>
                  </a:lnTo>
                  <a:lnTo>
                    <a:pt x="1856" y="4492"/>
                  </a:lnTo>
                  <a:lnTo>
                    <a:pt x="1810" y="4927"/>
                  </a:lnTo>
                  <a:lnTo>
                    <a:pt x="1718" y="5316"/>
                  </a:lnTo>
                  <a:lnTo>
                    <a:pt x="1604" y="5683"/>
                  </a:lnTo>
                  <a:lnTo>
                    <a:pt x="1466" y="6027"/>
                  </a:lnTo>
                  <a:lnTo>
                    <a:pt x="1283" y="6324"/>
                  </a:lnTo>
                  <a:lnTo>
                    <a:pt x="1100" y="6599"/>
                  </a:lnTo>
                  <a:lnTo>
                    <a:pt x="917" y="6829"/>
                  </a:lnTo>
                  <a:lnTo>
                    <a:pt x="1444" y="6829"/>
                  </a:lnTo>
                  <a:lnTo>
                    <a:pt x="1627" y="6576"/>
                  </a:lnTo>
                  <a:lnTo>
                    <a:pt x="1787" y="6279"/>
                  </a:lnTo>
                  <a:lnTo>
                    <a:pt x="1925" y="5981"/>
                  </a:lnTo>
                  <a:lnTo>
                    <a:pt x="2062" y="5637"/>
                  </a:lnTo>
                  <a:lnTo>
                    <a:pt x="2177" y="5271"/>
                  </a:lnTo>
                  <a:lnTo>
                    <a:pt x="2245" y="4881"/>
                  </a:lnTo>
                  <a:lnTo>
                    <a:pt x="2268" y="4446"/>
                  </a:lnTo>
                  <a:lnTo>
                    <a:pt x="2268" y="3987"/>
                  </a:lnTo>
                  <a:lnTo>
                    <a:pt x="2245" y="3621"/>
                  </a:lnTo>
                  <a:lnTo>
                    <a:pt x="2177" y="3254"/>
                  </a:lnTo>
                  <a:lnTo>
                    <a:pt x="2108" y="2911"/>
                  </a:lnTo>
                  <a:lnTo>
                    <a:pt x="1993" y="2567"/>
                  </a:lnTo>
                  <a:lnTo>
                    <a:pt x="1879" y="2269"/>
                  </a:lnTo>
                  <a:lnTo>
                    <a:pt x="1741" y="1971"/>
                  </a:lnTo>
                  <a:lnTo>
                    <a:pt x="1581" y="1696"/>
                  </a:lnTo>
                  <a:lnTo>
                    <a:pt x="1421" y="1444"/>
                  </a:lnTo>
                  <a:lnTo>
                    <a:pt x="1260" y="1192"/>
                  </a:lnTo>
                  <a:lnTo>
                    <a:pt x="1100" y="986"/>
                  </a:lnTo>
                  <a:lnTo>
                    <a:pt x="733" y="597"/>
                  </a:lnTo>
                  <a:lnTo>
                    <a:pt x="390" y="253"/>
                  </a:lnTo>
                  <a:lnTo>
                    <a:pt x="69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66"/>
            <p:cNvSpPr/>
            <p:nvPr/>
          </p:nvSpPr>
          <p:spPr>
            <a:xfrm>
              <a:off x="3079856" y="4152611"/>
              <a:ext cx="35953" cy="18224"/>
            </a:xfrm>
            <a:custGeom>
              <a:avLst/>
              <a:gdLst/>
              <a:ahLst/>
              <a:cxnLst/>
              <a:rect l="l" t="t" r="r" b="b"/>
              <a:pathLst>
                <a:path w="1673" h="848" extrusionOk="0">
                  <a:moveTo>
                    <a:pt x="1306" y="0"/>
                  </a:moveTo>
                  <a:lnTo>
                    <a:pt x="206" y="275"/>
                  </a:lnTo>
                  <a:lnTo>
                    <a:pt x="115" y="321"/>
                  </a:lnTo>
                  <a:lnTo>
                    <a:pt x="23" y="390"/>
                  </a:lnTo>
                  <a:lnTo>
                    <a:pt x="0" y="504"/>
                  </a:lnTo>
                  <a:lnTo>
                    <a:pt x="0" y="619"/>
                  </a:lnTo>
                  <a:lnTo>
                    <a:pt x="46" y="710"/>
                  </a:lnTo>
                  <a:lnTo>
                    <a:pt x="115" y="779"/>
                  </a:lnTo>
                  <a:lnTo>
                    <a:pt x="183" y="825"/>
                  </a:lnTo>
                  <a:lnTo>
                    <a:pt x="275" y="848"/>
                  </a:lnTo>
                  <a:lnTo>
                    <a:pt x="344" y="825"/>
                  </a:lnTo>
                  <a:lnTo>
                    <a:pt x="1444" y="550"/>
                  </a:lnTo>
                  <a:lnTo>
                    <a:pt x="1558" y="504"/>
                  </a:lnTo>
                  <a:lnTo>
                    <a:pt x="1627" y="435"/>
                  </a:lnTo>
                  <a:lnTo>
                    <a:pt x="1673" y="321"/>
                  </a:lnTo>
                  <a:lnTo>
                    <a:pt x="1673" y="206"/>
                  </a:lnTo>
                  <a:lnTo>
                    <a:pt x="1604" y="115"/>
                  </a:lnTo>
                  <a:lnTo>
                    <a:pt x="1535" y="2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5" name="Google Shape;5055;p66"/>
            <p:cNvSpPr/>
            <p:nvPr/>
          </p:nvSpPr>
          <p:spPr>
            <a:xfrm>
              <a:off x="3056217" y="4132905"/>
              <a:ext cx="35953" cy="18245"/>
            </a:xfrm>
            <a:custGeom>
              <a:avLst/>
              <a:gdLst/>
              <a:ahLst/>
              <a:cxnLst/>
              <a:rect l="l" t="t" r="r" b="b"/>
              <a:pathLst>
                <a:path w="1673" h="849" extrusionOk="0">
                  <a:moveTo>
                    <a:pt x="1306" y="1"/>
                  </a:moveTo>
                  <a:lnTo>
                    <a:pt x="207" y="276"/>
                  </a:lnTo>
                  <a:lnTo>
                    <a:pt x="115" y="321"/>
                  </a:lnTo>
                  <a:lnTo>
                    <a:pt x="46" y="413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46" y="711"/>
                  </a:lnTo>
                  <a:lnTo>
                    <a:pt x="115" y="780"/>
                  </a:lnTo>
                  <a:lnTo>
                    <a:pt x="184" y="825"/>
                  </a:lnTo>
                  <a:lnTo>
                    <a:pt x="298" y="848"/>
                  </a:lnTo>
                  <a:lnTo>
                    <a:pt x="367" y="825"/>
                  </a:lnTo>
                  <a:lnTo>
                    <a:pt x="1467" y="551"/>
                  </a:lnTo>
                  <a:lnTo>
                    <a:pt x="1558" y="505"/>
                  </a:lnTo>
                  <a:lnTo>
                    <a:pt x="1627" y="436"/>
                  </a:lnTo>
                  <a:lnTo>
                    <a:pt x="1673" y="321"/>
                  </a:lnTo>
                  <a:lnTo>
                    <a:pt x="1673" y="207"/>
                  </a:lnTo>
                  <a:lnTo>
                    <a:pt x="1627" y="115"/>
                  </a:lnTo>
                  <a:lnTo>
                    <a:pt x="1535" y="24"/>
                  </a:lnTo>
                  <a:lnTo>
                    <a:pt x="14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6" name="Google Shape;5056;p66"/>
            <p:cNvSpPr/>
            <p:nvPr/>
          </p:nvSpPr>
          <p:spPr>
            <a:xfrm>
              <a:off x="3103473" y="4165892"/>
              <a:ext cx="35974" cy="18739"/>
            </a:xfrm>
            <a:custGeom>
              <a:avLst/>
              <a:gdLst/>
              <a:ahLst/>
              <a:cxnLst/>
              <a:rect l="l" t="t" r="r" b="b"/>
              <a:pathLst>
                <a:path w="1674" h="872" extrusionOk="0">
                  <a:moveTo>
                    <a:pt x="1421" y="1"/>
                  </a:moveTo>
                  <a:lnTo>
                    <a:pt x="1307" y="24"/>
                  </a:lnTo>
                  <a:lnTo>
                    <a:pt x="207" y="299"/>
                  </a:lnTo>
                  <a:lnTo>
                    <a:pt x="115" y="344"/>
                  </a:lnTo>
                  <a:lnTo>
                    <a:pt x="24" y="413"/>
                  </a:lnTo>
                  <a:lnTo>
                    <a:pt x="1" y="528"/>
                  </a:lnTo>
                  <a:lnTo>
                    <a:pt x="1" y="642"/>
                  </a:lnTo>
                  <a:lnTo>
                    <a:pt x="47" y="734"/>
                  </a:lnTo>
                  <a:lnTo>
                    <a:pt x="115" y="803"/>
                  </a:lnTo>
                  <a:lnTo>
                    <a:pt x="184" y="848"/>
                  </a:lnTo>
                  <a:lnTo>
                    <a:pt x="276" y="871"/>
                  </a:lnTo>
                  <a:lnTo>
                    <a:pt x="345" y="848"/>
                  </a:lnTo>
                  <a:lnTo>
                    <a:pt x="1444" y="574"/>
                  </a:lnTo>
                  <a:lnTo>
                    <a:pt x="1559" y="528"/>
                  </a:lnTo>
                  <a:lnTo>
                    <a:pt x="1628" y="459"/>
                  </a:lnTo>
                  <a:lnTo>
                    <a:pt x="1673" y="344"/>
                  </a:lnTo>
                  <a:lnTo>
                    <a:pt x="1673" y="230"/>
                  </a:lnTo>
                  <a:lnTo>
                    <a:pt x="1605" y="115"/>
                  </a:lnTo>
                  <a:lnTo>
                    <a:pt x="1536" y="47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66"/>
            <p:cNvSpPr/>
            <p:nvPr/>
          </p:nvSpPr>
          <p:spPr>
            <a:xfrm>
              <a:off x="3127111" y="4179194"/>
              <a:ext cx="35974" cy="18245"/>
            </a:xfrm>
            <a:custGeom>
              <a:avLst/>
              <a:gdLst/>
              <a:ahLst/>
              <a:cxnLst/>
              <a:rect l="l" t="t" r="r" b="b"/>
              <a:pathLst>
                <a:path w="1674" h="849" extrusionOk="0">
                  <a:moveTo>
                    <a:pt x="1421" y="0"/>
                  </a:moveTo>
                  <a:lnTo>
                    <a:pt x="1307" y="23"/>
                  </a:lnTo>
                  <a:lnTo>
                    <a:pt x="207" y="275"/>
                  </a:lnTo>
                  <a:lnTo>
                    <a:pt x="115" y="344"/>
                  </a:lnTo>
                  <a:lnTo>
                    <a:pt x="24" y="413"/>
                  </a:lnTo>
                  <a:lnTo>
                    <a:pt x="1" y="527"/>
                  </a:lnTo>
                  <a:lnTo>
                    <a:pt x="1" y="642"/>
                  </a:lnTo>
                  <a:lnTo>
                    <a:pt x="46" y="734"/>
                  </a:lnTo>
                  <a:lnTo>
                    <a:pt x="115" y="802"/>
                  </a:lnTo>
                  <a:lnTo>
                    <a:pt x="184" y="848"/>
                  </a:lnTo>
                  <a:lnTo>
                    <a:pt x="344" y="848"/>
                  </a:lnTo>
                  <a:lnTo>
                    <a:pt x="1444" y="573"/>
                  </a:lnTo>
                  <a:lnTo>
                    <a:pt x="1559" y="527"/>
                  </a:lnTo>
                  <a:lnTo>
                    <a:pt x="1627" y="436"/>
                  </a:lnTo>
                  <a:lnTo>
                    <a:pt x="1673" y="344"/>
                  </a:lnTo>
                  <a:lnTo>
                    <a:pt x="1673" y="229"/>
                  </a:lnTo>
                  <a:lnTo>
                    <a:pt x="1604" y="115"/>
                  </a:lnTo>
                  <a:lnTo>
                    <a:pt x="1536" y="46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66"/>
            <p:cNvSpPr/>
            <p:nvPr/>
          </p:nvSpPr>
          <p:spPr>
            <a:xfrm>
              <a:off x="3152727" y="4191507"/>
              <a:ext cx="35953" cy="18224"/>
            </a:xfrm>
            <a:custGeom>
              <a:avLst/>
              <a:gdLst/>
              <a:ahLst/>
              <a:cxnLst/>
              <a:rect l="l" t="t" r="r" b="b"/>
              <a:pathLst>
                <a:path w="1673" h="848" extrusionOk="0">
                  <a:moveTo>
                    <a:pt x="1329" y="0"/>
                  </a:moveTo>
                  <a:lnTo>
                    <a:pt x="229" y="275"/>
                  </a:lnTo>
                  <a:lnTo>
                    <a:pt x="115" y="321"/>
                  </a:lnTo>
                  <a:lnTo>
                    <a:pt x="46" y="413"/>
                  </a:lnTo>
                  <a:lnTo>
                    <a:pt x="0" y="527"/>
                  </a:lnTo>
                  <a:lnTo>
                    <a:pt x="0" y="642"/>
                  </a:lnTo>
                  <a:lnTo>
                    <a:pt x="46" y="733"/>
                  </a:lnTo>
                  <a:lnTo>
                    <a:pt x="115" y="802"/>
                  </a:lnTo>
                  <a:lnTo>
                    <a:pt x="183" y="848"/>
                  </a:lnTo>
                  <a:lnTo>
                    <a:pt x="367" y="848"/>
                  </a:lnTo>
                  <a:lnTo>
                    <a:pt x="1466" y="573"/>
                  </a:lnTo>
                  <a:lnTo>
                    <a:pt x="1558" y="527"/>
                  </a:lnTo>
                  <a:lnTo>
                    <a:pt x="1627" y="435"/>
                  </a:lnTo>
                  <a:lnTo>
                    <a:pt x="1673" y="344"/>
                  </a:lnTo>
                  <a:lnTo>
                    <a:pt x="1673" y="229"/>
                  </a:lnTo>
                  <a:lnTo>
                    <a:pt x="1627" y="115"/>
                  </a:lnTo>
                  <a:lnTo>
                    <a:pt x="1535" y="46"/>
                  </a:lnTo>
                  <a:lnTo>
                    <a:pt x="14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66"/>
            <p:cNvSpPr/>
            <p:nvPr/>
          </p:nvSpPr>
          <p:spPr>
            <a:xfrm>
              <a:off x="3180792" y="4201844"/>
              <a:ext cx="35953" cy="18245"/>
            </a:xfrm>
            <a:custGeom>
              <a:avLst/>
              <a:gdLst/>
              <a:ahLst/>
              <a:cxnLst/>
              <a:rect l="l" t="t" r="r" b="b"/>
              <a:pathLst>
                <a:path w="1673" h="849" extrusionOk="0">
                  <a:moveTo>
                    <a:pt x="1421" y="0"/>
                  </a:moveTo>
                  <a:lnTo>
                    <a:pt x="1306" y="23"/>
                  </a:lnTo>
                  <a:lnTo>
                    <a:pt x="206" y="275"/>
                  </a:lnTo>
                  <a:lnTo>
                    <a:pt x="115" y="344"/>
                  </a:lnTo>
                  <a:lnTo>
                    <a:pt x="46" y="413"/>
                  </a:lnTo>
                  <a:lnTo>
                    <a:pt x="0" y="527"/>
                  </a:lnTo>
                  <a:lnTo>
                    <a:pt x="0" y="642"/>
                  </a:lnTo>
                  <a:lnTo>
                    <a:pt x="46" y="733"/>
                  </a:lnTo>
                  <a:lnTo>
                    <a:pt x="115" y="802"/>
                  </a:lnTo>
                  <a:lnTo>
                    <a:pt x="183" y="848"/>
                  </a:lnTo>
                  <a:lnTo>
                    <a:pt x="344" y="848"/>
                  </a:lnTo>
                  <a:lnTo>
                    <a:pt x="1443" y="573"/>
                  </a:lnTo>
                  <a:lnTo>
                    <a:pt x="1558" y="527"/>
                  </a:lnTo>
                  <a:lnTo>
                    <a:pt x="1627" y="436"/>
                  </a:lnTo>
                  <a:lnTo>
                    <a:pt x="1673" y="344"/>
                  </a:lnTo>
                  <a:lnTo>
                    <a:pt x="1673" y="229"/>
                  </a:lnTo>
                  <a:lnTo>
                    <a:pt x="1627" y="115"/>
                  </a:lnTo>
                  <a:lnTo>
                    <a:pt x="1535" y="46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66"/>
            <p:cNvSpPr/>
            <p:nvPr/>
          </p:nvSpPr>
          <p:spPr>
            <a:xfrm>
              <a:off x="2200973" y="2351051"/>
              <a:ext cx="606147" cy="913368"/>
            </a:xfrm>
            <a:custGeom>
              <a:avLst/>
              <a:gdLst/>
              <a:ahLst/>
              <a:cxnLst/>
              <a:rect l="l" t="t" r="r" b="b"/>
              <a:pathLst>
                <a:path w="28206" h="42502" extrusionOk="0">
                  <a:moveTo>
                    <a:pt x="15512" y="0"/>
                  </a:moveTo>
                  <a:lnTo>
                    <a:pt x="15420" y="46"/>
                  </a:lnTo>
                  <a:lnTo>
                    <a:pt x="15100" y="184"/>
                  </a:lnTo>
                  <a:lnTo>
                    <a:pt x="14618" y="390"/>
                  </a:lnTo>
                  <a:lnTo>
                    <a:pt x="13954" y="596"/>
                  </a:lnTo>
                  <a:lnTo>
                    <a:pt x="13656" y="665"/>
                  </a:lnTo>
                  <a:lnTo>
                    <a:pt x="13106" y="802"/>
                  </a:lnTo>
                  <a:lnTo>
                    <a:pt x="12465" y="917"/>
                  </a:lnTo>
                  <a:lnTo>
                    <a:pt x="12167" y="940"/>
                  </a:lnTo>
                  <a:lnTo>
                    <a:pt x="11777" y="986"/>
                  </a:lnTo>
                  <a:lnTo>
                    <a:pt x="11342" y="1008"/>
                  </a:lnTo>
                  <a:lnTo>
                    <a:pt x="10884" y="1031"/>
                  </a:lnTo>
                  <a:lnTo>
                    <a:pt x="10403" y="1008"/>
                  </a:lnTo>
                  <a:lnTo>
                    <a:pt x="10151" y="1008"/>
                  </a:lnTo>
                  <a:lnTo>
                    <a:pt x="9876" y="1031"/>
                  </a:lnTo>
                  <a:lnTo>
                    <a:pt x="9624" y="1054"/>
                  </a:lnTo>
                  <a:lnTo>
                    <a:pt x="9372" y="1100"/>
                  </a:lnTo>
                  <a:lnTo>
                    <a:pt x="9120" y="1169"/>
                  </a:lnTo>
                  <a:lnTo>
                    <a:pt x="8868" y="1261"/>
                  </a:lnTo>
                  <a:lnTo>
                    <a:pt x="8639" y="1352"/>
                  </a:lnTo>
                  <a:lnTo>
                    <a:pt x="8409" y="1444"/>
                  </a:lnTo>
                  <a:lnTo>
                    <a:pt x="8180" y="1581"/>
                  </a:lnTo>
                  <a:lnTo>
                    <a:pt x="7951" y="1719"/>
                  </a:lnTo>
                  <a:lnTo>
                    <a:pt x="7722" y="1879"/>
                  </a:lnTo>
                  <a:lnTo>
                    <a:pt x="7493" y="2040"/>
                  </a:lnTo>
                  <a:lnTo>
                    <a:pt x="7287" y="2223"/>
                  </a:lnTo>
                  <a:lnTo>
                    <a:pt x="7081" y="2429"/>
                  </a:lnTo>
                  <a:lnTo>
                    <a:pt x="6668" y="2864"/>
                  </a:lnTo>
                  <a:lnTo>
                    <a:pt x="6302" y="3345"/>
                  </a:lnTo>
                  <a:lnTo>
                    <a:pt x="5935" y="3895"/>
                  </a:lnTo>
                  <a:lnTo>
                    <a:pt x="5591" y="4514"/>
                  </a:lnTo>
                  <a:lnTo>
                    <a:pt x="5248" y="5156"/>
                  </a:lnTo>
                  <a:lnTo>
                    <a:pt x="4950" y="5889"/>
                  </a:lnTo>
                  <a:lnTo>
                    <a:pt x="4675" y="6645"/>
                  </a:lnTo>
                  <a:lnTo>
                    <a:pt x="4423" y="7447"/>
                  </a:lnTo>
                  <a:lnTo>
                    <a:pt x="4171" y="8317"/>
                  </a:lnTo>
                  <a:lnTo>
                    <a:pt x="3277" y="11800"/>
                  </a:lnTo>
                  <a:lnTo>
                    <a:pt x="2842" y="13495"/>
                  </a:lnTo>
                  <a:lnTo>
                    <a:pt x="2452" y="15145"/>
                  </a:lnTo>
                  <a:lnTo>
                    <a:pt x="2338" y="15580"/>
                  </a:lnTo>
                  <a:lnTo>
                    <a:pt x="1880" y="17551"/>
                  </a:lnTo>
                  <a:lnTo>
                    <a:pt x="1490" y="19498"/>
                  </a:lnTo>
                  <a:lnTo>
                    <a:pt x="1307" y="20460"/>
                  </a:lnTo>
                  <a:lnTo>
                    <a:pt x="1146" y="21423"/>
                  </a:lnTo>
                  <a:lnTo>
                    <a:pt x="986" y="22385"/>
                  </a:lnTo>
                  <a:lnTo>
                    <a:pt x="872" y="23347"/>
                  </a:lnTo>
                  <a:lnTo>
                    <a:pt x="780" y="24149"/>
                  </a:lnTo>
                  <a:lnTo>
                    <a:pt x="711" y="24951"/>
                  </a:lnTo>
                  <a:lnTo>
                    <a:pt x="505" y="27357"/>
                  </a:lnTo>
                  <a:lnTo>
                    <a:pt x="253" y="30748"/>
                  </a:lnTo>
                  <a:lnTo>
                    <a:pt x="138" y="32604"/>
                  </a:lnTo>
                  <a:lnTo>
                    <a:pt x="47" y="34437"/>
                  </a:lnTo>
                  <a:lnTo>
                    <a:pt x="1" y="36155"/>
                  </a:lnTo>
                  <a:lnTo>
                    <a:pt x="1" y="37690"/>
                  </a:lnTo>
                  <a:lnTo>
                    <a:pt x="1" y="37965"/>
                  </a:lnTo>
                  <a:lnTo>
                    <a:pt x="47" y="38859"/>
                  </a:lnTo>
                  <a:lnTo>
                    <a:pt x="70" y="39225"/>
                  </a:lnTo>
                  <a:lnTo>
                    <a:pt x="115" y="39546"/>
                  </a:lnTo>
                  <a:lnTo>
                    <a:pt x="620" y="39890"/>
                  </a:lnTo>
                  <a:lnTo>
                    <a:pt x="1124" y="40233"/>
                  </a:lnTo>
                  <a:lnTo>
                    <a:pt x="1628" y="40531"/>
                  </a:lnTo>
                  <a:lnTo>
                    <a:pt x="2155" y="40806"/>
                  </a:lnTo>
                  <a:lnTo>
                    <a:pt x="2682" y="41058"/>
                  </a:lnTo>
                  <a:lnTo>
                    <a:pt x="3231" y="41287"/>
                  </a:lnTo>
                  <a:lnTo>
                    <a:pt x="3781" y="41493"/>
                  </a:lnTo>
                  <a:lnTo>
                    <a:pt x="4331" y="41700"/>
                  </a:lnTo>
                  <a:lnTo>
                    <a:pt x="4904" y="41860"/>
                  </a:lnTo>
                  <a:lnTo>
                    <a:pt x="5477" y="41997"/>
                  </a:lnTo>
                  <a:lnTo>
                    <a:pt x="6027" y="42135"/>
                  </a:lnTo>
                  <a:lnTo>
                    <a:pt x="6622" y="42227"/>
                  </a:lnTo>
                  <a:lnTo>
                    <a:pt x="7195" y="42318"/>
                  </a:lnTo>
                  <a:lnTo>
                    <a:pt x="7768" y="42387"/>
                  </a:lnTo>
                  <a:lnTo>
                    <a:pt x="8364" y="42456"/>
                  </a:lnTo>
                  <a:lnTo>
                    <a:pt x="8936" y="42479"/>
                  </a:lnTo>
                  <a:lnTo>
                    <a:pt x="9532" y="42502"/>
                  </a:lnTo>
                  <a:lnTo>
                    <a:pt x="10128" y="42502"/>
                  </a:lnTo>
                  <a:lnTo>
                    <a:pt x="10724" y="42479"/>
                  </a:lnTo>
                  <a:lnTo>
                    <a:pt x="11296" y="42456"/>
                  </a:lnTo>
                  <a:lnTo>
                    <a:pt x="11892" y="42410"/>
                  </a:lnTo>
                  <a:lnTo>
                    <a:pt x="12465" y="42341"/>
                  </a:lnTo>
                  <a:lnTo>
                    <a:pt x="13633" y="42204"/>
                  </a:lnTo>
                  <a:lnTo>
                    <a:pt x="14779" y="41997"/>
                  </a:lnTo>
                  <a:lnTo>
                    <a:pt x="15902" y="41745"/>
                  </a:lnTo>
                  <a:lnTo>
                    <a:pt x="17024" y="41470"/>
                  </a:lnTo>
                  <a:lnTo>
                    <a:pt x="18078" y="41127"/>
                  </a:lnTo>
                  <a:lnTo>
                    <a:pt x="18353" y="41058"/>
                  </a:lnTo>
                  <a:lnTo>
                    <a:pt x="19224" y="40760"/>
                  </a:lnTo>
                  <a:lnTo>
                    <a:pt x="20049" y="40439"/>
                  </a:lnTo>
                  <a:lnTo>
                    <a:pt x="20873" y="40096"/>
                  </a:lnTo>
                  <a:lnTo>
                    <a:pt x="21652" y="39752"/>
                  </a:lnTo>
                  <a:lnTo>
                    <a:pt x="22386" y="39386"/>
                  </a:lnTo>
                  <a:lnTo>
                    <a:pt x="23096" y="39019"/>
                  </a:lnTo>
                  <a:lnTo>
                    <a:pt x="23737" y="38652"/>
                  </a:lnTo>
                  <a:lnTo>
                    <a:pt x="24356" y="38286"/>
                  </a:lnTo>
                  <a:lnTo>
                    <a:pt x="24287" y="36888"/>
                  </a:lnTo>
                  <a:lnTo>
                    <a:pt x="24218" y="35491"/>
                  </a:lnTo>
                  <a:lnTo>
                    <a:pt x="24196" y="34139"/>
                  </a:lnTo>
                  <a:lnTo>
                    <a:pt x="24173" y="32787"/>
                  </a:lnTo>
                  <a:lnTo>
                    <a:pt x="24173" y="32512"/>
                  </a:lnTo>
                  <a:lnTo>
                    <a:pt x="24196" y="31183"/>
                  </a:lnTo>
                  <a:lnTo>
                    <a:pt x="24218" y="29900"/>
                  </a:lnTo>
                  <a:lnTo>
                    <a:pt x="24241" y="28686"/>
                  </a:lnTo>
                  <a:lnTo>
                    <a:pt x="24287" y="27540"/>
                  </a:lnTo>
                  <a:lnTo>
                    <a:pt x="24333" y="26715"/>
                  </a:lnTo>
                  <a:lnTo>
                    <a:pt x="24356" y="26280"/>
                  </a:lnTo>
                  <a:lnTo>
                    <a:pt x="24379" y="25936"/>
                  </a:lnTo>
                  <a:lnTo>
                    <a:pt x="24493" y="24447"/>
                  </a:lnTo>
                  <a:lnTo>
                    <a:pt x="24654" y="22935"/>
                  </a:lnTo>
                  <a:lnTo>
                    <a:pt x="24654" y="22843"/>
                  </a:lnTo>
                  <a:lnTo>
                    <a:pt x="24700" y="22568"/>
                  </a:lnTo>
                  <a:lnTo>
                    <a:pt x="24700" y="22431"/>
                  </a:lnTo>
                  <a:lnTo>
                    <a:pt x="24860" y="21217"/>
                  </a:lnTo>
                  <a:lnTo>
                    <a:pt x="24929" y="20758"/>
                  </a:lnTo>
                  <a:lnTo>
                    <a:pt x="25112" y="19613"/>
                  </a:lnTo>
                  <a:lnTo>
                    <a:pt x="25204" y="19132"/>
                  </a:lnTo>
                  <a:lnTo>
                    <a:pt x="25410" y="18009"/>
                  </a:lnTo>
                  <a:lnTo>
                    <a:pt x="25639" y="16955"/>
                  </a:lnTo>
                  <a:lnTo>
                    <a:pt x="25708" y="16680"/>
                  </a:lnTo>
                  <a:lnTo>
                    <a:pt x="26006" y="15466"/>
                  </a:lnTo>
                  <a:lnTo>
                    <a:pt x="26303" y="14320"/>
                  </a:lnTo>
                  <a:lnTo>
                    <a:pt x="26395" y="14022"/>
                  </a:lnTo>
                  <a:lnTo>
                    <a:pt x="26739" y="12854"/>
                  </a:lnTo>
                  <a:lnTo>
                    <a:pt x="27082" y="11800"/>
                  </a:lnTo>
                  <a:lnTo>
                    <a:pt x="27678" y="10059"/>
                  </a:lnTo>
                  <a:lnTo>
                    <a:pt x="27747" y="9807"/>
                  </a:lnTo>
                  <a:lnTo>
                    <a:pt x="27953" y="9188"/>
                  </a:lnTo>
                  <a:lnTo>
                    <a:pt x="28091" y="8638"/>
                  </a:lnTo>
                  <a:lnTo>
                    <a:pt x="28182" y="8157"/>
                  </a:lnTo>
                  <a:lnTo>
                    <a:pt x="28205" y="7951"/>
                  </a:lnTo>
                  <a:lnTo>
                    <a:pt x="28205" y="7745"/>
                  </a:lnTo>
                  <a:lnTo>
                    <a:pt x="28205" y="7722"/>
                  </a:lnTo>
                  <a:lnTo>
                    <a:pt x="28205" y="7447"/>
                  </a:lnTo>
                  <a:lnTo>
                    <a:pt x="28182" y="7218"/>
                  </a:lnTo>
                  <a:lnTo>
                    <a:pt x="28136" y="6988"/>
                  </a:lnTo>
                  <a:lnTo>
                    <a:pt x="28091" y="6805"/>
                  </a:lnTo>
                  <a:lnTo>
                    <a:pt x="28022" y="6599"/>
                  </a:lnTo>
                  <a:lnTo>
                    <a:pt x="27953" y="6416"/>
                  </a:lnTo>
                  <a:lnTo>
                    <a:pt x="27861" y="6255"/>
                  </a:lnTo>
                  <a:lnTo>
                    <a:pt x="27678" y="5935"/>
                  </a:lnTo>
                  <a:lnTo>
                    <a:pt x="27426" y="5637"/>
                  </a:lnTo>
                  <a:lnTo>
                    <a:pt x="27151" y="5385"/>
                  </a:lnTo>
                  <a:lnTo>
                    <a:pt x="26853" y="5156"/>
                  </a:lnTo>
                  <a:lnTo>
                    <a:pt x="26533" y="4926"/>
                  </a:lnTo>
                  <a:lnTo>
                    <a:pt x="26189" y="4720"/>
                  </a:lnTo>
                  <a:lnTo>
                    <a:pt x="25845" y="4537"/>
                  </a:lnTo>
                  <a:lnTo>
                    <a:pt x="25089" y="4147"/>
                  </a:lnTo>
                  <a:lnTo>
                    <a:pt x="24310" y="3758"/>
                  </a:lnTo>
                  <a:lnTo>
                    <a:pt x="23944" y="3552"/>
                  </a:lnTo>
                  <a:lnTo>
                    <a:pt x="23554" y="3300"/>
                  </a:lnTo>
                  <a:lnTo>
                    <a:pt x="23348" y="3139"/>
                  </a:lnTo>
                  <a:lnTo>
                    <a:pt x="23050" y="2910"/>
                  </a:lnTo>
                  <a:lnTo>
                    <a:pt x="22775" y="2658"/>
                  </a:lnTo>
                  <a:lnTo>
                    <a:pt x="22500" y="2383"/>
                  </a:lnTo>
                  <a:lnTo>
                    <a:pt x="22248" y="2085"/>
                  </a:lnTo>
                  <a:lnTo>
                    <a:pt x="21996" y="1696"/>
                  </a:lnTo>
                  <a:lnTo>
                    <a:pt x="21859" y="1444"/>
                  </a:lnTo>
                  <a:lnTo>
                    <a:pt x="21721" y="1169"/>
                  </a:lnTo>
                  <a:lnTo>
                    <a:pt x="1551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66"/>
            <p:cNvSpPr/>
            <p:nvPr/>
          </p:nvSpPr>
          <p:spPr>
            <a:xfrm>
              <a:off x="2308808" y="2559801"/>
              <a:ext cx="459413" cy="115251"/>
            </a:xfrm>
            <a:custGeom>
              <a:avLst/>
              <a:gdLst/>
              <a:ahLst/>
              <a:cxnLst/>
              <a:rect l="l" t="t" r="r" b="b"/>
              <a:pathLst>
                <a:path w="21378" h="5363" extrusionOk="0">
                  <a:moveTo>
                    <a:pt x="1879" y="1"/>
                  </a:moveTo>
                  <a:lnTo>
                    <a:pt x="1581" y="24"/>
                  </a:lnTo>
                  <a:lnTo>
                    <a:pt x="1284" y="47"/>
                  </a:lnTo>
                  <a:lnTo>
                    <a:pt x="986" y="93"/>
                  </a:lnTo>
                  <a:lnTo>
                    <a:pt x="688" y="161"/>
                  </a:lnTo>
                  <a:lnTo>
                    <a:pt x="390" y="253"/>
                  </a:lnTo>
                  <a:lnTo>
                    <a:pt x="92" y="345"/>
                  </a:lnTo>
                  <a:lnTo>
                    <a:pt x="46" y="368"/>
                  </a:lnTo>
                  <a:lnTo>
                    <a:pt x="23" y="413"/>
                  </a:lnTo>
                  <a:lnTo>
                    <a:pt x="1" y="459"/>
                  </a:lnTo>
                  <a:lnTo>
                    <a:pt x="23" y="505"/>
                  </a:lnTo>
                  <a:lnTo>
                    <a:pt x="46" y="551"/>
                  </a:lnTo>
                  <a:lnTo>
                    <a:pt x="69" y="597"/>
                  </a:lnTo>
                  <a:lnTo>
                    <a:pt x="115" y="620"/>
                  </a:lnTo>
                  <a:lnTo>
                    <a:pt x="184" y="597"/>
                  </a:lnTo>
                  <a:lnTo>
                    <a:pt x="527" y="482"/>
                  </a:lnTo>
                  <a:lnTo>
                    <a:pt x="894" y="413"/>
                  </a:lnTo>
                  <a:lnTo>
                    <a:pt x="1261" y="345"/>
                  </a:lnTo>
                  <a:lnTo>
                    <a:pt x="1627" y="299"/>
                  </a:lnTo>
                  <a:lnTo>
                    <a:pt x="2338" y="299"/>
                  </a:lnTo>
                  <a:lnTo>
                    <a:pt x="2704" y="322"/>
                  </a:lnTo>
                  <a:lnTo>
                    <a:pt x="3071" y="368"/>
                  </a:lnTo>
                  <a:lnTo>
                    <a:pt x="3437" y="413"/>
                  </a:lnTo>
                  <a:lnTo>
                    <a:pt x="3804" y="505"/>
                  </a:lnTo>
                  <a:lnTo>
                    <a:pt x="4148" y="574"/>
                  </a:lnTo>
                  <a:lnTo>
                    <a:pt x="4514" y="688"/>
                  </a:lnTo>
                  <a:lnTo>
                    <a:pt x="5201" y="940"/>
                  </a:lnTo>
                  <a:lnTo>
                    <a:pt x="5889" y="1215"/>
                  </a:lnTo>
                  <a:lnTo>
                    <a:pt x="6439" y="1490"/>
                  </a:lnTo>
                  <a:lnTo>
                    <a:pt x="7011" y="1788"/>
                  </a:lnTo>
                  <a:lnTo>
                    <a:pt x="8088" y="2407"/>
                  </a:lnTo>
                  <a:lnTo>
                    <a:pt x="9165" y="3071"/>
                  </a:lnTo>
                  <a:lnTo>
                    <a:pt x="10265" y="3690"/>
                  </a:lnTo>
                  <a:lnTo>
                    <a:pt x="10769" y="3965"/>
                  </a:lnTo>
                  <a:lnTo>
                    <a:pt x="11319" y="4240"/>
                  </a:lnTo>
                  <a:lnTo>
                    <a:pt x="11846" y="4469"/>
                  </a:lnTo>
                  <a:lnTo>
                    <a:pt x="12396" y="4675"/>
                  </a:lnTo>
                  <a:lnTo>
                    <a:pt x="12946" y="4858"/>
                  </a:lnTo>
                  <a:lnTo>
                    <a:pt x="13518" y="5019"/>
                  </a:lnTo>
                  <a:lnTo>
                    <a:pt x="14091" y="5156"/>
                  </a:lnTo>
                  <a:lnTo>
                    <a:pt x="14687" y="5248"/>
                  </a:lnTo>
                  <a:lnTo>
                    <a:pt x="15099" y="5294"/>
                  </a:lnTo>
                  <a:lnTo>
                    <a:pt x="15512" y="5339"/>
                  </a:lnTo>
                  <a:lnTo>
                    <a:pt x="16337" y="5362"/>
                  </a:lnTo>
                  <a:lnTo>
                    <a:pt x="17184" y="5339"/>
                  </a:lnTo>
                  <a:lnTo>
                    <a:pt x="18009" y="5271"/>
                  </a:lnTo>
                  <a:lnTo>
                    <a:pt x="18834" y="5156"/>
                  </a:lnTo>
                  <a:lnTo>
                    <a:pt x="19659" y="5019"/>
                  </a:lnTo>
                  <a:lnTo>
                    <a:pt x="20484" y="4835"/>
                  </a:lnTo>
                  <a:lnTo>
                    <a:pt x="21285" y="4606"/>
                  </a:lnTo>
                  <a:lnTo>
                    <a:pt x="21377" y="4308"/>
                  </a:lnTo>
                  <a:lnTo>
                    <a:pt x="20758" y="4469"/>
                  </a:lnTo>
                  <a:lnTo>
                    <a:pt x="20163" y="4629"/>
                  </a:lnTo>
                  <a:lnTo>
                    <a:pt x="19544" y="4767"/>
                  </a:lnTo>
                  <a:lnTo>
                    <a:pt x="18903" y="4881"/>
                  </a:lnTo>
                  <a:lnTo>
                    <a:pt x="18261" y="4973"/>
                  </a:lnTo>
                  <a:lnTo>
                    <a:pt x="17597" y="5041"/>
                  </a:lnTo>
                  <a:lnTo>
                    <a:pt x="16932" y="5087"/>
                  </a:lnTo>
                  <a:lnTo>
                    <a:pt x="16245" y="5087"/>
                  </a:lnTo>
                  <a:lnTo>
                    <a:pt x="15580" y="5064"/>
                  </a:lnTo>
                  <a:lnTo>
                    <a:pt x="14916" y="5019"/>
                  </a:lnTo>
                  <a:lnTo>
                    <a:pt x="14252" y="4904"/>
                  </a:lnTo>
                  <a:lnTo>
                    <a:pt x="13610" y="4767"/>
                  </a:lnTo>
                  <a:lnTo>
                    <a:pt x="12991" y="4606"/>
                  </a:lnTo>
                  <a:lnTo>
                    <a:pt x="12396" y="4400"/>
                  </a:lnTo>
                  <a:lnTo>
                    <a:pt x="11800" y="4148"/>
                  </a:lnTo>
                  <a:lnTo>
                    <a:pt x="11227" y="3896"/>
                  </a:lnTo>
                  <a:lnTo>
                    <a:pt x="10654" y="3598"/>
                  </a:lnTo>
                  <a:lnTo>
                    <a:pt x="10105" y="3300"/>
                  </a:lnTo>
                  <a:lnTo>
                    <a:pt x="9005" y="2659"/>
                  </a:lnTo>
                  <a:lnTo>
                    <a:pt x="7997" y="2063"/>
                  </a:lnTo>
                  <a:lnTo>
                    <a:pt x="6943" y="1467"/>
                  </a:lnTo>
                  <a:lnTo>
                    <a:pt x="6416" y="1192"/>
                  </a:lnTo>
                  <a:lnTo>
                    <a:pt x="5866" y="940"/>
                  </a:lnTo>
                  <a:lnTo>
                    <a:pt x="5316" y="688"/>
                  </a:lnTo>
                  <a:lnTo>
                    <a:pt x="4766" y="482"/>
                  </a:lnTo>
                  <a:lnTo>
                    <a:pt x="4193" y="322"/>
                  </a:lnTo>
                  <a:lnTo>
                    <a:pt x="3621" y="161"/>
                  </a:lnTo>
                  <a:lnTo>
                    <a:pt x="3048" y="70"/>
                  </a:lnTo>
                  <a:lnTo>
                    <a:pt x="2452" y="24"/>
                  </a:lnTo>
                  <a:lnTo>
                    <a:pt x="1879" y="1"/>
                  </a:lnTo>
                  <a:close/>
                </a:path>
              </a:pathLst>
            </a:custGeom>
            <a:solidFill>
              <a:srgbClr val="FDC4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66"/>
            <p:cNvSpPr/>
            <p:nvPr/>
          </p:nvSpPr>
          <p:spPr>
            <a:xfrm>
              <a:off x="2731745" y="2605596"/>
              <a:ext cx="51726" cy="214707"/>
            </a:xfrm>
            <a:custGeom>
              <a:avLst/>
              <a:gdLst/>
              <a:ahLst/>
              <a:cxnLst/>
              <a:rect l="l" t="t" r="r" b="b"/>
              <a:pathLst>
                <a:path w="2407" h="9991" extrusionOk="0">
                  <a:moveTo>
                    <a:pt x="2246" y="1"/>
                  </a:moveTo>
                  <a:lnTo>
                    <a:pt x="2200" y="24"/>
                  </a:lnTo>
                  <a:lnTo>
                    <a:pt x="2154" y="69"/>
                  </a:lnTo>
                  <a:lnTo>
                    <a:pt x="2131" y="115"/>
                  </a:lnTo>
                  <a:lnTo>
                    <a:pt x="1879" y="1238"/>
                  </a:lnTo>
                  <a:lnTo>
                    <a:pt x="1261" y="3850"/>
                  </a:lnTo>
                  <a:lnTo>
                    <a:pt x="550" y="7035"/>
                  </a:lnTo>
                  <a:lnTo>
                    <a:pt x="253" y="8547"/>
                  </a:lnTo>
                  <a:lnTo>
                    <a:pt x="1" y="9830"/>
                  </a:lnTo>
                  <a:lnTo>
                    <a:pt x="1" y="9876"/>
                  </a:lnTo>
                  <a:lnTo>
                    <a:pt x="24" y="9921"/>
                  </a:lnTo>
                  <a:lnTo>
                    <a:pt x="46" y="9967"/>
                  </a:lnTo>
                  <a:lnTo>
                    <a:pt x="92" y="9990"/>
                  </a:lnTo>
                  <a:lnTo>
                    <a:pt x="184" y="9990"/>
                  </a:lnTo>
                  <a:lnTo>
                    <a:pt x="230" y="9967"/>
                  </a:lnTo>
                  <a:lnTo>
                    <a:pt x="253" y="9944"/>
                  </a:lnTo>
                  <a:lnTo>
                    <a:pt x="276" y="9876"/>
                  </a:lnTo>
                  <a:lnTo>
                    <a:pt x="528" y="8593"/>
                  </a:lnTo>
                  <a:lnTo>
                    <a:pt x="825" y="7080"/>
                  </a:lnTo>
                  <a:lnTo>
                    <a:pt x="1536" y="3919"/>
                  </a:lnTo>
                  <a:lnTo>
                    <a:pt x="2154" y="1284"/>
                  </a:lnTo>
                  <a:lnTo>
                    <a:pt x="2406" y="184"/>
                  </a:lnTo>
                  <a:lnTo>
                    <a:pt x="2406" y="115"/>
                  </a:lnTo>
                  <a:lnTo>
                    <a:pt x="2406" y="69"/>
                  </a:lnTo>
                  <a:lnTo>
                    <a:pt x="2361" y="24"/>
                  </a:lnTo>
                  <a:lnTo>
                    <a:pt x="2315" y="1"/>
                  </a:lnTo>
                  <a:close/>
                </a:path>
              </a:pathLst>
            </a:custGeom>
            <a:solidFill>
              <a:srgbClr val="CA6D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66"/>
            <p:cNvSpPr/>
            <p:nvPr/>
          </p:nvSpPr>
          <p:spPr>
            <a:xfrm>
              <a:off x="2684984" y="2709498"/>
              <a:ext cx="68446" cy="134420"/>
            </a:xfrm>
            <a:custGeom>
              <a:avLst/>
              <a:gdLst/>
              <a:ahLst/>
              <a:cxnLst/>
              <a:rect l="l" t="t" r="r" b="b"/>
              <a:pathLst>
                <a:path w="3185" h="6255" extrusionOk="0">
                  <a:moveTo>
                    <a:pt x="2795" y="0"/>
                  </a:moveTo>
                  <a:lnTo>
                    <a:pt x="2429" y="23"/>
                  </a:lnTo>
                  <a:lnTo>
                    <a:pt x="2062" y="92"/>
                  </a:lnTo>
                  <a:lnTo>
                    <a:pt x="1718" y="206"/>
                  </a:lnTo>
                  <a:lnTo>
                    <a:pt x="1375" y="367"/>
                  </a:lnTo>
                  <a:lnTo>
                    <a:pt x="1214" y="458"/>
                  </a:lnTo>
                  <a:lnTo>
                    <a:pt x="1054" y="573"/>
                  </a:lnTo>
                  <a:lnTo>
                    <a:pt x="916" y="710"/>
                  </a:lnTo>
                  <a:lnTo>
                    <a:pt x="756" y="848"/>
                  </a:lnTo>
                  <a:lnTo>
                    <a:pt x="619" y="1008"/>
                  </a:lnTo>
                  <a:lnTo>
                    <a:pt x="481" y="1169"/>
                  </a:lnTo>
                  <a:lnTo>
                    <a:pt x="367" y="1352"/>
                  </a:lnTo>
                  <a:lnTo>
                    <a:pt x="252" y="1512"/>
                  </a:lnTo>
                  <a:lnTo>
                    <a:pt x="183" y="1673"/>
                  </a:lnTo>
                  <a:lnTo>
                    <a:pt x="115" y="1856"/>
                  </a:lnTo>
                  <a:lnTo>
                    <a:pt x="69" y="2016"/>
                  </a:lnTo>
                  <a:lnTo>
                    <a:pt x="23" y="2177"/>
                  </a:lnTo>
                  <a:lnTo>
                    <a:pt x="0" y="2360"/>
                  </a:lnTo>
                  <a:lnTo>
                    <a:pt x="0" y="2520"/>
                  </a:lnTo>
                  <a:lnTo>
                    <a:pt x="23" y="2841"/>
                  </a:lnTo>
                  <a:lnTo>
                    <a:pt x="92" y="3185"/>
                  </a:lnTo>
                  <a:lnTo>
                    <a:pt x="206" y="3506"/>
                  </a:lnTo>
                  <a:lnTo>
                    <a:pt x="344" y="3826"/>
                  </a:lnTo>
                  <a:lnTo>
                    <a:pt x="527" y="4124"/>
                  </a:lnTo>
                  <a:lnTo>
                    <a:pt x="733" y="4445"/>
                  </a:lnTo>
                  <a:lnTo>
                    <a:pt x="962" y="4766"/>
                  </a:lnTo>
                  <a:lnTo>
                    <a:pt x="1191" y="5064"/>
                  </a:lnTo>
                  <a:lnTo>
                    <a:pt x="1673" y="5659"/>
                  </a:lnTo>
                  <a:lnTo>
                    <a:pt x="2131" y="6255"/>
                  </a:lnTo>
                  <a:lnTo>
                    <a:pt x="2131" y="6163"/>
                  </a:lnTo>
                  <a:lnTo>
                    <a:pt x="2177" y="5888"/>
                  </a:lnTo>
                  <a:lnTo>
                    <a:pt x="1718" y="5338"/>
                  </a:lnTo>
                  <a:lnTo>
                    <a:pt x="1283" y="4789"/>
                  </a:lnTo>
                  <a:lnTo>
                    <a:pt x="1077" y="4491"/>
                  </a:lnTo>
                  <a:lnTo>
                    <a:pt x="871" y="4216"/>
                  </a:lnTo>
                  <a:lnTo>
                    <a:pt x="710" y="3918"/>
                  </a:lnTo>
                  <a:lnTo>
                    <a:pt x="550" y="3643"/>
                  </a:lnTo>
                  <a:lnTo>
                    <a:pt x="435" y="3345"/>
                  </a:lnTo>
                  <a:lnTo>
                    <a:pt x="344" y="3047"/>
                  </a:lnTo>
                  <a:lnTo>
                    <a:pt x="275" y="2749"/>
                  </a:lnTo>
                  <a:lnTo>
                    <a:pt x="275" y="2452"/>
                  </a:lnTo>
                  <a:lnTo>
                    <a:pt x="298" y="2154"/>
                  </a:lnTo>
                  <a:lnTo>
                    <a:pt x="390" y="1856"/>
                  </a:lnTo>
                  <a:lnTo>
                    <a:pt x="550" y="1558"/>
                  </a:lnTo>
                  <a:lnTo>
                    <a:pt x="756" y="1260"/>
                  </a:lnTo>
                  <a:lnTo>
                    <a:pt x="1008" y="985"/>
                  </a:lnTo>
                  <a:lnTo>
                    <a:pt x="1260" y="779"/>
                  </a:lnTo>
                  <a:lnTo>
                    <a:pt x="1558" y="596"/>
                  </a:lnTo>
                  <a:lnTo>
                    <a:pt x="1833" y="458"/>
                  </a:lnTo>
                  <a:lnTo>
                    <a:pt x="2154" y="367"/>
                  </a:lnTo>
                  <a:lnTo>
                    <a:pt x="2474" y="298"/>
                  </a:lnTo>
                  <a:lnTo>
                    <a:pt x="2795" y="275"/>
                  </a:lnTo>
                  <a:lnTo>
                    <a:pt x="3116" y="275"/>
                  </a:lnTo>
                  <a:lnTo>
                    <a:pt x="3185" y="0"/>
                  </a:lnTo>
                  <a:close/>
                </a:path>
              </a:pathLst>
            </a:custGeom>
            <a:solidFill>
              <a:srgbClr val="FDC4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66"/>
            <p:cNvSpPr/>
            <p:nvPr/>
          </p:nvSpPr>
          <p:spPr>
            <a:xfrm>
              <a:off x="2258587" y="2684377"/>
              <a:ext cx="465796" cy="240795"/>
            </a:xfrm>
            <a:custGeom>
              <a:avLst/>
              <a:gdLst/>
              <a:ahLst/>
              <a:cxnLst/>
              <a:rect l="l" t="t" r="r" b="b"/>
              <a:pathLst>
                <a:path w="21675" h="11205" extrusionOk="0">
                  <a:moveTo>
                    <a:pt x="69" y="1"/>
                  </a:moveTo>
                  <a:lnTo>
                    <a:pt x="46" y="23"/>
                  </a:lnTo>
                  <a:lnTo>
                    <a:pt x="1" y="69"/>
                  </a:lnTo>
                  <a:lnTo>
                    <a:pt x="1" y="115"/>
                  </a:lnTo>
                  <a:lnTo>
                    <a:pt x="46" y="413"/>
                  </a:lnTo>
                  <a:lnTo>
                    <a:pt x="115" y="711"/>
                  </a:lnTo>
                  <a:lnTo>
                    <a:pt x="207" y="1009"/>
                  </a:lnTo>
                  <a:lnTo>
                    <a:pt x="298" y="1307"/>
                  </a:lnTo>
                  <a:lnTo>
                    <a:pt x="413" y="1581"/>
                  </a:lnTo>
                  <a:lnTo>
                    <a:pt x="528" y="1834"/>
                  </a:lnTo>
                  <a:lnTo>
                    <a:pt x="688" y="2108"/>
                  </a:lnTo>
                  <a:lnTo>
                    <a:pt x="848" y="2360"/>
                  </a:lnTo>
                  <a:lnTo>
                    <a:pt x="1009" y="2613"/>
                  </a:lnTo>
                  <a:lnTo>
                    <a:pt x="1192" y="2842"/>
                  </a:lnTo>
                  <a:lnTo>
                    <a:pt x="1398" y="3071"/>
                  </a:lnTo>
                  <a:lnTo>
                    <a:pt x="1604" y="3300"/>
                  </a:lnTo>
                  <a:lnTo>
                    <a:pt x="1811" y="3506"/>
                  </a:lnTo>
                  <a:lnTo>
                    <a:pt x="2040" y="3689"/>
                  </a:lnTo>
                  <a:lnTo>
                    <a:pt x="2292" y="3873"/>
                  </a:lnTo>
                  <a:lnTo>
                    <a:pt x="2544" y="4056"/>
                  </a:lnTo>
                  <a:lnTo>
                    <a:pt x="2796" y="4216"/>
                  </a:lnTo>
                  <a:lnTo>
                    <a:pt x="3048" y="4354"/>
                  </a:lnTo>
                  <a:lnTo>
                    <a:pt x="3323" y="4468"/>
                  </a:lnTo>
                  <a:lnTo>
                    <a:pt x="3575" y="4583"/>
                  </a:lnTo>
                  <a:lnTo>
                    <a:pt x="3850" y="4675"/>
                  </a:lnTo>
                  <a:lnTo>
                    <a:pt x="4125" y="4743"/>
                  </a:lnTo>
                  <a:lnTo>
                    <a:pt x="4400" y="4812"/>
                  </a:lnTo>
                  <a:lnTo>
                    <a:pt x="4675" y="4858"/>
                  </a:lnTo>
                  <a:lnTo>
                    <a:pt x="4972" y="4881"/>
                  </a:lnTo>
                  <a:lnTo>
                    <a:pt x="5247" y="4904"/>
                  </a:lnTo>
                  <a:lnTo>
                    <a:pt x="5820" y="4904"/>
                  </a:lnTo>
                  <a:lnTo>
                    <a:pt x="6393" y="4835"/>
                  </a:lnTo>
                  <a:lnTo>
                    <a:pt x="6966" y="4720"/>
                  </a:lnTo>
                  <a:lnTo>
                    <a:pt x="7676" y="4514"/>
                  </a:lnTo>
                  <a:lnTo>
                    <a:pt x="8386" y="4308"/>
                  </a:lnTo>
                  <a:lnTo>
                    <a:pt x="9096" y="4079"/>
                  </a:lnTo>
                  <a:lnTo>
                    <a:pt x="9807" y="3896"/>
                  </a:lnTo>
                  <a:lnTo>
                    <a:pt x="10173" y="3827"/>
                  </a:lnTo>
                  <a:lnTo>
                    <a:pt x="10563" y="3781"/>
                  </a:lnTo>
                  <a:lnTo>
                    <a:pt x="10929" y="3735"/>
                  </a:lnTo>
                  <a:lnTo>
                    <a:pt x="11296" y="3712"/>
                  </a:lnTo>
                  <a:lnTo>
                    <a:pt x="11663" y="3735"/>
                  </a:lnTo>
                  <a:lnTo>
                    <a:pt x="12052" y="3758"/>
                  </a:lnTo>
                  <a:lnTo>
                    <a:pt x="12419" y="3804"/>
                  </a:lnTo>
                  <a:lnTo>
                    <a:pt x="12785" y="3873"/>
                  </a:lnTo>
                  <a:lnTo>
                    <a:pt x="13152" y="3941"/>
                  </a:lnTo>
                  <a:lnTo>
                    <a:pt x="13518" y="4033"/>
                  </a:lnTo>
                  <a:lnTo>
                    <a:pt x="13862" y="4148"/>
                  </a:lnTo>
                  <a:lnTo>
                    <a:pt x="14229" y="4285"/>
                  </a:lnTo>
                  <a:lnTo>
                    <a:pt x="14572" y="4423"/>
                  </a:lnTo>
                  <a:lnTo>
                    <a:pt x="14893" y="4560"/>
                  </a:lnTo>
                  <a:lnTo>
                    <a:pt x="15535" y="4904"/>
                  </a:lnTo>
                  <a:lnTo>
                    <a:pt x="16153" y="5293"/>
                  </a:lnTo>
                  <a:lnTo>
                    <a:pt x="16749" y="5706"/>
                  </a:lnTo>
                  <a:lnTo>
                    <a:pt x="17322" y="6187"/>
                  </a:lnTo>
                  <a:lnTo>
                    <a:pt x="17872" y="6668"/>
                  </a:lnTo>
                  <a:lnTo>
                    <a:pt x="18399" y="7195"/>
                  </a:lnTo>
                  <a:lnTo>
                    <a:pt x="18903" y="7722"/>
                  </a:lnTo>
                  <a:lnTo>
                    <a:pt x="19407" y="8272"/>
                  </a:lnTo>
                  <a:lnTo>
                    <a:pt x="19865" y="8844"/>
                  </a:lnTo>
                  <a:lnTo>
                    <a:pt x="20323" y="9440"/>
                  </a:lnTo>
                  <a:lnTo>
                    <a:pt x="20781" y="10036"/>
                  </a:lnTo>
                  <a:lnTo>
                    <a:pt x="21652" y="11204"/>
                  </a:lnTo>
                  <a:lnTo>
                    <a:pt x="21675" y="10769"/>
                  </a:lnTo>
                  <a:lnTo>
                    <a:pt x="20781" y="9578"/>
                  </a:lnTo>
                  <a:lnTo>
                    <a:pt x="20346" y="8982"/>
                  </a:lnTo>
                  <a:lnTo>
                    <a:pt x="19865" y="8409"/>
                  </a:lnTo>
                  <a:lnTo>
                    <a:pt x="19384" y="7836"/>
                  </a:lnTo>
                  <a:lnTo>
                    <a:pt x="18880" y="7286"/>
                  </a:lnTo>
                  <a:lnTo>
                    <a:pt x="18376" y="6760"/>
                  </a:lnTo>
                  <a:lnTo>
                    <a:pt x="17826" y="6255"/>
                  </a:lnTo>
                  <a:lnTo>
                    <a:pt x="17322" y="5820"/>
                  </a:lnTo>
                  <a:lnTo>
                    <a:pt x="16818" y="5408"/>
                  </a:lnTo>
                  <a:lnTo>
                    <a:pt x="16268" y="5041"/>
                  </a:lnTo>
                  <a:lnTo>
                    <a:pt x="15718" y="4697"/>
                  </a:lnTo>
                  <a:lnTo>
                    <a:pt x="15145" y="4400"/>
                  </a:lnTo>
                  <a:lnTo>
                    <a:pt x="14549" y="4125"/>
                  </a:lnTo>
                  <a:lnTo>
                    <a:pt x="13931" y="3896"/>
                  </a:lnTo>
                  <a:lnTo>
                    <a:pt x="13289" y="3689"/>
                  </a:lnTo>
                  <a:lnTo>
                    <a:pt x="12671" y="3552"/>
                  </a:lnTo>
                  <a:lnTo>
                    <a:pt x="12327" y="3506"/>
                  </a:lnTo>
                  <a:lnTo>
                    <a:pt x="12006" y="3483"/>
                  </a:lnTo>
                  <a:lnTo>
                    <a:pt x="11685" y="3460"/>
                  </a:lnTo>
                  <a:lnTo>
                    <a:pt x="11365" y="3437"/>
                  </a:lnTo>
                  <a:lnTo>
                    <a:pt x="11044" y="3460"/>
                  </a:lnTo>
                  <a:lnTo>
                    <a:pt x="10700" y="3483"/>
                  </a:lnTo>
                  <a:lnTo>
                    <a:pt x="10380" y="3506"/>
                  </a:lnTo>
                  <a:lnTo>
                    <a:pt x="10059" y="3575"/>
                  </a:lnTo>
                  <a:lnTo>
                    <a:pt x="9394" y="3712"/>
                  </a:lnTo>
                  <a:lnTo>
                    <a:pt x="8753" y="3896"/>
                  </a:lnTo>
                  <a:lnTo>
                    <a:pt x="8134" y="4102"/>
                  </a:lnTo>
                  <a:lnTo>
                    <a:pt x="7424" y="4308"/>
                  </a:lnTo>
                  <a:lnTo>
                    <a:pt x="6737" y="4491"/>
                  </a:lnTo>
                  <a:lnTo>
                    <a:pt x="6370" y="4560"/>
                  </a:lnTo>
                  <a:lnTo>
                    <a:pt x="6003" y="4629"/>
                  </a:lnTo>
                  <a:lnTo>
                    <a:pt x="5660" y="4652"/>
                  </a:lnTo>
                  <a:lnTo>
                    <a:pt x="5293" y="4652"/>
                  </a:lnTo>
                  <a:lnTo>
                    <a:pt x="4995" y="4629"/>
                  </a:lnTo>
                  <a:lnTo>
                    <a:pt x="4697" y="4606"/>
                  </a:lnTo>
                  <a:lnTo>
                    <a:pt x="4400" y="4537"/>
                  </a:lnTo>
                  <a:lnTo>
                    <a:pt x="4102" y="4468"/>
                  </a:lnTo>
                  <a:lnTo>
                    <a:pt x="3827" y="4377"/>
                  </a:lnTo>
                  <a:lnTo>
                    <a:pt x="3552" y="4285"/>
                  </a:lnTo>
                  <a:lnTo>
                    <a:pt x="3277" y="4148"/>
                  </a:lnTo>
                  <a:lnTo>
                    <a:pt x="3002" y="4010"/>
                  </a:lnTo>
                  <a:lnTo>
                    <a:pt x="2727" y="3850"/>
                  </a:lnTo>
                  <a:lnTo>
                    <a:pt x="2475" y="3689"/>
                  </a:lnTo>
                  <a:lnTo>
                    <a:pt x="2246" y="3506"/>
                  </a:lnTo>
                  <a:lnTo>
                    <a:pt x="1994" y="3300"/>
                  </a:lnTo>
                  <a:lnTo>
                    <a:pt x="1765" y="3094"/>
                  </a:lnTo>
                  <a:lnTo>
                    <a:pt x="1559" y="2865"/>
                  </a:lnTo>
                  <a:lnTo>
                    <a:pt x="1375" y="2635"/>
                  </a:lnTo>
                  <a:lnTo>
                    <a:pt x="1169" y="2383"/>
                  </a:lnTo>
                  <a:lnTo>
                    <a:pt x="1009" y="2131"/>
                  </a:lnTo>
                  <a:lnTo>
                    <a:pt x="848" y="1856"/>
                  </a:lnTo>
                  <a:lnTo>
                    <a:pt x="711" y="1604"/>
                  </a:lnTo>
                  <a:lnTo>
                    <a:pt x="596" y="1307"/>
                  </a:lnTo>
                  <a:lnTo>
                    <a:pt x="482" y="1032"/>
                  </a:lnTo>
                  <a:lnTo>
                    <a:pt x="390" y="734"/>
                  </a:lnTo>
                  <a:lnTo>
                    <a:pt x="321" y="436"/>
                  </a:lnTo>
                  <a:lnTo>
                    <a:pt x="275" y="115"/>
                  </a:lnTo>
                  <a:lnTo>
                    <a:pt x="253" y="69"/>
                  </a:lnTo>
                  <a:lnTo>
                    <a:pt x="230" y="23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rgbClr val="FDC4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66"/>
            <p:cNvSpPr/>
            <p:nvPr/>
          </p:nvSpPr>
          <p:spPr>
            <a:xfrm>
              <a:off x="2191131" y="2766596"/>
              <a:ext cx="214707" cy="400316"/>
            </a:xfrm>
            <a:custGeom>
              <a:avLst/>
              <a:gdLst/>
              <a:ahLst/>
              <a:cxnLst/>
              <a:rect l="l" t="t" r="r" b="b"/>
              <a:pathLst>
                <a:path w="9991" h="18628" extrusionOk="0">
                  <a:moveTo>
                    <a:pt x="2292" y="1"/>
                  </a:moveTo>
                  <a:lnTo>
                    <a:pt x="2246" y="24"/>
                  </a:lnTo>
                  <a:lnTo>
                    <a:pt x="2200" y="70"/>
                  </a:lnTo>
                  <a:lnTo>
                    <a:pt x="2177" y="115"/>
                  </a:lnTo>
                  <a:lnTo>
                    <a:pt x="2177" y="161"/>
                  </a:lnTo>
                  <a:lnTo>
                    <a:pt x="2200" y="207"/>
                  </a:lnTo>
                  <a:lnTo>
                    <a:pt x="2223" y="230"/>
                  </a:lnTo>
                  <a:lnTo>
                    <a:pt x="2292" y="253"/>
                  </a:lnTo>
                  <a:lnTo>
                    <a:pt x="2635" y="344"/>
                  </a:lnTo>
                  <a:lnTo>
                    <a:pt x="3002" y="436"/>
                  </a:lnTo>
                  <a:lnTo>
                    <a:pt x="3346" y="528"/>
                  </a:lnTo>
                  <a:lnTo>
                    <a:pt x="3689" y="665"/>
                  </a:lnTo>
                  <a:lnTo>
                    <a:pt x="4033" y="780"/>
                  </a:lnTo>
                  <a:lnTo>
                    <a:pt x="4354" y="940"/>
                  </a:lnTo>
                  <a:lnTo>
                    <a:pt x="4698" y="1101"/>
                  </a:lnTo>
                  <a:lnTo>
                    <a:pt x="5018" y="1261"/>
                  </a:lnTo>
                  <a:lnTo>
                    <a:pt x="5316" y="1444"/>
                  </a:lnTo>
                  <a:lnTo>
                    <a:pt x="5637" y="1650"/>
                  </a:lnTo>
                  <a:lnTo>
                    <a:pt x="5935" y="1857"/>
                  </a:lnTo>
                  <a:lnTo>
                    <a:pt x="6233" y="2063"/>
                  </a:lnTo>
                  <a:lnTo>
                    <a:pt x="6508" y="2292"/>
                  </a:lnTo>
                  <a:lnTo>
                    <a:pt x="6782" y="2544"/>
                  </a:lnTo>
                  <a:lnTo>
                    <a:pt x="7057" y="2796"/>
                  </a:lnTo>
                  <a:lnTo>
                    <a:pt x="7309" y="3048"/>
                  </a:lnTo>
                  <a:lnTo>
                    <a:pt x="7539" y="3323"/>
                  </a:lnTo>
                  <a:lnTo>
                    <a:pt x="7768" y="3575"/>
                  </a:lnTo>
                  <a:lnTo>
                    <a:pt x="8157" y="4125"/>
                  </a:lnTo>
                  <a:lnTo>
                    <a:pt x="8524" y="4721"/>
                  </a:lnTo>
                  <a:lnTo>
                    <a:pt x="8845" y="5316"/>
                  </a:lnTo>
                  <a:lnTo>
                    <a:pt x="9097" y="5935"/>
                  </a:lnTo>
                  <a:lnTo>
                    <a:pt x="9326" y="6576"/>
                  </a:lnTo>
                  <a:lnTo>
                    <a:pt x="9486" y="7218"/>
                  </a:lnTo>
                  <a:lnTo>
                    <a:pt x="9624" y="7882"/>
                  </a:lnTo>
                  <a:lnTo>
                    <a:pt x="9692" y="8547"/>
                  </a:lnTo>
                  <a:lnTo>
                    <a:pt x="9715" y="9234"/>
                  </a:lnTo>
                  <a:lnTo>
                    <a:pt x="9692" y="9899"/>
                  </a:lnTo>
                  <a:lnTo>
                    <a:pt x="9624" y="10586"/>
                  </a:lnTo>
                  <a:lnTo>
                    <a:pt x="9486" y="11250"/>
                  </a:lnTo>
                  <a:lnTo>
                    <a:pt x="9326" y="11915"/>
                  </a:lnTo>
                  <a:lnTo>
                    <a:pt x="9097" y="12556"/>
                  </a:lnTo>
                  <a:lnTo>
                    <a:pt x="8822" y="13198"/>
                  </a:lnTo>
                  <a:lnTo>
                    <a:pt x="8524" y="13794"/>
                  </a:lnTo>
                  <a:lnTo>
                    <a:pt x="8157" y="14366"/>
                  </a:lnTo>
                  <a:lnTo>
                    <a:pt x="7768" y="14893"/>
                  </a:lnTo>
                  <a:lnTo>
                    <a:pt x="7332" y="15397"/>
                  </a:lnTo>
                  <a:lnTo>
                    <a:pt x="6851" y="15879"/>
                  </a:lnTo>
                  <a:lnTo>
                    <a:pt x="6347" y="16314"/>
                  </a:lnTo>
                  <a:lnTo>
                    <a:pt x="5820" y="16703"/>
                  </a:lnTo>
                  <a:lnTo>
                    <a:pt x="5247" y="17047"/>
                  </a:lnTo>
                  <a:lnTo>
                    <a:pt x="4675" y="17368"/>
                  </a:lnTo>
                  <a:lnTo>
                    <a:pt x="4056" y="17643"/>
                  </a:lnTo>
                  <a:lnTo>
                    <a:pt x="3437" y="17872"/>
                  </a:lnTo>
                  <a:lnTo>
                    <a:pt x="2796" y="18078"/>
                  </a:lnTo>
                  <a:lnTo>
                    <a:pt x="2131" y="18216"/>
                  </a:lnTo>
                  <a:lnTo>
                    <a:pt x="1467" y="18307"/>
                  </a:lnTo>
                  <a:lnTo>
                    <a:pt x="803" y="18353"/>
                  </a:lnTo>
                  <a:lnTo>
                    <a:pt x="69" y="18353"/>
                  </a:lnTo>
                  <a:lnTo>
                    <a:pt x="24" y="18376"/>
                  </a:lnTo>
                  <a:lnTo>
                    <a:pt x="1" y="18422"/>
                  </a:lnTo>
                  <a:lnTo>
                    <a:pt x="1" y="18468"/>
                  </a:lnTo>
                  <a:lnTo>
                    <a:pt x="1" y="18536"/>
                  </a:lnTo>
                  <a:lnTo>
                    <a:pt x="24" y="18559"/>
                  </a:lnTo>
                  <a:lnTo>
                    <a:pt x="69" y="18605"/>
                  </a:lnTo>
                  <a:lnTo>
                    <a:pt x="138" y="18628"/>
                  </a:lnTo>
                  <a:lnTo>
                    <a:pt x="917" y="18628"/>
                  </a:lnTo>
                  <a:lnTo>
                    <a:pt x="1307" y="18605"/>
                  </a:lnTo>
                  <a:lnTo>
                    <a:pt x="1696" y="18559"/>
                  </a:lnTo>
                  <a:lnTo>
                    <a:pt x="2086" y="18491"/>
                  </a:lnTo>
                  <a:lnTo>
                    <a:pt x="2475" y="18422"/>
                  </a:lnTo>
                  <a:lnTo>
                    <a:pt x="2865" y="18330"/>
                  </a:lnTo>
                  <a:lnTo>
                    <a:pt x="3254" y="18238"/>
                  </a:lnTo>
                  <a:lnTo>
                    <a:pt x="3621" y="18124"/>
                  </a:lnTo>
                  <a:lnTo>
                    <a:pt x="3987" y="17986"/>
                  </a:lnTo>
                  <a:lnTo>
                    <a:pt x="4354" y="17826"/>
                  </a:lnTo>
                  <a:lnTo>
                    <a:pt x="4720" y="17666"/>
                  </a:lnTo>
                  <a:lnTo>
                    <a:pt x="5064" y="17482"/>
                  </a:lnTo>
                  <a:lnTo>
                    <a:pt x="5408" y="17299"/>
                  </a:lnTo>
                  <a:lnTo>
                    <a:pt x="5751" y="17093"/>
                  </a:lnTo>
                  <a:lnTo>
                    <a:pt x="6072" y="16864"/>
                  </a:lnTo>
                  <a:lnTo>
                    <a:pt x="6347" y="16658"/>
                  </a:lnTo>
                  <a:lnTo>
                    <a:pt x="6622" y="16428"/>
                  </a:lnTo>
                  <a:lnTo>
                    <a:pt x="7149" y="15970"/>
                  </a:lnTo>
                  <a:lnTo>
                    <a:pt x="7630" y="15466"/>
                  </a:lnTo>
                  <a:lnTo>
                    <a:pt x="8066" y="14939"/>
                  </a:lnTo>
                  <a:lnTo>
                    <a:pt x="8455" y="14366"/>
                  </a:lnTo>
                  <a:lnTo>
                    <a:pt x="8799" y="13794"/>
                  </a:lnTo>
                  <a:lnTo>
                    <a:pt x="9119" y="13175"/>
                  </a:lnTo>
                  <a:lnTo>
                    <a:pt x="9372" y="12533"/>
                  </a:lnTo>
                  <a:lnTo>
                    <a:pt x="9601" y="11892"/>
                  </a:lnTo>
                  <a:lnTo>
                    <a:pt x="9761" y="11228"/>
                  </a:lnTo>
                  <a:lnTo>
                    <a:pt x="9898" y="10540"/>
                  </a:lnTo>
                  <a:lnTo>
                    <a:pt x="9967" y="9876"/>
                  </a:lnTo>
                  <a:lnTo>
                    <a:pt x="9990" y="9165"/>
                  </a:lnTo>
                  <a:lnTo>
                    <a:pt x="9967" y="8478"/>
                  </a:lnTo>
                  <a:lnTo>
                    <a:pt x="9898" y="7791"/>
                  </a:lnTo>
                  <a:lnTo>
                    <a:pt x="9761" y="7103"/>
                  </a:lnTo>
                  <a:lnTo>
                    <a:pt x="9578" y="6439"/>
                  </a:lnTo>
                  <a:lnTo>
                    <a:pt x="9372" y="5797"/>
                  </a:lnTo>
                  <a:lnTo>
                    <a:pt x="9097" y="5179"/>
                  </a:lnTo>
                  <a:lnTo>
                    <a:pt x="8776" y="4583"/>
                  </a:lnTo>
                  <a:lnTo>
                    <a:pt x="8409" y="4010"/>
                  </a:lnTo>
                  <a:lnTo>
                    <a:pt x="7997" y="3460"/>
                  </a:lnTo>
                  <a:lnTo>
                    <a:pt x="7561" y="2956"/>
                  </a:lnTo>
                  <a:lnTo>
                    <a:pt x="7103" y="2475"/>
                  </a:lnTo>
                  <a:lnTo>
                    <a:pt x="6599" y="2017"/>
                  </a:lnTo>
                  <a:lnTo>
                    <a:pt x="6049" y="1605"/>
                  </a:lnTo>
                  <a:lnTo>
                    <a:pt x="5499" y="1238"/>
                  </a:lnTo>
                  <a:lnTo>
                    <a:pt x="4904" y="894"/>
                  </a:lnTo>
                  <a:lnTo>
                    <a:pt x="4285" y="597"/>
                  </a:lnTo>
                  <a:lnTo>
                    <a:pt x="3667" y="367"/>
                  </a:lnTo>
                  <a:lnTo>
                    <a:pt x="3025" y="161"/>
                  </a:lnTo>
                  <a:lnTo>
                    <a:pt x="2361" y="1"/>
                  </a:lnTo>
                  <a:close/>
                </a:path>
              </a:pathLst>
            </a:custGeom>
            <a:solidFill>
              <a:srgbClr val="FDC4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66"/>
            <p:cNvSpPr/>
            <p:nvPr/>
          </p:nvSpPr>
          <p:spPr>
            <a:xfrm>
              <a:off x="2583553" y="3049721"/>
              <a:ext cx="136891" cy="185136"/>
            </a:xfrm>
            <a:custGeom>
              <a:avLst/>
              <a:gdLst/>
              <a:ahLst/>
              <a:cxnLst/>
              <a:rect l="l" t="t" r="r" b="b"/>
              <a:pathLst>
                <a:path w="6370" h="8615" extrusionOk="0">
                  <a:moveTo>
                    <a:pt x="6370" y="0"/>
                  </a:moveTo>
                  <a:lnTo>
                    <a:pt x="6003" y="23"/>
                  </a:lnTo>
                  <a:lnTo>
                    <a:pt x="5614" y="69"/>
                  </a:lnTo>
                  <a:lnTo>
                    <a:pt x="5224" y="137"/>
                  </a:lnTo>
                  <a:lnTo>
                    <a:pt x="4857" y="229"/>
                  </a:lnTo>
                  <a:lnTo>
                    <a:pt x="4491" y="321"/>
                  </a:lnTo>
                  <a:lnTo>
                    <a:pt x="4124" y="458"/>
                  </a:lnTo>
                  <a:lnTo>
                    <a:pt x="3781" y="596"/>
                  </a:lnTo>
                  <a:lnTo>
                    <a:pt x="3437" y="779"/>
                  </a:lnTo>
                  <a:lnTo>
                    <a:pt x="3093" y="962"/>
                  </a:lnTo>
                  <a:lnTo>
                    <a:pt x="2773" y="1169"/>
                  </a:lnTo>
                  <a:lnTo>
                    <a:pt x="2475" y="1398"/>
                  </a:lnTo>
                  <a:lnTo>
                    <a:pt x="2177" y="1650"/>
                  </a:lnTo>
                  <a:lnTo>
                    <a:pt x="1902" y="1902"/>
                  </a:lnTo>
                  <a:lnTo>
                    <a:pt x="1627" y="2200"/>
                  </a:lnTo>
                  <a:lnTo>
                    <a:pt x="1398" y="2497"/>
                  </a:lnTo>
                  <a:lnTo>
                    <a:pt x="1169" y="2818"/>
                  </a:lnTo>
                  <a:lnTo>
                    <a:pt x="963" y="3139"/>
                  </a:lnTo>
                  <a:lnTo>
                    <a:pt x="779" y="3483"/>
                  </a:lnTo>
                  <a:lnTo>
                    <a:pt x="619" y="3826"/>
                  </a:lnTo>
                  <a:lnTo>
                    <a:pt x="458" y="4170"/>
                  </a:lnTo>
                  <a:lnTo>
                    <a:pt x="344" y="4537"/>
                  </a:lnTo>
                  <a:lnTo>
                    <a:pt x="229" y="4903"/>
                  </a:lnTo>
                  <a:lnTo>
                    <a:pt x="161" y="5270"/>
                  </a:lnTo>
                  <a:lnTo>
                    <a:pt x="92" y="5636"/>
                  </a:lnTo>
                  <a:lnTo>
                    <a:pt x="46" y="6003"/>
                  </a:lnTo>
                  <a:lnTo>
                    <a:pt x="23" y="6392"/>
                  </a:lnTo>
                  <a:lnTo>
                    <a:pt x="0" y="6759"/>
                  </a:lnTo>
                  <a:lnTo>
                    <a:pt x="23" y="7148"/>
                  </a:lnTo>
                  <a:lnTo>
                    <a:pt x="46" y="7515"/>
                  </a:lnTo>
                  <a:lnTo>
                    <a:pt x="115" y="7882"/>
                  </a:lnTo>
                  <a:lnTo>
                    <a:pt x="184" y="8271"/>
                  </a:lnTo>
                  <a:lnTo>
                    <a:pt x="275" y="8615"/>
                  </a:lnTo>
                  <a:lnTo>
                    <a:pt x="550" y="8546"/>
                  </a:lnTo>
                  <a:lnTo>
                    <a:pt x="458" y="8225"/>
                  </a:lnTo>
                  <a:lnTo>
                    <a:pt x="390" y="7882"/>
                  </a:lnTo>
                  <a:lnTo>
                    <a:pt x="321" y="7561"/>
                  </a:lnTo>
                  <a:lnTo>
                    <a:pt x="298" y="7217"/>
                  </a:lnTo>
                  <a:lnTo>
                    <a:pt x="275" y="6874"/>
                  </a:lnTo>
                  <a:lnTo>
                    <a:pt x="275" y="6530"/>
                  </a:lnTo>
                  <a:lnTo>
                    <a:pt x="298" y="6186"/>
                  </a:lnTo>
                  <a:lnTo>
                    <a:pt x="321" y="5865"/>
                  </a:lnTo>
                  <a:lnTo>
                    <a:pt x="390" y="5407"/>
                  </a:lnTo>
                  <a:lnTo>
                    <a:pt x="504" y="4972"/>
                  </a:lnTo>
                  <a:lnTo>
                    <a:pt x="619" y="4559"/>
                  </a:lnTo>
                  <a:lnTo>
                    <a:pt x="779" y="4147"/>
                  </a:lnTo>
                  <a:lnTo>
                    <a:pt x="963" y="3735"/>
                  </a:lnTo>
                  <a:lnTo>
                    <a:pt x="1169" y="3345"/>
                  </a:lnTo>
                  <a:lnTo>
                    <a:pt x="1398" y="2979"/>
                  </a:lnTo>
                  <a:lnTo>
                    <a:pt x="1650" y="2635"/>
                  </a:lnTo>
                  <a:lnTo>
                    <a:pt x="1925" y="2291"/>
                  </a:lnTo>
                  <a:lnTo>
                    <a:pt x="2223" y="1970"/>
                  </a:lnTo>
                  <a:lnTo>
                    <a:pt x="2543" y="1695"/>
                  </a:lnTo>
                  <a:lnTo>
                    <a:pt x="2887" y="1421"/>
                  </a:lnTo>
                  <a:lnTo>
                    <a:pt x="3254" y="1169"/>
                  </a:lnTo>
                  <a:lnTo>
                    <a:pt x="3643" y="962"/>
                  </a:lnTo>
                  <a:lnTo>
                    <a:pt x="4056" y="756"/>
                  </a:lnTo>
                  <a:lnTo>
                    <a:pt x="4468" y="619"/>
                  </a:lnTo>
                  <a:lnTo>
                    <a:pt x="4926" y="481"/>
                  </a:lnTo>
                  <a:lnTo>
                    <a:pt x="5407" y="367"/>
                  </a:lnTo>
                  <a:lnTo>
                    <a:pt x="5889" y="298"/>
                  </a:lnTo>
                  <a:lnTo>
                    <a:pt x="6370" y="275"/>
                  </a:lnTo>
                  <a:lnTo>
                    <a:pt x="6370" y="0"/>
                  </a:lnTo>
                  <a:close/>
                </a:path>
              </a:pathLst>
            </a:custGeom>
            <a:solidFill>
              <a:srgbClr val="FDC4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66"/>
            <p:cNvSpPr/>
            <p:nvPr/>
          </p:nvSpPr>
          <p:spPr>
            <a:xfrm>
              <a:off x="2252677" y="3138345"/>
              <a:ext cx="300860" cy="89635"/>
            </a:xfrm>
            <a:custGeom>
              <a:avLst/>
              <a:gdLst/>
              <a:ahLst/>
              <a:cxnLst/>
              <a:rect l="l" t="t" r="r" b="b"/>
              <a:pathLst>
                <a:path w="14000" h="4171" extrusionOk="0">
                  <a:moveTo>
                    <a:pt x="8753" y="0"/>
                  </a:moveTo>
                  <a:lnTo>
                    <a:pt x="8180" y="69"/>
                  </a:lnTo>
                  <a:lnTo>
                    <a:pt x="7584" y="183"/>
                  </a:lnTo>
                  <a:lnTo>
                    <a:pt x="7012" y="298"/>
                  </a:lnTo>
                  <a:lnTo>
                    <a:pt x="6439" y="458"/>
                  </a:lnTo>
                  <a:lnTo>
                    <a:pt x="5889" y="619"/>
                  </a:lnTo>
                  <a:lnTo>
                    <a:pt x="4743" y="985"/>
                  </a:lnTo>
                  <a:lnTo>
                    <a:pt x="3621" y="1352"/>
                  </a:lnTo>
                  <a:lnTo>
                    <a:pt x="3048" y="1535"/>
                  </a:lnTo>
                  <a:lnTo>
                    <a:pt x="2498" y="1673"/>
                  </a:lnTo>
                  <a:lnTo>
                    <a:pt x="1902" y="1787"/>
                  </a:lnTo>
                  <a:lnTo>
                    <a:pt x="1329" y="1879"/>
                  </a:lnTo>
                  <a:lnTo>
                    <a:pt x="734" y="1925"/>
                  </a:lnTo>
                  <a:lnTo>
                    <a:pt x="138" y="1925"/>
                  </a:lnTo>
                  <a:lnTo>
                    <a:pt x="92" y="1948"/>
                  </a:lnTo>
                  <a:lnTo>
                    <a:pt x="46" y="1971"/>
                  </a:lnTo>
                  <a:lnTo>
                    <a:pt x="24" y="2016"/>
                  </a:lnTo>
                  <a:lnTo>
                    <a:pt x="1" y="2062"/>
                  </a:lnTo>
                  <a:lnTo>
                    <a:pt x="24" y="2108"/>
                  </a:lnTo>
                  <a:lnTo>
                    <a:pt x="46" y="2154"/>
                  </a:lnTo>
                  <a:lnTo>
                    <a:pt x="92" y="2200"/>
                  </a:lnTo>
                  <a:lnTo>
                    <a:pt x="665" y="2200"/>
                  </a:lnTo>
                  <a:lnTo>
                    <a:pt x="1192" y="2177"/>
                  </a:lnTo>
                  <a:lnTo>
                    <a:pt x="1696" y="2108"/>
                  </a:lnTo>
                  <a:lnTo>
                    <a:pt x="2223" y="2016"/>
                  </a:lnTo>
                  <a:lnTo>
                    <a:pt x="2727" y="1902"/>
                  </a:lnTo>
                  <a:lnTo>
                    <a:pt x="3208" y="1764"/>
                  </a:lnTo>
                  <a:lnTo>
                    <a:pt x="4216" y="1466"/>
                  </a:lnTo>
                  <a:lnTo>
                    <a:pt x="5202" y="1123"/>
                  </a:lnTo>
                  <a:lnTo>
                    <a:pt x="6187" y="825"/>
                  </a:lnTo>
                  <a:lnTo>
                    <a:pt x="6691" y="665"/>
                  </a:lnTo>
                  <a:lnTo>
                    <a:pt x="7195" y="550"/>
                  </a:lnTo>
                  <a:lnTo>
                    <a:pt x="7699" y="435"/>
                  </a:lnTo>
                  <a:lnTo>
                    <a:pt x="8226" y="344"/>
                  </a:lnTo>
                  <a:lnTo>
                    <a:pt x="8730" y="298"/>
                  </a:lnTo>
                  <a:lnTo>
                    <a:pt x="9234" y="275"/>
                  </a:lnTo>
                  <a:lnTo>
                    <a:pt x="9761" y="275"/>
                  </a:lnTo>
                  <a:lnTo>
                    <a:pt x="10265" y="344"/>
                  </a:lnTo>
                  <a:lnTo>
                    <a:pt x="10769" y="435"/>
                  </a:lnTo>
                  <a:lnTo>
                    <a:pt x="10998" y="504"/>
                  </a:lnTo>
                  <a:lnTo>
                    <a:pt x="11250" y="596"/>
                  </a:lnTo>
                  <a:lnTo>
                    <a:pt x="11479" y="687"/>
                  </a:lnTo>
                  <a:lnTo>
                    <a:pt x="11708" y="802"/>
                  </a:lnTo>
                  <a:lnTo>
                    <a:pt x="11938" y="939"/>
                  </a:lnTo>
                  <a:lnTo>
                    <a:pt x="12144" y="1077"/>
                  </a:lnTo>
                  <a:lnTo>
                    <a:pt x="12510" y="1352"/>
                  </a:lnTo>
                  <a:lnTo>
                    <a:pt x="12831" y="1650"/>
                  </a:lnTo>
                  <a:lnTo>
                    <a:pt x="13106" y="1993"/>
                  </a:lnTo>
                  <a:lnTo>
                    <a:pt x="13221" y="2177"/>
                  </a:lnTo>
                  <a:lnTo>
                    <a:pt x="13335" y="2360"/>
                  </a:lnTo>
                  <a:lnTo>
                    <a:pt x="13450" y="2543"/>
                  </a:lnTo>
                  <a:lnTo>
                    <a:pt x="13518" y="2750"/>
                  </a:lnTo>
                  <a:lnTo>
                    <a:pt x="13610" y="2956"/>
                  </a:lnTo>
                  <a:lnTo>
                    <a:pt x="13656" y="3162"/>
                  </a:lnTo>
                  <a:lnTo>
                    <a:pt x="13702" y="3368"/>
                  </a:lnTo>
                  <a:lnTo>
                    <a:pt x="13725" y="3597"/>
                  </a:lnTo>
                  <a:lnTo>
                    <a:pt x="13725" y="3826"/>
                  </a:lnTo>
                  <a:lnTo>
                    <a:pt x="13725" y="4055"/>
                  </a:lnTo>
                  <a:lnTo>
                    <a:pt x="13725" y="4101"/>
                  </a:lnTo>
                  <a:lnTo>
                    <a:pt x="13770" y="4147"/>
                  </a:lnTo>
                  <a:lnTo>
                    <a:pt x="13793" y="4170"/>
                  </a:lnTo>
                  <a:lnTo>
                    <a:pt x="13908" y="4170"/>
                  </a:lnTo>
                  <a:lnTo>
                    <a:pt x="13954" y="4147"/>
                  </a:lnTo>
                  <a:lnTo>
                    <a:pt x="13977" y="4101"/>
                  </a:lnTo>
                  <a:lnTo>
                    <a:pt x="14000" y="4055"/>
                  </a:lnTo>
                  <a:lnTo>
                    <a:pt x="14000" y="3803"/>
                  </a:lnTo>
                  <a:lnTo>
                    <a:pt x="14000" y="3574"/>
                  </a:lnTo>
                  <a:lnTo>
                    <a:pt x="13977" y="3368"/>
                  </a:lnTo>
                  <a:lnTo>
                    <a:pt x="13954" y="3139"/>
                  </a:lnTo>
                  <a:lnTo>
                    <a:pt x="13908" y="2933"/>
                  </a:lnTo>
                  <a:lnTo>
                    <a:pt x="13839" y="2727"/>
                  </a:lnTo>
                  <a:lnTo>
                    <a:pt x="13770" y="2543"/>
                  </a:lnTo>
                  <a:lnTo>
                    <a:pt x="13679" y="2337"/>
                  </a:lnTo>
                  <a:lnTo>
                    <a:pt x="13450" y="1993"/>
                  </a:lnTo>
                  <a:lnTo>
                    <a:pt x="13198" y="1650"/>
                  </a:lnTo>
                  <a:lnTo>
                    <a:pt x="12923" y="1352"/>
                  </a:lnTo>
                  <a:lnTo>
                    <a:pt x="12579" y="1077"/>
                  </a:lnTo>
                  <a:lnTo>
                    <a:pt x="12235" y="825"/>
                  </a:lnTo>
                  <a:lnTo>
                    <a:pt x="11846" y="619"/>
                  </a:lnTo>
                  <a:lnTo>
                    <a:pt x="11456" y="435"/>
                  </a:lnTo>
                  <a:lnTo>
                    <a:pt x="11044" y="275"/>
                  </a:lnTo>
                  <a:lnTo>
                    <a:pt x="10632" y="161"/>
                  </a:lnTo>
                  <a:lnTo>
                    <a:pt x="10196" y="69"/>
                  </a:lnTo>
                  <a:lnTo>
                    <a:pt x="9784" y="0"/>
                  </a:lnTo>
                  <a:close/>
                </a:path>
              </a:pathLst>
            </a:custGeom>
            <a:solidFill>
              <a:srgbClr val="FDC4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66"/>
            <p:cNvSpPr/>
            <p:nvPr/>
          </p:nvSpPr>
          <p:spPr>
            <a:xfrm>
              <a:off x="2673165" y="2387476"/>
              <a:ext cx="133947" cy="131003"/>
            </a:xfrm>
            <a:custGeom>
              <a:avLst/>
              <a:gdLst/>
              <a:ahLst/>
              <a:cxnLst/>
              <a:rect l="l" t="t" r="r" b="b"/>
              <a:pathLst>
                <a:path w="6233" h="6096" extrusionOk="0">
                  <a:moveTo>
                    <a:pt x="23" y="1"/>
                  </a:moveTo>
                  <a:lnTo>
                    <a:pt x="0" y="413"/>
                  </a:lnTo>
                  <a:lnTo>
                    <a:pt x="0" y="826"/>
                  </a:lnTo>
                  <a:lnTo>
                    <a:pt x="23" y="1238"/>
                  </a:lnTo>
                  <a:lnTo>
                    <a:pt x="92" y="1650"/>
                  </a:lnTo>
                  <a:lnTo>
                    <a:pt x="183" y="2109"/>
                  </a:lnTo>
                  <a:lnTo>
                    <a:pt x="344" y="2567"/>
                  </a:lnTo>
                  <a:lnTo>
                    <a:pt x="527" y="2979"/>
                  </a:lnTo>
                  <a:lnTo>
                    <a:pt x="733" y="3392"/>
                  </a:lnTo>
                  <a:lnTo>
                    <a:pt x="985" y="3781"/>
                  </a:lnTo>
                  <a:lnTo>
                    <a:pt x="1283" y="4125"/>
                  </a:lnTo>
                  <a:lnTo>
                    <a:pt x="1581" y="4469"/>
                  </a:lnTo>
                  <a:lnTo>
                    <a:pt x="1925" y="4789"/>
                  </a:lnTo>
                  <a:lnTo>
                    <a:pt x="2291" y="5064"/>
                  </a:lnTo>
                  <a:lnTo>
                    <a:pt x="2681" y="5316"/>
                  </a:lnTo>
                  <a:lnTo>
                    <a:pt x="3093" y="5523"/>
                  </a:lnTo>
                  <a:lnTo>
                    <a:pt x="3506" y="5729"/>
                  </a:lnTo>
                  <a:lnTo>
                    <a:pt x="3941" y="5866"/>
                  </a:lnTo>
                  <a:lnTo>
                    <a:pt x="4399" y="5981"/>
                  </a:lnTo>
                  <a:lnTo>
                    <a:pt x="4857" y="6072"/>
                  </a:lnTo>
                  <a:lnTo>
                    <a:pt x="5339" y="6095"/>
                  </a:lnTo>
                  <a:lnTo>
                    <a:pt x="5797" y="6095"/>
                  </a:lnTo>
                  <a:lnTo>
                    <a:pt x="6232" y="6050"/>
                  </a:lnTo>
                  <a:lnTo>
                    <a:pt x="6232" y="6027"/>
                  </a:lnTo>
                  <a:lnTo>
                    <a:pt x="6232" y="5752"/>
                  </a:lnTo>
                  <a:lnTo>
                    <a:pt x="5888" y="5797"/>
                  </a:lnTo>
                  <a:lnTo>
                    <a:pt x="5178" y="5797"/>
                  </a:lnTo>
                  <a:lnTo>
                    <a:pt x="4812" y="5775"/>
                  </a:lnTo>
                  <a:lnTo>
                    <a:pt x="4445" y="5706"/>
                  </a:lnTo>
                  <a:lnTo>
                    <a:pt x="4101" y="5637"/>
                  </a:lnTo>
                  <a:lnTo>
                    <a:pt x="3735" y="5523"/>
                  </a:lnTo>
                  <a:lnTo>
                    <a:pt x="3391" y="5385"/>
                  </a:lnTo>
                  <a:lnTo>
                    <a:pt x="3024" y="5202"/>
                  </a:lnTo>
                  <a:lnTo>
                    <a:pt x="2658" y="4996"/>
                  </a:lnTo>
                  <a:lnTo>
                    <a:pt x="2337" y="4766"/>
                  </a:lnTo>
                  <a:lnTo>
                    <a:pt x="2039" y="4514"/>
                  </a:lnTo>
                  <a:lnTo>
                    <a:pt x="1741" y="4240"/>
                  </a:lnTo>
                  <a:lnTo>
                    <a:pt x="1489" y="3942"/>
                  </a:lnTo>
                  <a:lnTo>
                    <a:pt x="1260" y="3644"/>
                  </a:lnTo>
                  <a:lnTo>
                    <a:pt x="1054" y="3323"/>
                  </a:lnTo>
                  <a:lnTo>
                    <a:pt x="848" y="2979"/>
                  </a:lnTo>
                  <a:lnTo>
                    <a:pt x="687" y="2636"/>
                  </a:lnTo>
                  <a:lnTo>
                    <a:pt x="573" y="2292"/>
                  </a:lnTo>
                  <a:lnTo>
                    <a:pt x="458" y="1925"/>
                  </a:lnTo>
                  <a:lnTo>
                    <a:pt x="367" y="1536"/>
                  </a:lnTo>
                  <a:lnTo>
                    <a:pt x="321" y="1169"/>
                  </a:lnTo>
                  <a:lnTo>
                    <a:pt x="275" y="780"/>
                  </a:lnTo>
                  <a:lnTo>
                    <a:pt x="275" y="390"/>
                  </a:lnTo>
                  <a:lnTo>
                    <a:pt x="23" y="1"/>
                  </a:lnTo>
                  <a:close/>
                </a:path>
              </a:pathLst>
            </a:custGeom>
            <a:solidFill>
              <a:srgbClr val="FDC4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66"/>
            <p:cNvSpPr/>
            <p:nvPr/>
          </p:nvSpPr>
          <p:spPr>
            <a:xfrm>
              <a:off x="2462416" y="2370736"/>
              <a:ext cx="334836" cy="196483"/>
            </a:xfrm>
            <a:custGeom>
              <a:avLst/>
              <a:gdLst/>
              <a:ahLst/>
              <a:cxnLst/>
              <a:rect l="l" t="t" r="r" b="b"/>
              <a:pathLst>
                <a:path w="15581" h="9143" extrusionOk="0">
                  <a:moveTo>
                    <a:pt x="299" y="1"/>
                  </a:moveTo>
                  <a:lnTo>
                    <a:pt x="1" y="24"/>
                  </a:lnTo>
                  <a:lnTo>
                    <a:pt x="413" y="574"/>
                  </a:lnTo>
                  <a:lnTo>
                    <a:pt x="826" y="1124"/>
                  </a:lnTo>
                  <a:lnTo>
                    <a:pt x="1605" y="2246"/>
                  </a:lnTo>
                  <a:lnTo>
                    <a:pt x="2384" y="3392"/>
                  </a:lnTo>
                  <a:lnTo>
                    <a:pt x="2773" y="3965"/>
                  </a:lnTo>
                  <a:lnTo>
                    <a:pt x="3186" y="4514"/>
                  </a:lnTo>
                  <a:lnTo>
                    <a:pt x="3598" y="5064"/>
                  </a:lnTo>
                  <a:lnTo>
                    <a:pt x="4056" y="5591"/>
                  </a:lnTo>
                  <a:lnTo>
                    <a:pt x="4515" y="6095"/>
                  </a:lnTo>
                  <a:lnTo>
                    <a:pt x="4996" y="6554"/>
                  </a:lnTo>
                  <a:lnTo>
                    <a:pt x="5500" y="7012"/>
                  </a:lnTo>
                  <a:lnTo>
                    <a:pt x="6050" y="7401"/>
                  </a:lnTo>
                  <a:lnTo>
                    <a:pt x="6325" y="7585"/>
                  </a:lnTo>
                  <a:lnTo>
                    <a:pt x="6622" y="7768"/>
                  </a:lnTo>
                  <a:lnTo>
                    <a:pt x="6943" y="7928"/>
                  </a:lnTo>
                  <a:lnTo>
                    <a:pt x="7241" y="8089"/>
                  </a:lnTo>
                  <a:lnTo>
                    <a:pt x="7562" y="8226"/>
                  </a:lnTo>
                  <a:lnTo>
                    <a:pt x="7860" y="8341"/>
                  </a:lnTo>
                  <a:lnTo>
                    <a:pt x="8180" y="8432"/>
                  </a:lnTo>
                  <a:lnTo>
                    <a:pt x="8501" y="8524"/>
                  </a:lnTo>
                  <a:lnTo>
                    <a:pt x="9143" y="8661"/>
                  </a:lnTo>
                  <a:lnTo>
                    <a:pt x="9784" y="8753"/>
                  </a:lnTo>
                  <a:lnTo>
                    <a:pt x="10426" y="8822"/>
                  </a:lnTo>
                  <a:lnTo>
                    <a:pt x="11090" y="8868"/>
                  </a:lnTo>
                  <a:lnTo>
                    <a:pt x="12396" y="8891"/>
                  </a:lnTo>
                  <a:lnTo>
                    <a:pt x="13175" y="8913"/>
                  </a:lnTo>
                  <a:lnTo>
                    <a:pt x="13954" y="8936"/>
                  </a:lnTo>
                  <a:lnTo>
                    <a:pt x="14733" y="9028"/>
                  </a:lnTo>
                  <a:lnTo>
                    <a:pt x="15123" y="9074"/>
                  </a:lnTo>
                  <a:lnTo>
                    <a:pt x="15512" y="9143"/>
                  </a:lnTo>
                  <a:lnTo>
                    <a:pt x="15581" y="8891"/>
                  </a:lnTo>
                  <a:lnTo>
                    <a:pt x="15168" y="8799"/>
                  </a:lnTo>
                  <a:lnTo>
                    <a:pt x="14756" y="8753"/>
                  </a:lnTo>
                  <a:lnTo>
                    <a:pt x="14321" y="8707"/>
                  </a:lnTo>
                  <a:lnTo>
                    <a:pt x="13908" y="8661"/>
                  </a:lnTo>
                  <a:lnTo>
                    <a:pt x="13038" y="8639"/>
                  </a:lnTo>
                  <a:lnTo>
                    <a:pt x="12190" y="8616"/>
                  </a:lnTo>
                  <a:lnTo>
                    <a:pt x="11457" y="8593"/>
                  </a:lnTo>
                  <a:lnTo>
                    <a:pt x="10724" y="8570"/>
                  </a:lnTo>
                  <a:lnTo>
                    <a:pt x="9990" y="8501"/>
                  </a:lnTo>
                  <a:lnTo>
                    <a:pt x="9280" y="8409"/>
                  </a:lnTo>
                  <a:lnTo>
                    <a:pt x="8936" y="8341"/>
                  </a:lnTo>
                  <a:lnTo>
                    <a:pt x="8593" y="8249"/>
                  </a:lnTo>
                  <a:lnTo>
                    <a:pt x="8249" y="8157"/>
                  </a:lnTo>
                  <a:lnTo>
                    <a:pt x="7905" y="8043"/>
                  </a:lnTo>
                  <a:lnTo>
                    <a:pt x="7562" y="7905"/>
                  </a:lnTo>
                  <a:lnTo>
                    <a:pt x="7218" y="7768"/>
                  </a:lnTo>
                  <a:lnTo>
                    <a:pt x="6897" y="7608"/>
                  </a:lnTo>
                  <a:lnTo>
                    <a:pt x="6577" y="7424"/>
                  </a:lnTo>
                  <a:lnTo>
                    <a:pt x="6256" y="7195"/>
                  </a:lnTo>
                  <a:lnTo>
                    <a:pt x="5935" y="6989"/>
                  </a:lnTo>
                  <a:lnTo>
                    <a:pt x="5637" y="6760"/>
                  </a:lnTo>
                  <a:lnTo>
                    <a:pt x="5362" y="6508"/>
                  </a:lnTo>
                  <a:lnTo>
                    <a:pt x="4812" y="6004"/>
                  </a:lnTo>
                  <a:lnTo>
                    <a:pt x="4285" y="5454"/>
                  </a:lnTo>
                  <a:lnTo>
                    <a:pt x="3804" y="4858"/>
                  </a:lnTo>
                  <a:lnTo>
                    <a:pt x="3346" y="4262"/>
                  </a:lnTo>
                  <a:lnTo>
                    <a:pt x="2888" y="3667"/>
                  </a:lnTo>
                  <a:lnTo>
                    <a:pt x="2452" y="3048"/>
                  </a:lnTo>
                  <a:lnTo>
                    <a:pt x="1421" y="1513"/>
                  </a:lnTo>
                  <a:lnTo>
                    <a:pt x="872" y="757"/>
                  </a:lnTo>
                  <a:lnTo>
                    <a:pt x="299" y="1"/>
                  </a:lnTo>
                  <a:close/>
                </a:path>
              </a:pathLst>
            </a:custGeom>
            <a:solidFill>
              <a:srgbClr val="FDC4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66"/>
            <p:cNvSpPr/>
            <p:nvPr/>
          </p:nvSpPr>
          <p:spPr>
            <a:xfrm>
              <a:off x="2527422" y="2176255"/>
              <a:ext cx="95545" cy="120172"/>
            </a:xfrm>
            <a:custGeom>
              <a:avLst/>
              <a:gdLst/>
              <a:ahLst/>
              <a:cxnLst/>
              <a:rect l="l" t="t" r="r" b="b"/>
              <a:pathLst>
                <a:path w="4446" h="5592" extrusionOk="0">
                  <a:moveTo>
                    <a:pt x="2566" y="1"/>
                  </a:moveTo>
                  <a:lnTo>
                    <a:pt x="2452" y="24"/>
                  </a:lnTo>
                  <a:lnTo>
                    <a:pt x="2108" y="69"/>
                  </a:lnTo>
                  <a:lnTo>
                    <a:pt x="1650" y="184"/>
                  </a:lnTo>
                  <a:lnTo>
                    <a:pt x="1398" y="276"/>
                  </a:lnTo>
                  <a:lnTo>
                    <a:pt x="1146" y="367"/>
                  </a:lnTo>
                  <a:lnTo>
                    <a:pt x="894" y="505"/>
                  </a:lnTo>
                  <a:lnTo>
                    <a:pt x="642" y="642"/>
                  </a:lnTo>
                  <a:lnTo>
                    <a:pt x="436" y="803"/>
                  </a:lnTo>
                  <a:lnTo>
                    <a:pt x="252" y="1009"/>
                  </a:lnTo>
                  <a:lnTo>
                    <a:pt x="184" y="1101"/>
                  </a:lnTo>
                  <a:lnTo>
                    <a:pt x="115" y="1215"/>
                  </a:lnTo>
                  <a:lnTo>
                    <a:pt x="69" y="1353"/>
                  </a:lnTo>
                  <a:lnTo>
                    <a:pt x="23" y="1467"/>
                  </a:lnTo>
                  <a:lnTo>
                    <a:pt x="0" y="1605"/>
                  </a:lnTo>
                  <a:lnTo>
                    <a:pt x="0" y="1765"/>
                  </a:lnTo>
                  <a:lnTo>
                    <a:pt x="0" y="1902"/>
                  </a:lnTo>
                  <a:lnTo>
                    <a:pt x="46" y="2063"/>
                  </a:lnTo>
                  <a:lnTo>
                    <a:pt x="115" y="2292"/>
                  </a:lnTo>
                  <a:lnTo>
                    <a:pt x="206" y="2475"/>
                  </a:lnTo>
                  <a:lnTo>
                    <a:pt x="344" y="2613"/>
                  </a:lnTo>
                  <a:lnTo>
                    <a:pt x="481" y="2750"/>
                  </a:lnTo>
                  <a:lnTo>
                    <a:pt x="642" y="2865"/>
                  </a:lnTo>
                  <a:lnTo>
                    <a:pt x="802" y="2956"/>
                  </a:lnTo>
                  <a:lnTo>
                    <a:pt x="963" y="3002"/>
                  </a:lnTo>
                  <a:lnTo>
                    <a:pt x="1146" y="3071"/>
                  </a:lnTo>
                  <a:lnTo>
                    <a:pt x="1467" y="3117"/>
                  </a:lnTo>
                  <a:lnTo>
                    <a:pt x="1764" y="3140"/>
                  </a:lnTo>
                  <a:lnTo>
                    <a:pt x="2017" y="3140"/>
                  </a:lnTo>
                  <a:lnTo>
                    <a:pt x="1696" y="3346"/>
                  </a:lnTo>
                  <a:lnTo>
                    <a:pt x="1375" y="3598"/>
                  </a:lnTo>
                  <a:lnTo>
                    <a:pt x="1215" y="3758"/>
                  </a:lnTo>
                  <a:lnTo>
                    <a:pt x="1077" y="3919"/>
                  </a:lnTo>
                  <a:lnTo>
                    <a:pt x="940" y="4079"/>
                  </a:lnTo>
                  <a:lnTo>
                    <a:pt x="825" y="4262"/>
                  </a:lnTo>
                  <a:lnTo>
                    <a:pt x="733" y="4423"/>
                  </a:lnTo>
                  <a:lnTo>
                    <a:pt x="711" y="4606"/>
                  </a:lnTo>
                  <a:lnTo>
                    <a:pt x="711" y="4698"/>
                  </a:lnTo>
                  <a:lnTo>
                    <a:pt x="711" y="4789"/>
                  </a:lnTo>
                  <a:lnTo>
                    <a:pt x="756" y="4881"/>
                  </a:lnTo>
                  <a:lnTo>
                    <a:pt x="802" y="4973"/>
                  </a:lnTo>
                  <a:lnTo>
                    <a:pt x="848" y="5041"/>
                  </a:lnTo>
                  <a:lnTo>
                    <a:pt x="940" y="5133"/>
                  </a:lnTo>
                  <a:lnTo>
                    <a:pt x="1031" y="5225"/>
                  </a:lnTo>
                  <a:lnTo>
                    <a:pt x="1146" y="5293"/>
                  </a:lnTo>
                  <a:lnTo>
                    <a:pt x="1421" y="5431"/>
                  </a:lnTo>
                  <a:lnTo>
                    <a:pt x="1673" y="5522"/>
                  </a:lnTo>
                  <a:lnTo>
                    <a:pt x="1925" y="5568"/>
                  </a:lnTo>
                  <a:lnTo>
                    <a:pt x="2200" y="5591"/>
                  </a:lnTo>
                  <a:lnTo>
                    <a:pt x="2452" y="5591"/>
                  </a:lnTo>
                  <a:lnTo>
                    <a:pt x="2681" y="5568"/>
                  </a:lnTo>
                  <a:lnTo>
                    <a:pt x="2910" y="5522"/>
                  </a:lnTo>
                  <a:lnTo>
                    <a:pt x="3139" y="5454"/>
                  </a:lnTo>
                  <a:lnTo>
                    <a:pt x="3529" y="5316"/>
                  </a:lnTo>
                  <a:lnTo>
                    <a:pt x="3827" y="5156"/>
                  </a:lnTo>
                  <a:lnTo>
                    <a:pt x="4101" y="4995"/>
                  </a:lnTo>
                  <a:lnTo>
                    <a:pt x="4147" y="4812"/>
                  </a:lnTo>
                  <a:lnTo>
                    <a:pt x="4285" y="4308"/>
                  </a:lnTo>
                  <a:lnTo>
                    <a:pt x="4331" y="3964"/>
                  </a:lnTo>
                  <a:lnTo>
                    <a:pt x="4399" y="3575"/>
                  </a:lnTo>
                  <a:lnTo>
                    <a:pt x="4422" y="3163"/>
                  </a:lnTo>
                  <a:lnTo>
                    <a:pt x="4445" y="2727"/>
                  </a:lnTo>
                  <a:lnTo>
                    <a:pt x="4422" y="2292"/>
                  </a:lnTo>
                  <a:lnTo>
                    <a:pt x="4353" y="1857"/>
                  </a:lnTo>
                  <a:lnTo>
                    <a:pt x="4308" y="1627"/>
                  </a:lnTo>
                  <a:lnTo>
                    <a:pt x="4239" y="1421"/>
                  </a:lnTo>
                  <a:lnTo>
                    <a:pt x="4147" y="1238"/>
                  </a:lnTo>
                  <a:lnTo>
                    <a:pt x="4056" y="1032"/>
                  </a:lnTo>
                  <a:lnTo>
                    <a:pt x="3941" y="848"/>
                  </a:lnTo>
                  <a:lnTo>
                    <a:pt x="3804" y="688"/>
                  </a:lnTo>
                  <a:lnTo>
                    <a:pt x="3666" y="528"/>
                  </a:lnTo>
                  <a:lnTo>
                    <a:pt x="3483" y="390"/>
                  </a:lnTo>
                  <a:lnTo>
                    <a:pt x="3300" y="276"/>
                  </a:lnTo>
                  <a:lnTo>
                    <a:pt x="3070" y="161"/>
                  </a:lnTo>
                  <a:lnTo>
                    <a:pt x="2841" y="69"/>
                  </a:lnTo>
                  <a:lnTo>
                    <a:pt x="2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66"/>
            <p:cNvSpPr/>
            <p:nvPr/>
          </p:nvSpPr>
          <p:spPr>
            <a:xfrm>
              <a:off x="2547107" y="1985706"/>
              <a:ext cx="343711" cy="290523"/>
            </a:xfrm>
            <a:custGeom>
              <a:avLst/>
              <a:gdLst/>
              <a:ahLst/>
              <a:cxnLst/>
              <a:rect l="l" t="t" r="r" b="b"/>
              <a:pathLst>
                <a:path w="15994" h="13519" extrusionOk="0">
                  <a:moveTo>
                    <a:pt x="4789" y="1"/>
                  </a:moveTo>
                  <a:lnTo>
                    <a:pt x="4446" y="47"/>
                  </a:lnTo>
                  <a:lnTo>
                    <a:pt x="4079" y="138"/>
                  </a:lnTo>
                  <a:lnTo>
                    <a:pt x="3827" y="253"/>
                  </a:lnTo>
                  <a:lnTo>
                    <a:pt x="3598" y="390"/>
                  </a:lnTo>
                  <a:lnTo>
                    <a:pt x="3415" y="574"/>
                  </a:lnTo>
                  <a:lnTo>
                    <a:pt x="3254" y="757"/>
                  </a:lnTo>
                  <a:lnTo>
                    <a:pt x="3117" y="963"/>
                  </a:lnTo>
                  <a:lnTo>
                    <a:pt x="3025" y="1169"/>
                  </a:lnTo>
                  <a:lnTo>
                    <a:pt x="2956" y="1399"/>
                  </a:lnTo>
                  <a:lnTo>
                    <a:pt x="2911" y="1628"/>
                  </a:lnTo>
                  <a:lnTo>
                    <a:pt x="2865" y="1834"/>
                  </a:lnTo>
                  <a:lnTo>
                    <a:pt x="2842" y="2040"/>
                  </a:lnTo>
                  <a:lnTo>
                    <a:pt x="2842" y="2384"/>
                  </a:lnTo>
                  <a:lnTo>
                    <a:pt x="2865" y="2636"/>
                  </a:lnTo>
                  <a:lnTo>
                    <a:pt x="2865" y="2727"/>
                  </a:lnTo>
                  <a:lnTo>
                    <a:pt x="2613" y="2659"/>
                  </a:lnTo>
                  <a:lnTo>
                    <a:pt x="2315" y="2613"/>
                  </a:lnTo>
                  <a:lnTo>
                    <a:pt x="1971" y="2590"/>
                  </a:lnTo>
                  <a:lnTo>
                    <a:pt x="1765" y="2613"/>
                  </a:lnTo>
                  <a:lnTo>
                    <a:pt x="1559" y="2636"/>
                  </a:lnTo>
                  <a:lnTo>
                    <a:pt x="1353" y="2682"/>
                  </a:lnTo>
                  <a:lnTo>
                    <a:pt x="1146" y="2750"/>
                  </a:lnTo>
                  <a:lnTo>
                    <a:pt x="917" y="2865"/>
                  </a:lnTo>
                  <a:lnTo>
                    <a:pt x="711" y="3002"/>
                  </a:lnTo>
                  <a:lnTo>
                    <a:pt x="505" y="3163"/>
                  </a:lnTo>
                  <a:lnTo>
                    <a:pt x="322" y="3369"/>
                  </a:lnTo>
                  <a:lnTo>
                    <a:pt x="230" y="3484"/>
                  </a:lnTo>
                  <a:lnTo>
                    <a:pt x="161" y="3598"/>
                  </a:lnTo>
                  <a:lnTo>
                    <a:pt x="115" y="3736"/>
                  </a:lnTo>
                  <a:lnTo>
                    <a:pt x="69" y="3873"/>
                  </a:lnTo>
                  <a:lnTo>
                    <a:pt x="24" y="4194"/>
                  </a:lnTo>
                  <a:lnTo>
                    <a:pt x="1" y="4515"/>
                  </a:lnTo>
                  <a:lnTo>
                    <a:pt x="47" y="4858"/>
                  </a:lnTo>
                  <a:lnTo>
                    <a:pt x="92" y="5202"/>
                  </a:lnTo>
                  <a:lnTo>
                    <a:pt x="184" y="5568"/>
                  </a:lnTo>
                  <a:lnTo>
                    <a:pt x="299" y="5912"/>
                  </a:lnTo>
                  <a:lnTo>
                    <a:pt x="528" y="6554"/>
                  </a:lnTo>
                  <a:lnTo>
                    <a:pt x="757" y="7081"/>
                  </a:lnTo>
                  <a:lnTo>
                    <a:pt x="986" y="7562"/>
                  </a:lnTo>
                  <a:lnTo>
                    <a:pt x="1238" y="7585"/>
                  </a:lnTo>
                  <a:lnTo>
                    <a:pt x="1513" y="7631"/>
                  </a:lnTo>
                  <a:lnTo>
                    <a:pt x="1811" y="7722"/>
                  </a:lnTo>
                  <a:lnTo>
                    <a:pt x="2109" y="7814"/>
                  </a:lnTo>
                  <a:lnTo>
                    <a:pt x="2429" y="7951"/>
                  </a:lnTo>
                  <a:lnTo>
                    <a:pt x="2750" y="8112"/>
                  </a:lnTo>
                  <a:lnTo>
                    <a:pt x="3460" y="8478"/>
                  </a:lnTo>
                  <a:lnTo>
                    <a:pt x="4171" y="8914"/>
                  </a:lnTo>
                  <a:lnTo>
                    <a:pt x="4927" y="9395"/>
                  </a:lnTo>
                  <a:lnTo>
                    <a:pt x="5660" y="9899"/>
                  </a:lnTo>
                  <a:lnTo>
                    <a:pt x="6416" y="10449"/>
                  </a:lnTo>
                  <a:lnTo>
                    <a:pt x="7837" y="11503"/>
                  </a:lnTo>
                  <a:lnTo>
                    <a:pt x="9051" y="12465"/>
                  </a:lnTo>
                  <a:lnTo>
                    <a:pt x="9578" y="12831"/>
                  </a:lnTo>
                  <a:lnTo>
                    <a:pt x="9990" y="13152"/>
                  </a:lnTo>
                  <a:lnTo>
                    <a:pt x="10334" y="13358"/>
                  </a:lnTo>
                  <a:lnTo>
                    <a:pt x="10448" y="13427"/>
                  </a:lnTo>
                  <a:lnTo>
                    <a:pt x="10540" y="13450"/>
                  </a:lnTo>
                  <a:lnTo>
                    <a:pt x="10746" y="13496"/>
                  </a:lnTo>
                  <a:lnTo>
                    <a:pt x="10930" y="13519"/>
                  </a:lnTo>
                  <a:lnTo>
                    <a:pt x="11250" y="13519"/>
                  </a:lnTo>
                  <a:lnTo>
                    <a:pt x="11548" y="13450"/>
                  </a:lnTo>
                  <a:lnTo>
                    <a:pt x="11777" y="13358"/>
                  </a:lnTo>
                  <a:lnTo>
                    <a:pt x="12006" y="13221"/>
                  </a:lnTo>
                  <a:lnTo>
                    <a:pt x="12190" y="13061"/>
                  </a:lnTo>
                  <a:lnTo>
                    <a:pt x="12350" y="12877"/>
                  </a:lnTo>
                  <a:lnTo>
                    <a:pt x="12465" y="12694"/>
                  </a:lnTo>
                  <a:lnTo>
                    <a:pt x="12556" y="12488"/>
                  </a:lnTo>
                  <a:lnTo>
                    <a:pt x="12648" y="12282"/>
                  </a:lnTo>
                  <a:lnTo>
                    <a:pt x="12740" y="11938"/>
                  </a:lnTo>
                  <a:lnTo>
                    <a:pt x="12785" y="11663"/>
                  </a:lnTo>
                  <a:lnTo>
                    <a:pt x="12808" y="11571"/>
                  </a:lnTo>
                  <a:lnTo>
                    <a:pt x="12923" y="11548"/>
                  </a:lnTo>
                  <a:lnTo>
                    <a:pt x="13221" y="11503"/>
                  </a:lnTo>
                  <a:lnTo>
                    <a:pt x="13656" y="11388"/>
                  </a:lnTo>
                  <a:lnTo>
                    <a:pt x="13908" y="11319"/>
                  </a:lnTo>
                  <a:lnTo>
                    <a:pt x="14160" y="11205"/>
                  </a:lnTo>
                  <a:lnTo>
                    <a:pt x="14435" y="11090"/>
                  </a:lnTo>
                  <a:lnTo>
                    <a:pt x="14687" y="10953"/>
                  </a:lnTo>
                  <a:lnTo>
                    <a:pt x="14962" y="10769"/>
                  </a:lnTo>
                  <a:lnTo>
                    <a:pt x="15214" y="10563"/>
                  </a:lnTo>
                  <a:lnTo>
                    <a:pt x="15420" y="10311"/>
                  </a:lnTo>
                  <a:lnTo>
                    <a:pt x="15626" y="10036"/>
                  </a:lnTo>
                  <a:lnTo>
                    <a:pt x="15787" y="9738"/>
                  </a:lnTo>
                  <a:lnTo>
                    <a:pt x="15856" y="9578"/>
                  </a:lnTo>
                  <a:lnTo>
                    <a:pt x="15924" y="9395"/>
                  </a:lnTo>
                  <a:lnTo>
                    <a:pt x="15993" y="9051"/>
                  </a:lnTo>
                  <a:lnTo>
                    <a:pt x="15993" y="8753"/>
                  </a:lnTo>
                  <a:lnTo>
                    <a:pt x="15970" y="8478"/>
                  </a:lnTo>
                  <a:lnTo>
                    <a:pt x="15924" y="8226"/>
                  </a:lnTo>
                  <a:lnTo>
                    <a:pt x="15810" y="8020"/>
                  </a:lnTo>
                  <a:lnTo>
                    <a:pt x="15695" y="7837"/>
                  </a:lnTo>
                  <a:lnTo>
                    <a:pt x="15558" y="7653"/>
                  </a:lnTo>
                  <a:lnTo>
                    <a:pt x="15420" y="7516"/>
                  </a:lnTo>
                  <a:lnTo>
                    <a:pt x="15260" y="7401"/>
                  </a:lnTo>
                  <a:lnTo>
                    <a:pt x="15100" y="7287"/>
                  </a:lnTo>
                  <a:lnTo>
                    <a:pt x="14825" y="7149"/>
                  </a:lnTo>
                  <a:lnTo>
                    <a:pt x="14618" y="7058"/>
                  </a:lnTo>
                  <a:lnTo>
                    <a:pt x="14527" y="7035"/>
                  </a:lnTo>
                  <a:lnTo>
                    <a:pt x="14618" y="6943"/>
                  </a:lnTo>
                  <a:lnTo>
                    <a:pt x="14825" y="6714"/>
                  </a:lnTo>
                  <a:lnTo>
                    <a:pt x="15100" y="6370"/>
                  </a:lnTo>
                  <a:lnTo>
                    <a:pt x="15260" y="6164"/>
                  </a:lnTo>
                  <a:lnTo>
                    <a:pt x="15397" y="5912"/>
                  </a:lnTo>
                  <a:lnTo>
                    <a:pt x="15558" y="5660"/>
                  </a:lnTo>
                  <a:lnTo>
                    <a:pt x="15672" y="5408"/>
                  </a:lnTo>
                  <a:lnTo>
                    <a:pt x="15787" y="5110"/>
                  </a:lnTo>
                  <a:lnTo>
                    <a:pt x="15879" y="4835"/>
                  </a:lnTo>
                  <a:lnTo>
                    <a:pt x="15924" y="4537"/>
                  </a:lnTo>
                  <a:lnTo>
                    <a:pt x="15924" y="4240"/>
                  </a:lnTo>
                  <a:lnTo>
                    <a:pt x="15879" y="3942"/>
                  </a:lnTo>
                  <a:lnTo>
                    <a:pt x="15833" y="3781"/>
                  </a:lnTo>
                  <a:lnTo>
                    <a:pt x="15787" y="3644"/>
                  </a:lnTo>
                  <a:lnTo>
                    <a:pt x="15672" y="3415"/>
                  </a:lnTo>
                  <a:lnTo>
                    <a:pt x="15558" y="3209"/>
                  </a:lnTo>
                  <a:lnTo>
                    <a:pt x="15420" y="3048"/>
                  </a:lnTo>
                  <a:lnTo>
                    <a:pt x="15283" y="2888"/>
                  </a:lnTo>
                  <a:lnTo>
                    <a:pt x="15122" y="2750"/>
                  </a:lnTo>
                  <a:lnTo>
                    <a:pt x="14962" y="2636"/>
                  </a:lnTo>
                  <a:lnTo>
                    <a:pt x="14802" y="2521"/>
                  </a:lnTo>
                  <a:lnTo>
                    <a:pt x="14618" y="2452"/>
                  </a:lnTo>
                  <a:lnTo>
                    <a:pt x="14435" y="2384"/>
                  </a:lnTo>
                  <a:lnTo>
                    <a:pt x="14229" y="2338"/>
                  </a:lnTo>
                  <a:lnTo>
                    <a:pt x="13839" y="2269"/>
                  </a:lnTo>
                  <a:lnTo>
                    <a:pt x="13450" y="2246"/>
                  </a:lnTo>
                  <a:lnTo>
                    <a:pt x="13060" y="2269"/>
                  </a:lnTo>
                  <a:lnTo>
                    <a:pt x="12694" y="2315"/>
                  </a:lnTo>
                  <a:lnTo>
                    <a:pt x="12327" y="2384"/>
                  </a:lnTo>
                  <a:lnTo>
                    <a:pt x="12006" y="2475"/>
                  </a:lnTo>
                  <a:lnTo>
                    <a:pt x="11709" y="2567"/>
                  </a:lnTo>
                  <a:lnTo>
                    <a:pt x="11296" y="2727"/>
                  </a:lnTo>
                  <a:lnTo>
                    <a:pt x="11136" y="2796"/>
                  </a:lnTo>
                  <a:lnTo>
                    <a:pt x="11113" y="2636"/>
                  </a:lnTo>
                  <a:lnTo>
                    <a:pt x="11044" y="2475"/>
                  </a:lnTo>
                  <a:lnTo>
                    <a:pt x="10953" y="2269"/>
                  </a:lnTo>
                  <a:lnTo>
                    <a:pt x="10792" y="2017"/>
                  </a:lnTo>
                  <a:lnTo>
                    <a:pt x="10563" y="1765"/>
                  </a:lnTo>
                  <a:lnTo>
                    <a:pt x="10426" y="1628"/>
                  </a:lnTo>
                  <a:lnTo>
                    <a:pt x="10242" y="1490"/>
                  </a:lnTo>
                  <a:lnTo>
                    <a:pt x="10059" y="1376"/>
                  </a:lnTo>
                  <a:lnTo>
                    <a:pt x="9830" y="1238"/>
                  </a:lnTo>
                  <a:lnTo>
                    <a:pt x="9532" y="1101"/>
                  </a:lnTo>
                  <a:lnTo>
                    <a:pt x="9257" y="986"/>
                  </a:lnTo>
                  <a:lnTo>
                    <a:pt x="8959" y="940"/>
                  </a:lnTo>
                  <a:lnTo>
                    <a:pt x="8707" y="894"/>
                  </a:lnTo>
                  <a:lnTo>
                    <a:pt x="8455" y="894"/>
                  </a:lnTo>
                  <a:lnTo>
                    <a:pt x="8203" y="917"/>
                  </a:lnTo>
                  <a:lnTo>
                    <a:pt x="7974" y="963"/>
                  </a:lnTo>
                  <a:lnTo>
                    <a:pt x="7768" y="1032"/>
                  </a:lnTo>
                  <a:lnTo>
                    <a:pt x="7585" y="1101"/>
                  </a:lnTo>
                  <a:lnTo>
                    <a:pt x="7424" y="1169"/>
                  </a:lnTo>
                  <a:lnTo>
                    <a:pt x="7149" y="1330"/>
                  </a:lnTo>
                  <a:lnTo>
                    <a:pt x="6989" y="1444"/>
                  </a:lnTo>
                  <a:lnTo>
                    <a:pt x="6943" y="1490"/>
                  </a:lnTo>
                  <a:lnTo>
                    <a:pt x="6897" y="1399"/>
                  </a:lnTo>
                  <a:lnTo>
                    <a:pt x="6783" y="1192"/>
                  </a:lnTo>
                  <a:lnTo>
                    <a:pt x="6576" y="872"/>
                  </a:lnTo>
                  <a:lnTo>
                    <a:pt x="6439" y="711"/>
                  </a:lnTo>
                  <a:lnTo>
                    <a:pt x="6279" y="551"/>
                  </a:lnTo>
                  <a:lnTo>
                    <a:pt x="6095" y="413"/>
                  </a:lnTo>
                  <a:lnTo>
                    <a:pt x="5889" y="276"/>
                  </a:lnTo>
                  <a:lnTo>
                    <a:pt x="5637" y="138"/>
                  </a:lnTo>
                  <a:lnTo>
                    <a:pt x="5385" y="70"/>
                  </a:lnTo>
                  <a:lnTo>
                    <a:pt x="51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66"/>
            <p:cNvSpPr/>
            <p:nvPr/>
          </p:nvSpPr>
          <p:spPr>
            <a:xfrm>
              <a:off x="2547107" y="1985706"/>
              <a:ext cx="343711" cy="290523"/>
            </a:xfrm>
            <a:custGeom>
              <a:avLst/>
              <a:gdLst/>
              <a:ahLst/>
              <a:cxnLst/>
              <a:rect l="l" t="t" r="r" b="b"/>
              <a:pathLst>
                <a:path w="15994" h="13519" fill="none" extrusionOk="0">
                  <a:moveTo>
                    <a:pt x="986" y="7562"/>
                  </a:moveTo>
                  <a:lnTo>
                    <a:pt x="986" y="7562"/>
                  </a:lnTo>
                  <a:lnTo>
                    <a:pt x="757" y="7081"/>
                  </a:lnTo>
                  <a:lnTo>
                    <a:pt x="528" y="6554"/>
                  </a:lnTo>
                  <a:lnTo>
                    <a:pt x="299" y="5912"/>
                  </a:lnTo>
                  <a:lnTo>
                    <a:pt x="184" y="5568"/>
                  </a:lnTo>
                  <a:lnTo>
                    <a:pt x="92" y="5202"/>
                  </a:lnTo>
                  <a:lnTo>
                    <a:pt x="47" y="4858"/>
                  </a:lnTo>
                  <a:lnTo>
                    <a:pt x="1" y="4515"/>
                  </a:lnTo>
                  <a:lnTo>
                    <a:pt x="24" y="4194"/>
                  </a:lnTo>
                  <a:lnTo>
                    <a:pt x="69" y="3873"/>
                  </a:lnTo>
                  <a:lnTo>
                    <a:pt x="115" y="3736"/>
                  </a:lnTo>
                  <a:lnTo>
                    <a:pt x="161" y="3598"/>
                  </a:lnTo>
                  <a:lnTo>
                    <a:pt x="230" y="3484"/>
                  </a:lnTo>
                  <a:lnTo>
                    <a:pt x="322" y="3369"/>
                  </a:lnTo>
                  <a:lnTo>
                    <a:pt x="322" y="3369"/>
                  </a:lnTo>
                  <a:lnTo>
                    <a:pt x="505" y="3163"/>
                  </a:lnTo>
                  <a:lnTo>
                    <a:pt x="711" y="3002"/>
                  </a:lnTo>
                  <a:lnTo>
                    <a:pt x="917" y="2865"/>
                  </a:lnTo>
                  <a:lnTo>
                    <a:pt x="1146" y="2750"/>
                  </a:lnTo>
                  <a:lnTo>
                    <a:pt x="1353" y="2682"/>
                  </a:lnTo>
                  <a:lnTo>
                    <a:pt x="1559" y="2636"/>
                  </a:lnTo>
                  <a:lnTo>
                    <a:pt x="1765" y="2613"/>
                  </a:lnTo>
                  <a:lnTo>
                    <a:pt x="1971" y="2590"/>
                  </a:lnTo>
                  <a:lnTo>
                    <a:pt x="2315" y="2613"/>
                  </a:lnTo>
                  <a:lnTo>
                    <a:pt x="2613" y="2659"/>
                  </a:lnTo>
                  <a:lnTo>
                    <a:pt x="2865" y="2727"/>
                  </a:lnTo>
                  <a:lnTo>
                    <a:pt x="2865" y="2727"/>
                  </a:lnTo>
                  <a:lnTo>
                    <a:pt x="2865" y="2636"/>
                  </a:lnTo>
                  <a:lnTo>
                    <a:pt x="2842" y="2384"/>
                  </a:lnTo>
                  <a:lnTo>
                    <a:pt x="2842" y="2040"/>
                  </a:lnTo>
                  <a:lnTo>
                    <a:pt x="2865" y="1834"/>
                  </a:lnTo>
                  <a:lnTo>
                    <a:pt x="2911" y="1628"/>
                  </a:lnTo>
                  <a:lnTo>
                    <a:pt x="2956" y="1399"/>
                  </a:lnTo>
                  <a:lnTo>
                    <a:pt x="3025" y="1169"/>
                  </a:lnTo>
                  <a:lnTo>
                    <a:pt x="3117" y="963"/>
                  </a:lnTo>
                  <a:lnTo>
                    <a:pt x="3254" y="757"/>
                  </a:lnTo>
                  <a:lnTo>
                    <a:pt x="3415" y="574"/>
                  </a:lnTo>
                  <a:lnTo>
                    <a:pt x="3598" y="390"/>
                  </a:lnTo>
                  <a:lnTo>
                    <a:pt x="3827" y="253"/>
                  </a:lnTo>
                  <a:lnTo>
                    <a:pt x="4079" y="138"/>
                  </a:lnTo>
                  <a:lnTo>
                    <a:pt x="4079" y="138"/>
                  </a:lnTo>
                  <a:lnTo>
                    <a:pt x="4446" y="47"/>
                  </a:lnTo>
                  <a:lnTo>
                    <a:pt x="4789" y="1"/>
                  </a:lnTo>
                  <a:lnTo>
                    <a:pt x="5110" y="1"/>
                  </a:lnTo>
                  <a:lnTo>
                    <a:pt x="5385" y="70"/>
                  </a:lnTo>
                  <a:lnTo>
                    <a:pt x="5637" y="138"/>
                  </a:lnTo>
                  <a:lnTo>
                    <a:pt x="5889" y="276"/>
                  </a:lnTo>
                  <a:lnTo>
                    <a:pt x="6095" y="413"/>
                  </a:lnTo>
                  <a:lnTo>
                    <a:pt x="6279" y="551"/>
                  </a:lnTo>
                  <a:lnTo>
                    <a:pt x="6439" y="711"/>
                  </a:lnTo>
                  <a:lnTo>
                    <a:pt x="6576" y="872"/>
                  </a:lnTo>
                  <a:lnTo>
                    <a:pt x="6783" y="1192"/>
                  </a:lnTo>
                  <a:lnTo>
                    <a:pt x="6897" y="1399"/>
                  </a:lnTo>
                  <a:lnTo>
                    <a:pt x="6943" y="1490"/>
                  </a:lnTo>
                  <a:lnTo>
                    <a:pt x="6943" y="1490"/>
                  </a:lnTo>
                  <a:lnTo>
                    <a:pt x="6989" y="1444"/>
                  </a:lnTo>
                  <a:lnTo>
                    <a:pt x="7149" y="1330"/>
                  </a:lnTo>
                  <a:lnTo>
                    <a:pt x="7424" y="1169"/>
                  </a:lnTo>
                  <a:lnTo>
                    <a:pt x="7585" y="1101"/>
                  </a:lnTo>
                  <a:lnTo>
                    <a:pt x="7768" y="1032"/>
                  </a:lnTo>
                  <a:lnTo>
                    <a:pt x="7974" y="963"/>
                  </a:lnTo>
                  <a:lnTo>
                    <a:pt x="8203" y="917"/>
                  </a:lnTo>
                  <a:lnTo>
                    <a:pt x="8455" y="894"/>
                  </a:lnTo>
                  <a:lnTo>
                    <a:pt x="8707" y="894"/>
                  </a:lnTo>
                  <a:lnTo>
                    <a:pt x="8959" y="940"/>
                  </a:lnTo>
                  <a:lnTo>
                    <a:pt x="9257" y="986"/>
                  </a:lnTo>
                  <a:lnTo>
                    <a:pt x="9532" y="1101"/>
                  </a:lnTo>
                  <a:lnTo>
                    <a:pt x="9830" y="1238"/>
                  </a:lnTo>
                  <a:lnTo>
                    <a:pt x="9830" y="1238"/>
                  </a:lnTo>
                  <a:lnTo>
                    <a:pt x="10059" y="1376"/>
                  </a:lnTo>
                  <a:lnTo>
                    <a:pt x="10242" y="1490"/>
                  </a:lnTo>
                  <a:lnTo>
                    <a:pt x="10426" y="1628"/>
                  </a:lnTo>
                  <a:lnTo>
                    <a:pt x="10563" y="1765"/>
                  </a:lnTo>
                  <a:lnTo>
                    <a:pt x="10792" y="2017"/>
                  </a:lnTo>
                  <a:lnTo>
                    <a:pt x="10953" y="2269"/>
                  </a:lnTo>
                  <a:lnTo>
                    <a:pt x="11044" y="2475"/>
                  </a:lnTo>
                  <a:lnTo>
                    <a:pt x="11113" y="2636"/>
                  </a:lnTo>
                  <a:lnTo>
                    <a:pt x="11136" y="2796"/>
                  </a:lnTo>
                  <a:lnTo>
                    <a:pt x="11136" y="2796"/>
                  </a:lnTo>
                  <a:lnTo>
                    <a:pt x="11296" y="2727"/>
                  </a:lnTo>
                  <a:lnTo>
                    <a:pt x="11709" y="2567"/>
                  </a:lnTo>
                  <a:lnTo>
                    <a:pt x="12006" y="2475"/>
                  </a:lnTo>
                  <a:lnTo>
                    <a:pt x="12327" y="2384"/>
                  </a:lnTo>
                  <a:lnTo>
                    <a:pt x="12694" y="2315"/>
                  </a:lnTo>
                  <a:lnTo>
                    <a:pt x="13060" y="2269"/>
                  </a:lnTo>
                  <a:lnTo>
                    <a:pt x="13450" y="2246"/>
                  </a:lnTo>
                  <a:lnTo>
                    <a:pt x="13839" y="2269"/>
                  </a:lnTo>
                  <a:lnTo>
                    <a:pt x="14229" y="2338"/>
                  </a:lnTo>
                  <a:lnTo>
                    <a:pt x="14435" y="2384"/>
                  </a:lnTo>
                  <a:lnTo>
                    <a:pt x="14618" y="2452"/>
                  </a:lnTo>
                  <a:lnTo>
                    <a:pt x="14802" y="2521"/>
                  </a:lnTo>
                  <a:lnTo>
                    <a:pt x="14962" y="2636"/>
                  </a:lnTo>
                  <a:lnTo>
                    <a:pt x="15122" y="2750"/>
                  </a:lnTo>
                  <a:lnTo>
                    <a:pt x="15283" y="2888"/>
                  </a:lnTo>
                  <a:lnTo>
                    <a:pt x="15420" y="3048"/>
                  </a:lnTo>
                  <a:lnTo>
                    <a:pt x="15558" y="3209"/>
                  </a:lnTo>
                  <a:lnTo>
                    <a:pt x="15672" y="3415"/>
                  </a:lnTo>
                  <a:lnTo>
                    <a:pt x="15787" y="3644"/>
                  </a:lnTo>
                  <a:lnTo>
                    <a:pt x="15787" y="3644"/>
                  </a:lnTo>
                  <a:lnTo>
                    <a:pt x="15833" y="3781"/>
                  </a:lnTo>
                  <a:lnTo>
                    <a:pt x="15879" y="3942"/>
                  </a:lnTo>
                  <a:lnTo>
                    <a:pt x="15924" y="4240"/>
                  </a:lnTo>
                  <a:lnTo>
                    <a:pt x="15924" y="4537"/>
                  </a:lnTo>
                  <a:lnTo>
                    <a:pt x="15879" y="4835"/>
                  </a:lnTo>
                  <a:lnTo>
                    <a:pt x="15787" y="5110"/>
                  </a:lnTo>
                  <a:lnTo>
                    <a:pt x="15672" y="5408"/>
                  </a:lnTo>
                  <a:lnTo>
                    <a:pt x="15558" y="5660"/>
                  </a:lnTo>
                  <a:lnTo>
                    <a:pt x="15397" y="5912"/>
                  </a:lnTo>
                  <a:lnTo>
                    <a:pt x="15260" y="6164"/>
                  </a:lnTo>
                  <a:lnTo>
                    <a:pt x="15100" y="6370"/>
                  </a:lnTo>
                  <a:lnTo>
                    <a:pt x="14825" y="6714"/>
                  </a:lnTo>
                  <a:lnTo>
                    <a:pt x="14618" y="6943"/>
                  </a:lnTo>
                  <a:lnTo>
                    <a:pt x="14527" y="7035"/>
                  </a:lnTo>
                  <a:lnTo>
                    <a:pt x="14527" y="7035"/>
                  </a:lnTo>
                  <a:lnTo>
                    <a:pt x="14618" y="7058"/>
                  </a:lnTo>
                  <a:lnTo>
                    <a:pt x="14825" y="7149"/>
                  </a:lnTo>
                  <a:lnTo>
                    <a:pt x="15100" y="7287"/>
                  </a:lnTo>
                  <a:lnTo>
                    <a:pt x="15260" y="7401"/>
                  </a:lnTo>
                  <a:lnTo>
                    <a:pt x="15420" y="7516"/>
                  </a:lnTo>
                  <a:lnTo>
                    <a:pt x="15558" y="7653"/>
                  </a:lnTo>
                  <a:lnTo>
                    <a:pt x="15695" y="7837"/>
                  </a:lnTo>
                  <a:lnTo>
                    <a:pt x="15810" y="8020"/>
                  </a:lnTo>
                  <a:lnTo>
                    <a:pt x="15924" y="8226"/>
                  </a:lnTo>
                  <a:lnTo>
                    <a:pt x="15970" y="8478"/>
                  </a:lnTo>
                  <a:lnTo>
                    <a:pt x="15993" y="8753"/>
                  </a:lnTo>
                  <a:lnTo>
                    <a:pt x="15993" y="9051"/>
                  </a:lnTo>
                  <a:lnTo>
                    <a:pt x="15924" y="9395"/>
                  </a:lnTo>
                  <a:lnTo>
                    <a:pt x="15924" y="9395"/>
                  </a:lnTo>
                  <a:lnTo>
                    <a:pt x="15856" y="9578"/>
                  </a:lnTo>
                  <a:lnTo>
                    <a:pt x="15787" y="9738"/>
                  </a:lnTo>
                  <a:lnTo>
                    <a:pt x="15626" y="10036"/>
                  </a:lnTo>
                  <a:lnTo>
                    <a:pt x="15420" y="10311"/>
                  </a:lnTo>
                  <a:lnTo>
                    <a:pt x="15214" y="10563"/>
                  </a:lnTo>
                  <a:lnTo>
                    <a:pt x="14962" y="10769"/>
                  </a:lnTo>
                  <a:lnTo>
                    <a:pt x="14687" y="10953"/>
                  </a:lnTo>
                  <a:lnTo>
                    <a:pt x="14435" y="11090"/>
                  </a:lnTo>
                  <a:lnTo>
                    <a:pt x="14160" y="11205"/>
                  </a:lnTo>
                  <a:lnTo>
                    <a:pt x="13908" y="11319"/>
                  </a:lnTo>
                  <a:lnTo>
                    <a:pt x="13656" y="11388"/>
                  </a:lnTo>
                  <a:lnTo>
                    <a:pt x="13221" y="11503"/>
                  </a:lnTo>
                  <a:lnTo>
                    <a:pt x="12923" y="11548"/>
                  </a:lnTo>
                  <a:lnTo>
                    <a:pt x="12808" y="11571"/>
                  </a:lnTo>
                  <a:lnTo>
                    <a:pt x="12808" y="11571"/>
                  </a:lnTo>
                  <a:lnTo>
                    <a:pt x="12785" y="11663"/>
                  </a:lnTo>
                  <a:lnTo>
                    <a:pt x="12740" y="11938"/>
                  </a:lnTo>
                  <a:lnTo>
                    <a:pt x="12648" y="12282"/>
                  </a:lnTo>
                  <a:lnTo>
                    <a:pt x="12556" y="12488"/>
                  </a:lnTo>
                  <a:lnTo>
                    <a:pt x="12465" y="12694"/>
                  </a:lnTo>
                  <a:lnTo>
                    <a:pt x="12350" y="12877"/>
                  </a:lnTo>
                  <a:lnTo>
                    <a:pt x="12190" y="13061"/>
                  </a:lnTo>
                  <a:lnTo>
                    <a:pt x="12006" y="13221"/>
                  </a:lnTo>
                  <a:lnTo>
                    <a:pt x="11777" y="13358"/>
                  </a:lnTo>
                  <a:lnTo>
                    <a:pt x="11548" y="13450"/>
                  </a:lnTo>
                  <a:lnTo>
                    <a:pt x="11250" y="13519"/>
                  </a:lnTo>
                  <a:lnTo>
                    <a:pt x="11090" y="13519"/>
                  </a:lnTo>
                  <a:lnTo>
                    <a:pt x="10930" y="13519"/>
                  </a:lnTo>
                  <a:lnTo>
                    <a:pt x="10746" y="13496"/>
                  </a:lnTo>
                  <a:lnTo>
                    <a:pt x="10540" y="13450"/>
                  </a:lnTo>
                  <a:lnTo>
                    <a:pt x="10540" y="13450"/>
                  </a:lnTo>
                  <a:lnTo>
                    <a:pt x="10448" y="13427"/>
                  </a:lnTo>
                  <a:lnTo>
                    <a:pt x="10334" y="13358"/>
                  </a:lnTo>
                  <a:lnTo>
                    <a:pt x="9990" y="13152"/>
                  </a:lnTo>
                  <a:lnTo>
                    <a:pt x="9578" y="12831"/>
                  </a:lnTo>
                  <a:lnTo>
                    <a:pt x="9051" y="12465"/>
                  </a:lnTo>
                  <a:lnTo>
                    <a:pt x="7837" y="11503"/>
                  </a:lnTo>
                  <a:lnTo>
                    <a:pt x="6416" y="10449"/>
                  </a:lnTo>
                  <a:lnTo>
                    <a:pt x="5660" y="9899"/>
                  </a:lnTo>
                  <a:lnTo>
                    <a:pt x="4927" y="9395"/>
                  </a:lnTo>
                  <a:lnTo>
                    <a:pt x="4171" y="8914"/>
                  </a:lnTo>
                  <a:lnTo>
                    <a:pt x="3460" y="8478"/>
                  </a:lnTo>
                  <a:lnTo>
                    <a:pt x="2750" y="8112"/>
                  </a:lnTo>
                  <a:lnTo>
                    <a:pt x="2429" y="7951"/>
                  </a:lnTo>
                  <a:lnTo>
                    <a:pt x="2109" y="7814"/>
                  </a:lnTo>
                  <a:lnTo>
                    <a:pt x="1811" y="7722"/>
                  </a:lnTo>
                  <a:lnTo>
                    <a:pt x="1513" y="7631"/>
                  </a:lnTo>
                  <a:lnTo>
                    <a:pt x="1238" y="7585"/>
                  </a:lnTo>
                  <a:lnTo>
                    <a:pt x="986" y="756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66"/>
            <p:cNvSpPr/>
            <p:nvPr/>
          </p:nvSpPr>
          <p:spPr>
            <a:xfrm>
              <a:off x="2527916" y="2232880"/>
              <a:ext cx="167923" cy="194012"/>
            </a:xfrm>
            <a:custGeom>
              <a:avLst/>
              <a:gdLst/>
              <a:ahLst/>
              <a:cxnLst/>
              <a:rect l="l" t="t" r="r" b="b"/>
              <a:pathLst>
                <a:path w="7814" h="9028" extrusionOk="0">
                  <a:moveTo>
                    <a:pt x="3277" y="1"/>
                  </a:moveTo>
                  <a:lnTo>
                    <a:pt x="3162" y="161"/>
                  </a:lnTo>
                  <a:lnTo>
                    <a:pt x="3025" y="367"/>
                  </a:lnTo>
                  <a:lnTo>
                    <a:pt x="3025" y="459"/>
                  </a:lnTo>
                  <a:lnTo>
                    <a:pt x="2658" y="1192"/>
                  </a:lnTo>
                  <a:lnTo>
                    <a:pt x="2291" y="1925"/>
                  </a:lnTo>
                  <a:lnTo>
                    <a:pt x="1948" y="2658"/>
                  </a:lnTo>
                  <a:lnTo>
                    <a:pt x="1581" y="3346"/>
                  </a:lnTo>
                  <a:lnTo>
                    <a:pt x="1215" y="4010"/>
                  </a:lnTo>
                  <a:lnTo>
                    <a:pt x="825" y="4652"/>
                  </a:lnTo>
                  <a:lnTo>
                    <a:pt x="642" y="4927"/>
                  </a:lnTo>
                  <a:lnTo>
                    <a:pt x="436" y="5202"/>
                  </a:lnTo>
                  <a:lnTo>
                    <a:pt x="206" y="5476"/>
                  </a:lnTo>
                  <a:lnTo>
                    <a:pt x="0" y="5706"/>
                  </a:lnTo>
                  <a:lnTo>
                    <a:pt x="252" y="6141"/>
                  </a:lnTo>
                  <a:lnTo>
                    <a:pt x="527" y="6530"/>
                  </a:lnTo>
                  <a:lnTo>
                    <a:pt x="825" y="6920"/>
                  </a:lnTo>
                  <a:lnTo>
                    <a:pt x="1123" y="7264"/>
                  </a:lnTo>
                  <a:lnTo>
                    <a:pt x="1421" y="7584"/>
                  </a:lnTo>
                  <a:lnTo>
                    <a:pt x="1741" y="7882"/>
                  </a:lnTo>
                  <a:lnTo>
                    <a:pt x="2062" y="8134"/>
                  </a:lnTo>
                  <a:lnTo>
                    <a:pt x="2383" y="8340"/>
                  </a:lnTo>
                  <a:lnTo>
                    <a:pt x="2635" y="8478"/>
                  </a:lnTo>
                  <a:lnTo>
                    <a:pt x="2910" y="8615"/>
                  </a:lnTo>
                  <a:lnTo>
                    <a:pt x="3185" y="8707"/>
                  </a:lnTo>
                  <a:lnTo>
                    <a:pt x="3460" y="8799"/>
                  </a:lnTo>
                  <a:lnTo>
                    <a:pt x="3735" y="8867"/>
                  </a:lnTo>
                  <a:lnTo>
                    <a:pt x="4010" y="8936"/>
                  </a:lnTo>
                  <a:lnTo>
                    <a:pt x="4308" y="8982"/>
                  </a:lnTo>
                  <a:lnTo>
                    <a:pt x="4583" y="9005"/>
                  </a:lnTo>
                  <a:lnTo>
                    <a:pt x="5155" y="9028"/>
                  </a:lnTo>
                  <a:lnTo>
                    <a:pt x="5728" y="9005"/>
                  </a:lnTo>
                  <a:lnTo>
                    <a:pt x="6255" y="8936"/>
                  </a:lnTo>
                  <a:lnTo>
                    <a:pt x="6759" y="8822"/>
                  </a:lnTo>
                  <a:lnTo>
                    <a:pt x="7424" y="6714"/>
                  </a:lnTo>
                  <a:lnTo>
                    <a:pt x="7561" y="6278"/>
                  </a:lnTo>
                  <a:lnTo>
                    <a:pt x="7813" y="5454"/>
                  </a:lnTo>
                  <a:lnTo>
                    <a:pt x="3689" y="482"/>
                  </a:lnTo>
                  <a:lnTo>
                    <a:pt x="3437" y="207"/>
                  </a:lnTo>
                  <a:lnTo>
                    <a:pt x="3277" y="1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66"/>
            <p:cNvSpPr/>
            <p:nvPr/>
          </p:nvSpPr>
          <p:spPr>
            <a:xfrm>
              <a:off x="2618989" y="2317570"/>
              <a:ext cx="71433" cy="95545"/>
            </a:xfrm>
            <a:custGeom>
              <a:avLst/>
              <a:gdLst/>
              <a:ahLst/>
              <a:cxnLst/>
              <a:rect l="l" t="t" r="r" b="b"/>
              <a:pathLst>
                <a:path w="3324" h="4446" extrusionOk="0">
                  <a:moveTo>
                    <a:pt x="1" y="0"/>
                  </a:moveTo>
                  <a:lnTo>
                    <a:pt x="70" y="482"/>
                  </a:lnTo>
                  <a:lnTo>
                    <a:pt x="207" y="1009"/>
                  </a:lnTo>
                  <a:lnTo>
                    <a:pt x="413" y="1604"/>
                  </a:lnTo>
                  <a:lnTo>
                    <a:pt x="528" y="1925"/>
                  </a:lnTo>
                  <a:lnTo>
                    <a:pt x="665" y="2223"/>
                  </a:lnTo>
                  <a:lnTo>
                    <a:pt x="826" y="2544"/>
                  </a:lnTo>
                  <a:lnTo>
                    <a:pt x="1032" y="2841"/>
                  </a:lnTo>
                  <a:lnTo>
                    <a:pt x="1238" y="3139"/>
                  </a:lnTo>
                  <a:lnTo>
                    <a:pt x="1467" y="3437"/>
                  </a:lnTo>
                  <a:lnTo>
                    <a:pt x="1719" y="3712"/>
                  </a:lnTo>
                  <a:lnTo>
                    <a:pt x="2017" y="3964"/>
                  </a:lnTo>
                  <a:lnTo>
                    <a:pt x="2315" y="4216"/>
                  </a:lnTo>
                  <a:lnTo>
                    <a:pt x="2659" y="4445"/>
                  </a:lnTo>
                  <a:lnTo>
                    <a:pt x="3323" y="2337"/>
                  </a:lnTo>
                  <a:lnTo>
                    <a:pt x="2956" y="2269"/>
                  </a:lnTo>
                  <a:lnTo>
                    <a:pt x="2750" y="2223"/>
                  </a:lnTo>
                  <a:lnTo>
                    <a:pt x="2544" y="2154"/>
                  </a:lnTo>
                  <a:lnTo>
                    <a:pt x="2338" y="2085"/>
                  </a:lnTo>
                  <a:lnTo>
                    <a:pt x="2132" y="1971"/>
                  </a:lnTo>
                  <a:lnTo>
                    <a:pt x="1719" y="1742"/>
                  </a:lnTo>
                  <a:lnTo>
                    <a:pt x="1330" y="1467"/>
                  </a:lnTo>
                  <a:lnTo>
                    <a:pt x="963" y="1146"/>
                  </a:lnTo>
                  <a:lnTo>
                    <a:pt x="619" y="802"/>
                  </a:lnTo>
                  <a:lnTo>
                    <a:pt x="299" y="41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66"/>
            <p:cNvSpPr/>
            <p:nvPr/>
          </p:nvSpPr>
          <p:spPr>
            <a:xfrm>
              <a:off x="2521018" y="2350063"/>
              <a:ext cx="167429" cy="200416"/>
            </a:xfrm>
            <a:custGeom>
              <a:avLst/>
              <a:gdLst/>
              <a:ahLst/>
              <a:cxnLst/>
              <a:rect l="l" t="t" r="r" b="b"/>
              <a:pathLst>
                <a:path w="7791" h="9326" extrusionOk="0">
                  <a:moveTo>
                    <a:pt x="230" y="1"/>
                  </a:moveTo>
                  <a:lnTo>
                    <a:pt x="161" y="23"/>
                  </a:lnTo>
                  <a:lnTo>
                    <a:pt x="92" y="69"/>
                  </a:lnTo>
                  <a:lnTo>
                    <a:pt x="23" y="115"/>
                  </a:lnTo>
                  <a:lnTo>
                    <a:pt x="23" y="207"/>
                  </a:lnTo>
                  <a:lnTo>
                    <a:pt x="0" y="619"/>
                  </a:lnTo>
                  <a:lnTo>
                    <a:pt x="0" y="1513"/>
                  </a:lnTo>
                  <a:lnTo>
                    <a:pt x="23" y="2086"/>
                  </a:lnTo>
                  <a:lnTo>
                    <a:pt x="69" y="2750"/>
                  </a:lnTo>
                  <a:lnTo>
                    <a:pt x="115" y="3460"/>
                  </a:lnTo>
                  <a:lnTo>
                    <a:pt x="207" y="4193"/>
                  </a:lnTo>
                  <a:lnTo>
                    <a:pt x="344" y="4949"/>
                  </a:lnTo>
                  <a:lnTo>
                    <a:pt x="504" y="5706"/>
                  </a:lnTo>
                  <a:lnTo>
                    <a:pt x="619" y="6072"/>
                  </a:lnTo>
                  <a:lnTo>
                    <a:pt x="734" y="6439"/>
                  </a:lnTo>
                  <a:lnTo>
                    <a:pt x="848" y="6782"/>
                  </a:lnTo>
                  <a:lnTo>
                    <a:pt x="986" y="7126"/>
                  </a:lnTo>
                  <a:lnTo>
                    <a:pt x="1146" y="7447"/>
                  </a:lnTo>
                  <a:lnTo>
                    <a:pt x="1306" y="7745"/>
                  </a:lnTo>
                  <a:lnTo>
                    <a:pt x="1490" y="8043"/>
                  </a:lnTo>
                  <a:lnTo>
                    <a:pt x="1673" y="8295"/>
                  </a:lnTo>
                  <a:lnTo>
                    <a:pt x="1902" y="8547"/>
                  </a:lnTo>
                  <a:lnTo>
                    <a:pt x="2131" y="8753"/>
                  </a:lnTo>
                  <a:lnTo>
                    <a:pt x="2383" y="8936"/>
                  </a:lnTo>
                  <a:lnTo>
                    <a:pt x="2635" y="9096"/>
                  </a:lnTo>
                  <a:lnTo>
                    <a:pt x="2750" y="9165"/>
                  </a:lnTo>
                  <a:lnTo>
                    <a:pt x="2956" y="9234"/>
                  </a:lnTo>
                  <a:lnTo>
                    <a:pt x="3139" y="9280"/>
                  </a:lnTo>
                  <a:lnTo>
                    <a:pt x="3346" y="9326"/>
                  </a:lnTo>
                  <a:lnTo>
                    <a:pt x="3735" y="9326"/>
                  </a:lnTo>
                  <a:lnTo>
                    <a:pt x="3918" y="9280"/>
                  </a:lnTo>
                  <a:lnTo>
                    <a:pt x="4125" y="9211"/>
                  </a:lnTo>
                  <a:lnTo>
                    <a:pt x="4308" y="9142"/>
                  </a:lnTo>
                  <a:lnTo>
                    <a:pt x="4514" y="9028"/>
                  </a:lnTo>
                  <a:lnTo>
                    <a:pt x="4720" y="8890"/>
                  </a:lnTo>
                  <a:lnTo>
                    <a:pt x="4904" y="8730"/>
                  </a:lnTo>
                  <a:lnTo>
                    <a:pt x="5087" y="8547"/>
                  </a:lnTo>
                  <a:lnTo>
                    <a:pt x="5270" y="8340"/>
                  </a:lnTo>
                  <a:lnTo>
                    <a:pt x="5453" y="8134"/>
                  </a:lnTo>
                  <a:lnTo>
                    <a:pt x="5774" y="7676"/>
                  </a:lnTo>
                  <a:lnTo>
                    <a:pt x="6095" y="7149"/>
                  </a:lnTo>
                  <a:lnTo>
                    <a:pt x="6370" y="6622"/>
                  </a:lnTo>
                  <a:lnTo>
                    <a:pt x="6622" y="6049"/>
                  </a:lnTo>
                  <a:lnTo>
                    <a:pt x="6851" y="5499"/>
                  </a:lnTo>
                  <a:lnTo>
                    <a:pt x="7057" y="4949"/>
                  </a:lnTo>
                  <a:lnTo>
                    <a:pt x="7241" y="4423"/>
                  </a:lnTo>
                  <a:lnTo>
                    <a:pt x="7538" y="3483"/>
                  </a:lnTo>
                  <a:lnTo>
                    <a:pt x="7722" y="2796"/>
                  </a:lnTo>
                  <a:lnTo>
                    <a:pt x="7790" y="2498"/>
                  </a:lnTo>
                  <a:lnTo>
                    <a:pt x="7790" y="2406"/>
                  </a:lnTo>
                  <a:lnTo>
                    <a:pt x="7767" y="2338"/>
                  </a:lnTo>
                  <a:lnTo>
                    <a:pt x="7722" y="2292"/>
                  </a:lnTo>
                  <a:lnTo>
                    <a:pt x="7653" y="2246"/>
                  </a:lnTo>
                  <a:lnTo>
                    <a:pt x="7561" y="2246"/>
                  </a:lnTo>
                  <a:lnTo>
                    <a:pt x="7493" y="2269"/>
                  </a:lnTo>
                  <a:lnTo>
                    <a:pt x="7424" y="2338"/>
                  </a:lnTo>
                  <a:lnTo>
                    <a:pt x="7401" y="2406"/>
                  </a:lnTo>
                  <a:lnTo>
                    <a:pt x="7332" y="2658"/>
                  </a:lnTo>
                  <a:lnTo>
                    <a:pt x="7172" y="3277"/>
                  </a:lnTo>
                  <a:lnTo>
                    <a:pt x="6897" y="4170"/>
                  </a:lnTo>
                  <a:lnTo>
                    <a:pt x="6714" y="4697"/>
                  </a:lnTo>
                  <a:lnTo>
                    <a:pt x="6507" y="5224"/>
                  </a:lnTo>
                  <a:lnTo>
                    <a:pt x="6301" y="5774"/>
                  </a:lnTo>
                  <a:lnTo>
                    <a:pt x="6049" y="6324"/>
                  </a:lnTo>
                  <a:lnTo>
                    <a:pt x="5774" y="6851"/>
                  </a:lnTo>
                  <a:lnTo>
                    <a:pt x="5499" y="7355"/>
                  </a:lnTo>
                  <a:lnTo>
                    <a:pt x="5178" y="7813"/>
                  </a:lnTo>
                  <a:lnTo>
                    <a:pt x="5018" y="8020"/>
                  </a:lnTo>
                  <a:lnTo>
                    <a:pt x="4858" y="8203"/>
                  </a:lnTo>
                  <a:lnTo>
                    <a:pt x="4674" y="8386"/>
                  </a:lnTo>
                  <a:lnTo>
                    <a:pt x="4491" y="8524"/>
                  </a:lnTo>
                  <a:lnTo>
                    <a:pt x="4331" y="8661"/>
                  </a:lnTo>
                  <a:lnTo>
                    <a:pt x="4125" y="8753"/>
                  </a:lnTo>
                  <a:lnTo>
                    <a:pt x="3987" y="8822"/>
                  </a:lnTo>
                  <a:lnTo>
                    <a:pt x="3827" y="8867"/>
                  </a:lnTo>
                  <a:lnTo>
                    <a:pt x="3689" y="8913"/>
                  </a:lnTo>
                  <a:lnTo>
                    <a:pt x="3368" y="8913"/>
                  </a:lnTo>
                  <a:lnTo>
                    <a:pt x="3231" y="8890"/>
                  </a:lnTo>
                  <a:lnTo>
                    <a:pt x="3071" y="8844"/>
                  </a:lnTo>
                  <a:lnTo>
                    <a:pt x="2910" y="8776"/>
                  </a:lnTo>
                  <a:lnTo>
                    <a:pt x="2819" y="8730"/>
                  </a:lnTo>
                  <a:lnTo>
                    <a:pt x="2589" y="8592"/>
                  </a:lnTo>
                  <a:lnTo>
                    <a:pt x="2360" y="8409"/>
                  </a:lnTo>
                  <a:lnTo>
                    <a:pt x="2154" y="8203"/>
                  </a:lnTo>
                  <a:lnTo>
                    <a:pt x="1948" y="7974"/>
                  </a:lnTo>
                  <a:lnTo>
                    <a:pt x="1765" y="7722"/>
                  </a:lnTo>
                  <a:lnTo>
                    <a:pt x="1604" y="7447"/>
                  </a:lnTo>
                  <a:lnTo>
                    <a:pt x="1444" y="7149"/>
                  </a:lnTo>
                  <a:lnTo>
                    <a:pt x="1306" y="6828"/>
                  </a:lnTo>
                  <a:lnTo>
                    <a:pt x="1192" y="6507"/>
                  </a:lnTo>
                  <a:lnTo>
                    <a:pt x="1077" y="6164"/>
                  </a:lnTo>
                  <a:lnTo>
                    <a:pt x="871" y="5454"/>
                  </a:lnTo>
                  <a:lnTo>
                    <a:pt x="734" y="4720"/>
                  </a:lnTo>
                  <a:lnTo>
                    <a:pt x="619" y="3987"/>
                  </a:lnTo>
                  <a:lnTo>
                    <a:pt x="527" y="3254"/>
                  </a:lnTo>
                  <a:lnTo>
                    <a:pt x="482" y="2590"/>
                  </a:lnTo>
                  <a:lnTo>
                    <a:pt x="436" y="1948"/>
                  </a:lnTo>
                  <a:lnTo>
                    <a:pt x="413" y="1375"/>
                  </a:lnTo>
                  <a:lnTo>
                    <a:pt x="413" y="550"/>
                  </a:lnTo>
                  <a:lnTo>
                    <a:pt x="436" y="230"/>
                  </a:lnTo>
                  <a:lnTo>
                    <a:pt x="413" y="138"/>
                  </a:lnTo>
                  <a:lnTo>
                    <a:pt x="367" y="69"/>
                  </a:lnTo>
                  <a:lnTo>
                    <a:pt x="321" y="23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66"/>
            <p:cNvSpPr/>
            <p:nvPr/>
          </p:nvSpPr>
          <p:spPr>
            <a:xfrm>
              <a:off x="2553016" y="2033478"/>
              <a:ext cx="261469" cy="334341"/>
            </a:xfrm>
            <a:custGeom>
              <a:avLst/>
              <a:gdLst/>
              <a:ahLst/>
              <a:cxnLst/>
              <a:rect l="l" t="t" r="r" b="b"/>
              <a:pathLst>
                <a:path w="12167" h="15558" extrusionOk="0">
                  <a:moveTo>
                    <a:pt x="5706" y="0"/>
                  </a:moveTo>
                  <a:lnTo>
                    <a:pt x="5431" y="23"/>
                  </a:lnTo>
                  <a:lnTo>
                    <a:pt x="5179" y="69"/>
                  </a:lnTo>
                  <a:lnTo>
                    <a:pt x="4904" y="115"/>
                  </a:lnTo>
                  <a:lnTo>
                    <a:pt x="4675" y="184"/>
                  </a:lnTo>
                  <a:lnTo>
                    <a:pt x="4423" y="275"/>
                  </a:lnTo>
                  <a:lnTo>
                    <a:pt x="4194" y="367"/>
                  </a:lnTo>
                  <a:lnTo>
                    <a:pt x="3964" y="482"/>
                  </a:lnTo>
                  <a:lnTo>
                    <a:pt x="3758" y="596"/>
                  </a:lnTo>
                  <a:lnTo>
                    <a:pt x="3552" y="734"/>
                  </a:lnTo>
                  <a:lnTo>
                    <a:pt x="3185" y="1031"/>
                  </a:lnTo>
                  <a:lnTo>
                    <a:pt x="2842" y="1375"/>
                  </a:lnTo>
                  <a:lnTo>
                    <a:pt x="2567" y="1719"/>
                  </a:lnTo>
                  <a:lnTo>
                    <a:pt x="2315" y="2108"/>
                  </a:lnTo>
                  <a:lnTo>
                    <a:pt x="2086" y="2498"/>
                  </a:lnTo>
                  <a:lnTo>
                    <a:pt x="1925" y="2887"/>
                  </a:lnTo>
                  <a:lnTo>
                    <a:pt x="1788" y="3277"/>
                  </a:lnTo>
                  <a:lnTo>
                    <a:pt x="1696" y="3689"/>
                  </a:lnTo>
                  <a:lnTo>
                    <a:pt x="1650" y="4147"/>
                  </a:lnTo>
                  <a:lnTo>
                    <a:pt x="1605" y="4606"/>
                  </a:lnTo>
                  <a:lnTo>
                    <a:pt x="1582" y="5110"/>
                  </a:lnTo>
                  <a:lnTo>
                    <a:pt x="1421" y="5064"/>
                  </a:lnTo>
                  <a:lnTo>
                    <a:pt x="1261" y="5064"/>
                  </a:lnTo>
                  <a:lnTo>
                    <a:pt x="1100" y="5087"/>
                  </a:lnTo>
                  <a:lnTo>
                    <a:pt x="940" y="5133"/>
                  </a:lnTo>
                  <a:lnTo>
                    <a:pt x="780" y="5201"/>
                  </a:lnTo>
                  <a:lnTo>
                    <a:pt x="619" y="5316"/>
                  </a:lnTo>
                  <a:lnTo>
                    <a:pt x="436" y="5476"/>
                  </a:lnTo>
                  <a:lnTo>
                    <a:pt x="276" y="5682"/>
                  </a:lnTo>
                  <a:lnTo>
                    <a:pt x="161" y="5889"/>
                  </a:lnTo>
                  <a:lnTo>
                    <a:pt x="69" y="6118"/>
                  </a:lnTo>
                  <a:lnTo>
                    <a:pt x="1" y="6370"/>
                  </a:lnTo>
                  <a:lnTo>
                    <a:pt x="1" y="6645"/>
                  </a:lnTo>
                  <a:lnTo>
                    <a:pt x="1" y="6897"/>
                  </a:lnTo>
                  <a:lnTo>
                    <a:pt x="69" y="7172"/>
                  </a:lnTo>
                  <a:lnTo>
                    <a:pt x="138" y="7447"/>
                  </a:lnTo>
                  <a:lnTo>
                    <a:pt x="230" y="7722"/>
                  </a:lnTo>
                  <a:lnTo>
                    <a:pt x="367" y="7997"/>
                  </a:lnTo>
                  <a:lnTo>
                    <a:pt x="528" y="8249"/>
                  </a:lnTo>
                  <a:lnTo>
                    <a:pt x="711" y="8501"/>
                  </a:lnTo>
                  <a:lnTo>
                    <a:pt x="894" y="8730"/>
                  </a:lnTo>
                  <a:lnTo>
                    <a:pt x="1100" y="8936"/>
                  </a:lnTo>
                  <a:lnTo>
                    <a:pt x="1330" y="9119"/>
                  </a:lnTo>
                  <a:lnTo>
                    <a:pt x="1582" y="9280"/>
                  </a:lnTo>
                  <a:lnTo>
                    <a:pt x="1834" y="9394"/>
                  </a:lnTo>
                  <a:lnTo>
                    <a:pt x="1857" y="9417"/>
                  </a:lnTo>
                  <a:lnTo>
                    <a:pt x="1857" y="9646"/>
                  </a:lnTo>
                  <a:lnTo>
                    <a:pt x="1857" y="9738"/>
                  </a:lnTo>
                  <a:lnTo>
                    <a:pt x="1879" y="10173"/>
                  </a:lnTo>
                  <a:lnTo>
                    <a:pt x="1948" y="10608"/>
                  </a:lnTo>
                  <a:lnTo>
                    <a:pt x="2063" y="11067"/>
                  </a:lnTo>
                  <a:lnTo>
                    <a:pt x="2200" y="11525"/>
                  </a:lnTo>
                  <a:lnTo>
                    <a:pt x="2384" y="11983"/>
                  </a:lnTo>
                  <a:lnTo>
                    <a:pt x="2590" y="12418"/>
                  </a:lnTo>
                  <a:lnTo>
                    <a:pt x="2842" y="12877"/>
                  </a:lnTo>
                  <a:lnTo>
                    <a:pt x="3117" y="13289"/>
                  </a:lnTo>
                  <a:lnTo>
                    <a:pt x="3415" y="13702"/>
                  </a:lnTo>
                  <a:lnTo>
                    <a:pt x="3735" y="14068"/>
                  </a:lnTo>
                  <a:lnTo>
                    <a:pt x="4079" y="14412"/>
                  </a:lnTo>
                  <a:lnTo>
                    <a:pt x="4446" y="14733"/>
                  </a:lnTo>
                  <a:lnTo>
                    <a:pt x="4812" y="14985"/>
                  </a:lnTo>
                  <a:lnTo>
                    <a:pt x="5202" y="15214"/>
                  </a:lnTo>
                  <a:lnTo>
                    <a:pt x="5614" y="15374"/>
                  </a:lnTo>
                  <a:lnTo>
                    <a:pt x="5820" y="15443"/>
                  </a:lnTo>
                  <a:lnTo>
                    <a:pt x="6026" y="15489"/>
                  </a:lnTo>
                  <a:lnTo>
                    <a:pt x="6393" y="15557"/>
                  </a:lnTo>
                  <a:lnTo>
                    <a:pt x="6783" y="15557"/>
                  </a:lnTo>
                  <a:lnTo>
                    <a:pt x="7172" y="15512"/>
                  </a:lnTo>
                  <a:lnTo>
                    <a:pt x="7516" y="15420"/>
                  </a:lnTo>
                  <a:lnTo>
                    <a:pt x="7836" y="15282"/>
                  </a:lnTo>
                  <a:lnTo>
                    <a:pt x="8157" y="15122"/>
                  </a:lnTo>
                  <a:lnTo>
                    <a:pt x="8432" y="14893"/>
                  </a:lnTo>
                  <a:lnTo>
                    <a:pt x="8707" y="14664"/>
                  </a:lnTo>
                  <a:lnTo>
                    <a:pt x="8936" y="14389"/>
                  </a:lnTo>
                  <a:lnTo>
                    <a:pt x="9165" y="14091"/>
                  </a:lnTo>
                  <a:lnTo>
                    <a:pt x="9372" y="13793"/>
                  </a:lnTo>
                  <a:lnTo>
                    <a:pt x="9532" y="13472"/>
                  </a:lnTo>
                  <a:lnTo>
                    <a:pt x="9692" y="13129"/>
                  </a:lnTo>
                  <a:lnTo>
                    <a:pt x="9830" y="12785"/>
                  </a:lnTo>
                  <a:lnTo>
                    <a:pt x="9921" y="12441"/>
                  </a:lnTo>
                  <a:lnTo>
                    <a:pt x="10013" y="12098"/>
                  </a:lnTo>
                  <a:lnTo>
                    <a:pt x="10082" y="11754"/>
                  </a:lnTo>
                  <a:lnTo>
                    <a:pt x="10082" y="11731"/>
                  </a:lnTo>
                  <a:lnTo>
                    <a:pt x="10196" y="11433"/>
                  </a:lnTo>
                  <a:lnTo>
                    <a:pt x="10334" y="11090"/>
                  </a:lnTo>
                  <a:lnTo>
                    <a:pt x="10448" y="10815"/>
                  </a:lnTo>
                  <a:lnTo>
                    <a:pt x="10998" y="9486"/>
                  </a:lnTo>
                  <a:lnTo>
                    <a:pt x="11365" y="8707"/>
                  </a:lnTo>
                  <a:lnTo>
                    <a:pt x="11731" y="7905"/>
                  </a:lnTo>
                  <a:lnTo>
                    <a:pt x="11892" y="7538"/>
                  </a:lnTo>
                  <a:lnTo>
                    <a:pt x="12029" y="7149"/>
                  </a:lnTo>
                  <a:lnTo>
                    <a:pt x="12098" y="6736"/>
                  </a:lnTo>
                  <a:lnTo>
                    <a:pt x="12167" y="6278"/>
                  </a:lnTo>
                  <a:lnTo>
                    <a:pt x="12167" y="5820"/>
                  </a:lnTo>
                  <a:lnTo>
                    <a:pt x="12121" y="5362"/>
                  </a:lnTo>
                  <a:lnTo>
                    <a:pt x="12029" y="4858"/>
                  </a:lnTo>
                  <a:lnTo>
                    <a:pt x="11892" y="4376"/>
                  </a:lnTo>
                  <a:lnTo>
                    <a:pt x="11709" y="3895"/>
                  </a:lnTo>
                  <a:lnTo>
                    <a:pt x="11594" y="3643"/>
                  </a:lnTo>
                  <a:lnTo>
                    <a:pt x="11457" y="3391"/>
                  </a:lnTo>
                  <a:lnTo>
                    <a:pt x="11296" y="3162"/>
                  </a:lnTo>
                  <a:lnTo>
                    <a:pt x="11136" y="2910"/>
                  </a:lnTo>
                  <a:lnTo>
                    <a:pt x="10952" y="2681"/>
                  </a:lnTo>
                  <a:lnTo>
                    <a:pt x="10769" y="2452"/>
                  </a:lnTo>
                  <a:lnTo>
                    <a:pt x="10563" y="2223"/>
                  </a:lnTo>
                  <a:lnTo>
                    <a:pt x="10334" y="1994"/>
                  </a:lnTo>
                  <a:lnTo>
                    <a:pt x="10082" y="1765"/>
                  </a:lnTo>
                  <a:lnTo>
                    <a:pt x="9807" y="1558"/>
                  </a:lnTo>
                  <a:lnTo>
                    <a:pt x="9532" y="1329"/>
                  </a:lnTo>
                  <a:lnTo>
                    <a:pt x="9211" y="1123"/>
                  </a:lnTo>
                  <a:lnTo>
                    <a:pt x="8890" y="940"/>
                  </a:lnTo>
                  <a:lnTo>
                    <a:pt x="8547" y="756"/>
                  </a:lnTo>
                  <a:lnTo>
                    <a:pt x="8203" y="573"/>
                  </a:lnTo>
                  <a:lnTo>
                    <a:pt x="7859" y="413"/>
                  </a:lnTo>
                  <a:lnTo>
                    <a:pt x="7539" y="298"/>
                  </a:lnTo>
                  <a:lnTo>
                    <a:pt x="7218" y="207"/>
                  </a:lnTo>
                  <a:lnTo>
                    <a:pt x="6897" y="115"/>
                  </a:lnTo>
                  <a:lnTo>
                    <a:pt x="6576" y="69"/>
                  </a:lnTo>
                  <a:lnTo>
                    <a:pt x="6278" y="23"/>
                  </a:lnTo>
                  <a:lnTo>
                    <a:pt x="5981" y="0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66"/>
            <p:cNvSpPr/>
            <p:nvPr/>
          </p:nvSpPr>
          <p:spPr>
            <a:xfrm>
              <a:off x="2553016" y="2033478"/>
              <a:ext cx="261469" cy="334341"/>
            </a:xfrm>
            <a:custGeom>
              <a:avLst/>
              <a:gdLst/>
              <a:ahLst/>
              <a:cxnLst/>
              <a:rect l="l" t="t" r="r" b="b"/>
              <a:pathLst>
                <a:path w="12167" h="15558" fill="none" extrusionOk="0">
                  <a:moveTo>
                    <a:pt x="1834" y="9394"/>
                  </a:moveTo>
                  <a:lnTo>
                    <a:pt x="1834" y="9394"/>
                  </a:lnTo>
                  <a:lnTo>
                    <a:pt x="1834" y="9394"/>
                  </a:lnTo>
                  <a:lnTo>
                    <a:pt x="1857" y="9417"/>
                  </a:lnTo>
                  <a:lnTo>
                    <a:pt x="1857" y="9417"/>
                  </a:lnTo>
                  <a:lnTo>
                    <a:pt x="1857" y="9646"/>
                  </a:lnTo>
                  <a:lnTo>
                    <a:pt x="1857" y="9646"/>
                  </a:lnTo>
                  <a:lnTo>
                    <a:pt x="1857" y="9738"/>
                  </a:lnTo>
                  <a:lnTo>
                    <a:pt x="1857" y="9738"/>
                  </a:lnTo>
                  <a:lnTo>
                    <a:pt x="1879" y="10173"/>
                  </a:lnTo>
                  <a:lnTo>
                    <a:pt x="1948" y="10608"/>
                  </a:lnTo>
                  <a:lnTo>
                    <a:pt x="2063" y="11067"/>
                  </a:lnTo>
                  <a:lnTo>
                    <a:pt x="2200" y="11525"/>
                  </a:lnTo>
                  <a:lnTo>
                    <a:pt x="2384" y="11983"/>
                  </a:lnTo>
                  <a:lnTo>
                    <a:pt x="2590" y="12418"/>
                  </a:lnTo>
                  <a:lnTo>
                    <a:pt x="2842" y="12877"/>
                  </a:lnTo>
                  <a:lnTo>
                    <a:pt x="3117" y="13289"/>
                  </a:lnTo>
                  <a:lnTo>
                    <a:pt x="3415" y="13702"/>
                  </a:lnTo>
                  <a:lnTo>
                    <a:pt x="3735" y="14068"/>
                  </a:lnTo>
                  <a:lnTo>
                    <a:pt x="4079" y="14412"/>
                  </a:lnTo>
                  <a:lnTo>
                    <a:pt x="4446" y="14733"/>
                  </a:lnTo>
                  <a:lnTo>
                    <a:pt x="4812" y="14985"/>
                  </a:lnTo>
                  <a:lnTo>
                    <a:pt x="5202" y="15214"/>
                  </a:lnTo>
                  <a:lnTo>
                    <a:pt x="5614" y="15374"/>
                  </a:lnTo>
                  <a:lnTo>
                    <a:pt x="5820" y="15443"/>
                  </a:lnTo>
                  <a:lnTo>
                    <a:pt x="6026" y="15489"/>
                  </a:lnTo>
                  <a:lnTo>
                    <a:pt x="6026" y="15489"/>
                  </a:lnTo>
                  <a:lnTo>
                    <a:pt x="6393" y="15557"/>
                  </a:lnTo>
                  <a:lnTo>
                    <a:pt x="6393" y="15557"/>
                  </a:lnTo>
                  <a:lnTo>
                    <a:pt x="6783" y="15557"/>
                  </a:lnTo>
                  <a:lnTo>
                    <a:pt x="7172" y="15512"/>
                  </a:lnTo>
                  <a:lnTo>
                    <a:pt x="7516" y="15420"/>
                  </a:lnTo>
                  <a:lnTo>
                    <a:pt x="7836" y="15282"/>
                  </a:lnTo>
                  <a:lnTo>
                    <a:pt x="8157" y="15122"/>
                  </a:lnTo>
                  <a:lnTo>
                    <a:pt x="8432" y="14893"/>
                  </a:lnTo>
                  <a:lnTo>
                    <a:pt x="8707" y="14664"/>
                  </a:lnTo>
                  <a:lnTo>
                    <a:pt x="8936" y="14389"/>
                  </a:lnTo>
                  <a:lnTo>
                    <a:pt x="9165" y="14091"/>
                  </a:lnTo>
                  <a:lnTo>
                    <a:pt x="9372" y="13793"/>
                  </a:lnTo>
                  <a:lnTo>
                    <a:pt x="9532" y="13472"/>
                  </a:lnTo>
                  <a:lnTo>
                    <a:pt x="9692" y="13129"/>
                  </a:lnTo>
                  <a:lnTo>
                    <a:pt x="9830" y="12785"/>
                  </a:lnTo>
                  <a:lnTo>
                    <a:pt x="9921" y="12441"/>
                  </a:lnTo>
                  <a:lnTo>
                    <a:pt x="10013" y="12098"/>
                  </a:lnTo>
                  <a:lnTo>
                    <a:pt x="10082" y="11754"/>
                  </a:lnTo>
                  <a:lnTo>
                    <a:pt x="10082" y="11754"/>
                  </a:lnTo>
                  <a:lnTo>
                    <a:pt x="10082" y="11731"/>
                  </a:lnTo>
                  <a:lnTo>
                    <a:pt x="10082" y="11731"/>
                  </a:lnTo>
                  <a:lnTo>
                    <a:pt x="10196" y="11433"/>
                  </a:lnTo>
                  <a:lnTo>
                    <a:pt x="10196" y="11433"/>
                  </a:lnTo>
                  <a:lnTo>
                    <a:pt x="10334" y="11090"/>
                  </a:lnTo>
                  <a:lnTo>
                    <a:pt x="10334" y="11090"/>
                  </a:lnTo>
                  <a:lnTo>
                    <a:pt x="10448" y="10815"/>
                  </a:lnTo>
                  <a:lnTo>
                    <a:pt x="10448" y="10815"/>
                  </a:lnTo>
                  <a:lnTo>
                    <a:pt x="10998" y="9486"/>
                  </a:lnTo>
                  <a:lnTo>
                    <a:pt x="11365" y="8707"/>
                  </a:lnTo>
                  <a:lnTo>
                    <a:pt x="11731" y="7905"/>
                  </a:lnTo>
                  <a:lnTo>
                    <a:pt x="11731" y="7905"/>
                  </a:lnTo>
                  <a:lnTo>
                    <a:pt x="11892" y="7538"/>
                  </a:lnTo>
                  <a:lnTo>
                    <a:pt x="12029" y="7149"/>
                  </a:lnTo>
                  <a:lnTo>
                    <a:pt x="12098" y="6736"/>
                  </a:lnTo>
                  <a:lnTo>
                    <a:pt x="12167" y="6278"/>
                  </a:lnTo>
                  <a:lnTo>
                    <a:pt x="12167" y="5820"/>
                  </a:lnTo>
                  <a:lnTo>
                    <a:pt x="12121" y="5362"/>
                  </a:lnTo>
                  <a:lnTo>
                    <a:pt x="12029" y="4858"/>
                  </a:lnTo>
                  <a:lnTo>
                    <a:pt x="11892" y="4376"/>
                  </a:lnTo>
                  <a:lnTo>
                    <a:pt x="11709" y="3895"/>
                  </a:lnTo>
                  <a:lnTo>
                    <a:pt x="11594" y="3643"/>
                  </a:lnTo>
                  <a:lnTo>
                    <a:pt x="11457" y="3391"/>
                  </a:lnTo>
                  <a:lnTo>
                    <a:pt x="11296" y="3162"/>
                  </a:lnTo>
                  <a:lnTo>
                    <a:pt x="11136" y="2910"/>
                  </a:lnTo>
                  <a:lnTo>
                    <a:pt x="10952" y="2681"/>
                  </a:lnTo>
                  <a:lnTo>
                    <a:pt x="10769" y="2452"/>
                  </a:lnTo>
                  <a:lnTo>
                    <a:pt x="10563" y="2223"/>
                  </a:lnTo>
                  <a:lnTo>
                    <a:pt x="10334" y="1994"/>
                  </a:lnTo>
                  <a:lnTo>
                    <a:pt x="10082" y="1765"/>
                  </a:lnTo>
                  <a:lnTo>
                    <a:pt x="9807" y="1558"/>
                  </a:lnTo>
                  <a:lnTo>
                    <a:pt x="9532" y="1329"/>
                  </a:lnTo>
                  <a:lnTo>
                    <a:pt x="9211" y="1123"/>
                  </a:lnTo>
                  <a:lnTo>
                    <a:pt x="8890" y="940"/>
                  </a:lnTo>
                  <a:lnTo>
                    <a:pt x="8547" y="756"/>
                  </a:lnTo>
                  <a:lnTo>
                    <a:pt x="8547" y="756"/>
                  </a:lnTo>
                  <a:lnTo>
                    <a:pt x="8203" y="573"/>
                  </a:lnTo>
                  <a:lnTo>
                    <a:pt x="7859" y="413"/>
                  </a:lnTo>
                  <a:lnTo>
                    <a:pt x="7539" y="298"/>
                  </a:lnTo>
                  <a:lnTo>
                    <a:pt x="7218" y="207"/>
                  </a:lnTo>
                  <a:lnTo>
                    <a:pt x="6897" y="115"/>
                  </a:lnTo>
                  <a:lnTo>
                    <a:pt x="6576" y="69"/>
                  </a:lnTo>
                  <a:lnTo>
                    <a:pt x="6278" y="23"/>
                  </a:lnTo>
                  <a:lnTo>
                    <a:pt x="5981" y="0"/>
                  </a:lnTo>
                  <a:lnTo>
                    <a:pt x="5706" y="0"/>
                  </a:lnTo>
                  <a:lnTo>
                    <a:pt x="5431" y="23"/>
                  </a:lnTo>
                  <a:lnTo>
                    <a:pt x="5179" y="69"/>
                  </a:lnTo>
                  <a:lnTo>
                    <a:pt x="4904" y="115"/>
                  </a:lnTo>
                  <a:lnTo>
                    <a:pt x="4675" y="184"/>
                  </a:lnTo>
                  <a:lnTo>
                    <a:pt x="4423" y="275"/>
                  </a:lnTo>
                  <a:lnTo>
                    <a:pt x="4194" y="367"/>
                  </a:lnTo>
                  <a:lnTo>
                    <a:pt x="3964" y="482"/>
                  </a:lnTo>
                  <a:lnTo>
                    <a:pt x="3758" y="596"/>
                  </a:lnTo>
                  <a:lnTo>
                    <a:pt x="3552" y="734"/>
                  </a:lnTo>
                  <a:lnTo>
                    <a:pt x="3185" y="1031"/>
                  </a:lnTo>
                  <a:lnTo>
                    <a:pt x="2842" y="1375"/>
                  </a:lnTo>
                  <a:lnTo>
                    <a:pt x="2567" y="1719"/>
                  </a:lnTo>
                  <a:lnTo>
                    <a:pt x="2315" y="2108"/>
                  </a:lnTo>
                  <a:lnTo>
                    <a:pt x="2086" y="2498"/>
                  </a:lnTo>
                  <a:lnTo>
                    <a:pt x="1925" y="2887"/>
                  </a:lnTo>
                  <a:lnTo>
                    <a:pt x="1788" y="3277"/>
                  </a:lnTo>
                  <a:lnTo>
                    <a:pt x="1788" y="3277"/>
                  </a:lnTo>
                  <a:lnTo>
                    <a:pt x="1696" y="3689"/>
                  </a:lnTo>
                  <a:lnTo>
                    <a:pt x="1650" y="4147"/>
                  </a:lnTo>
                  <a:lnTo>
                    <a:pt x="1605" y="4606"/>
                  </a:lnTo>
                  <a:lnTo>
                    <a:pt x="1582" y="5110"/>
                  </a:lnTo>
                  <a:lnTo>
                    <a:pt x="1582" y="5110"/>
                  </a:lnTo>
                  <a:lnTo>
                    <a:pt x="1421" y="5064"/>
                  </a:lnTo>
                  <a:lnTo>
                    <a:pt x="1261" y="5064"/>
                  </a:lnTo>
                  <a:lnTo>
                    <a:pt x="1100" y="5087"/>
                  </a:lnTo>
                  <a:lnTo>
                    <a:pt x="940" y="5133"/>
                  </a:lnTo>
                  <a:lnTo>
                    <a:pt x="780" y="5201"/>
                  </a:lnTo>
                  <a:lnTo>
                    <a:pt x="619" y="5316"/>
                  </a:lnTo>
                  <a:lnTo>
                    <a:pt x="436" y="5476"/>
                  </a:lnTo>
                  <a:lnTo>
                    <a:pt x="276" y="5682"/>
                  </a:lnTo>
                  <a:lnTo>
                    <a:pt x="276" y="5682"/>
                  </a:lnTo>
                  <a:lnTo>
                    <a:pt x="161" y="5889"/>
                  </a:lnTo>
                  <a:lnTo>
                    <a:pt x="69" y="6118"/>
                  </a:lnTo>
                  <a:lnTo>
                    <a:pt x="1" y="6370"/>
                  </a:lnTo>
                  <a:lnTo>
                    <a:pt x="1" y="6645"/>
                  </a:lnTo>
                  <a:lnTo>
                    <a:pt x="1" y="6897"/>
                  </a:lnTo>
                  <a:lnTo>
                    <a:pt x="69" y="7172"/>
                  </a:lnTo>
                  <a:lnTo>
                    <a:pt x="138" y="7447"/>
                  </a:lnTo>
                  <a:lnTo>
                    <a:pt x="230" y="7722"/>
                  </a:lnTo>
                  <a:lnTo>
                    <a:pt x="367" y="7997"/>
                  </a:lnTo>
                  <a:lnTo>
                    <a:pt x="528" y="8249"/>
                  </a:lnTo>
                  <a:lnTo>
                    <a:pt x="711" y="8501"/>
                  </a:lnTo>
                  <a:lnTo>
                    <a:pt x="894" y="8730"/>
                  </a:lnTo>
                  <a:lnTo>
                    <a:pt x="1100" y="8936"/>
                  </a:lnTo>
                  <a:lnTo>
                    <a:pt x="1330" y="9119"/>
                  </a:lnTo>
                  <a:lnTo>
                    <a:pt x="1582" y="9280"/>
                  </a:lnTo>
                  <a:lnTo>
                    <a:pt x="1834" y="939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66"/>
            <p:cNvSpPr/>
            <p:nvPr/>
          </p:nvSpPr>
          <p:spPr>
            <a:xfrm>
              <a:off x="2581082" y="2215645"/>
              <a:ext cx="13324" cy="13324"/>
            </a:xfrm>
            <a:custGeom>
              <a:avLst/>
              <a:gdLst/>
              <a:ahLst/>
              <a:cxnLst/>
              <a:rect l="l" t="t" r="r" b="b"/>
              <a:pathLst>
                <a:path w="620" h="620" extrusionOk="0">
                  <a:moveTo>
                    <a:pt x="299" y="1"/>
                  </a:moveTo>
                  <a:lnTo>
                    <a:pt x="184" y="24"/>
                  </a:lnTo>
                  <a:lnTo>
                    <a:pt x="92" y="92"/>
                  </a:lnTo>
                  <a:lnTo>
                    <a:pt x="24" y="184"/>
                  </a:lnTo>
                  <a:lnTo>
                    <a:pt x="1" y="299"/>
                  </a:lnTo>
                  <a:lnTo>
                    <a:pt x="24" y="413"/>
                  </a:lnTo>
                  <a:lnTo>
                    <a:pt x="92" y="528"/>
                  </a:lnTo>
                  <a:lnTo>
                    <a:pt x="184" y="596"/>
                  </a:lnTo>
                  <a:lnTo>
                    <a:pt x="299" y="619"/>
                  </a:lnTo>
                  <a:lnTo>
                    <a:pt x="436" y="596"/>
                  </a:lnTo>
                  <a:lnTo>
                    <a:pt x="528" y="528"/>
                  </a:lnTo>
                  <a:lnTo>
                    <a:pt x="596" y="413"/>
                  </a:lnTo>
                  <a:lnTo>
                    <a:pt x="619" y="299"/>
                  </a:lnTo>
                  <a:lnTo>
                    <a:pt x="596" y="184"/>
                  </a:lnTo>
                  <a:lnTo>
                    <a:pt x="528" y="92"/>
                  </a:lnTo>
                  <a:lnTo>
                    <a:pt x="436" y="24"/>
                  </a:lnTo>
                  <a:lnTo>
                    <a:pt x="2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66"/>
            <p:cNvSpPr/>
            <p:nvPr/>
          </p:nvSpPr>
          <p:spPr>
            <a:xfrm>
              <a:off x="2695815" y="2301324"/>
              <a:ext cx="14291" cy="11841"/>
            </a:xfrm>
            <a:custGeom>
              <a:avLst/>
              <a:gdLst/>
              <a:ahLst/>
              <a:cxnLst/>
              <a:rect l="l" t="t" r="r" b="b"/>
              <a:pathLst>
                <a:path w="665" h="551" extrusionOk="0">
                  <a:moveTo>
                    <a:pt x="69" y="0"/>
                  </a:moveTo>
                  <a:lnTo>
                    <a:pt x="46" y="23"/>
                  </a:lnTo>
                  <a:lnTo>
                    <a:pt x="23" y="46"/>
                  </a:lnTo>
                  <a:lnTo>
                    <a:pt x="0" y="92"/>
                  </a:lnTo>
                  <a:lnTo>
                    <a:pt x="0" y="138"/>
                  </a:lnTo>
                  <a:lnTo>
                    <a:pt x="69" y="252"/>
                  </a:lnTo>
                  <a:lnTo>
                    <a:pt x="138" y="344"/>
                  </a:lnTo>
                  <a:lnTo>
                    <a:pt x="252" y="436"/>
                  </a:lnTo>
                  <a:lnTo>
                    <a:pt x="390" y="504"/>
                  </a:lnTo>
                  <a:lnTo>
                    <a:pt x="550" y="550"/>
                  </a:lnTo>
                  <a:lnTo>
                    <a:pt x="596" y="527"/>
                  </a:lnTo>
                  <a:lnTo>
                    <a:pt x="619" y="527"/>
                  </a:lnTo>
                  <a:lnTo>
                    <a:pt x="665" y="481"/>
                  </a:lnTo>
                  <a:lnTo>
                    <a:pt x="665" y="459"/>
                  </a:lnTo>
                  <a:lnTo>
                    <a:pt x="665" y="413"/>
                  </a:lnTo>
                  <a:lnTo>
                    <a:pt x="642" y="367"/>
                  </a:lnTo>
                  <a:lnTo>
                    <a:pt x="619" y="344"/>
                  </a:lnTo>
                  <a:lnTo>
                    <a:pt x="573" y="344"/>
                  </a:lnTo>
                  <a:lnTo>
                    <a:pt x="481" y="321"/>
                  </a:lnTo>
                  <a:lnTo>
                    <a:pt x="390" y="298"/>
                  </a:lnTo>
                  <a:lnTo>
                    <a:pt x="321" y="252"/>
                  </a:lnTo>
                  <a:lnTo>
                    <a:pt x="275" y="207"/>
                  </a:lnTo>
                  <a:lnTo>
                    <a:pt x="229" y="115"/>
                  </a:lnTo>
                  <a:lnTo>
                    <a:pt x="206" y="69"/>
                  </a:lnTo>
                  <a:lnTo>
                    <a:pt x="183" y="46"/>
                  </a:lnTo>
                  <a:lnTo>
                    <a:pt x="160" y="2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7223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66"/>
            <p:cNvSpPr/>
            <p:nvPr/>
          </p:nvSpPr>
          <p:spPr>
            <a:xfrm>
              <a:off x="2691861" y="2270293"/>
              <a:ext cx="39907" cy="33997"/>
            </a:xfrm>
            <a:custGeom>
              <a:avLst/>
              <a:gdLst/>
              <a:ahLst/>
              <a:cxnLst/>
              <a:rect l="l" t="t" r="r" b="b"/>
              <a:pathLst>
                <a:path w="1857" h="1582" extrusionOk="0">
                  <a:moveTo>
                    <a:pt x="161" y="1"/>
                  </a:moveTo>
                  <a:lnTo>
                    <a:pt x="92" y="24"/>
                  </a:lnTo>
                  <a:lnTo>
                    <a:pt x="47" y="93"/>
                  </a:lnTo>
                  <a:lnTo>
                    <a:pt x="1" y="138"/>
                  </a:lnTo>
                  <a:lnTo>
                    <a:pt x="1" y="230"/>
                  </a:lnTo>
                  <a:lnTo>
                    <a:pt x="24" y="367"/>
                  </a:lnTo>
                  <a:lnTo>
                    <a:pt x="115" y="665"/>
                  </a:lnTo>
                  <a:lnTo>
                    <a:pt x="207" y="849"/>
                  </a:lnTo>
                  <a:lnTo>
                    <a:pt x="322" y="1032"/>
                  </a:lnTo>
                  <a:lnTo>
                    <a:pt x="459" y="1192"/>
                  </a:lnTo>
                  <a:lnTo>
                    <a:pt x="642" y="1353"/>
                  </a:lnTo>
                  <a:lnTo>
                    <a:pt x="803" y="1444"/>
                  </a:lnTo>
                  <a:lnTo>
                    <a:pt x="986" y="1536"/>
                  </a:lnTo>
                  <a:lnTo>
                    <a:pt x="1169" y="1559"/>
                  </a:lnTo>
                  <a:lnTo>
                    <a:pt x="1330" y="1582"/>
                  </a:lnTo>
                  <a:lnTo>
                    <a:pt x="1467" y="1582"/>
                  </a:lnTo>
                  <a:lnTo>
                    <a:pt x="1673" y="1513"/>
                  </a:lnTo>
                  <a:lnTo>
                    <a:pt x="1742" y="1490"/>
                  </a:lnTo>
                  <a:lnTo>
                    <a:pt x="1811" y="1421"/>
                  </a:lnTo>
                  <a:lnTo>
                    <a:pt x="1834" y="1376"/>
                  </a:lnTo>
                  <a:lnTo>
                    <a:pt x="1857" y="1284"/>
                  </a:lnTo>
                  <a:lnTo>
                    <a:pt x="1834" y="1215"/>
                  </a:lnTo>
                  <a:lnTo>
                    <a:pt x="1765" y="1169"/>
                  </a:lnTo>
                  <a:lnTo>
                    <a:pt x="1719" y="1124"/>
                  </a:lnTo>
                  <a:lnTo>
                    <a:pt x="1627" y="1124"/>
                  </a:lnTo>
                  <a:lnTo>
                    <a:pt x="1559" y="1146"/>
                  </a:lnTo>
                  <a:lnTo>
                    <a:pt x="1490" y="1169"/>
                  </a:lnTo>
                  <a:lnTo>
                    <a:pt x="1353" y="1192"/>
                  </a:lnTo>
                  <a:lnTo>
                    <a:pt x="1238" y="1192"/>
                  </a:lnTo>
                  <a:lnTo>
                    <a:pt x="1123" y="1169"/>
                  </a:lnTo>
                  <a:lnTo>
                    <a:pt x="1009" y="1124"/>
                  </a:lnTo>
                  <a:lnTo>
                    <a:pt x="849" y="1032"/>
                  </a:lnTo>
                  <a:lnTo>
                    <a:pt x="734" y="917"/>
                  </a:lnTo>
                  <a:lnTo>
                    <a:pt x="619" y="780"/>
                  </a:lnTo>
                  <a:lnTo>
                    <a:pt x="551" y="642"/>
                  </a:lnTo>
                  <a:lnTo>
                    <a:pt x="482" y="505"/>
                  </a:lnTo>
                  <a:lnTo>
                    <a:pt x="413" y="276"/>
                  </a:lnTo>
                  <a:lnTo>
                    <a:pt x="390" y="184"/>
                  </a:lnTo>
                  <a:lnTo>
                    <a:pt x="367" y="93"/>
                  </a:lnTo>
                  <a:lnTo>
                    <a:pt x="322" y="47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rgbClr val="7223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66"/>
            <p:cNvSpPr/>
            <p:nvPr/>
          </p:nvSpPr>
          <p:spPr>
            <a:xfrm>
              <a:off x="2664784" y="2228947"/>
              <a:ext cx="41884" cy="25122"/>
            </a:xfrm>
            <a:custGeom>
              <a:avLst/>
              <a:gdLst/>
              <a:ahLst/>
              <a:cxnLst/>
              <a:rect l="l" t="t" r="r" b="b"/>
              <a:pathLst>
                <a:path w="1949" h="1169" extrusionOk="0">
                  <a:moveTo>
                    <a:pt x="253" y="0"/>
                  </a:moveTo>
                  <a:lnTo>
                    <a:pt x="92" y="23"/>
                  </a:lnTo>
                  <a:lnTo>
                    <a:pt x="46" y="46"/>
                  </a:lnTo>
                  <a:lnTo>
                    <a:pt x="1" y="92"/>
                  </a:lnTo>
                  <a:lnTo>
                    <a:pt x="1" y="161"/>
                  </a:lnTo>
                  <a:lnTo>
                    <a:pt x="24" y="252"/>
                  </a:lnTo>
                  <a:lnTo>
                    <a:pt x="92" y="344"/>
                  </a:lnTo>
                  <a:lnTo>
                    <a:pt x="184" y="459"/>
                  </a:lnTo>
                  <a:lnTo>
                    <a:pt x="298" y="573"/>
                  </a:lnTo>
                  <a:lnTo>
                    <a:pt x="459" y="665"/>
                  </a:lnTo>
                  <a:lnTo>
                    <a:pt x="619" y="779"/>
                  </a:lnTo>
                  <a:lnTo>
                    <a:pt x="803" y="894"/>
                  </a:lnTo>
                  <a:lnTo>
                    <a:pt x="1077" y="1008"/>
                  </a:lnTo>
                  <a:lnTo>
                    <a:pt x="1307" y="1100"/>
                  </a:lnTo>
                  <a:lnTo>
                    <a:pt x="1513" y="1146"/>
                  </a:lnTo>
                  <a:lnTo>
                    <a:pt x="1696" y="1169"/>
                  </a:lnTo>
                  <a:lnTo>
                    <a:pt x="1856" y="1146"/>
                  </a:lnTo>
                  <a:lnTo>
                    <a:pt x="1902" y="1123"/>
                  </a:lnTo>
                  <a:lnTo>
                    <a:pt x="1948" y="1077"/>
                  </a:lnTo>
                  <a:lnTo>
                    <a:pt x="1948" y="1008"/>
                  </a:lnTo>
                  <a:lnTo>
                    <a:pt x="1925" y="917"/>
                  </a:lnTo>
                  <a:lnTo>
                    <a:pt x="1856" y="825"/>
                  </a:lnTo>
                  <a:lnTo>
                    <a:pt x="1765" y="711"/>
                  </a:lnTo>
                  <a:lnTo>
                    <a:pt x="1650" y="596"/>
                  </a:lnTo>
                  <a:lnTo>
                    <a:pt x="1490" y="481"/>
                  </a:lnTo>
                  <a:lnTo>
                    <a:pt x="1330" y="367"/>
                  </a:lnTo>
                  <a:lnTo>
                    <a:pt x="1146" y="275"/>
                  </a:lnTo>
                  <a:lnTo>
                    <a:pt x="894" y="138"/>
                  </a:lnTo>
                  <a:lnTo>
                    <a:pt x="642" y="69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9C4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66"/>
            <p:cNvSpPr/>
            <p:nvPr/>
          </p:nvSpPr>
          <p:spPr>
            <a:xfrm>
              <a:off x="2664784" y="2228947"/>
              <a:ext cx="41884" cy="25122"/>
            </a:xfrm>
            <a:custGeom>
              <a:avLst/>
              <a:gdLst/>
              <a:ahLst/>
              <a:cxnLst/>
              <a:rect l="l" t="t" r="r" b="b"/>
              <a:pathLst>
                <a:path w="1949" h="1169" fill="none" extrusionOk="0">
                  <a:moveTo>
                    <a:pt x="253" y="0"/>
                  </a:moveTo>
                  <a:lnTo>
                    <a:pt x="253" y="0"/>
                  </a:lnTo>
                  <a:lnTo>
                    <a:pt x="92" y="23"/>
                  </a:lnTo>
                  <a:lnTo>
                    <a:pt x="46" y="46"/>
                  </a:lnTo>
                  <a:lnTo>
                    <a:pt x="1" y="92"/>
                  </a:lnTo>
                  <a:lnTo>
                    <a:pt x="1" y="92"/>
                  </a:lnTo>
                  <a:lnTo>
                    <a:pt x="1" y="161"/>
                  </a:lnTo>
                  <a:lnTo>
                    <a:pt x="24" y="252"/>
                  </a:lnTo>
                  <a:lnTo>
                    <a:pt x="92" y="344"/>
                  </a:lnTo>
                  <a:lnTo>
                    <a:pt x="184" y="459"/>
                  </a:lnTo>
                  <a:lnTo>
                    <a:pt x="298" y="573"/>
                  </a:lnTo>
                  <a:lnTo>
                    <a:pt x="459" y="665"/>
                  </a:lnTo>
                  <a:lnTo>
                    <a:pt x="619" y="779"/>
                  </a:lnTo>
                  <a:lnTo>
                    <a:pt x="803" y="894"/>
                  </a:lnTo>
                  <a:lnTo>
                    <a:pt x="803" y="894"/>
                  </a:lnTo>
                  <a:lnTo>
                    <a:pt x="1077" y="1008"/>
                  </a:lnTo>
                  <a:lnTo>
                    <a:pt x="1307" y="1100"/>
                  </a:lnTo>
                  <a:lnTo>
                    <a:pt x="1513" y="1146"/>
                  </a:lnTo>
                  <a:lnTo>
                    <a:pt x="1696" y="1169"/>
                  </a:lnTo>
                  <a:lnTo>
                    <a:pt x="1696" y="1169"/>
                  </a:lnTo>
                  <a:lnTo>
                    <a:pt x="1856" y="1146"/>
                  </a:lnTo>
                  <a:lnTo>
                    <a:pt x="1902" y="1123"/>
                  </a:lnTo>
                  <a:lnTo>
                    <a:pt x="1948" y="1077"/>
                  </a:lnTo>
                  <a:lnTo>
                    <a:pt x="1948" y="1077"/>
                  </a:lnTo>
                  <a:lnTo>
                    <a:pt x="1948" y="1008"/>
                  </a:lnTo>
                  <a:lnTo>
                    <a:pt x="1925" y="917"/>
                  </a:lnTo>
                  <a:lnTo>
                    <a:pt x="1856" y="825"/>
                  </a:lnTo>
                  <a:lnTo>
                    <a:pt x="1765" y="711"/>
                  </a:lnTo>
                  <a:lnTo>
                    <a:pt x="1650" y="596"/>
                  </a:lnTo>
                  <a:lnTo>
                    <a:pt x="1490" y="481"/>
                  </a:lnTo>
                  <a:lnTo>
                    <a:pt x="1330" y="367"/>
                  </a:lnTo>
                  <a:lnTo>
                    <a:pt x="1146" y="275"/>
                  </a:lnTo>
                  <a:lnTo>
                    <a:pt x="1146" y="275"/>
                  </a:lnTo>
                  <a:lnTo>
                    <a:pt x="894" y="138"/>
                  </a:lnTo>
                  <a:lnTo>
                    <a:pt x="642" y="69"/>
                  </a:lnTo>
                  <a:lnTo>
                    <a:pt x="436" y="0"/>
                  </a:lnTo>
                  <a:lnTo>
                    <a:pt x="25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66"/>
            <p:cNvSpPr/>
            <p:nvPr/>
          </p:nvSpPr>
          <p:spPr>
            <a:xfrm>
              <a:off x="2755878" y="2268338"/>
              <a:ext cx="19212" cy="17256"/>
            </a:xfrm>
            <a:custGeom>
              <a:avLst/>
              <a:gdLst/>
              <a:ahLst/>
              <a:cxnLst/>
              <a:rect l="l" t="t" r="r" b="b"/>
              <a:pathLst>
                <a:path w="894" h="803" extrusionOk="0">
                  <a:moveTo>
                    <a:pt x="252" y="0"/>
                  </a:moveTo>
                  <a:lnTo>
                    <a:pt x="92" y="23"/>
                  </a:lnTo>
                  <a:lnTo>
                    <a:pt x="46" y="46"/>
                  </a:lnTo>
                  <a:lnTo>
                    <a:pt x="23" y="92"/>
                  </a:lnTo>
                  <a:lnTo>
                    <a:pt x="0" y="138"/>
                  </a:lnTo>
                  <a:lnTo>
                    <a:pt x="23" y="229"/>
                  </a:lnTo>
                  <a:lnTo>
                    <a:pt x="69" y="321"/>
                  </a:lnTo>
                  <a:lnTo>
                    <a:pt x="138" y="413"/>
                  </a:lnTo>
                  <a:lnTo>
                    <a:pt x="344" y="596"/>
                  </a:lnTo>
                  <a:lnTo>
                    <a:pt x="642" y="802"/>
                  </a:lnTo>
                  <a:lnTo>
                    <a:pt x="756" y="504"/>
                  </a:lnTo>
                  <a:lnTo>
                    <a:pt x="894" y="161"/>
                  </a:lnTo>
                  <a:lnTo>
                    <a:pt x="711" y="92"/>
                  </a:lnTo>
                  <a:lnTo>
                    <a:pt x="550" y="23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rgbClr val="9C4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66"/>
            <p:cNvSpPr/>
            <p:nvPr/>
          </p:nvSpPr>
          <p:spPr>
            <a:xfrm>
              <a:off x="2755878" y="2268338"/>
              <a:ext cx="19212" cy="17256"/>
            </a:xfrm>
            <a:custGeom>
              <a:avLst/>
              <a:gdLst/>
              <a:ahLst/>
              <a:cxnLst/>
              <a:rect l="l" t="t" r="r" b="b"/>
              <a:pathLst>
                <a:path w="894" h="803" fill="none" extrusionOk="0">
                  <a:moveTo>
                    <a:pt x="252" y="0"/>
                  </a:moveTo>
                  <a:lnTo>
                    <a:pt x="252" y="0"/>
                  </a:lnTo>
                  <a:lnTo>
                    <a:pt x="92" y="23"/>
                  </a:lnTo>
                  <a:lnTo>
                    <a:pt x="46" y="46"/>
                  </a:lnTo>
                  <a:lnTo>
                    <a:pt x="23" y="92"/>
                  </a:lnTo>
                  <a:lnTo>
                    <a:pt x="23" y="92"/>
                  </a:lnTo>
                  <a:lnTo>
                    <a:pt x="0" y="138"/>
                  </a:lnTo>
                  <a:lnTo>
                    <a:pt x="23" y="229"/>
                  </a:lnTo>
                  <a:lnTo>
                    <a:pt x="69" y="321"/>
                  </a:lnTo>
                  <a:lnTo>
                    <a:pt x="138" y="413"/>
                  </a:lnTo>
                  <a:lnTo>
                    <a:pt x="344" y="596"/>
                  </a:lnTo>
                  <a:lnTo>
                    <a:pt x="642" y="802"/>
                  </a:lnTo>
                  <a:lnTo>
                    <a:pt x="642" y="802"/>
                  </a:lnTo>
                  <a:lnTo>
                    <a:pt x="756" y="504"/>
                  </a:lnTo>
                  <a:lnTo>
                    <a:pt x="756" y="504"/>
                  </a:lnTo>
                  <a:lnTo>
                    <a:pt x="894" y="161"/>
                  </a:lnTo>
                  <a:lnTo>
                    <a:pt x="894" y="161"/>
                  </a:lnTo>
                  <a:lnTo>
                    <a:pt x="711" y="92"/>
                  </a:lnTo>
                  <a:lnTo>
                    <a:pt x="550" y="23"/>
                  </a:lnTo>
                  <a:lnTo>
                    <a:pt x="390" y="0"/>
                  </a:lnTo>
                  <a:lnTo>
                    <a:pt x="25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66"/>
            <p:cNvSpPr/>
            <p:nvPr/>
          </p:nvSpPr>
          <p:spPr>
            <a:xfrm>
              <a:off x="2692355" y="2158526"/>
              <a:ext cx="55165" cy="25143"/>
            </a:xfrm>
            <a:custGeom>
              <a:avLst/>
              <a:gdLst/>
              <a:ahLst/>
              <a:cxnLst/>
              <a:rect l="l" t="t" r="r" b="b"/>
              <a:pathLst>
                <a:path w="2567" h="1170" extrusionOk="0">
                  <a:moveTo>
                    <a:pt x="1123" y="1"/>
                  </a:moveTo>
                  <a:lnTo>
                    <a:pt x="963" y="24"/>
                  </a:lnTo>
                  <a:lnTo>
                    <a:pt x="688" y="93"/>
                  </a:lnTo>
                  <a:lnTo>
                    <a:pt x="459" y="184"/>
                  </a:lnTo>
                  <a:lnTo>
                    <a:pt x="230" y="276"/>
                  </a:lnTo>
                  <a:lnTo>
                    <a:pt x="161" y="322"/>
                  </a:lnTo>
                  <a:lnTo>
                    <a:pt x="92" y="390"/>
                  </a:lnTo>
                  <a:lnTo>
                    <a:pt x="47" y="459"/>
                  </a:lnTo>
                  <a:lnTo>
                    <a:pt x="24" y="528"/>
                  </a:lnTo>
                  <a:lnTo>
                    <a:pt x="1" y="620"/>
                  </a:lnTo>
                  <a:lnTo>
                    <a:pt x="1" y="711"/>
                  </a:lnTo>
                  <a:lnTo>
                    <a:pt x="24" y="780"/>
                  </a:lnTo>
                  <a:lnTo>
                    <a:pt x="69" y="872"/>
                  </a:lnTo>
                  <a:lnTo>
                    <a:pt x="138" y="940"/>
                  </a:lnTo>
                  <a:lnTo>
                    <a:pt x="207" y="1009"/>
                  </a:lnTo>
                  <a:lnTo>
                    <a:pt x="321" y="1055"/>
                  </a:lnTo>
                  <a:lnTo>
                    <a:pt x="436" y="1078"/>
                  </a:lnTo>
                  <a:lnTo>
                    <a:pt x="551" y="1078"/>
                  </a:lnTo>
                  <a:lnTo>
                    <a:pt x="642" y="1032"/>
                  </a:lnTo>
                  <a:lnTo>
                    <a:pt x="780" y="963"/>
                  </a:lnTo>
                  <a:lnTo>
                    <a:pt x="894" y="917"/>
                  </a:lnTo>
                  <a:lnTo>
                    <a:pt x="1055" y="894"/>
                  </a:lnTo>
                  <a:lnTo>
                    <a:pt x="1261" y="872"/>
                  </a:lnTo>
                  <a:lnTo>
                    <a:pt x="1467" y="872"/>
                  </a:lnTo>
                  <a:lnTo>
                    <a:pt x="1559" y="917"/>
                  </a:lnTo>
                  <a:lnTo>
                    <a:pt x="1673" y="940"/>
                  </a:lnTo>
                  <a:lnTo>
                    <a:pt x="1765" y="1009"/>
                  </a:lnTo>
                  <a:lnTo>
                    <a:pt x="1857" y="1078"/>
                  </a:lnTo>
                  <a:lnTo>
                    <a:pt x="1948" y="1124"/>
                  </a:lnTo>
                  <a:lnTo>
                    <a:pt x="2017" y="1147"/>
                  </a:lnTo>
                  <a:lnTo>
                    <a:pt x="2109" y="1169"/>
                  </a:lnTo>
                  <a:lnTo>
                    <a:pt x="2177" y="1169"/>
                  </a:lnTo>
                  <a:lnTo>
                    <a:pt x="2269" y="1147"/>
                  </a:lnTo>
                  <a:lnTo>
                    <a:pt x="2338" y="1124"/>
                  </a:lnTo>
                  <a:lnTo>
                    <a:pt x="2406" y="1078"/>
                  </a:lnTo>
                  <a:lnTo>
                    <a:pt x="2475" y="1009"/>
                  </a:lnTo>
                  <a:lnTo>
                    <a:pt x="2521" y="940"/>
                  </a:lnTo>
                  <a:lnTo>
                    <a:pt x="2544" y="872"/>
                  </a:lnTo>
                  <a:lnTo>
                    <a:pt x="2567" y="780"/>
                  </a:lnTo>
                  <a:lnTo>
                    <a:pt x="2567" y="711"/>
                  </a:lnTo>
                  <a:lnTo>
                    <a:pt x="2544" y="620"/>
                  </a:lnTo>
                  <a:lnTo>
                    <a:pt x="2521" y="551"/>
                  </a:lnTo>
                  <a:lnTo>
                    <a:pt x="2475" y="482"/>
                  </a:lnTo>
                  <a:lnTo>
                    <a:pt x="2406" y="413"/>
                  </a:lnTo>
                  <a:lnTo>
                    <a:pt x="2223" y="276"/>
                  </a:lnTo>
                  <a:lnTo>
                    <a:pt x="2040" y="161"/>
                  </a:lnTo>
                  <a:lnTo>
                    <a:pt x="1857" y="93"/>
                  </a:lnTo>
                  <a:lnTo>
                    <a:pt x="1673" y="47"/>
                  </a:lnTo>
                  <a:lnTo>
                    <a:pt x="1490" y="24"/>
                  </a:lnTo>
                  <a:lnTo>
                    <a:pt x="1307" y="1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66"/>
            <p:cNvSpPr/>
            <p:nvPr/>
          </p:nvSpPr>
          <p:spPr>
            <a:xfrm>
              <a:off x="2759317" y="2177243"/>
              <a:ext cx="41390" cy="39907"/>
            </a:xfrm>
            <a:custGeom>
              <a:avLst/>
              <a:gdLst/>
              <a:ahLst/>
              <a:cxnLst/>
              <a:rect l="l" t="t" r="r" b="b"/>
              <a:pathLst>
                <a:path w="1926" h="1857" extrusionOk="0">
                  <a:moveTo>
                    <a:pt x="367" y="1"/>
                  </a:moveTo>
                  <a:lnTo>
                    <a:pt x="299" y="23"/>
                  </a:lnTo>
                  <a:lnTo>
                    <a:pt x="230" y="46"/>
                  </a:lnTo>
                  <a:lnTo>
                    <a:pt x="161" y="92"/>
                  </a:lnTo>
                  <a:lnTo>
                    <a:pt x="92" y="161"/>
                  </a:lnTo>
                  <a:lnTo>
                    <a:pt x="46" y="230"/>
                  </a:lnTo>
                  <a:lnTo>
                    <a:pt x="24" y="321"/>
                  </a:lnTo>
                  <a:lnTo>
                    <a:pt x="1" y="390"/>
                  </a:lnTo>
                  <a:lnTo>
                    <a:pt x="1" y="482"/>
                  </a:lnTo>
                  <a:lnTo>
                    <a:pt x="24" y="573"/>
                  </a:lnTo>
                  <a:lnTo>
                    <a:pt x="46" y="642"/>
                  </a:lnTo>
                  <a:lnTo>
                    <a:pt x="115" y="711"/>
                  </a:lnTo>
                  <a:lnTo>
                    <a:pt x="161" y="757"/>
                  </a:lnTo>
                  <a:lnTo>
                    <a:pt x="230" y="802"/>
                  </a:lnTo>
                  <a:lnTo>
                    <a:pt x="321" y="848"/>
                  </a:lnTo>
                  <a:lnTo>
                    <a:pt x="482" y="917"/>
                  </a:lnTo>
                  <a:lnTo>
                    <a:pt x="734" y="1032"/>
                  </a:lnTo>
                  <a:lnTo>
                    <a:pt x="848" y="1123"/>
                  </a:lnTo>
                  <a:lnTo>
                    <a:pt x="940" y="1215"/>
                  </a:lnTo>
                  <a:lnTo>
                    <a:pt x="1032" y="1352"/>
                  </a:lnTo>
                  <a:lnTo>
                    <a:pt x="1055" y="1467"/>
                  </a:lnTo>
                  <a:lnTo>
                    <a:pt x="1078" y="1559"/>
                  </a:lnTo>
                  <a:lnTo>
                    <a:pt x="1123" y="1650"/>
                  </a:lnTo>
                  <a:lnTo>
                    <a:pt x="1192" y="1719"/>
                  </a:lnTo>
                  <a:lnTo>
                    <a:pt x="1261" y="1788"/>
                  </a:lnTo>
                  <a:lnTo>
                    <a:pt x="1398" y="1834"/>
                  </a:lnTo>
                  <a:lnTo>
                    <a:pt x="1536" y="1856"/>
                  </a:lnTo>
                  <a:lnTo>
                    <a:pt x="1627" y="1834"/>
                  </a:lnTo>
                  <a:lnTo>
                    <a:pt x="1696" y="1788"/>
                  </a:lnTo>
                  <a:lnTo>
                    <a:pt x="1765" y="1742"/>
                  </a:lnTo>
                  <a:lnTo>
                    <a:pt x="1834" y="1696"/>
                  </a:lnTo>
                  <a:lnTo>
                    <a:pt x="1879" y="1627"/>
                  </a:lnTo>
                  <a:lnTo>
                    <a:pt x="1902" y="1536"/>
                  </a:lnTo>
                  <a:lnTo>
                    <a:pt x="1925" y="1467"/>
                  </a:lnTo>
                  <a:lnTo>
                    <a:pt x="1925" y="1375"/>
                  </a:lnTo>
                  <a:lnTo>
                    <a:pt x="1902" y="1215"/>
                  </a:lnTo>
                  <a:lnTo>
                    <a:pt x="1857" y="1100"/>
                  </a:lnTo>
                  <a:lnTo>
                    <a:pt x="1788" y="963"/>
                  </a:lnTo>
                  <a:lnTo>
                    <a:pt x="1719" y="848"/>
                  </a:lnTo>
                  <a:lnTo>
                    <a:pt x="1559" y="619"/>
                  </a:lnTo>
                  <a:lnTo>
                    <a:pt x="1375" y="436"/>
                  </a:lnTo>
                  <a:lnTo>
                    <a:pt x="1169" y="298"/>
                  </a:lnTo>
                  <a:lnTo>
                    <a:pt x="940" y="161"/>
                  </a:lnTo>
                  <a:lnTo>
                    <a:pt x="734" y="69"/>
                  </a:lnTo>
                  <a:lnTo>
                    <a:pt x="551" y="23"/>
                  </a:lnTo>
                  <a:lnTo>
                    <a:pt x="459" y="1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66"/>
            <p:cNvSpPr/>
            <p:nvPr/>
          </p:nvSpPr>
          <p:spPr>
            <a:xfrm>
              <a:off x="2757361" y="2224520"/>
              <a:ext cx="14291" cy="21683"/>
            </a:xfrm>
            <a:custGeom>
              <a:avLst/>
              <a:gdLst/>
              <a:ahLst/>
              <a:cxnLst/>
              <a:rect l="l" t="t" r="r" b="b"/>
              <a:pathLst>
                <a:path w="665" h="1009" extrusionOk="0">
                  <a:moveTo>
                    <a:pt x="504" y="0"/>
                  </a:moveTo>
                  <a:lnTo>
                    <a:pt x="435" y="23"/>
                  </a:lnTo>
                  <a:lnTo>
                    <a:pt x="390" y="46"/>
                  </a:lnTo>
                  <a:lnTo>
                    <a:pt x="321" y="92"/>
                  </a:lnTo>
                  <a:lnTo>
                    <a:pt x="183" y="206"/>
                  </a:lnTo>
                  <a:lnTo>
                    <a:pt x="92" y="390"/>
                  </a:lnTo>
                  <a:lnTo>
                    <a:pt x="23" y="596"/>
                  </a:lnTo>
                  <a:lnTo>
                    <a:pt x="0" y="779"/>
                  </a:lnTo>
                  <a:lnTo>
                    <a:pt x="0" y="848"/>
                  </a:lnTo>
                  <a:lnTo>
                    <a:pt x="23" y="917"/>
                  </a:lnTo>
                  <a:lnTo>
                    <a:pt x="69" y="962"/>
                  </a:lnTo>
                  <a:lnTo>
                    <a:pt x="115" y="985"/>
                  </a:lnTo>
                  <a:lnTo>
                    <a:pt x="160" y="1008"/>
                  </a:lnTo>
                  <a:lnTo>
                    <a:pt x="229" y="1008"/>
                  </a:lnTo>
                  <a:lnTo>
                    <a:pt x="298" y="985"/>
                  </a:lnTo>
                  <a:lnTo>
                    <a:pt x="367" y="939"/>
                  </a:lnTo>
                  <a:lnTo>
                    <a:pt x="481" y="802"/>
                  </a:lnTo>
                  <a:lnTo>
                    <a:pt x="596" y="619"/>
                  </a:lnTo>
                  <a:lnTo>
                    <a:pt x="664" y="435"/>
                  </a:lnTo>
                  <a:lnTo>
                    <a:pt x="664" y="252"/>
                  </a:lnTo>
                  <a:lnTo>
                    <a:pt x="664" y="183"/>
                  </a:lnTo>
                  <a:lnTo>
                    <a:pt x="642" y="115"/>
                  </a:lnTo>
                  <a:lnTo>
                    <a:pt x="619" y="69"/>
                  </a:lnTo>
                  <a:lnTo>
                    <a:pt x="573" y="23"/>
                  </a:lnTo>
                  <a:lnTo>
                    <a:pt x="504" y="0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66"/>
            <p:cNvSpPr/>
            <p:nvPr/>
          </p:nvSpPr>
          <p:spPr>
            <a:xfrm>
              <a:off x="2749474" y="2220072"/>
              <a:ext cx="29570" cy="12335"/>
            </a:xfrm>
            <a:custGeom>
              <a:avLst/>
              <a:gdLst/>
              <a:ahLst/>
              <a:cxnLst/>
              <a:rect l="l" t="t" r="r" b="b"/>
              <a:pathLst>
                <a:path w="1376" h="574" extrusionOk="0">
                  <a:moveTo>
                    <a:pt x="367" y="1"/>
                  </a:moveTo>
                  <a:lnTo>
                    <a:pt x="230" y="24"/>
                  </a:lnTo>
                  <a:lnTo>
                    <a:pt x="69" y="47"/>
                  </a:lnTo>
                  <a:lnTo>
                    <a:pt x="23" y="70"/>
                  </a:lnTo>
                  <a:lnTo>
                    <a:pt x="0" y="138"/>
                  </a:lnTo>
                  <a:lnTo>
                    <a:pt x="23" y="184"/>
                  </a:lnTo>
                  <a:lnTo>
                    <a:pt x="69" y="207"/>
                  </a:lnTo>
                  <a:lnTo>
                    <a:pt x="92" y="184"/>
                  </a:lnTo>
                  <a:lnTo>
                    <a:pt x="230" y="184"/>
                  </a:lnTo>
                  <a:lnTo>
                    <a:pt x="367" y="161"/>
                  </a:lnTo>
                  <a:lnTo>
                    <a:pt x="527" y="161"/>
                  </a:lnTo>
                  <a:lnTo>
                    <a:pt x="711" y="207"/>
                  </a:lnTo>
                  <a:lnTo>
                    <a:pt x="894" y="276"/>
                  </a:lnTo>
                  <a:lnTo>
                    <a:pt x="1077" y="390"/>
                  </a:lnTo>
                  <a:lnTo>
                    <a:pt x="1146" y="459"/>
                  </a:lnTo>
                  <a:lnTo>
                    <a:pt x="1238" y="551"/>
                  </a:lnTo>
                  <a:lnTo>
                    <a:pt x="1283" y="574"/>
                  </a:lnTo>
                  <a:lnTo>
                    <a:pt x="1329" y="574"/>
                  </a:lnTo>
                  <a:lnTo>
                    <a:pt x="1375" y="528"/>
                  </a:lnTo>
                  <a:lnTo>
                    <a:pt x="1352" y="459"/>
                  </a:lnTo>
                  <a:lnTo>
                    <a:pt x="1283" y="345"/>
                  </a:lnTo>
                  <a:lnTo>
                    <a:pt x="1169" y="253"/>
                  </a:lnTo>
                  <a:lnTo>
                    <a:pt x="1077" y="184"/>
                  </a:lnTo>
                  <a:lnTo>
                    <a:pt x="986" y="138"/>
                  </a:lnTo>
                  <a:lnTo>
                    <a:pt x="757" y="47"/>
                  </a:lnTo>
                  <a:lnTo>
                    <a:pt x="550" y="24"/>
                  </a:lnTo>
                  <a:lnTo>
                    <a:pt x="367" y="1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66"/>
            <p:cNvSpPr/>
            <p:nvPr/>
          </p:nvSpPr>
          <p:spPr>
            <a:xfrm>
              <a:off x="2583553" y="2027568"/>
              <a:ext cx="244728" cy="183181"/>
            </a:xfrm>
            <a:custGeom>
              <a:avLst/>
              <a:gdLst/>
              <a:ahLst/>
              <a:cxnLst/>
              <a:rect l="l" t="t" r="r" b="b"/>
              <a:pathLst>
                <a:path w="11388" h="8524" extrusionOk="0">
                  <a:moveTo>
                    <a:pt x="4010" y="0"/>
                  </a:moveTo>
                  <a:lnTo>
                    <a:pt x="3574" y="46"/>
                  </a:lnTo>
                  <a:lnTo>
                    <a:pt x="3162" y="115"/>
                  </a:lnTo>
                  <a:lnTo>
                    <a:pt x="2750" y="230"/>
                  </a:lnTo>
                  <a:lnTo>
                    <a:pt x="2383" y="390"/>
                  </a:lnTo>
                  <a:lnTo>
                    <a:pt x="2016" y="573"/>
                  </a:lnTo>
                  <a:lnTo>
                    <a:pt x="1673" y="825"/>
                  </a:lnTo>
                  <a:lnTo>
                    <a:pt x="1352" y="1123"/>
                  </a:lnTo>
                  <a:lnTo>
                    <a:pt x="1215" y="1283"/>
                  </a:lnTo>
                  <a:lnTo>
                    <a:pt x="1077" y="1444"/>
                  </a:lnTo>
                  <a:lnTo>
                    <a:pt x="940" y="1650"/>
                  </a:lnTo>
                  <a:lnTo>
                    <a:pt x="802" y="1856"/>
                  </a:lnTo>
                  <a:lnTo>
                    <a:pt x="596" y="2269"/>
                  </a:lnTo>
                  <a:lnTo>
                    <a:pt x="413" y="2635"/>
                  </a:lnTo>
                  <a:lnTo>
                    <a:pt x="252" y="3002"/>
                  </a:lnTo>
                  <a:lnTo>
                    <a:pt x="161" y="3346"/>
                  </a:lnTo>
                  <a:lnTo>
                    <a:pt x="69" y="3666"/>
                  </a:lnTo>
                  <a:lnTo>
                    <a:pt x="23" y="3964"/>
                  </a:lnTo>
                  <a:lnTo>
                    <a:pt x="0" y="4216"/>
                  </a:lnTo>
                  <a:lnTo>
                    <a:pt x="0" y="4445"/>
                  </a:lnTo>
                  <a:lnTo>
                    <a:pt x="0" y="4674"/>
                  </a:lnTo>
                  <a:lnTo>
                    <a:pt x="23" y="4858"/>
                  </a:lnTo>
                  <a:lnTo>
                    <a:pt x="69" y="5133"/>
                  </a:lnTo>
                  <a:lnTo>
                    <a:pt x="138" y="5316"/>
                  </a:lnTo>
                  <a:lnTo>
                    <a:pt x="161" y="5385"/>
                  </a:lnTo>
                  <a:lnTo>
                    <a:pt x="298" y="5408"/>
                  </a:lnTo>
                  <a:lnTo>
                    <a:pt x="458" y="5453"/>
                  </a:lnTo>
                  <a:lnTo>
                    <a:pt x="665" y="5545"/>
                  </a:lnTo>
                  <a:lnTo>
                    <a:pt x="871" y="5660"/>
                  </a:lnTo>
                  <a:lnTo>
                    <a:pt x="1100" y="5797"/>
                  </a:lnTo>
                  <a:lnTo>
                    <a:pt x="1306" y="5980"/>
                  </a:lnTo>
                  <a:lnTo>
                    <a:pt x="1398" y="6095"/>
                  </a:lnTo>
                  <a:lnTo>
                    <a:pt x="1467" y="6209"/>
                  </a:lnTo>
                  <a:lnTo>
                    <a:pt x="1535" y="6347"/>
                  </a:lnTo>
                  <a:lnTo>
                    <a:pt x="1581" y="6507"/>
                  </a:lnTo>
                  <a:lnTo>
                    <a:pt x="1650" y="6828"/>
                  </a:lnTo>
                  <a:lnTo>
                    <a:pt x="1696" y="7172"/>
                  </a:lnTo>
                  <a:lnTo>
                    <a:pt x="1719" y="7515"/>
                  </a:lnTo>
                  <a:lnTo>
                    <a:pt x="1764" y="7859"/>
                  </a:lnTo>
                  <a:lnTo>
                    <a:pt x="1787" y="7997"/>
                  </a:lnTo>
                  <a:lnTo>
                    <a:pt x="1833" y="8134"/>
                  </a:lnTo>
                  <a:lnTo>
                    <a:pt x="1902" y="8272"/>
                  </a:lnTo>
                  <a:lnTo>
                    <a:pt x="1971" y="8363"/>
                  </a:lnTo>
                  <a:lnTo>
                    <a:pt x="2085" y="8455"/>
                  </a:lnTo>
                  <a:lnTo>
                    <a:pt x="2200" y="8524"/>
                  </a:lnTo>
                  <a:lnTo>
                    <a:pt x="2337" y="8524"/>
                  </a:lnTo>
                  <a:lnTo>
                    <a:pt x="2383" y="8501"/>
                  </a:lnTo>
                  <a:lnTo>
                    <a:pt x="2429" y="8455"/>
                  </a:lnTo>
                  <a:lnTo>
                    <a:pt x="2543" y="8294"/>
                  </a:lnTo>
                  <a:lnTo>
                    <a:pt x="2612" y="8088"/>
                  </a:lnTo>
                  <a:lnTo>
                    <a:pt x="2681" y="7813"/>
                  </a:lnTo>
                  <a:lnTo>
                    <a:pt x="2750" y="7515"/>
                  </a:lnTo>
                  <a:lnTo>
                    <a:pt x="2864" y="6828"/>
                  </a:lnTo>
                  <a:lnTo>
                    <a:pt x="2979" y="6118"/>
                  </a:lnTo>
                  <a:lnTo>
                    <a:pt x="3070" y="5476"/>
                  </a:lnTo>
                  <a:lnTo>
                    <a:pt x="3139" y="5178"/>
                  </a:lnTo>
                  <a:lnTo>
                    <a:pt x="3208" y="4949"/>
                  </a:lnTo>
                  <a:lnTo>
                    <a:pt x="3299" y="4766"/>
                  </a:lnTo>
                  <a:lnTo>
                    <a:pt x="3322" y="4720"/>
                  </a:lnTo>
                  <a:lnTo>
                    <a:pt x="3391" y="4674"/>
                  </a:lnTo>
                  <a:lnTo>
                    <a:pt x="3483" y="4606"/>
                  </a:lnTo>
                  <a:lnTo>
                    <a:pt x="3643" y="4583"/>
                  </a:lnTo>
                  <a:lnTo>
                    <a:pt x="3804" y="4583"/>
                  </a:lnTo>
                  <a:lnTo>
                    <a:pt x="4010" y="4606"/>
                  </a:lnTo>
                  <a:lnTo>
                    <a:pt x="4468" y="4697"/>
                  </a:lnTo>
                  <a:lnTo>
                    <a:pt x="4949" y="4835"/>
                  </a:lnTo>
                  <a:lnTo>
                    <a:pt x="5476" y="4926"/>
                  </a:lnTo>
                  <a:lnTo>
                    <a:pt x="5728" y="4972"/>
                  </a:lnTo>
                  <a:lnTo>
                    <a:pt x="6209" y="4972"/>
                  </a:lnTo>
                  <a:lnTo>
                    <a:pt x="6415" y="4949"/>
                  </a:lnTo>
                  <a:lnTo>
                    <a:pt x="6622" y="4881"/>
                  </a:lnTo>
                  <a:lnTo>
                    <a:pt x="6805" y="4766"/>
                  </a:lnTo>
                  <a:lnTo>
                    <a:pt x="6965" y="4651"/>
                  </a:lnTo>
                  <a:lnTo>
                    <a:pt x="7126" y="4560"/>
                  </a:lnTo>
                  <a:lnTo>
                    <a:pt x="7286" y="4491"/>
                  </a:lnTo>
                  <a:lnTo>
                    <a:pt x="7446" y="4422"/>
                  </a:lnTo>
                  <a:lnTo>
                    <a:pt x="7607" y="4399"/>
                  </a:lnTo>
                  <a:lnTo>
                    <a:pt x="7744" y="4377"/>
                  </a:lnTo>
                  <a:lnTo>
                    <a:pt x="7905" y="4377"/>
                  </a:lnTo>
                  <a:lnTo>
                    <a:pt x="8042" y="4422"/>
                  </a:lnTo>
                  <a:lnTo>
                    <a:pt x="8180" y="4468"/>
                  </a:lnTo>
                  <a:lnTo>
                    <a:pt x="8317" y="4514"/>
                  </a:lnTo>
                  <a:lnTo>
                    <a:pt x="8432" y="4606"/>
                  </a:lnTo>
                  <a:lnTo>
                    <a:pt x="8569" y="4697"/>
                  </a:lnTo>
                  <a:lnTo>
                    <a:pt x="8684" y="4835"/>
                  </a:lnTo>
                  <a:lnTo>
                    <a:pt x="8798" y="4972"/>
                  </a:lnTo>
                  <a:lnTo>
                    <a:pt x="8913" y="5133"/>
                  </a:lnTo>
                  <a:lnTo>
                    <a:pt x="9027" y="5316"/>
                  </a:lnTo>
                  <a:lnTo>
                    <a:pt x="9142" y="5499"/>
                  </a:lnTo>
                  <a:lnTo>
                    <a:pt x="9279" y="5683"/>
                  </a:lnTo>
                  <a:lnTo>
                    <a:pt x="9417" y="5866"/>
                  </a:lnTo>
                  <a:lnTo>
                    <a:pt x="9600" y="6049"/>
                  </a:lnTo>
                  <a:lnTo>
                    <a:pt x="9783" y="6232"/>
                  </a:lnTo>
                  <a:lnTo>
                    <a:pt x="9967" y="6393"/>
                  </a:lnTo>
                  <a:lnTo>
                    <a:pt x="10150" y="6530"/>
                  </a:lnTo>
                  <a:lnTo>
                    <a:pt x="10333" y="6645"/>
                  </a:lnTo>
                  <a:lnTo>
                    <a:pt x="10517" y="6736"/>
                  </a:lnTo>
                  <a:lnTo>
                    <a:pt x="10700" y="6782"/>
                  </a:lnTo>
                  <a:lnTo>
                    <a:pt x="10860" y="6828"/>
                  </a:lnTo>
                  <a:lnTo>
                    <a:pt x="11021" y="6805"/>
                  </a:lnTo>
                  <a:lnTo>
                    <a:pt x="11135" y="6759"/>
                  </a:lnTo>
                  <a:lnTo>
                    <a:pt x="11250" y="6668"/>
                  </a:lnTo>
                  <a:lnTo>
                    <a:pt x="11341" y="6507"/>
                  </a:lnTo>
                  <a:lnTo>
                    <a:pt x="11387" y="6301"/>
                  </a:lnTo>
                  <a:lnTo>
                    <a:pt x="11387" y="6049"/>
                  </a:lnTo>
                  <a:lnTo>
                    <a:pt x="11341" y="5728"/>
                  </a:lnTo>
                  <a:lnTo>
                    <a:pt x="11250" y="5385"/>
                  </a:lnTo>
                  <a:lnTo>
                    <a:pt x="11135" y="4972"/>
                  </a:lnTo>
                  <a:lnTo>
                    <a:pt x="10952" y="4560"/>
                  </a:lnTo>
                  <a:lnTo>
                    <a:pt x="10769" y="4125"/>
                  </a:lnTo>
                  <a:lnTo>
                    <a:pt x="10517" y="3666"/>
                  </a:lnTo>
                  <a:lnTo>
                    <a:pt x="10242" y="3208"/>
                  </a:lnTo>
                  <a:lnTo>
                    <a:pt x="9944" y="2750"/>
                  </a:lnTo>
                  <a:lnTo>
                    <a:pt x="9600" y="2315"/>
                  </a:lnTo>
                  <a:lnTo>
                    <a:pt x="9257" y="1902"/>
                  </a:lnTo>
                  <a:lnTo>
                    <a:pt x="8867" y="1513"/>
                  </a:lnTo>
                  <a:lnTo>
                    <a:pt x="8478" y="1169"/>
                  </a:lnTo>
                  <a:lnTo>
                    <a:pt x="8065" y="871"/>
                  </a:lnTo>
                  <a:lnTo>
                    <a:pt x="7836" y="757"/>
                  </a:lnTo>
                  <a:lnTo>
                    <a:pt x="7630" y="642"/>
                  </a:lnTo>
                  <a:lnTo>
                    <a:pt x="7401" y="550"/>
                  </a:lnTo>
                  <a:lnTo>
                    <a:pt x="7172" y="459"/>
                  </a:lnTo>
                  <a:lnTo>
                    <a:pt x="6736" y="344"/>
                  </a:lnTo>
                  <a:lnTo>
                    <a:pt x="6278" y="230"/>
                  </a:lnTo>
                  <a:lnTo>
                    <a:pt x="5820" y="138"/>
                  </a:lnTo>
                  <a:lnTo>
                    <a:pt x="5362" y="69"/>
                  </a:lnTo>
                  <a:lnTo>
                    <a:pt x="4903" y="23"/>
                  </a:lnTo>
                  <a:lnTo>
                    <a:pt x="44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66"/>
            <p:cNvSpPr/>
            <p:nvPr/>
          </p:nvSpPr>
          <p:spPr>
            <a:xfrm>
              <a:off x="2592407" y="2233374"/>
              <a:ext cx="25143" cy="10358"/>
            </a:xfrm>
            <a:custGeom>
              <a:avLst/>
              <a:gdLst/>
              <a:ahLst/>
              <a:cxnLst/>
              <a:rect l="l" t="t" r="r" b="b"/>
              <a:pathLst>
                <a:path w="1170" h="482" extrusionOk="0">
                  <a:moveTo>
                    <a:pt x="963" y="0"/>
                  </a:moveTo>
                  <a:lnTo>
                    <a:pt x="917" y="23"/>
                  </a:lnTo>
                  <a:lnTo>
                    <a:pt x="803" y="92"/>
                  </a:lnTo>
                  <a:lnTo>
                    <a:pt x="688" y="138"/>
                  </a:lnTo>
                  <a:lnTo>
                    <a:pt x="551" y="161"/>
                  </a:lnTo>
                  <a:lnTo>
                    <a:pt x="436" y="184"/>
                  </a:lnTo>
                  <a:lnTo>
                    <a:pt x="298" y="161"/>
                  </a:lnTo>
                  <a:lnTo>
                    <a:pt x="161" y="138"/>
                  </a:lnTo>
                  <a:lnTo>
                    <a:pt x="1" y="92"/>
                  </a:lnTo>
                  <a:lnTo>
                    <a:pt x="24" y="115"/>
                  </a:lnTo>
                  <a:lnTo>
                    <a:pt x="24" y="344"/>
                  </a:lnTo>
                  <a:lnTo>
                    <a:pt x="24" y="436"/>
                  </a:lnTo>
                  <a:lnTo>
                    <a:pt x="161" y="459"/>
                  </a:lnTo>
                  <a:lnTo>
                    <a:pt x="321" y="482"/>
                  </a:lnTo>
                  <a:lnTo>
                    <a:pt x="505" y="482"/>
                  </a:lnTo>
                  <a:lnTo>
                    <a:pt x="688" y="459"/>
                  </a:lnTo>
                  <a:lnTo>
                    <a:pt x="894" y="390"/>
                  </a:lnTo>
                  <a:lnTo>
                    <a:pt x="1100" y="275"/>
                  </a:lnTo>
                  <a:lnTo>
                    <a:pt x="1146" y="230"/>
                  </a:lnTo>
                  <a:lnTo>
                    <a:pt x="1169" y="161"/>
                  </a:lnTo>
                  <a:lnTo>
                    <a:pt x="1169" y="115"/>
                  </a:lnTo>
                  <a:lnTo>
                    <a:pt x="1123" y="46"/>
                  </a:lnTo>
                  <a:lnTo>
                    <a:pt x="1077" y="23"/>
                  </a:lnTo>
                  <a:lnTo>
                    <a:pt x="1032" y="0"/>
                  </a:lnTo>
                  <a:close/>
                </a:path>
              </a:pathLst>
            </a:custGeom>
            <a:solidFill>
              <a:srgbClr val="7223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66"/>
            <p:cNvSpPr/>
            <p:nvPr/>
          </p:nvSpPr>
          <p:spPr>
            <a:xfrm>
              <a:off x="2573689" y="2158526"/>
              <a:ext cx="25638" cy="53704"/>
            </a:xfrm>
            <a:custGeom>
              <a:avLst/>
              <a:gdLst/>
              <a:ahLst/>
              <a:cxnLst/>
              <a:rect l="l" t="t" r="r" b="b"/>
              <a:pathLst>
                <a:path w="1193" h="2499" extrusionOk="0">
                  <a:moveTo>
                    <a:pt x="93" y="1"/>
                  </a:moveTo>
                  <a:lnTo>
                    <a:pt x="47" y="47"/>
                  </a:lnTo>
                  <a:lnTo>
                    <a:pt x="24" y="93"/>
                  </a:lnTo>
                  <a:lnTo>
                    <a:pt x="1" y="161"/>
                  </a:lnTo>
                  <a:lnTo>
                    <a:pt x="24" y="207"/>
                  </a:lnTo>
                  <a:lnTo>
                    <a:pt x="70" y="253"/>
                  </a:lnTo>
                  <a:lnTo>
                    <a:pt x="230" y="436"/>
                  </a:lnTo>
                  <a:lnTo>
                    <a:pt x="368" y="620"/>
                  </a:lnTo>
                  <a:lnTo>
                    <a:pt x="551" y="872"/>
                  </a:lnTo>
                  <a:lnTo>
                    <a:pt x="711" y="1192"/>
                  </a:lnTo>
                  <a:lnTo>
                    <a:pt x="780" y="1353"/>
                  </a:lnTo>
                  <a:lnTo>
                    <a:pt x="826" y="1536"/>
                  </a:lnTo>
                  <a:lnTo>
                    <a:pt x="872" y="1719"/>
                  </a:lnTo>
                  <a:lnTo>
                    <a:pt x="872" y="1903"/>
                  </a:lnTo>
                  <a:lnTo>
                    <a:pt x="872" y="2109"/>
                  </a:lnTo>
                  <a:lnTo>
                    <a:pt x="849" y="2292"/>
                  </a:lnTo>
                  <a:lnTo>
                    <a:pt x="849" y="2361"/>
                  </a:lnTo>
                  <a:lnTo>
                    <a:pt x="849" y="2407"/>
                  </a:lnTo>
                  <a:lnTo>
                    <a:pt x="872" y="2430"/>
                  </a:lnTo>
                  <a:lnTo>
                    <a:pt x="917" y="2475"/>
                  </a:lnTo>
                  <a:lnTo>
                    <a:pt x="963" y="2498"/>
                  </a:lnTo>
                  <a:lnTo>
                    <a:pt x="1032" y="2498"/>
                  </a:lnTo>
                  <a:lnTo>
                    <a:pt x="1078" y="2475"/>
                  </a:lnTo>
                  <a:lnTo>
                    <a:pt x="1124" y="2430"/>
                  </a:lnTo>
                  <a:lnTo>
                    <a:pt x="1147" y="2361"/>
                  </a:lnTo>
                  <a:lnTo>
                    <a:pt x="1192" y="2132"/>
                  </a:lnTo>
                  <a:lnTo>
                    <a:pt x="1192" y="1903"/>
                  </a:lnTo>
                  <a:lnTo>
                    <a:pt x="1169" y="1696"/>
                  </a:lnTo>
                  <a:lnTo>
                    <a:pt x="1147" y="1467"/>
                  </a:lnTo>
                  <a:lnTo>
                    <a:pt x="1078" y="1284"/>
                  </a:lnTo>
                  <a:lnTo>
                    <a:pt x="1009" y="1078"/>
                  </a:lnTo>
                  <a:lnTo>
                    <a:pt x="826" y="734"/>
                  </a:lnTo>
                  <a:lnTo>
                    <a:pt x="643" y="459"/>
                  </a:lnTo>
                  <a:lnTo>
                    <a:pt x="459" y="230"/>
                  </a:lnTo>
                  <a:lnTo>
                    <a:pt x="276" y="24"/>
                  </a:lnTo>
                  <a:lnTo>
                    <a:pt x="207" y="1"/>
                  </a:lnTo>
                  <a:close/>
                </a:path>
              </a:pathLst>
            </a:custGeom>
            <a:solidFill>
              <a:srgbClr val="7223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66"/>
            <p:cNvSpPr/>
            <p:nvPr/>
          </p:nvSpPr>
          <p:spPr>
            <a:xfrm>
              <a:off x="2570251" y="2178726"/>
              <a:ext cx="25616" cy="9864"/>
            </a:xfrm>
            <a:custGeom>
              <a:avLst/>
              <a:gdLst/>
              <a:ahLst/>
              <a:cxnLst/>
              <a:rect l="l" t="t" r="r" b="b"/>
              <a:pathLst>
                <a:path w="1192" h="459" extrusionOk="0">
                  <a:moveTo>
                    <a:pt x="528" y="0"/>
                  </a:moveTo>
                  <a:lnTo>
                    <a:pt x="367" y="46"/>
                  </a:lnTo>
                  <a:lnTo>
                    <a:pt x="253" y="69"/>
                  </a:lnTo>
                  <a:lnTo>
                    <a:pt x="138" y="115"/>
                  </a:lnTo>
                  <a:lnTo>
                    <a:pt x="46" y="184"/>
                  </a:lnTo>
                  <a:lnTo>
                    <a:pt x="24" y="229"/>
                  </a:lnTo>
                  <a:lnTo>
                    <a:pt x="1" y="275"/>
                  </a:lnTo>
                  <a:lnTo>
                    <a:pt x="1" y="344"/>
                  </a:lnTo>
                  <a:lnTo>
                    <a:pt x="24" y="390"/>
                  </a:lnTo>
                  <a:lnTo>
                    <a:pt x="69" y="436"/>
                  </a:lnTo>
                  <a:lnTo>
                    <a:pt x="138" y="459"/>
                  </a:lnTo>
                  <a:lnTo>
                    <a:pt x="184" y="459"/>
                  </a:lnTo>
                  <a:lnTo>
                    <a:pt x="230" y="436"/>
                  </a:lnTo>
                  <a:lnTo>
                    <a:pt x="298" y="390"/>
                  </a:lnTo>
                  <a:lnTo>
                    <a:pt x="459" y="344"/>
                  </a:lnTo>
                  <a:lnTo>
                    <a:pt x="550" y="321"/>
                  </a:lnTo>
                  <a:lnTo>
                    <a:pt x="688" y="321"/>
                  </a:lnTo>
                  <a:lnTo>
                    <a:pt x="825" y="344"/>
                  </a:lnTo>
                  <a:lnTo>
                    <a:pt x="963" y="390"/>
                  </a:lnTo>
                  <a:lnTo>
                    <a:pt x="1032" y="413"/>
                  </a:lnTo>
                  <a:lnTo>
                    <a:pt x="1100" y="413"/>
                  </a:lnTo>
                  <a:lnTo>
                    <a:pt x="1146" y="367"/>
                  </a:lnTo>
                  <a:lnTo>
                    <a:pt x="1192" y="321"/>
                  </a:lnTo>
                  <a:lnTo>
                    <a:pt x="1192" y="252"/>
                  </a:lnTo>
                  <a:lnTo>
                    <a:pt x="1192" y="207"/>
                  </a:lnTo>
                  <a:lnTo>
                    <a:pt x="1146" y="161"/>
                  </a:lnTo>
                  <a:lnTo>
                    <a:pt x="1100" y="115"/>
                  </a:lnTo>
                  <a:lnTo>
                    <a:pt x="894" y="46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rgbClr val="7223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66"/>
            <p:cNvSpPr/>
            <p:nvPr/>
          </p:nvSpPr>
          <p:spPr>
            <a:xfrm>
              <a:off x="2726824" y="2195466"/>
              <a:ext cx="34491" cy="71906"/>
            </a:xfrm>
            <a:custGeom>
              <a:avLst/>
              <a:gdLst/>
              <a:ahLst/>
              <a:cxnLst/>
              <a:rect l="l" t="t" r="r" b="b"/>
              <a:pathLst>
                <a:path w="1605" h="3346" extrusionOk="0">
                  <a:moveTo>
                    <a:pt x="527" y="0"/>
                  </a:moveTo>
                  <a:lnTo>
                    <a:pt x="459" y="23"/>
                  </a:lnTo>
                  <a:lnTo>
                    <a:pt x="413" y="46"/>
                  </a:lnTo>
                  <a:lnTo>
                    <a:pt x="390" y="92"/>
                  </a:lnTo>
                  <a:lnTo>
                    <a:pt x="367" y="161"/>
                  </a:lnTo>
                  <a:lnTo>
                    <a:pt x="459" y="2154"/>
                  </a:lnTo>
                  <a:lnTo>
                    <a:pt x="459" y="2223"/>
                  </a:lnTo>
                  <a:lnTo>
                    <a:pt x="505" y="2269"/>
                  </a:lnTo>
                  <a:lnTo>
                    <a:pt x="1123" y="2773"/>
                  </a:lnTo>
                  <a:lnTo>
                    <a:pt x="115" y="3025"/>
                  </a:lnTo>
                  <a:lnTo>
                    <a:pt x="46" y="3070"/>
                  </a:lnTo>
                  <a:lnTo>
                    <a:pt x="23" y="3116"/>
                  </a:lnTo>
                  <a:lnTo>
                    <a:pt x="0" y="3162"/>
                  </a:lnTo>
                  <a:lnTo>
                    <a:pt x="0" y="3231"/>
                  </a:lnTo>
                  <a:lnTo>
                    <a:pt x="23" y="3277"/>
                  </a:lnTo>
                  <a:lnTo>
                    <a:pt x="69" y="3322"/>
                  </a:lnTo>
                  <a:lnTo>
                    <a:pt x="138" y="3345"/>
                  </a:lnTo>
                  <a:lnTo>
                    <a:pt x="184" y="3345"/>
                  </a:lnTo>
                  <a:lnTo>
                    <a:pt x="1513" y="2979"/>
                  </a:lnTo>
                  <a:lnTo>
                    <a:pt x="1581" y="2933"/>
                  </a:lnTo>
                  <a:lnTo>
                    <a:pt x="1604" y="2864"/>
                  </a:lnTo>
                  <a:lnTo>
                    <a:pt x="1604" y="2773"/>
                  </a:lnTo>
                  <a:lnTo>
                    <a:pt x="1558" y="2704"/>
                  </a:lnTo>
                  <a:lnTo>
                    <a:pt x="757" y="2085"/>
                  </a:lnTo>
                  <a:lnTo>
                    <a:pt x="688" y="161"/>
                  </a:lnTo>
                  <a:lnTo>
                    <a:pt x="665" y="92"/>
                  </a:lnTo>
                  <a:lnTo>
                    <a:pt x="642" y="46"/>
                  </a:lnTo>
                  <a:lnTo>
                    <a:pt x="596" y="23"/>
                  </a:lnTo>
                  <a:lnTo>
                    <a:pt x="527" y="0"/>
                  </a:lnTo>
                  <a:close/>
                </a:path>
              </a:pathLst>
            </a:custGeom>
            <a:solidFill>
              <a:srgbClr val="7223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66"/>
            <p:cNvSpPr/>
            <p:nvPr/>
          </p:nvSpPr>
          <p:spPr>
            <a:xfrm>
              <a:off x="2706646" y="2202365"/>
              <a:ext cx="14785" cy="21683"/>
            </a:xfrm>
            <a:custGeom>
              <a:avLst/>
              <a:gdLst/>
              <a:ahLst/>
              <a:cxnLst/>
              <a:rect l="l" t="t" r="r" b="b"/>
              <a:pathLst>
                <a:path w="688" h="1009" extrusionOk="0">
                  <a:moveTo>
                    <a:pt x="458" y="0"/>
                  </a:moveTo>
                  <a:lnTo>
                    <a:pt x="390" y="23"/>
                  </a:lnTo>
                  <a:lnTo>
                    <a:pt x="321" y="69"/>
                  </a:lnTo>
                  <a:lnTo>
                    <a:pt x="206" y="206"/>
                  </a:lnTo>
                  <a:lnTo>
                    <a:pt x="92" y="390"/>
                  </a:lnTo>
                  <a:lnTo>
                    <a:pt x="23" y="573"/>
                  </a:lnTo>
                  <a:lnTo>
                    <a:pt x="0" y="756"/>
                  </a:lnTo>
                  <a:lnTo>
                    <a:pt x="23" y="825"/>
                  </a:lnTo>
                  <a:lnTo>
                    <a:pt x="46" y="894"/>
                  </a:lnTo>
                  <a:lnTo>
                    <a:pt x="69" y="939"/>
                  </a:lnTo>
                  <a:lnTo>
                    <a:pt x="115" y="985"/>
                  </a:lnTo>
                  <a:lnTo>
                    <a:pt x="183" y="1008"/>
                  </a:lnTo>
                  <a:lnTo>
                    <a:pt x="229" y="985"/>
                  </a:lnTo>
                  <a:lnTo>
                    <a:pt x="298" y="962"/>
                  </a:lnTo>
                  <a:lnTo>
                    <a:pt x="367" y="917"/>
                  </a:lnTo>
                  <a:lnTo>
                    <a:pt x="481" y="802"/>
                  </a:lnTo>
                  <a:lnTo>
                    <a:pt x="596" y="619"/>
                  </a:lnTo>
                  <a:lnTo>
                    <a:pt x="665" y="412"/>
                  </a:lnTo>
                  <a:lnTo>
                    <a:pt x="687" y="229"/>
                  </a:lnTo>
                  <a:lnTo>
                    <a:pt x="665" y="160"/>
                  </a:lnTo>
                  <a:lnTo>
                    <a:pt x="642" y="92"/>
                  </a:lnTo>
                  <a:lnTo>
                    <a:pt x="619" y="46"/>
                  </a:lnTo>
                  <a:lnTo>
                    <a:pt x="573" y="23"/>
                  </a:lnTo>
                  <a:lnTo>
                    <a:pt x="504" y="0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66"/>
            <p:cNvSpPr/>
            <p:nvPr/>
          </p:nvSpPr>
          <p:spPr>
            <a:xfrm>
              <a:off x="2695815" y="2197422"/>
              <a:ext cx="30043" cy="10380"/>
            </a:xfrm>
            <a:custGeom>
              <a:avLst/>
              <a:gdLst/>
              <a:ahLst/>
              <a:cxnLst/>
              <a:rect l="l" t="t" r="r" b="b"/>
              <a:pathLst>
                <a:path w="1398" h="483" extrusionOk="0">
                  <a:moveTo>
                    <a:pt x="527" y="1"/>
                  </a:moveTo>
                  <a:lnTo>
                    <a:pt x="344" y="24"/>
                  </a:lnTo>
                  <a:lnTo>
                    <a:pt x="183" y="47"/>
                  </a:lnTo>
                  <a:lnTo>
                    <a:pt x="23" y="93"/>
                  </a:lnTo>
                  <a:lnTo>
                    <a:pt x="0" y="138"/>
                  </a:lnTo>
                  <a:lnTo>
                    <a:pt x="0" y="207"/>
                  </a:lnTo>
                  <a:lnTo>
                    <a:pt x="23" y="230"/>
                  </a:lnTo>
                  <a:lnTo>
                    <a:pt x="46" y="253"/>
                  </a:lnTo>
                  <a:lnTo>
                    <a:pt x="92" y="253"/>
                  </a:lnTo>
                  <a:lnTo>
                    <a:pt x="206" y="207"/>
                  </a:lnTo>
                  <a:lnTo>
                    <a:pt x="344" y="184"/>
                  </a:lnTo>
                  <a:lnTo>
                    <a:pt x="504" y="161"/>
                  </a:lnTo>
                  <a:lnTo>
                    <a:pt x="687" y="184"/>
                  </a:lnTo>
                  <a:lnTo>
                    <a:pt x="894" y="207"/>
                  </a:lnTo>
                  <a:lnTo>
                    <a:pt x="1077" y="299"/>
                  </a:lnTo>
                  <a:lnTo>
                    <a:pt x="1169" y="368"/>
                  </a:lnTo>
                  <a:lnTo>
                    <a:pt x="1260" y="459"/>
                  </a:lnTo>
                  <a:lnTo>
                    <a:pt x="1306" y="482"/>
                  </a:lnTo>
                  <a:lnTo>
                    <a:pt x="1375" y="459"/>
                  </a:lnTo>
                  <a:lnTo>
                    <a:pt x="1398" y="413"/>
                  </a:lnTo>
                  <a:lnTo>
                    <a:pt x="1375" y="345"/>
                  </a:lnTo>
                  <a:lnTo>
                    <a:pt x="1283" y="253"/>
                  </a:lnTo>
                  <a:lnTo>
                    <a:pt x="1169" y="184"/>
                  </a:lnTo>
                  <a:lnTo>
                    <a:pt x="1054" y="116"/>
                  </a:lnTo>
                  <a:lnTo>
                    <a:pt x="962" y="70"/>
                  </a:lnTo>
                  <a:lnTo>
                    <a:pt x="733" y="24"/>
                  </a:lnTo>
                  <a:lnTo>
                    <a:pt x="527" y="1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66"/>
            <p:cNvSpPr/>
            <p:nvPr/>
          </p:nvSpPr>
          <p:spPr>
            <a:xfrm>
              <a:off x="2256116" y="2597236"/>
              <a:ext cx="55659" cy="560330"/>
            </a:xfrm>
            <a:custGeom>
              <a:avLst/>
              <a:gdLst/>
              <a:ahLst/>
              <a:cxnLst/>
              <a:rect l="l" t="t" r="r" b="b"/>
              <a:pathLst>
                <a:path w="2590" h="26074" extrusionOk="0">
                  <a:moveTo>
                    <a:pt x="2430" y="0"/>
                  </a:moveTo>
                  <a:lnTo>
                    <a:pt x="2384" y="23"/>
                  </a:lnTo>
                  <a:lnTo>
                    <a:pt x="2338" y="69"/>
                  </a:lnTo>
                  <a:lnTo>
                    <a:pt x="2315" y="115"/>
                  </a:lnTo>
                  <a:lnTo>
                    <a:pt x="2178" y="642"/>
                  </a:lnTo>
                  <a:lnTo>
                    <a:pt x="1857" y="2108"/>
                  </a:lnTo>
                  <a:lnTo>
                    <a:pt x="1651" y="3162"/>
                  </a:lnTo>
                  <a:lnTo>
                    <a:pt x="1422" y="4422"/>
                  </a:lnTo>
                  <a:lnTo>
                    <a:pt x="1192" y="5866"/>
                  </a:lnTo>
                  <a:lnTo>
                    <a:pt x="963" y="7515"/>
                  </a:lnTo>
                  <a:lnTo>
                    <a:pt x="734" y="9325"/>
                  </a:lnTo>
                  <a:lnTo>
                    <a:pt x="505" y="11273"/>
                  </a:lnTo>
                  <a:lnTo>
                    <a:pt x="322" y="13404"/>
                  </a:lnTo>
                  <a:lnTo>
                    <a:pt x="161" y="15672"/>
                  </a:lnTo>
                  <a:lnTo>
                    <a:pt x="116" y="16840"/>
                  </a:lnTo>
                  <a:lnTo>
                    <a:pt x="70" y="18055"/>
                  </a:lnTo>
                  <a:lnTo>
                    <a:pt x="24" y="19315"/>
                  </a:lnTo>
                  <a:lnTo>
                    <a:pt x="1" y="20575"/>
                  </a:lnTo>
                  <a:lnTo>
                    <a:pt x="1" y="21881"/>
                  </a:lnTo>
                  <a:lnTo>
                    <a:pt x="1" y="23210"/>
                  </a:lnTo>
                  <a:lnTo>
                    <a:pt x="24" y="24562"/>
                  </a:lnTo>
                  <a:lnTo>
                    <a:pt x="70" y="25936"/>
                  </a:lnTo>
                  <a:lnTo>
                    <a:pt x="93" y="25982"/>
                  </a:lnTo>
                  <a:lnTo>
                    <a:pt x="116" y="26028"/>
                  </a:lnTo>
                  <a:lnTo>
                    <a:pt x="161" y="26051"/>
                  </a:lnTo>
                  <a:lnTo>
                    <a:pt x="230" y="26074"/>
                  </a:lnTo>
                  <a:lnTo>
                    <a:pt x="276" y="26051"/>
                  </a:lnTo>
                  <a:lnTo>
                    <a:pt x="322" y="26028"/>
                  </a:lnTo>
                  <a:lnTo>
                    <a:pt x="345" y="25982"/>
                  </a:lnTo>
                  <a:lnTo>
                    <a:pt x="368" y="25936"/>
                  </a:lnTo>
                  <a:lnTo>
                    <a:pt x="322" y="24562"/>
                  </a:lnTo>
                  <a:lnTo>
                    <a:pt x="276" y="23210"/>
                  </a:lnTo>
                  <a:lnTo>
                    <a:pt x="276" y="21881"/>
                  </a:lnTo>
                  <a:lnTo>
                    <a:pt x="276" y="20575"/>
                  </a:lnTo>
                  <a:lnTo>
                    <a:pt x="299" y="19315"/>
                  </a:lnTo>
                  <a:lnTo>
                    <a:pt x="345" y="18078"/>
                  </a:lnTo>
                  <a:lnTo>
                    <a:pt x="390" y="16863"/>
                  </a:lnTo>
                  <a:lnTo>
                    <a:pt x="436" y="15695"/>
                  </a:lnTo>
                  <a:lnTo>
                    <a:pt x="597" y="13426"/>
                  </a:lnTo>
                  <a:lnTo>
                    <a:pt x="780" y="11319"/>
                  </a:lnTo>
                  <a:lnTo>
                    <a:pt x="1009" y="9348"/>
                  </a:lnTo>
                  <a:lnTo>
                    <a:pt x="1238" y="7561"/>
                  </a:lnTo>
                  <a:lnTo>
                    <a:pt x="1467" y="5934"/>
                  </a:lnTo>
                  <a:lnTo>
                    <a:pt x="1696" y="4468"/>
                  </a:lnTo>
                  <a:lnTo>
                    <a:pt x="1926" y="3231"/>
                  </a:lnTo>
                  <a:lnTo>
                    <a:pt x="2132" y="2177"/>
                  </a:lnTo>
                  <a:lnTo>
                    <a:pt x="2453" y="710"/>
                  </a:lnTo>
                  <a:lnTo>
                    <a:pt x="2567" y="184"/>
                  </a:lnTo>
                  <a:lnTo>
                    <a:pt x="2590" y="115"/>
                  </a:lnTo>
                  <a:lnTo>
                    <a:pt x="2567" y="69"/>
                  </a:lnTo>
                  <a:lnTo>
                    <a:pt x="2521" y="23"/>
                  </a:lnTo>
                  <a:lnTo>
                    <a:pt x="2475" y="0"/>
                  </a:lnTo>
                  <a:close/>
                </a:path>
              </a:pathLst>
            </a:custGeom>
            <a:solidFill>
              <a:srgbClr val="CA6D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66"/>
            <p:cNvSpPr/>
            <p:nvPr/>
          </p:nvSpPr>
          <p:spPr>
            <a:xfrm>
              <a:off x="2487537" y="2475132"/>
              <a:ext cx="208775" cy="125072"/>
            </a:xfrm>
            <a:custGeom>
              <a:avLst/>
              <a:gdLst/>
              <a:ahLst/>
              <a:cxnLst/>
              <a:rect l="l" t="t" r="r" b="b"/>
              <a:pathLst>
                <a:path w="9715" h="5820" extrusionOk="0">
                  <a:moveTo>
                    <a:pt x="138" y="0"/>
                  </a:moveTo>
                  <a:lnTo>
                    <a:pt x="69" y="23"/>
                  </a:lnTo>
                  <a:lnTo>
                    <a:pt x="46" y="69"/>
                  </a:lnTo>
                  <a:lnTo>
                    <a:pt x="0" y="115"/>
                  </a:lnTo>
                  <a:lnTo>
                    <a:pt x="0" y="161"/>
                  </a:lnTo>
                  <a:lnTo>
                    <a:pt x="23" y="229"/>
                  </a:lnTo>
                  <a:lnTo>
                    <a:pt x="207" y="550"/>
                  </a:lnTo>
                  <a:lnTo>
                    <a:pt x="413" y="917"/>
                  </a:lnTo>
                  <a:lnTo>
                    <a:pt x="734" y="1375"/>
                  </a:lnTo>
                  <a:lnTo>
                    <a:pt x="1100" y="1925"/>
                  </a:lnTo>
                  <a:lnTo>
                    <a:pt x="1558" y="2497"/>
                  </a:lnTo>
                  <a:lnTo>
                    <a:pt x="2062" y="3093"/>
                  </a:lnTo>
                  <a:lnTo>
                    <a:pt x="2360" y="3391"/>
                  </a:lnTo>
                  <a:lnTo>
                    <a:pt x="2658" y="3689"/>
                  </a:lnTo>
                  <a:lnTo>
                    <a:pt x="3025" y="4033"/>
                  </a:lnTo>
                  <a:lnTo>
                    <a:pt x="3391" y="4330"/>
                  </a:lnTo>
                  <a:lnTo>
                    <a:pt x="3758" y="4605"/>
                  </a:lnTo>
                  <a:lnTo>
                    <a:pt x="4125" y="4857"/>
                  </a:lnTo>
                  <a:lnTo>
                    <a:pt x="4491" y="5064"/>
                  </a:lnTo>
                  <a:lnTo>
                    <a:pt x="4881" y="5270"/>
                  </a:lnTo>
                  <a:lnTo>
                    <a:pt x="5247" y="5430"/>
                  </a:lnTo>
                  <a:lnTo>
                    <a:pt x="5637" y="5568"/>
                  </a:lnTo>
                  <a:lnTo>
                    <a:pt x="5683" y="5568"/>
                  </a:lnTo>
                  <a:lnTo>
                    <a:pt x="6164" y="5705"/>
                  </a:lnTo>
                  <a:lnTo>
                    <a:pt x="6668" y="5774"/>
                  </a:lnTo>
                  <a:lnTo>
                    <a:pt x="7149" y="5820"/>
                  </a:lnTo>
                  <a:lnTo>
                    <a:pt x="7653" y="5820"/>
                  </a:lnTo>
                  <a:lnTo>
                    <a:pt x="8134" y="5751"/>
                  </a:lnTo>
                  <a:lnTo>
                    <a:pt x="8638" y="5659"/>
                  </a:lnTo>
                  <a:lnTo>
                    <a:pt x="9119" y="5522"/>
                  </a:lnTo>
                  <a:lnTo>
                    <a:pt x="9623" y="5316"/>
                  </a:lnTo>
                  <a:lnTo>
                    <a:pt x="9669" y="5293"/>
                  </a:lnTo>
                  <a:lnTo>
                    <a:pt x="9692" y="5247"/>
                  </a:lnTo>
                  <a:lnTo>
                    <a:pt x="9715" y="5178"/>
                  </a:lnTo>
                  <a:lnTo>
                    <a:pt x="9692" y="5132"/>
                  </a:lnTo>
                  <a:lnTo>
                    <a:pt x="9669" y="5087"/>
                  </a:lnTo>
                  <a:lnTo>
                    <a:pt x="9623" y="5041"/>
                  </a:lnTo>
                  <a:lnTo>
                    <a:pt x="9532" y="5041"/>
                  </a:lnTo>
                  <a:lnTo>
                    <a:pt x="9096" y="5224"/>
                  </a:lnTo>
                  <a:lnTo>
                    <a:pt x="8661" y="5339"/>
                  </a:lnTo>
                  <a:lnTo>
                    <a:pt x="8249" y="5453"/>
                  </a:lnTo>
                  <a:lnTo>
                    <a:pt x="7813" y="5499"/>
                  </a:lnTo>
                  <a:lnTo>
                    <a:pt x="7401" y="5545"/>
                  </a:lnTo>
                  <a:lnTo>
                    <a:pt x="6988" y="5522"/>
                  </a:lnTo>
                  <a:lnTo>
                    <a:pt x="6553" y="5476"/>
                  </a:lnTo>
                  <a:lnTo>
                    <a:pt x="6141" y="5407"/>
                  </a:lnTo>
                  <a:lnTo>
                    <a:pt x="5728" y="5293"/>
                  </a:lnTo>
                  <a:lnTo>
                    <a:pt x="5316" y="5132"/>
                  </a:lnTo>
                  <a:lnTo>
                    <a:pt x="4904" y="4949"/>
                  </a:lnTo>
                  <a:lnTo>
                    <a:pt x="4491" y="4720"/>
                  </a:lnTo>
                  <a:lnTo>
                    <a:pt x="4079" y="4468"/>
                  </a:lnTo>
                  <a:lnTo>
                    <a:pt x="3666" y="4170"/>
                  </a:lnTo>
                  <a:lnTo>
                    <a:pt x="3254" y="3849"/>
                  </a:lnTo>
                  <a:lnTo>
                    <a:pt x="2841" y="3483"/>
                  </a:lnTo>
                  <a:lnTo>
                    <a:pt x="2544" y="3185"/>
                  </a:lnTo>
                  <a:lnTo>
                    <a:pt x="2269" y="2887"/>
                  </a:lnTo>
                  <a:lnTo>
                    <a:pt x="1765" y="2291"/>
                  </a:lnTo>
                  <a:lnTo>
                    <a:pt x="1329" y="1741"/>
                  </a:lnTo>
                  <a:lnTo>
                    <a:pt x="963" y="1214"/>
                  </a:lnTo>
                  <a:lnTo>
                    <a:pt x="665" y="756"/>
                  </a:lnTo>
                  <a:lnTo>
                    <a:pt x="436" y="390"/>
                  </a:lnTo>
                  <a:lnTo>
                    <a:pt x="275" y="69"/>
                  </a:lnTo>
                  <a:lnTo>
                    <a:pt x="230" y="23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rgbClr val="CA6D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66"/>
            <p:cNvSpPr/>
            <p:nvPr/>
          </p:nvSpPr>
          <p:spPr>
            <a:xfrm>
              <a:off x="2354108" y="2955661"/>
              <a:ext cx="277715" cy="157586"/>
            </a:xfrm>
            <a:custGeom>
              <a:avLst/>
              <a:gdLst/>
              <a:ahLst/>
              <a:cxnLst/>
              <a:rect l="l" t="t" r="r" b="b"/>
              <a:pathLst>
                <a:path w="12923" h="7333" extrusionOk="0">
                  <a:moveTo>
                    <a:pt x="92" y="1"/>
                  </a:moveTo>
                  <a:lnTo>
                    <a:pt x="46" y="24"/>
                  </a:lnTo>
                  <a:lnTo>
                    <a:pt x="23" y="70"/>
                  </a:lnTo>
                  <a:lnTo>
                    <a:pt x="0" y="138"/>
                  </a:lnTo>
                  <a:lnTo>
                    <a:pt x="0" y="184"/>
                  </a:lnTo>
                  <a:lnTo>
                    <a:pt x="23" y="230"/>
                  </a:lnTo>
                  <a:lnTo>
                    <a:pt x="275" y="620"/>
                  </a:lnTo>
                  <a:lnTo>
                    <a:pt x="596" y="1009"/>
                  </a:lnTo>
                  <a:lnTo>
                    <a:pt x="1031" y="1536"/>
                  </a:lnTo>
                  <a:lnTo>
                    <a:pt x="1558" y="2155"/>
                  </a:lnTo>
                  <a:lnTo>
                    <a:pt x="2177" y="2842"/>
                  </a:lnTo>
                  <a:lnTo>
                    <a:pt x="2910" y="3529"/>
                  </a:lnTo>
                  <a:lnTo>
                    <a:pt x="3300" y="3896"/>
                  </a:lnTo>
                  <a:lnTo>
                    <a:pt x="3712" y="4262"/>
                  </a:lnTo>
                  <a:lnTo>
                    <a:pt x="4216" y="4652"/>
                  </a:lnTo>
                  <a:lnTo>
                    <a:pt x="4720" y="5041"/>
                  </a:lnTo>
                  <a:lnTo>
                    <a:pt x="5224" y="5385"/>
                  </a:lnTo>
                  <a:lnTo>
                    <a:pt x="5728" y="5706"/>
                  </a:lnTo>
                  <a:lnTo>
                    <a:pt x="6232" y="6004"/>
                  </a:lnTo>
                  <a:lnTo>
                    <a:pt x="6736" y="6256"/>
                  </a:lnTo>
                  <a:lnTo>
                    <a:pt x="7263" y="6485"/>
                  </a:lnTo>
                  <a:lnTo>
                    <a:pt x="7767" y="6691"/>
                  </a:lnTo>
                  <a:lnTo>
                    <a:pt x="8180" y="6851"/>
                  </a:lnTo>
                  <a:lnTo>
                    <a:pt x="8592" y="6966"/>
                  </a:lnTo>
                  <a:lnTo>
                    <a:pt x="9005" y="7081"/>
                  </a:lnTo>
                  <a:lnTo>
                    <a:pt x="9417" y="7172"/>
                  </a:lnTo>
                  <a:lnTo>
                    <a:pt x="9852" y="7241"/>
                  </a:lnTo>
                  <a:lnTo>
                    <a:pt x="10265" y="7287"/>
                  </a:lnTo>
                  <a:lnTo>
                    <a:pt x="10700" y="7310"/>
                  </a:lnTo>
                  <a:lnTo>
                    <a:pt x="11113" y="7333"/>
                  </a:lnTo>
                  <a:lnTo>
                    <a:pt x="11548" y="7310"/>
                  </a:lnTo>
                  <a:lnTo>
                    <a:pt x="11960" y="7264"/>
                  </a:lnTo>
                  <a:lnTo>
                    <a:pt x="12396" y="7218"/>
                  </a:lnTo>
                  <a:lnTo>
                    <a:pt x="12808" y="7149"/>
                  </a:lnTo>
                  <a:lnTo>
                    <a:pt x="12854" y="7126"/>
                  </a:lnTo>
                  <a:lnTo>
                    <a:pt x="12900" y="7081"/>
                  </a:lnTo>
                  <a:lnTo>
                    <a:pt x="12923" y="7035"/>
                  </a:lnTo>
                  <a:lnTo>
                    <a:pt x="12923" y="6966"/>
                  </a:lnTo>
                  <a:lnTo>
                    <a:pt x="12900" y="6920"/>
                  </a:lnTo>
                  <a:lnTo>
                    <a:pt x="12877" y="6874"/>
                  </a:lnTo>
                  <a:lnTo>
                    <a:pt x="12808" y="6851"/>
                  </a:lnTo>
                  <a:lnTo>
                    <a:pt x="12762" y="6851"/>
                  </a:lnTo>
                  <a:lnTo>
                    <a:pt x="12418" y="6920"/>
                  </a:lnTo>
                  <a:lnTo>
                    <a:pt x="12098" y="6966"/>
                  </a:lnTo>
                  <a:lnTo>
                    <a:pt x="11754" y="6989"/>
                  </a:lnTo>
                  <a:lnTo>
                    <a:pt x="11433" y="7012"/>
                  </a:lnTo>
                  <a:lnTo>
                    <a:pt x="10769" y="7012"/>
                  </a:lnTo>
                  <a:lnTo>
                    <a:pt x="10150" y="6966"/>
                  </a:lnTo>
                  <a:lnTo>
                    <a:pt x="9509" y="6874"/>
                  </a:lnTo>
                  <a:lnTo>
                    <a:pt x="8913" y="6737"/>
                  </a:lnTo>
                  <a:lnTo>
                    <a:pt x="8317" y="6577"/>
                  </a:lnTo>
                  <a:lnTo>
                    <a:pt x="7745" y="6370"/>
                  </a:lnTo>
                  <a:lnTo>
                    <a:pt x="7172" y="6141"/>
                  </a:lnTo>
                  <a:lnTo>
                    <a:pt x="6645" y="5866"/>
                  </a:lnTo>
                  <a:lnTo>
                    <a:pt x="6118" y="5591"/>
                  </a:lnTo>
                  <a:lnTo>
                    <a:pt x="5637" y="5293"/>
                  </a:lnTo>
                  <a:lnTo>
                    <a:pt x="5156" y="4973"/>
                  </a:lnTo>
                  <a:lnTo>
                    <a:pt x="4697" y="4675"/>
                  </a:lnTo>
                  <a:lnTo>
                    <a:pt x="4285" y="4354"/>
                  </a:lnTo>
                  <a:lnTo>
                    <a:pt x="3895" y="4010"/>
                  </a:lnTo>
                  <a:lnTo>
                    <a:pt x="3483" y="3667"/>
                  </a:lnTo>
                  <a:lnTo>
                    <a:pt x="3093" y="3323"/>
                  </a:lnTo>
                  <a:lnTo>
                    <a:pt x="2383" y="2613"/>
                  </a:lnTo>
                  <a:lnTo>
                    <a:pt x="1765" y="1948"/>
                  </a:lnTo>
                  <a:lnTo>
                    <a:pt x="1238" y="1353"/>
                  </a:lnTo>
                  <a:lnTo>
                    <a:pt x="802" y="826"/>
                  </a:lnTo>
                  <a:lnTo>
                    <a:pt x="504" y="436"/>
                  </a:lnTo>
                  <a:lnTo>
                    <a:pt x="252" y="70"/>
                  </a:lnTo>
                  <a:lnTo>
                    <a:pt x="207" y="24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rgbClr val="CA6D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66"/>
            <p:cNvSpPr/>
            <p:nvPr/>
          </p:nvSpPr>
          <p:spPr>
            <a:xfrm>
              <a:off x="2198524" y="3178702"/>
              <a:ext cx="878898" cy="890245"/>
            </a:xfrm>
            <a:custGeom>
              <a:avLst/>
              <a:gdLst/>
              <a:ahLst/>
              <a:cxnLst/>
              <a:rect l="l" t="t" r="r" b="b"/>
              <a:pathLst>
                <a:path w="40898" h="41426" extrusionOk="0">
                  <a:moveTo>
                    <a:pt x="4239" y="1"/>
                  </a:moveTo>
                  <a:lnTo>
                    <a:pt x="3254" y="47"/>
                  </a:lnTo>
                  <a:lnTo>
                    <a:pt x="2773" y="93"/>
                  </a:lnTo>
                  <a:lnTo>
                    <a:pt x="2337" y="161"/>
                  </a:lnTo>
                  <a:lnTo>
                    <a:pt x="1902" y="230"/>
                  </a:lnTo>
                  <a:lnTo>
                    <a:pt x="1512" y="322"/>
                  </a:lnTo>
                  <a:lnTo>
                    <a:pt x="1146" y="413"/>
                  </a:lnTo>
                  <a:lnTo>
                    <a:pt x="825" y="528"/>
                  </a:lnTo>
                  <a:lnTo>
                    <a:pt x="527" y="665"/>
                  </a:lnTo>
                  <a:lnTo>
                    <a:pt x="275" y="826"/>
                  </a:lnTo>
                  <a:lnTo>
                    <a:pt x="229" y="986"/>
                  </a:lnTo>
                  <a:lnTo>
                    <a:pt x="161" y="1444"/>
                  </a:lnTo>
                  <a:lnTo>
                    <a:pt x="69" y="2155"/>
                  </a:lnTo>
                  <a:lnTo>
                    <a:pt x="23" y="2567"/>
                  </a:lnTo>
                  <a:lnTo>
                    <a:pt x="0" y="3048"/>
                  </a:lnTo>
                  <a:lnTo>
                    <a:pt x="0" y="3575"/>
                  </a:lnTo>
                  <a:lnTo>
                    <a:pt x="0" y="4125"/>
                  </a:lnTo>
                  <a:lnTo>
                    <a:pt x="46" y="4721"/>
                  </a:lnTo>
                  <a:lnTo>
                    <a:pt x="115" y="5339"/>
                  </a:lnTo>
                  <a:lnTo>
                    <a:pt x="229" y="5958"/>
                  </a:lnTo>
                  <a:lnTo>
                    <a:pt x="367" y="6622"/>
                  </a:lnTo>
                  <a:lnTo>
                    <a:pt x="573" y="7264"/>
                  </a:lnTo>
                  <a:lnTo>
                    <a:pt x="802" y="7951"/>
                  </a:lnTo>
                  <a:lnTo>
                    <a:pt x="1100" y="8616"/>
                  </a:lnTo>
                  <a:lnTo>
                    <a:pt x="1283" y="8936"/>
                  </a:lnTo>
                  <a:lnTo>
                    <a:pt x="1467" y="9257"/>
                  </a:lnTo>
                  <a:lnTo>
                    <a:pt x="1673" y="9601"/>
                  </a:lnTo>
                  <a:lnTo>
                    <a:pt x="1879" y="9922"/>
                  </a:lnTo>
                  <a:lnTo>
                    <a:pt x="2108" y="10242"/>
                  </a:lnTo>
                  <a:lnTo>
                    <a:pt x="2383" y="10540"/>
                  </a:lnTo>
                  <a:lnTo>
                    <a:pt x="2635" y="10861"/>
                  </a:lnTo>
                  <a:lnTo>
                    <a:pt x="2933" y="11159"/>
                  </a:lnTo>
                  <a:lnTo>
                    <a:pt x="3254" y="11457"/>
                  </a:lnTo>
                  <a:lnTo>
                    <a:pt x="3575" y="11755"/>
                  </a:lnTo>
                  <a:lnTo>
                    <a:pt x="3941" y="12029"/>
                  </a:lnTo>
                  <a:lnTo>
                    <a:pt x="4308" y="12304"/>
                  </a:lnTo>
                  <a:lnTo>
                    <a:pt x="4697" y="12579"/>
                  </a:lnTo>
                  <a:lnTo>
                    <a:pt x="5110" y="12831"/>
                  </a:lnTo>
                  <a:lnTo>
                    <a:pt x="5568" y="13061"/>
                  </a:lnTo>
                  <a:lnTo>
                    <a:pt x="6026" y="13313"/>
                  </a:lnTo>
                  <a:lnTo>
                    <a:pt x="6507" y="13519"/>
                  </a:lnTo>
                  <a:lnTo>
                    <a:pt x="7034" y="13725"/>
                  </a:lnTo>
                  <a:lnTo>
                    <a:pt x="7561" y="13931"/>
                  </a:lnTo>
                  <a:lnTo>
                    <a:pt x="8134" y="14114"/>
                  </a:lnTo>
                  <a:lnTo>
                    <a:pt x="8730" y="14275"/>
                  </a:lnTo>
                  <a:lnTo>
                    <a:pt x="9348" y="14435"/>
                  </a:lnTo>
                  <a:lnTo>
                    <a:pt x="9990" y="14573"/>
                  </a:lnTo>
                  <a:lnTo>
                    <a:pt x="10677" y="14687"/>
                  </a:lnTo>
                  <a:lnTo>
                    <a:pt x="11364" y="14802"/>
                  </a:lnTo>
                  <a:lnTo>
                    <a:pt x="12098" y="14893"/>
                  </a:lnTo>
                  <a:lnTo>
                    <a:pt x="12877" y="14962"/>
                  </a:lnTo>
                  <a:lnTo>
                    <a:pt x="13656" y="15008"/>
                  </a:lnTo>
                  <a:lnTo>
                    <a:pt x="14503" y="15031"/>
                  </a:lnTo>
                  <a:lnTo>
                    <a:pt x="15351" y="15054"/>
                  </a:lnTo>
                  <a:lnTo>
                    <a:pt x="17161" y="15031"/>
                  </a:lnTo>
                  <a:lnTo>
                    <a:pt x="18857" y="15008"/>
                  </a:lnTo>
                  <a:lnTo>
                    <a:pt x="20415" y="14962"/>
                  </a:lnTo>
                  <a:lnTo>
                    <a:pt x="21858" y="14893"/>
                  </a:lnTo>
                  <a:lnTo>
                    <a:pt x="23187" y="14825"/>
                  </a:lnTo>
                  <a:lnTo>
                    <a:pt x="24401" y="14733"/>
                  </a:lnTo>
                  <a:lnTo>
                    <a:pt x="25478" y="14664"/>
                  </a:lnTo>
                  <a:lnTo>
                    <a:pt x="26463" y="14573"/>
                  </a:lnTo>
                  <a:lnTo>
                    <a:pt x="28044" y="14389"/>
                  </a:lnTo>
                  <a:lnTo>
                    <a:pt x="29167" y="14229"/>
                  </a:lnTo>
                  <a:lnTo>
                    <a:pt x="29854" y="14114"/>
                  </a:lnTo>
                  <a:lnTo>
                    <a:pt x="30083" y="14092"/>
                  </a:lnTo>
                  <a:lnTo>
                    <a:pt x="30129" y="15512"/>
                  </a:lnTo>
                  <a:lnTo>
                    <a:pt x="30244" y="18949"/>
                  </a:lnTo>
                  <a:lnTo>
                    <a:pt x="30358" y="21011"/>
                  </a:lnTo>
                  <a:lnTo>
                    <a:pt x="30473" y="23096"/>
                  </a:lnTo>
                  <a:lnTo>
                    <a:pt x="30610" y="24997"/>
                  </a:lnTo>
                  <a:lnTo>
                    <a:pt x="30702" y="25868"/>
                  </a:lnTo>
                  <a:lnTo>
                    <a:pt x="30771" y="26601"/>
                  </a:lnTo>
                  <a:lnTo>
                    <a:pt x="31023" y="28297"/>
                  </a:lnTo>
                  <a:lnTo>
                    <a:pt x="31366" y="30428"/>
                  </a:lnTo>
                  <a:lnTo>
                    <a:pt x="31756" y="32810"/>
                  </a:lnTo>
                  <a:lnTo>
                    <a:pt x="32191" y="35216"/>
                  </a:lnTo>
                  <a:lnTo>
                    <a:pt x="32924" y="39317"/>
                  </a:lnTo>
                  <a:lnTo>
                    <a:pt x="33245" y="41036"/>
                  </a:lnTo>
                  <a:lnTo>
                    <a:pt x="40760" y="41425"/>
                  </a:lnTo>
                  <a:lnTo>
                    <a:pt x="40783" y="40119"/>
                  </a:lnTo>
                  <a:lnTo>
                    <a:pt x="40875" y="36637"/>
                  </a:lnTo>
                  <a:lnTo>
                    <a:pt x="40875" y="36316"/>
                  </a:lnTo>
                  <a:lnTo>
                    <a:pt x="40898" y="33589"/>
                  </a:lnTo>
                  <a:lnTo>
                    <a:pt x="40898" y="33177"/>
                  </a:lnTo>
                  <a:lnTo>
                    <a:pt x="40898" y="31092"/>
                  </a:lnTo>
                  <a:lnTo>
                    <a:pt x="40875" y="28870"/>
                  </a:lnTo>
                  <a:lnTo>
                    <a:pt x="40829" y="26578"/>
                  </a:lnTo>
                  <a:lnTo>
                    <a:pt x="40760" y="24218"/>
                  </a:lnTo>
                  <a:lnTo>
                    <a:pt x="40760" y="23760"/>
                  </a:lnTo>
                  <a:lnTo>
                    <a:pt x="40668" y="21629"/>
                  </a:lnTo>
                  <a:lnTo>
                    <a:pt x="40554" y="19545"/>
                  </a:lnTo>
                  <a:lnTo>
                    <a:pt x="40531" y="19201"/>
                  </a:lnTo>
                  <a:lnTo>
                    <a:pt x="40439" y="17872"/>
                  </a:lnTo>
                  <a:lnTo>
                    <a:pt x="40325" y="16566"/>
                  </a:lnTo>
                  <a:lnTo>
                    <a:pt x="40302" y="16291"/>
                  </a:lnTo>
                  <a:lnTo>
                    <a:pt x="40141" y="14710"/>
                  </a:lnTo>
                  <a:lnTo>
                    <a:pt x="39958" y="13198"/>
                  </a:lnTo>
                  <a:lnTo>
                    <a:pt x="39752" y="11755"/>
                  </a:lnTo>
                  <a:lnTo>
                    <a:pt x="39500" y="10426"/>
                  </a:lnTo>
                  <a:lnTo>
                    <a:pt x="39248" y="9188"/>
                  </a:lnTo>
                  <a:lnTo>
                    <a:pt x="39088" y="8616"/>
                  </a:lnTo>
                  <a:lnTo>
                    <a:pt x="38950" y="8089"/>
                  </a:lnTo>
                  <a:lnTo>
                    <a:pt x="38790" y="7585"/>
                  </a:lnTo>
                  <a:lnTo>
                    <a:pt x="38606" y="7103"/>
                  </a:lnTo>
                  <a:lnTo>
                    <a:pt x="38446" y="6691"/>
                  </a:lnTo>
                  <a:lnTo>
                    <a:pt x="38263" y="6279"/>
                  </a:lnTo>
                  <a:lnTo>
                    <a:pt x="38125" y="6050"/>
                  </a:lnTo>
                  <a:lnTo>
                    <a:pt x="37896" y="5706"/>
                  </a:lnTo>
                  <a:lnTo>
                    <a:pt x="37667" y="5408"/>
                  </a:lnTo>
                  <a:lnTo>
                    <a:pt x="37438" y="5156"/>
                  </a:lnTo>
                  <a:lnTo>
                    <a:pt x="37186" y="4973"/>
                  </a:lnTo>
                  <a:lnTo>
                    <a:pt x="36773" y="4721"/>
                  </a:lnTo>
                  <a:lnTo>
                    <a:pt x="36361" y="4492"/>
                  </a:lnTo>
                  <a:lnTo>
                    <a:pt x="35926" y="4285"/>
                  </a:lnTo>
                  <a:lnTo>
                    <a:pt x="35468" y="4079"/>
                  </a:lnTo>
                  <a:lnTo>
                    <a:pt x="35009" y="3873"/>
                  </a:lnTo>
                  <a:lnTo>
                    <a:pt x="34551" y="3690"/>
                  </a:lnTo>
                  <a:lnTo>
                    <a:pt x="33589" y="3369"/>
                  </a:lnTo>
                  <a:lnTo>
                    <a:pt x="32558" y="3071"/>
                  </a:lnTo>
                  <a:lnTo>
                    <a:pt x="31481" y="2796"/>
                  </a:lnTo>
                  <a:lnTo>
                    <a:pt x="30335" y="2567"/>
                  </a:lnTo>
                  <a:lnTo>
                    <a:pt x="29144" y="2361"/>
                  </a:lnTo>
                  <a:lnTo>
                    <a:pt x="28754" y="2292"/>
                  </a:lnTo>
                  <a:lnTo>
                    <a:pt x="27151" y="2063"/>
                  </a:lnTo>
                  <a:lnTo>
                    <a:pt x="25455" y="1880"/>
                  </a:lnTo>
                  <a:lnTo>
                    <a:pt x="23645" y="1673"/>
                  </a:lnTo>
                  <a:lnTo>
                    <a:pt x="21698" y="1513"/>
                  </a:lnTo>
                  <a:lnTo>
                    <a:pt x="21423" y="1490"/>
                  </a:lnTo>
                  <a:lnTo>
                    <a:pt x="16084" y="1009"/>
                  </a:lnTo>
                  <a:lnTo>
                    <a:pt x="15809" y="986"/>
                  </a:lnTo>
                  <a:lnTo>
                    <a:pt x="13564" y="780"/>
                  </a:lnTo>
                  <a:lnTo>
                    <a:pt x="13083" y="688"/>
                  </a:lnTo>
                  <a:lnTo>
                    <a:pt x="11800" y="505"/>
                  </a:lnTo>
                  <a:lnTo>
                    <a:pt x="9967" y="299"/>
                  </a:lnTo>
                  <a:lnTo>
                    <a:pt x="8890" y="184"/>
                  </a:lnTo>
                  <a:lnTo>
                    <a:pt x="7767" y="93"/>
                  </a:lnTo>
                  <a:lnTo>
                    <a:pt x="7447" y="70"/>
                  </a:lnTo>
                  <a:lnTo>
                    <a:pt x="6370" y="24"/>
                  </a:lnTo>
                  <a:lnTo>
                    <a:pt x="5293" y="1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66"/>
            <p:cNvSpPr/>
            <p:nvPr/>
          </p:nvSpPr>
          <p:spPr>
            <a:xfrm>
              <a:off x="2659863" y="3206273"/>
              <a:ext cx="415079" cy="333374"/>
            </a:xfrm>
            <a:custGeom>
              <a:avLst/>
              <a:gdLst/>
              <a:ahLst/>
              <a:cxnLst/>
              <a:rect l="l" t="t" r="r" b="b"/>
              <a:pathLst>
                <a:path w="19315" h="15513" extrusionOk="0">
                  <a:moveTo>
                    <a:pt x="161" y="1"/>
                  </a:moveTo>
                  <a:lnTo>
                    <a:pt x="92" y="47"/>
                  </a:lnTo>
                  <a:lnTo>
                    <a:pt x="23" y="115"/>
                  </a:lnTo>
                  <a:lnTo>
                    <a:pt x="1" y="207"/>
                  </a:lnTo>
                  <a:lnTo>
                    <a:pt x="23" y="299"/>
                  </a:lnTo>
                  <a:lnTo>
                    <a:pt x="69" y="368"/>
                  </a:lnTo>
                  <a:lnTo>
                    <a:pt x="138" y="413"/>
                  </a:lnTo>
                  <a:lnTo>
                    <a:pt x="207" y="436"/>
                  </a:lnTo>
                  <a:lnTo>
                    <a:pt x="482" y="459"/>
                  </a:lnTo>
                  <a:lnTo>
                    <a:pt x="1765" y="574"/>
                  </a:lnTo>
                  <a:lnTo>
                    <a:pt x="3460" y="757"/>
                  </a:lnTo>
                  <a:lnTo>
                    <a:pt x="4422" y="872"/>
                  </a:lnTo>
                  <a:lnTo>
                    <a:pt x="5453" y="1009"/>
                  </a:lnTo>
                  <a:lnTo>
                    <a:pt x="6530" y="1169"/>
                  </a:lnTo>
                  <a:lnTo>
                    <a:pt x="7653" y="1353"/>
                  </a:lnTo>
                  <a:lnTo>
                    <a:pt x="8776" y="1582"/>
                  </a:lnTo>
                  <a:lnTo>
                    <a:pt x="9898" y="1834"/>
                  </a:lnTo>
                  <a:lnTo>
                    <a:pt x="11021" y="2132"/>
                  </a:lnTo>
                  <a:lnTo>
                    <a:pt x="12121" y="2475"/>
                  </a:lnTo>
                  <a:lnTo>
                    <a:pt x="12671" y="2659"/>
                  </a:lnTo>
                  <a:lnTo>
                    <a:pt x="13198" y="2842"/>
                  </a:lnTo>
                  <a:lnTo>
                    <a:pt x="13702" y="3048"/>
                  </a:lnTo>
                  <a:lnTo>
                    <a:pt x="14206" y="3254"/>
                  </a:lnTo>
                  <a:lnTo>
                    <a:pt x="14687" y="3484"/>
                  </a:lnTo>
                  <a:lnTo>
                    <a:pt x="15145" y="3713"/>
                  </a:lnTo>
                  <a:lnTo>
                    <a:pt x="15580" y="3965"/>
                  </a:lnTo>
                  <a:lnTo>
                    <a:pt x="16016" y="4217"/>
                  </a:lnTo>
                  <a:lnTo>
                    <a:pt x="16222" y="4400"/>
                  </a:lnTo>
                  <a:lnTo>
                    <a:pt x="16428" y="4606"/>
                  </a:lnTo>
                  <a:lnTo>
                    <a:pt x="16611" y="4858"/>
                  </a:lnTo>
                  <a:lnTo>
                    <a:pt x="16795" y="5133"/>
                  </a:lnTo>
                  <a:lnTo>
                    <a:pt x="16978" y="5454"/>
                  </a:lnTo>
                  <a:lnTo>
                    <a:pt x="17138" y="5798"/>
                  </a:lnTo>
                  <a:lnTo>
                    <a:pt x="17299" y="6187"/>
                  </a:lnTo>
                  <a:lnTo>
                    <a:pt x="17436" y="6599"/>
                  </a:lnTo>
                  <a:lnTo>
                    <a:pt x="17574" y="7012"/>
                  </a:lnTo>
                  <a:lnTo>
                    <a:pt x="17711" y="7447"/>
                  </a:lnTo>
                  <a:lnTo>
                    <a:pt x="17940" y="8387"/>
                  </a:lnTo>
                  <a:lnTo>
                    <a:pt x="18147" y="9326"/>
                  </a:lnTo>
                  <a:lnTo>
                    <a:pt x="18307" y="10288"/>
                  </a:lnTo>
                  <a:lnTo>
                    <a:pt x="18467" y="11251"/>
                  </a:lnTo>
                  <a:lnTo>
                    <a:pt x="18582" y="12144"/>
                  </a:lnTo>
                  <a:lnTo>
                    <a:pt x="18742" y="13748"/>
                  </a:lnTo>
                  <a:lnTo>
                    <a:pt x="18834" y="14848"/>
                  </a:lnTo>
                  <a:lnTo>
                    <a:pt x="18857" y="15283"/>
                  </a:lnTo>
                  <a:lnTo>
                    <a:pt x="18880" y="15375"/>
                  </a:lnTo>
                  <a:lnTo>
                    <a:pt x="18926" y="15443"/>
                  </a:lnTo>
                  <a:lnTo>
                    <a:pt x="18994" y="15489"/>
                  </a:lnTo>
                  <a:lnTo>
                    <a:pt x="19086" y="15512"/>
                  </a:lnTo>
                  <a:lnTo>
                    <a:pt x="19178" y="15489"/>
                  </a:lnTo>
                  <a:lnTo>
                    <a:pt x="19246" y="15420"/>
                  </a:lnTo>
                  <a:lnTo>
                    <a:pt x="19292" y="15352"/>
                  </a:lnTo>
                  <a:lnTo>
                    <a:pt x="19315" y="15260"/>
                  </a:lnTo>
                  <a:lnTo>
                    <a:pt x="19269" y="14733"/>
                  </a:lnTo>
                  <a:lnTo>
                    <a:pt x="19178" y="13542"/>
                  </a:lnTo>
                  <a:lnTo>
                    <a:pt x="19109" y="12786"/>
                  </a:lnTo>
                  <a:lnTo>
                    <a:pt x="18994" y="11915"/>
                  </a:lnTo>
                  <a:lnTo>
                    <a:pt x="18880" y="10999"/>
                  </a:lnTo>
                  <a:lnTo>
                    <a:pt x="18719" y="10036"/>
                  </a:lnTo>
                  <a:lnTo>
                    <a:pt x="18536" y="9051"/>
                  </a:lnTo>
                  <a:lnTo>
                    <a:pt x="18330" y="8089"/>
                  </a:lnTo>
                  <a:lnTo>
                    <a:pt x="18078" y="7149"/>
                  </a:lnTo>
                  <a:lnTo>
                    <a:pt x="17940" y="6714"/>
                  </a:lnTo>
                  <a:lnTo>
                    <a:pt x="17803" y="6279"/>
                  </a:lnTo>
                  <a:lnTo>
                    <a:pt x="17642" y="5866"/>
                  </a:lnTo>
                  <a:lnTo>
                    <a:pt x="17482" y="5477"/>
                  </a:lnTo>
                  <a:lnTo>
                    <a:pt x="17299" y="5133"/>
                  </a:lnTo>
                  <a:lnTo>
                    <a:pt x="17115" y="4789"/>
                  </a:lnTo>
                  <a:lnTo>
                    <a:pt x="16909" y="4515"/>
                  </a:lnTo>
                  <a:lnTo>
                    <a:pt x="16703" y="4240"/>
                  </a:lnTo>
                  <a:lnTo>
                    <a:pt x="16497" y="4033"/>
                  </a:lnTo>
                  <a:lnTo>
                    <a:pt x="16245" y="3850"/>
                  </a:lnTo>
                  <a:lnTo>
                    <a:pt x="15832" y="3575"/>
                  </a:lnTo>
                  <a:lnTo>
                    <a:pt x="15374" y="3323"/>
                  </a:lnTo>
                  <a:lnTo>
                    <a:pt x="14893" y="3094"/>
                  </a:lnTo>
                  <a:lnTo>
                    <a:pt x="14412" y="2865"/>
                  </a:lnTo>
                  <a:lnTo>
                    <a:pt x="13908" y="2636"/>
                  </a:lnTo>
                  <a:lnTo>
                    <a:pt x="13381" y="2430"/>
                  </a:lnTo>
                  <a:lnTo>
                    <a:pt x="12854" y="2246"/>
                  </a:lnTo>
                  <a:lnTo>
                    <a:pt x="12304" y="2063"/>
                  </a:lnTo>
                  <a:lnTo>
                    <a:pt x="11181" y="1719"/>
                  </a:lnTo>
                  <a:lnTo>
                    <a:pt x="10059" y="1421"/>
                  </a:lnTo>
                  <a:lnTo>
                    <a:pt x="8913" y="1147"/>
                  </a:lnTo>
                  <a:lnTo>
                    <a:pt x="7768" y="917"/>
                  </a:lnTo>
                  <a:lnTo>
                    <a:pt x="6645" y="734"/>
                  </a:lnTo>
                  <a:lnTo>
                    <a:pt x="5545" y="574"/>
                  </a:lnTo>
                  <a:lnTo>
                    <a:pt x="4514" y="413"/>
                  </a:lnTo>
                  <a:lnTo>
                    <a:pt x="3529" y="299"/>
                  </a:lnTo>
                  <a:lnTo>
                    <a:pt x="1811" y="138"/>
                  </a:lnTo>
                  <a:lnTo>
                    <a:pt x="527" y="24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1" name="Google Shape;5101;p66"/>
            <p:cNvSpPr/>
            <p:nvPr/>
          </p:nvSpPr>
          <p:spPr>
            <a:xfrm>
              <a:off x="2240364" y="3189533"/>
              <a:ext cx="700681" cy="817372"/>
            </a:xfrm>
            <a:custGeom>
              <a:avLst/>
              <a:gdLst/>
              <a:ahLst/>
              <a:cxnLst/>
              <a:rect l="l" t="t" r="r" b="b"/>
              <a:pathLst>
                <a:path w="32605" h="38035" extrusionOk="0">
                  <a:moveTo>
                    <a:pt x="230" y="1"/>
                  </a:moveTo>
                  <a:lnTo>
                    <a:pt x="161" y="47"/>
                  </a:lnTo>
                  <a:lnTo>
                    <a:pt x="92" y="93"/>
                  </a:lnTo>
                  <a:lnTo>
                    <a:pt x="70" y="184"/>
                  </a:lnTo>
                  <a:lnTo>
                    <a:pt x="47" y="459"/>
                  </a:lnTo>
                  <a:lnTo>
                    <a:pt x="1" y="1101"/>
                  </a:lnTo>
                  <a:lnTo>
                    <a:pt x="1" y="1559"/>
                  </a:lnTo>
                  <a:lnTo>
                    <a:pt x="1" y="2063"/>
                  </a:lnTo>
                  <a:lnTo>
                    <a:pt x="24" y="2613"/>
                  </a:lnTo>
                  <a:lnTo>
                    <a:pt x="92" y="3231"/>
                  </a:lnTo>
                  <a:lnTo>
                    <a:pt x="184" y="3873"/>
                  </a:lnTo>
                  <a:lnTo>
                    <a:pt x="299" y="4560"/>
                  </a:lnTo>
                  <a:lnTo>
                    <a:pt x="482" y="5248"/>
                  </a:lnTo>
                  <a:lnTo>
                    <a:pt x="688" y="5958"/>
                  </a:lnTo>
                  <a:lnTo>
                    <a:pt x="826" y="6325"/>
                  </a:lnTo>
                  <a:lnTo>
                    <a:pt x="963" y="6691"/>
                  </a:lnTo>
                  <a:lnTo>
                    <a:pt x="1146" y="7058"/>
                  </a:lnTo>
                  <a:lnTo>
                    <a:pt x="1307" y="7401"/>
                  </a:lnTo>
                  <a:lnTo>
                    <a:pt x="1513" y="7768"/>
                  </a:lnTo>
                  <a:lnTo>
                    <a:pt x="1719" y="8112"/>
                  </a:lnTo>
                  <a:lnTo>
                    <a:pt x="1948" y="8455"/>
                  </a:lnTo>
                  <a:lnTo>
                    <a:pt x="2200" y="8799"/>
                  </a:lnTo>
                  <a:lnTo>
                    <a:pt x="2498" y="9166"/>
                  </a:lnTo>
                  <a:lnTo>
                    <a:pt x="2819" y="9509"/>
                  </a:lnTo>
                  <a:lnTo>
                    <a:pt x="3163" y="9830"/>
                  </a:lnTo>
                  <a:lnTo>
                    <a:pt x="3529" y="10151"/>
                  </a:lnTo>
                  <a:lnTo>
                    <a:pt x="3896" y="10426"/>
                  </a:lnTo>
                  <a:lnTo>
                    <a:pt x="4285" y="10701"/>
                  </a:lnTo>
                  <a:lnTo>
                    <a:pt x="4698" y="10953"/>
                  </a:lnTo>
                  <a:lnTo>
                    <a:pt x="5110" y="11182"/>
                  </a:lnTo>
                  <a:lnTo>
                    <a:pt x="5545" y="11411"/>
                  </a:lnTo>
                  <a:lnTo>
                    <a:pt x="6004" y="11594"/>
                  </a:lnTo>
                  <a:lnTo>
                    <a:pt x="6485" y="11778"/>
                  </a:lnTo>
                  <a:lnTo>
                    <a:pt x="6989" y="11915"/>
                  </a:lnTo>
                  <a:lnTo>
                    <a:pt x="7493" y="12052"/>
                  </a:lnTo>
                  <a:lnTo>
                    <a:pt x="8020" y="12167"/>
                  </a:lnTo>
                  <a:lnTo>
                    <a:pt x="8570" y="12259"/>
                  </a:lnTo>
                  <a:lnTo>
                    <a:pt x="9120" y="12350"/>
                  </a:lnTo>
                  <a:lnTo>
                    <a:pt x="10219" y="12465"/>
                  </a:lnTo>
                  <a:lnTo>
                    <a:pt x="11319" y="12534"/>
                  </a:lnTo>
                  <a:lnTo>
                    <a:pt x="12373" y="12602"/>
                  </a:lnTo>
                  <a:lnTo>
                    <a:pt x="13450" y="12625"/>
                  </a:lnTo>
                  <a:lnTo>
                    <a:pt x="14481" y="12648"/>
                  </a:lnTo>
                  <a:lnTo>
                    <a:pt x="15489" y="12648"/>
                  </a:lnTo>
                  <a:lnTo>
                    <a:pt x="16497" y="12625"/>
                  </a:lnTo>
                  <a:lnTo>
                    <a:pt x="17459" y="12602"/>
                  </a:lnTo>
                  <a:lnTo>
                    <a:pt x="19315" y="12488"/>
                  </a:lnTo>
                  <a:lnTo>
                    <a:pt x="21057" y="12350"/>
                  </a:lnTo>
                  <a:lnTo>
                    <a:pt x="22637" y="12213"/>
                  </a:lnTo>
                  <a:lnTo>
                    <a:pt x="24081" y="12052"/>
                  </a:lnTo>
                  <a:lnTo>
                    <a:pt x="25845" y="11869"/>
                  </a:lnTo>
                  <a:lnTo>
                    <a:pt x="26624" y="11800"/>
                  </a:lnTo>
                  <a:lnTo>
                    <a:pt x="27311" y="11778"/>
                  </a:lnTo>
                  <a:lnTo>
                    <a:pt x="27907" y="11755"/>
                  </a:lnTo>
                  <a:lnTo>
                    <a:pt x="28388" y="11778"/>
                  </a:lnTo>
                  <a:lnTo>
                    <a:pt x="28595" y="11823"/>
                  </a:lnTo>
                  <a:lnTo>
                    <a:pt x="28755" y="11846"/>
                  </a:lnTo>
                  <a:lnTo>
                    <a:pt x="28892" y="11915"/>
                  </a:lnTo>
                  <a:lnTo>
                    <a:pt x="28984" y="11984"/>
                  </a:lnTo>
                  <a:lnTo>
                    <a:pt x="29030" y="12030"/>
                  </a:lnTo>
                  <a:lnTo>
                    <a:pt x="29099" y="12121"/>
                  </a:lnTo>
                  <a:lnTo>
                    <a:pt x="29144" y="12282"/>
                  </a:lnTo>
                  <a:lnTo>
                    <a:pt x="29213" y="12511"/>
                  </a:lnTo>
                  <a:lnTo>
                    <a:pt x="29282" y="12831"/>
                  </a:lnTo>
                  <a:lnTo>
                    <a:pt x="29351" y="13267"/>
                  </a:lnTo>
                  <a:lnTo>
                    <a:pt x="29419" y="13794"/>
                  </a:lnTo>
                  <a:lnTo>
                    <a:pt x="29511" y="14458"/>
                  </a:lnTo>
                  <a:lnTo>
                    <a:pt x="29626" y="15627"/>
                  </a:lnTo>
                  <a:lnTo>
                    <a:pt x="29717" y="16956"/>
                  </a:lnTo>
                  <a:lnTo>
                    <a:pt x="29923" y="20003"/>
                  </a:lnTo>
                  <a:lnTo>
                    <a:pt x="30084" y="22088"/>
                  </a:lnTo>
                  <a:lnTo>
                    <a:pt x="30267" y="24379"/>
                  </a:lnTo>
                  <a:lnTo>
                    <a:pt x="30496" y="26785"/>
                  </a:lnTo>
                  <a:lnTo>
                    <a:pt x="30748" y="29213"/>
                  </a:lnTo>
                  <a:lnTo>
                    <a:pt x="31023" y="31642"/>
                  </a:lnTo>
                  <a:lnTo>
                    <a:pt x="31184" y="32810"/>
                  </a:lnTo>
                  <a:lnTo>
                    <a:pt x="31344" y="33956"/>
                  </a:lnTo>
                  <a:lnTo>
                    <a:pt x="31527" y="35033"/>
                  </a:lnTo>
                  <a:lnTo>
                    <a:pt x="31711" y="36087"/>
                  </a:lnTo>
                  <a:lnTo>
                    <a:pt x="31894" y="37049"/>
                  </a:lnTo>
                  <a:lnTo>
                    <a:pt x="32100" y="37943"/>
                  </a:lnTo>
                  <a:lnTo>
                    <a:pt x="32215" y="37943"/>
                  </a:lnTo>
                  <a:lnTo>
                    <a:pt x="32352" y="37988"/>
                  </a:lnTo>
                  <a:lnTo>
                    <a:pt x="32489" y="38034"/>
                  </a:lnTo>
                  <a:lnTo>
                    <a:pt x="32604" y="38034"/>
                  </a:lnTo>
                  <a:lnTo>
                    <a:pt x="32398" y="37141"/>
                  </a:lnTo>
                  <a:lnTo>
                    <a:pt x="32215" y="36156"/>
                  </a:lnTo>
                  <a:lnTo>
                    <a:pt x="32031" y="35125"/>
                  </a:lnTo>
                  <a:lnTo>
                    <a:pt x="31848" y="34025"/>
                  </a:lnTo>
                  <a:lnTo>
                    <a:pt x="31504" y="31688"/>
                  </a:lnTo>
                  <a:lnTo>
                    <a:pt x="31206" y="29259"/>
                  </a:lnTo>
                  <a:lnTo>
                    <a:pt x="30932" y="26785"/>
                  </a:lnTo>
                  <a:lnTo>
                    <a:pt x="30702" y="24356"/>
                  </a:lnTo>
                  <a:lnTo>
                    <a:pt x="30519" y="22065"/>
                  </a:lnTo>
                  <a:lnTo>
                    <a:pt x="30359" y="19980"/>
                  </a:lnTo>
                  <a:lnTo>
                    <a:pt x="30130" y="16589"/>
                  </a:lnTo>
                  <a:lnTo>
                    <a:pt x="30015" y="15214"/>
                  </a:lnTo>
                  <a:lnTo>
                    <a:pt x="29900" y="14069"/>
                  </a:lnTo>
                  <a:lnTo>
                    <a:pt x="29763" y="13152"/>
                  </a:lnTo>
                  <a:lnTo>
                    <a:pt x="29694" y="12763"/>
                  </a:lnTo>
                  <a:lnTo>
                    <a:pt x="29626" y="12442"/>
                  </a:lnTo>
                  <a:lnTo>
                    <a:pt x="29557" y="12167"/>
                  </a:lnTo>
                  <a:lnTo>
                    <a:pt x="29465" y="11938"/>
                  </a:lnTo>
                  <a:lnTo>
                    <a:pt x="29374" y="11778"/>
                  </a:lnTo>
                  <a:lnTo>
                    <a:pt x="29282" y="11663"/>
                  </a:lnTo>
                  <a:lnTo>
                    <a:pt x="29144" y="11571"/>
                  </a:lnTo>
                  <a:lnTo>
                    <a:pt x="29007" y="11503"/>
                  </a:lnTo>
                  <a:lnTo>
                    <a:pt x="28824" y="11434"/>
                  </a:lnTo>
                  <a:lnTo>
                    <a:pt x="28617" y="11388"/>
                  </a:lnTo>
                  <a:lnTo>
                    <a:pt x="28388" y="11365"/>
                  </a:lnTo>
                  <a:lnTo>
                    <a:pt x="28136" y="11342"/>
                  </a:lnTo>
                  <a:lnTo>
                    <a:pt x="27518" y="11342"/>
                  </a:lnTo>
                  <a:lnTo>
                    <a:pt x="26807" y="11365"/>
                  </a:lnTo>
                  <a:lnTo>
                    <a:pt x="26006" y="11434"/>
                  </a:lnTo>
                  <a:lnTo>
                    <a:pt x="24035" y="11640"/>
                  </a:lnTo>
                  <a:lnTo>
                    <a:pt x="22615" y="11778"/>
                  </a:lnTo>
                  <a:lnTo>
                    <a:pt x="21034" y="11938"/>
                  </a:lnTo>
                  <a:lnTo>
                    <a:pt x="19292" y="12075"/>
                  </a:lnTo>
                  <a:lnTo>
                    <a:pt x="17459" y="12167"/>
                  </a:lnTo>
                  <a:lnTo>
                    <a:pt x="16497" y="12213"/>
                  </a:lnTo>
                  <a:lnTo>
                    <a:pt x="13450" y="12213"/>
                  </a:lnTo>
                  <a:lnTo>
                    <a:pt x="12396" y="12167"/>
                  </a:lnTo>
                  <a:lnTo>
                    <a:pt x="11342" y="12121"/>
                  </a:lnTo>
                  <a:lnTo>
                    <a:pt x="10265" y="12030"/>
                  </a:lnTo>
                  <a:lnTo>
                    <a:pt x="9165" y="11915"/>
                  </a:lnTo>
                  <a:lnTo>
                    <a:pt x="8638" y="11846"/>
                  </a:lnTo>
                  <a:lnTo>
                    <a:pt x="8112" y="11755"/>
                  </a:lnTo>
                  <a:lnTo>
                    <a:pt x="7607" y="11640"/>
                  </a:lnTo>
                  <a:lnTo>
                    <a:pt x="7126" y="11525"/>
                  </a:lnTo>
                  <a:lnTo>
                    <a:pt x="6645" y="11365"/>
                  </a:lnTo>
                  <a:lnTo>
                    <a:pt x="6187" y="11205"/>
                  </a:lnTo>
                  <a:lnTo>
                    <a:pt x="5752" y="11021"/>
                  </a:lnTo>
                  <a:lnTo>
                    <a:pt x="5316" y="10815"/>
                  </a:lnTo>
                  <a:lnTo>
                    <a:pt x="4927" y="10586"/>
                  </a:lnTo>
                  <a:lnTo>
                    <a:pt x="4537" y="10357"/>
                  </a:lnTo>
                  <a:lnTo>
                    <a:pt x="4148" y="10105"/>
                  </a:lnTo>
                  <a:lnTo>
                    <a:pt x="3804" y="9830"/>
                  </a:lnTo>
                  <a:lnTo>
                    <a:pt x="3460" y="9532"/>
                  </a:lnTo>
                  <a:lnTo>
                    <a:pt x="3140" y="9211"/>
                  </a:lnTo>
                  <a:lnTo>
                    <a:pt x="2842" y="8891"/>
                  </a:lnTo>
                  <a:lnTo>
                    <a:pt x="2544" y="8524"/>
                  </a:lnTo>
                  <a:lnTo>
                    <a:pt x="2315" y="8203"/>
                  </a:lnTo>
                  <a:lnTo>
                    <a:pt x="2086" y="7883"/>
                  </a:lnTo>
                  <a:lnTo>
                    <a:pt x="1880" y="7539"/>
                  </a:lnTo>
                  <a:lnTo>
                    <a:pt x="1696" y="7195"/>
                  </a:lnTo>
                  <a:lnTo>
                    <a:pt x="1513" y="6852"/>
                  </a:lnTo>
                  <a:lnTo>
                    <a:pt x="1376" y="6508"/>
                  </a:lnTo>
                  <a:lnTo>
                    <a:pt x="1215" y="6141"/>
                  </a:lnTo>
                  <a:lnTo>
                    <a:pt x="1101" y="5798"/>
                  </a:lnTo>
                  <a:lnTo>
                    <a:pt x="894" y="5110"/>
                  </a:lnTo>
                  <a:lnTo>
                    <a:pt x="711" y="4423"/>
                  </a:lnTo>
                  <a:lnTo>
                    <a:pt x="597" y="3758"/>
                  </a:lnTo>
                  <a:lnTo>
                    <a:pt x="528" y="3117"/>
                  </a:lnTo>
                  <a:lnTo>
                    <a:pt x="459" y="2521"/>
                  </a:lnTo>
                  <a:lnTo>
                    <a:pt x="436" y="1971"/>
                  </a:lnTo>
                  <a:lnTo>
                    <a:pt x="436" y="1490"/>
                  </a:lnTo>
                  <a:lnTo>
                    <a:pt x="436" y="1078"/>
                  </a:lnTo>
                  <a:lnTo>
                    <a:pt x="482" y="459"/>
                  </a:lnTo>
                  <a:lnTo>
                    <a:pt x="505" y="230"/>
                  </a:lnTo>
                  <a:lnTo>
                    <a:pt x="482" y="161"/>
                  </a:lnTo>
                  <a:lnTo>
                    <a:pt x="459" y="93"/>
                  </a:lnTo>
                  <a:lnTo>
                    <a:pt x="390" y="24"/>
                  </a:lnTo>
                  <a:lnTo>
                    <a:pt x="322" y="1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2" name="Google Shape;5102;p66"/>
            <p:cNvSpPr/>
            <p:nvPr/>
          </p:nvSpPr>
          <p:spPr>
            <a:xfrm>
              <a:off x="2902115" y="4000959"/>
              <a:ext cx="173317" cy="19706"/>
            </a:xfrm>
            <a:custGeom>
              <a:avLst/>
              <a:gdLst/>
              <a:ahLst/>
              <a:cxnLst/>
              <a:rect l="l" t="t" r="r" b="b"/>
              <a:pathLst>
                <a:path w="8065" h="917" extrusionOk="0">
                  <a:moveTo>
                    <a:pt x="206" y="0"/>
                  </a:moveTo>
                  <a:lnTo>
                    <a:pt x="138" y="23"/>
                  </a:lnTo>
                  <a:lnTo>
                    <a:pt x="69" y="46"/>
                  </a:lnTo>
                  <a:lnTo>
                    <a:pt x="23" y="115"/>
                  </a:lnTo>
                  <a:lnTo>
                    <a:pt x="0" y="207"/>
                  </a:lnTo>
                  <a:lnTo>
                    <a:pt x="0" y="298"/>
                  </a:lnTo>
                  <a:lnTo>
                    <a:pt x="46" y="367"/>
                  </a:lnTo>
                  <a:lnTo>
                    <a:pt x="115" y="413"/>
                  </a:lnTo>
                  <a:lnTo>
                    <a:pt x="183" y="436"/>
                  </a:lnTo>
                  <a:lnTo>
                    <a:pt x="7836" y="917"/>
                  </a:lnTo>
                  <a:lnTo>
                    <a:pt x="7859" y="917"/>
                  </a:lnTo>
                  <a:lnTo>
                    <a:pt x="7927" y="894"/>
                  </a:lnTo>
                  <a:lnTo>
                    <a:pt x="7996" y="848"/>
                  </a:lnTo>
                  <a:lnTo>
                    <a:pt x="8042" y="802"/>
                  </a:lnTo>
                  <a:lnTo>
                    <a:pt x="8065" y="711"/>
                  </a:lnTo>
                  <a:lnTo>
                    <a:pt x="8042" y="619"/>
                  </a:lnTo>
                  <a:lnTo>
                    <a:pt x="8019" y="550"/>
                  </a:lnTo>
                  <a:lnTo>
                    <a:pt x="7950" y="504"/>
                  </a:lnTo>
                  <a:lnTo>
                    <a:pt x="7859" y="481"/>
                  </a:lnTo>
                  <a:lnTo>
                    <a:pt x="206" y="0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3" name="Google Shape;5103;p66"/>
            <p:cNvSpPr/>
            <p:nvPr/>
          </p:nvSpPr>
          <p:spPr>
            <a:xfrm>
              <a:off x="2305370" y="2397813"/>
              <a:ext cx="638124" cy="665223"/>
            </a:xfrm>
            <a:custGeom>
              <a:avLst/>
              <a:gdLst/>
              <a:ahLst/>
              <a:cxnLst/>
              <a:rect l="l" t="t" r="r" b="b"/>
              <a:pathLst>
                <a:path w="29694" h="30955" extrusionOk="0">
                  <a:moveTo>
                    <a:pt x="3803" y="1"/>
                  </a:moveTo>
                  <a:lnTo>
                    <a:pt x="3414" y="24"/>
                  </a:lnTo>
                  <a:lnTo>
                    <a:pt x="3024" y="93"/>
                  </a:lnTo>
                  <a:lnTo>
                    <a:pt x="2658" y="184"/>
                  </a:lnTo>
                  <a:lnTo>
                    <a:pt x="2314" y="322"/>
                  </a:lnTo>
                  <a:lnTo>
                    <a:pt x="1971" y="505"/>
                  </a:lnTo>
                  <a:lnTo>
                    <a:pt x="1650" y="688"/>
                  </a:lnTo>
                  <a:lnTo>
                    <a:pt x="1352" y="917"/>
                  </a:lnTo>
                  <a:lnTo>
                    <a:pt x="1077" y="1192"/>
                  </a:lnTo>
                  <a:lnTo>
                    <a:pt x="825" y="1467"/>
                  </a:lnTo>
                  <a:lnTo>
                    <a:pt x="619" y="1765"/>
                  </a:lnTo>
                  <a:lnTo>
                    <a:pt x="435" y="2086"/>
                  </a:lnTo>
                  <a:lnTo>
                    <a:pt x="275" y="2430"/>
                  </a:lnTo>
                  <a:lnTo>
                    <a:pt x="138" y="2796"/>
                  </a:lnTo>
                  <a:lnTo>
                    <a:pt x="46" y="3163"/>
                  </a:lnTo>
                  <a:lnTo>
                    <a:pt x="0" y="3552"/>
                  </a:lnTo>
                  <a:lnTo>
                    <a:pt x="0" y="3965"/>
                  </a:lnTo>
                  <a:lnTo>
                    <a:pt x="0" y="4331"/>
                  </a:lnTo>
                  <a:lnTo>
                    <a:pt x="0" y="4675"/>
                  </a:lnTo>
                  <a:lnTo>
                    <a:pt x="46" y="5339"/>
                  </a:lnTo>
                  <a:lnTo>
                    <a:pt x="115" y="6645"/>
                  </a:lnTo>
                  <a:lnTo>
                    <a:pt x="206" y="7951"/>
                  </a:lnTo>
                  <a:lnTo>
                    <a:pt x="344" y="9257"/>
                  </a:lnTo>
                  <a:lnTo>
                    <a:pt x="504" y="10563"/>
                  </a:lnTo>
                  <a:lnTo>
                    <a:pt x="687" y="11892"/>
                  </a:lnTo>
                  <a:lnTo>
                    <a:pt x="894" y="13198"/>
                  </a:lnTo>
                  <a:lnTo>
                    <a:pt x="1146" y="14504"/>
                  </a:lnTo>
                  <a:lnTo>
                    <a:pt x="1421" y="15833"/>
                  </a:lnTo>
                  <a:lnTo>
                    <a:pt x="1741" y="17139"/>
                  </a:lnTo>
                  <a:lnTo>
                    <a:pt x="2108" y="18468"/>
                  </a:lnTo>
                  <a:lnTo>
                    <a:pt x="2314" y="19132"/>
                  </a:lnTo>
                  <a:lnTo>
                    <a:pt x="2520" y="19797"/>
                  </a:lnTo>
                  <a:lnTo>
                    <a:pt x="2772" y="20484"/>
                  </a:lnTo>
                  <a:lnTo>
                    <a:pt x="3024" y="21148"/>
                  </a:lnTo>
                  <a:lnTo>
                    <a:pt x="3299" y="21836"/>
                  </a:lnTo>
                  <a:lnTo>
                    <a:pt x="3597" y="22500"/>
                  </a:lnTo>
                  <a:lnTo>
                    <a:pt x="3941" y="23188"/>
                  </a:lnTo>
                  <a:lnTo>
                    <a:pt x="4308" y="23875"/>
                  </a:lnTo>
                  <a:lnTo>
                    <a:pt x="4697" y="24562"/>
                  </a:lnTo>
                  <a:lnTo>
                    <a:pt x="5155" y="25250"/>
                  </a:lnTo>
                  <a:lnTo>
                    <a:pt x="5659" y="25914"/>
                  </a:lnTo>
                  <a:lnTo>
                    <a:pt x="5934" y="26258"/>
                  </a:lnTo>
                  <a:lnTo>
                    <a:pt x="6232" y="26601"/>
                  </a:lnTo>
                  <a:lnTo>
                    <a:pt x="6553" y="26945"/>
                  </a:lnTo>
                  <a:lnTo>
                    <a:pt x="6874" y="27266"/>
                  </a:lnTo>
                  <a:lnTo>
                    <a:pt x="7240" y="27587"/>
                  </a:lnTo>
                  <a:lnTo>
                    <a:pt x="7630" y="27907"/>
                  </a:lnTo>
                  <a:lnTo>
                    <a:pt x="8042" y="28205"/>
                  </a:lnTo>
                  <a:lnTo>
                    <a:pt x="8477" y="28480"/>
                  </a:lnTo>
                  <a:lnTo>
                    <a:pt x="8936" y="28755"/>
                  </a:lnTo>
                  <a:lnTo>
                    <a:pt x="9417" y="29007"/>
                  </a:lnTo>
                  <a:lnTo>
                    <a:pt x="9669" y="29099"/>
                  </a:lnTo>
                  <a:lnTo>
                    <a:pt x="9806" y="29168"/>
                  </a:lnTo>
                  <a:lnTo>
                    <a:pt x="9875" y="29190"/>
                  </a:lnTo>
                  <a:lnTo>
                    <a:pt x="9898" y="29190"/>
                  </a:lnTo>
                  <a:lnTo>
                    <a:pt x="9921" y="29213"/>
                  </a:lnTo>
                  <a:lnTo>
                    <a:pt x="10310" y="29351"/>
                  </a:lnTo>
                  <a:lnTo>
                    <a:pt x="10517" y="29420"/>
                  </a:lnTo>
                  <a:lnTo>
                    <a:pt x="10700" y="29465"/>
                  </a:lnTo>
                  <a:lnTo>
                    <a:pt x="11066" y="29580"/>
                  </a:lnTo>
                  <a:lnTo>
                    <a:pt x="11800" y="29786"/>
                  </a:lnTo>
                  <a:lnTo>
                    <a:pt x="12510" y="29947"/>
                  </a:lnTo>
                  <a:lnTo>
                    <a:pt x="13197" y="30084"/>
                  </a:lnTo>
                  <a:lnTo>
                    <a:pt x="13885" y="30221"/>
                  </a:lnTo>
                  <a:lnTo>
                    <a:pt x="15213" y="30428"/>
                  </a:lnTo>
                  <a:lnTo>
                    <a:pt x="16542" y="30588"/>
                  </a:lnTo>
                  <a:lnTo>
                    <a:pt x="17848" y="30703"/>
                  </a:lnTo>
                  <a:lnTo>
                    <a:pt x="19154" y="30794"/>
                  </a:lnTo>
                  <a:lnTo>
                    <a:pt x="20460" y="30886"/>
                  </a:lnTo>
                  <a:lnTo>
                    <a:pt x="21743" y="30909"/>
                  </a:lnTo>
                  <a:lnTo>
                    <a:pt x="23026" y="30955"/>
                  </a:lnTo>
                  <a:lnTo>
                    <a:pt x="24309" y="30955"/>
                  </a:lnTo>
                  <a:lnTo>
                    <a:pt x="25592" y="30932"/>
                  </a:lnTo>
                  <a:lnTo>
                    <a:pt x="26257" y="30909"/>
                  </a:lnTo>
                  <a:lnTo>
                    <a:pt x="26578" y="30886"/>
                  </a:lnTo>
                  <a:lnTo>
                    <a:pt x="26898" y="30886"/>
                  </a:lnTo>
                  <a:lnTo>
                    <a:pt x="27173" y="30863"/>
                  </a:lnTo>
                  <a:lnTo>
                    <a:pt x="27425" y="30817"/>
                  </a:lnTo>
                  <a:lnTo>
                    <a:pt x="27654" y="30748"/>
                  </a:lnTo>
                  <a:lnTo>
                    <a:pt x="27907" y="30657"/>
                  </a:lnTo>
                  <a:lnTo>
                    <a:pt x="28136" y="30542"/>
                  </a:lnTo>
                  <a:lnTo>
                    <a:pt x="28342" y="30428"/>
                  </a:lnTo>
                  <a:lnTo>
                    <a:pt x="28548" y="30267"/>
                  </a:lnTo>
                  <a:lnTo>
                    <a:pt x="28731" y="30107"/>
                  </a:lnTo>
                  <a:lnTo>
                    <a:pt x="28915" y="29947"/>
                  </a:lnTo>
                  <a:lnTo>
                    <a:pt x="29075" y="29740"/>
                  </a:lnTo>
                  <a:lnTo>
                    <a:pt x="29235" y="29534"/>
                  </a:lnTo>
                  <a:lnTo>
                    <a:pt x="29350" y="29328"/>
                  </a:lnTo>
                  <a:lnTo>
                    <a:pt x="29464" y="29099"/>
                  </a:lnTo>
                  <a:lnTo>
                    <a:pt x="29556" y="28847"/>
                  </a:lnTo>
                  <a:lnTo>
                    <a:pt x="29625" y="28595"/>
                  </a:lnTo>
                  <a:lnTo>
                    <a:pt x="29671" y="28343"/>
                  </a:lnTo>
                  <a:lnTo>
                    <a:pt x="29694" y="28045"/>
                  </a:lnTo>
                  <a:lnTo>
                    <a:pt x="29694" y="27747"/>
                  </a:lnTo>
                  <a:lnTo>
                    <a:pt x="29648" y="27449"/>
                  </a:lnTo>
                  <a:lnTo>
                    <a:pt x="29602" y="27174"/>
                  </a:lnTo>
                  <a:lnTo>
                    <a:pt x="29510" y="26899"/>
                  </a:lnTo>
                  <a:lnTo>
                    <a:pt x="29396" y="26647"/>
                  </a:lnTo>
                  <a:lnTo>
                    <a:pt x="29258" y="26395"/>
                  </a:lnTo>
                  <a:lnTo>
                    <a:pt x="29098" y="26166"/>
                  </a:lnTo>
                  <a:lnTo>
                    <a:pt x="28915" y="25960"/>
                  </a:lnTo>
                  <a:lnTo>
                    <a:pt x="28708" y="25754"/>
                  </a:lnTo>
                  <a:lnTo>
                    <a:pt x="28479" y="25593"/>
                  </a:lnTo>
                  <a:lnTo>
                    <a:pt x="28250" y="25433"/>
                  </a:lnTo>
                  <a:lnTo>
                    <a:pt x="27998" y="25295"/>
                  </a:lnTo>
                  <a:lnTo>
                    <a:pt x="27723" y="25181"/>
                  </a:lnTo>
                  <a:lnTo>
                    <a:pt x="27448" y="25112"/>
                  </a:lnTo>
                  <a:lnTo>
                    <a:pt x="27150" y="25043"/>
                  </a:lnTo>
                  <a:lnTo>
                    <a:pt x="27082" y="25043"/>
                  </a:lnTo>
                  <a:lnTo>
                    <a:pt x="24699" y="24723"/>
                  </a:lnTo>
                  <a:lnTo>
                    <a:pt x="22293" y="24402"/>
                  </a:lnTo>
                  <a:lnTo>
                    <a:pt x="21102" y="24219"/>
                  </a:lnTo>
                  <a:lnTo>
                    <a:pt x="19910" y="24035"/>
                  </a:lnTo>
                  <a:lnTo>
                    <a:pt x="18742" y="23829"/>
                  </a:lnTo>
                  <a:lnTo>
                    <a:pt x="17596" y="23600"/>
                  </a:lnTo>
                  <a:lnTo>
                    <a:pt x="16451" y="23371"/>
                  </a:lnTo>
                  <a:lnTo>
                    <a:pt x="15351" y="23096"/>
                  </a:lnTo>
                  <a:lnTo>
                    <a:pt x="14297" y="22821"/>
                  </a:lnTo>
                  <a:lnTo>
                    <a:pt x="13793" y="22661"/>
                  </a:lnTo>
                  <a:lnTo>
                    <a:pt x="13335" y="22500"/>
                  </a:lnTo>
                  <a:lnTo>
                    <a:pt x="13106" y="22432"/>
                  </a:lnTo>
                  <a:lnTo>
                    <a:pt x="12991" y="22386"/>
                  </a:lnTo>
                  <a:lnTo>
                    <a:pt x="12899" y="22340"/>
                  </a:lnTo>
                  <a:lnTo>
                    <a:pt x="12716" y="22248"/>
                  </a:lnTo>
                  <a:lnTo>
                    <a:pt x="12693" y="22248"/>
                  </a:lnTo>
                  <a:lnTo>
                    <a:pt x="12670" y="22225"/>
                  </a:lnTo>
                  <a:lnTo>
                    <a:pt x="12647" y="22225"/>
                  </a:lnTo>
                  <a:lnTo>
                    <a:pt x="12487" y="22134"/>
                  </a:lnTo>
                  <a:lnTo>
                    <a:pt x="12327" y="21996"/>
                  </a:lnTo>
                  <a:lnTo>
                    <a:pt x="12143" y="21813"/>
                  </a:lnTo>
                  <a:lnTo>
                    <a:pt x="11937" y="21561"/>
                  </a:lnTo>
                  <a:lnTo>
                    <a:pt x="11708" y="21286"/>
                  </a:lnTo>
                  <a:lnTo>
                    <a:pt x="11479" y="20965"/>
                  </a:lnTo>
                  <a:lnTo>
                    <a:pt x="11273" y="20599"/>
                  </a:lnTo>
                  <a:lnTo>
                    <a:pt x="11044" y="20186"/>
                  </a:lnTo>
                  <a:lnTo>
                    <a:pt x="10837" y="19774"/>
                  </a:lnTo>
                  <a:lnTo>
                    <a:pt x="10631" y="19316"/>
                  </a:lnTo>
                  <a:lnTo>
                    <a:pt x="10448" y="18857"/>
                  </a:lnTo>
                  <a:lnTo>
                    <a:pt x="10265" y="18376"/>
                  </a:lnTo>
                  <a:lnTo>
                    <a:pt x="9921" y="17368"/>
                  </a:lnTo>
                  <a:lnTo>
                    <a:pt x="9623" y="16314"/>
                  </a:lnTo>
                  <a:lnTo>
                    <a:pt x="9348" y="15237"/>
                  </a:lnTo>
                  <a:lnTo>
                    <a:pt x="9096" y="14137"/>
                  </a:lnTo>
                  <a:lnTo>
                    <a:pt x="8867" y="13015"/>
                  </a:lnTo>
                  <a:lnTo>
                    <a:pt x="8661" y="11869"/>
                  </a:lnTo>
                  <a:lnTo>
                    <a:pt x="8477" y="10724"/>
                  </a:lnTo>
                  <a:lnTo>
                    <a:pt x="8317" y="9555"/>
                  </a:lnTo>
                  <a:lnTo>
                    <a:pt x="8180" y="8387"/>
                  </a:lnTo>
                  <a:lnTo>
                    <a:pt x="8065" y="7218"/>
                  </a:lnTo>
                  <a:lnTo>
                    <a:pt x="7950" y="6050"/>
                  </a:lnTo>
                  <a:lnTo>
                    <a:pt x="7859" y="4881"/>
                  </a:lnTo>
                  <a:lnTo>
                    <a:pt x="7813" y="4308"/>
                  </a:lnTo>
                  <a:lnTo>
                    <a:pt x="7790" y="3759"/>
                  </a:lnTo>
                  <a:lnTo>
                    <a:pt x="7767" y="3644"/>
                  </a:lnTo>
                  <a:lnTo>
                    <a:pt x="7744" y="3254"/>
                  </a:lnTo>
                  <a:lnTo>
                    <a:pt x="7653" y="2888"/>
                  </a:lnTo>
                  <a:lnTo>
                    <a:pt x="7538" y="2544"/>
                  </a:lnTo>
                  <a:lnTo>
                    <a:pt x="7401" y="2201"/>
                  </a:lnTo>
                  <a:lnTo>
                    <a:pt x="7217" y="1880"/>
                  </a:lnTo>
                  <a:lnTo>
                    <a:pt x="7011" y="1559"/>
                  </a:lnTo>
                  <a:lnTo>
                    <a:pt x="6782" y="1284"/>
                  </a:lnTo>
                  <a:lnTo>
                    <a:pt x="6530" y="1032"/>
                  </a:lnTo>
                  <a:lnTo>
                    <a:pt x="6255" y="780"/>
                  </a:lnTo>
                  <a:lnTo>
                    <a:pt x="5957" y="574"/>
                  </a:lnTo>
                  <a:lnTo>
                    <a:pt x="5636" y="413"/>
                  </a:lnTo>
                  <a:lnTo>
                    <a:pt x="5293" y="253"/>
                  </a:lnTo>
                  <a:lnTo>
                    <a:pt x="4949" y="138"/>
                  </a:lnTo>
                  <a:lnTo>
                    <a:pt x="4582" y="47"/>
                  </a:lnTo>
                  <a:lnTo>
                    <a:pt x="4193" y="1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4" name="Google Shape;5104;p66"/>
            <p:cNvSpPr/>
            <p:nvPr/>
          </p:nvSpPr>
          <p:spPr>
            <a:xfrm>
              <a:off x="2526928" y="2871487"/>
              <a:ext cx="45817" cy="46289"/>
            </a:xfrm>
            <a:custGeom>
              <a:avLst/>
              <a:gdLst/>
              <a:ahLst/>
              <a:cxnLst/>
              <a:rect l="l" t="t" r="r" b="b"/>
              <a:pathLst>
                <a:path w="2132" h="2154" extrusionOk="0">
                  <a:moveTo>
                    <a:pt x="1994" y="0"/>
                  </a:moveTo>
                  <a:lnTo>
                    <a:pt x="1925" y="23"/>
                  </a:lnTo>
                  <a:lnTo>
                    <a:pt x="1627" y="206"/>
                  </a:lnTo>
                  <a:lnTo>
                    <a:pt x="1329" y="412"/>
                  </a:lnTo>
                  <a:lnTo>
                    <a:pt x="1054" y="619"/>
                  </a:lnTo>
                  <a:lnTo>
                    <a:pt x="779" y="848"/>
                  </a:lnTo>
                  <a:lnTo>
                    <a:pt x="550" y="1100"/>
                  </a:lnTo>
                  <a:lnTo>
                    <a:pt x="344" y="1375"/>
                  </a:lnTo>
                  <a:lnTo>
                    <a:pt x="161" y="1673"/>
                  </a:lnTo>
                  <a:lnTo>
                    <a:pt x="23" y="1993"/>
                  </a:lnTo>
                  <a:lnTo>
                    <a:pt x="0" y="2062"/>
                  </a:lnTo>
                  <a:lnTo>
                    <a:pt x="23" y="2108"/>
                  </a:lnTo>
                  <a:lnTo>
                    <a:pt x="46" y="2131"/>
                  </a:lnTo>
                  <a:lnTo>
                    <a:pt x="92" y="2154"/>
                  </a:lnTo>
                  <a:lnTo>
                    <a:pt x="207" y="2154"/>
                  </a:lnTo>
                  <a:lnTo>
                    <a:pt x="252" y="2131"/>
                  </a:lnTo>
                  <a:lnTo>
                    <a:pt x="275" y="2062"/>
                  </a:lnTo>
                  <a:lnTo>
                    <a:pt x="413" y="1764"/>
                  </a:lnTo>
                  <a:lnTo>
                    <a:pt x="596" y="1489"/>
                  </a:lnTo>
                  <a:lnTo>
                    <a:pt x="779" y="1237"/>
                  </a:lnTo>
                  <a:lnTo>
                    <a:pt x="1008" y="1008"/>
                  </a:lnTo>
                  <a:lnTo>
                    <a:pt x="1261" y="802"/>
                  </a:lnTo>
                  <a:lnTo>
                    <a:pt x="1513" y="619"/>
                  </a:lnTo>
                  <a:lnTo>
                    <a:pt x="1787" y="435"/>
                  </a:lnTo>
                  <a:lnTo>
                    <a:pt x="2062" y="252"/>
                  </a:lnTo>
                  <a:lnTo>
                    <a:pt x="2108" y="229"/>
                  </a:lnTo>
                  <a:lnTo>
                    <a:pt x="2131" y="183"/>
                  </a:lnTo>
                  <a:lnTo>
                    <a:pt x="2131" y="115"/>
                  </a:lnTo>
                  <a:lnTo>
                    <a:pt x="2108" y="69"/>
                  </a:lnTo>
                  <a:lnTo>
                    <a:pt x="2085" y="46"/>
                  </a:lnTo>
                  <a:lnTo>
                    <a:pt x="2040" y="23"/>
                  </a:lnTo>
                  <a:lnTo>
                    <a:pt x="1994" y="0"/>
                  </a:lnTo>
                  <a:close/>
                </a:path>
              </a:pathLst>
            </a:custGeom>
            <a:solidFill>
              <a:srgbClr val="7223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66"/>
            <p:cNvSpPr/>
            <p:nvPr/>
          </p:nvSpPr>
          <p:spPr>
            <a:xfrm>
              <a:off x="2514120" y="2880340"/>
              <a:ext cx="43345" cy="13797"/>
            </a:xfrm>
            <a:custGeom>
              <a:avLst/>
              <a:gdLst/>
              <a:ahLst/>
              <a:cxnLst/>
              <a:rect l="l" t="t" r="r" b="b"/>
              <a:pathLst>
                <a:path w="2017" h="642" extrusionOk="0">
                  <a:moveTo>
                    <a:pt x="1421" y="0"/>
                  </a:moveTo>
                  <a:lnTo>
                    <a:pt x="1169" y="23"/>
                  </a:lnTo>
                  <a:lnTo>
                    <a:pt x="917" y="46"/>
                  </a:lnTo>
                  <a:lnTo>
                    <a:pt x="688" y="115"/>
                  </a:lnTo>
                  <a:lnTo>
                    <a:pt x="459" y="184"/>
                  </a:lnTo>
                  <a:lnTo>
                    <a:pt x="253" y="275"/>
                  </a:lnTo>
                  <a:lnTo>
                    <a:pt x="46" y="413"/>
                  </a:lnTo>
                  <a:lnTo>
                    <a:pt x="1" y="459"/>
                  </a:lnTo>
                  <a:lnTo>
                    <a:pt x="1" y="504"/>
                  </a:lnTo>
                  <a:lnTo>
                    <a:pt x="1" y="550"/>
                  </a:lnTo>
                  <a:lnTo>
                    <a:pt x="46" y="596"/>
                  </a:lnTo>
                  <a:lnTo>
                    <a:pt x="92" y="619"/>
                  </a:lnTo>
                  <a:lnTo>
                    <a:pt x="138" y="642"/>
                  </a:lnTo>
                  <a:lnTo>
                    <a:pt x="184" y="642"/>
                  </a:lnTo>
                  <a:lnTo>
                    <a:pt x="230" y="619"/>
                  </a:lnTo>
                  <a:lnTo>
                    <a:pt x="413" y="504"/>
                  </a:lnTo>
                  <a:lnTo>
                    <a:pt x="596" y="413"/>
                  </a:lnTo>
                  <a:lnTo>
                    <a:pt x="825" y="344"/>
                  </a:lnTo>
                  <a:lnTo>
                    <a:pt x="1032" y="298"/>
                  </a:lnTo>
                  <a:lnTo>
                    <a:pt x="1261" y="275"/>
                  </a:lnTo>
                  <a:lnTo>
                    <a:pt x="1467" y="275"/>
                  </a:lnTo>
                  <a:lnTo>
                    <a:pt x="1902" y="298"/>
                  </a:lnTo>
                  <a:lnTo>
                    <a:pt x="1948" y="298"/>
                  </a:lnTo>
                  <a:lnTo>
                    <a:pt x="1994" y="275"/>
                  </a:lnTo>
                  <a:lnTo>
                    <a:pt x="2017" y="230"/>
                  </a:lnTo>
                  <a:lnTo>
                    <a:pt x="2017" y="184"/>
                  </a:lnTo>
                  <a:lnTo>
                    <a:pt x="2017" y="115"/>
                  </a:lnTo>
                  <a:lnTo>
                    <a:pt x="1994" y="69"/>
                  </a:lnTo>
                  <a:lnTo>
                    <a:pt x="1948" y="46"/>
                  </a:lnTo>
                  <a:lnTo>
                    <a:pt x="1902" y="23"/>
                  </a:lnTo>
                  <a:lnTo>
                    <a:pt x="1673" y="0"/>
                  </a:lnTo>
                  <a:close/>
                </a:path>
              </a:pathLst>
            </a:custGeom>
            <a:solidFill>
              <a:srgbClr val="7223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66"/>
            <p:cNvSpPr/>
            <p:nvPr/>
          </p:nvSpPr>
          <p:spPr>
            <a:xfrm>
              <a:off x="2285170" y="2373207"/>
              <a:ext cx="232909" cy="380631"/>
            </a:xfrm>
            <a:custGeom>
              <a:avLst/>
              <a:gdLst/>
              <a:ahLst/>
              <a:cxnLst/>
              <a:rect l="l" t="t" r="r" b="b"/>
              <a:pathLst>
                <a:path w="10838" h="17712" extrusionOk="0">
                  <a:moveTo>
                    <a:pt x="5018" y="0"/>
                  </a:moveTo>
                  <a:lnTo>
                    <a:pt x="4537" y="23"/>
                  </a:lnTo>
                  <a:lnTo>
                    <a:pt x="4056" y="92"/>
                  </a:lnTo>
                  <a:lnTo>
                    <a:pt x="3575" y="207"/>
                  </a:lnTo>
                  <a:lnTo>
                    <a:pt x="3140" y="367"/>
                  </a:lnTo>
                  <a:lnTo>
                    <a:pt x="2727" y="550"/>
                  </a:lnTo>
                  <a:lnTo>
                    <a:pt x="2361" y="779"/>
                  </a:lnTo>
                  <a:lnTo>
                    <a:pt x="2040" y="1054"/>
                  </a:lnTo>
                  <a:lnTo>
                    <a:pt x="1719" y="1329"/>
                  </a:lnTo>
                  <a:lnTo>
                    <a:pt x="1467" y="1627"/>
                  </a:lnTo>
                  <a:lnTo>
                    <a:pt x="1215" y="1948"/>
                  </a:lnTo>
                  <a:lnTo>
                    <a:pt x="1009" y="2269"/>
                  </a:lnTo>
                  <a:lnTo>
                    <a:pt x="826" y="2612"/>
                  </a:lnTo>
                  <a:lnTo>
                    <a:pt x="642" y="2933"/>
                  </a:lnTo>
                  <a:lnTo>
                    <a:pt x="505" y="3254"/>
                  </a:lnTo>
                  <a:lnTo>
                    <a:pt x="390" y="3575"/>
                  </a:lnTo>
                  <a:lnTo>
                    <a:pt x="299" y="3872"/>
                  </a:lnTo>
                  <a:lnTo>
                    <a:pt x="138" y="4399"/>
                  </a:lnTo>
                  <a:lnTo>
                    <a:pt x="70" y="4720"/>
                  </a:lnTo>
                  <a:lnTo>
                    <a:pt x="24" y="5018"/>
                  </a:lnTo>
                  <a:lnTo>
                    <a:pt x="1" y="5339"/>
                  </a:lnTo>
                  <a:lnTo>
                    <a:pt x="1" y="5660"/>
                  </a:lnTo>
                  <a:lnTo>
                    <a:pt x="47" y="6576"/>
                  </a:lnTo>
                  <a:lnTo>
                    <a:pt x="115" y="7836"/>
                  </a:lnTo>
                  <a:lnTo>
                    <a:pt x="253" y="9371"/>
                  </a:lnTo>
                  <a:lnTo>
                    <a:pt x="436" y="11067"/>
                  </a:lnTo>
                  <a:lnTo>
                    <a:pt x="665" y="12854"/>
                  </a:lnTo>
                  <a:lnTo>
                    <a:pt x="780" y="13724"/>
                  </a:lnTo>
                  <a:lnTo>
                    <a:pt x="940" y="14595"/>
                  </a:lnTo>
                  <a:lnTo>
                    <a:pt x="1078" y="15443"/>
                  </a:lnTo>
                  <a:lnTo>
                    <a:pt x="1261" y="16245"/>
                  </a:lnTo>
                  <a:lnTo>
                    <a:pt x="1444" y="17001"/>
                  </a:lnTo>
                  <a:lnTo>
                    <a:pt x="1627" y="17711"/>
                  </a:lnTo>
                  <a:lnTo>
                    <a:pt x="10838" y="15993"/>
                  </a:lnTo>
                  <a:lnTo>
                    <a:pt x="10678" y="14801"/>
                  </a:lnTo>
                  <a:lnTo>
                    <a:pt x="10265" y="11846"/>
                  </a:lnTo>
                  <a:lnTo>
                    <a:pt x="10013" y="9990"/>
                  </a:lnTo>
                  <a:lnTo>
                    <a:pt x="9761" y="8042"/>
                  </a:lnTo>
                  <a:lnTo>
                    <a:pt x="9555" y="6118"/>
                  </a:lnTo>
                  <a:lnTo>
                    <a:pt x="9372" y="4331"/>
                  </a:lnTo>
                  <a:lnTo>
                    <a:pt x="9349" y="4056"/>
                  </a:lnTo>
                  <a:lnTo>
                    <a:pt x="9303" y="3781"/>
                  </a:lnTo>
                  <a:lnTo>
                    <a:pt x="9234" y="3529"/>
                  </a:lnTo>
                  <a:lnTo>
                    <a:pt x="9165" y="3254"/>
                  </a:lnTo>
                  <a:lnTo>
                    <a:pt x="9074" y="3002"/>
                  </a:lnTo>
                  <a:lnTo>
                    <a:pt x="8982" y="2773"/>
                  </a:lnTo>
                  <a:lnTo>
                    <a:pt x="8868" y="2521"/>
                  </a:lnTo>
                  <a:lnTo>
                    <a:pt x="8730" y="2292"/>
                  </a:lnTo>
                  <a:lnTo>
                    <a:pt x="8593" y="2062"/>
                  </a:lnTo>
                  <a:lnTo>
                    <a:pt x="8455" y="1833"/>
                  </a:lnTo>
                  <a:lnTo>
                    <a:pt x="8272" y="1627"/>
                  </a:lnTo>
                  <a:lnTo>
                    <a:pt x="8111" y="1421"/>
                  </a:lnTo>
                  <a:lnTo>
                    <a:pt x="7928" y="1238"/>
                  </a:lnTo>
                  <a:lnTo>
                    <a:pt x="7722" y="1054"/>
                  </a:lnTo>
                  <a:lnTo>
                    <a:pt x="7516" y="894"/>
                  </a:lnTo>
                  <a:lnTo>
                    <a:pt x="7287" y="734"/>
                  </a:lnTo>
                  <a:lnTo>
                    <a:pt x="6966" y="527"/>
                  </a:lnTo>
                  <a:lnTo>
                    <a:pt x="6622" y="367"/>
                  </a:lnTo>
                  <a:lnTo>
                    <a:pt x="6256" y="207"/>
                  </a:lnTo>
                  <a:lnTo>
                    <a:pt x="5866" y="115"/>
                  </a:lnTo>
                  <a:lnTo>
                    <a:pt x="5454" y="23"/>
                  </a:lnTo>
                  <a:lnTo>
                    <a:pt x="50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5107;p66"/>
            <p:cNvSpPr/>
            <p:nvPr/>
          </p:nvSpPr>
          <p:spPr>
            <a:xfrm>
              <a:off x="2283214" y="2519444"/>
              <a:ext cx="39885" cy="237336"/>
            </a:xfrm>
            <a:custGeom>
              <a:avLst/>
              <a:gdLst/>
              <a:ahLst/>
              <a:cxnLst/>
              <a:rect l="l" t="t" r="r" b="b"/>
              <a:pathLst>
                <a:path w="1856" h="11044" extrusionOk="0">
                  <a:moveTo>
                    <a:pt x="92" y="0"/>
                  </a:moveTo>
                  <a:lnTo>
                    <a:pt x="46" y="46"/>
                  </a:lnTo>
                  <a:lnTo>
                    <a:pt x="23" y="92"/>
                  </a:lnTo>
                  <a:lnTo>
                    <a:pt x="23" y="138"/>
                  </a:lnTo>
                  <a:lnTo>
                    <a:pt x="0" y="390"/>
                  </a:lnTo>
                  <a:lnTo>
                    <a:pt x="23" y="1100"/>
                  </a:lnTo>
                  <a:lnTo>
                    <a:pt x="69" y="2154"/>
                  </a:lnTo>
                  <a:lnTo>
                    <a:pt x="161" y="3551"/>
                  </a:lnTo>
                  <a:lnTo>
                    <a:pt x="229" y="4330"/>
                  </a:lnTo>
                  <a:lnTo>
                    <a:pt x="344" y="5178"/>
                  </a:lnTo>
                  <a:lnTo>
                    <a:pt x="458" y="6072"/>
                  </a:lnTo>
                  <a:lnTo>
                    <a:pt x="619" y="6988"/>
                  </a:lnTo>
                  <a:lnTo>
                    <a:pt x="802" y="7951"/>
                  </a:lnTo>
                  <a:lnTo>
                    <a:pt x="1031" y="8936"/>
                  </a:lnTo>
                  <a:lnTo>
                    <a:pt x="1283" y="9944"/>
                  </a:lnTo>
                  <a:lnTo>
                    <a:pt x="1581" y="10952"/>
                  </a:lnTo>
                  <a:lnTo>
                    <a:pt x="1604" y="10975"/>
                  </a:lnTo>
                  <a:lnTo>
                    <a:pt x="1627" y="11021"/>
                  </a:lnTo>
                  <a:lnTo>
                    <a:pt x="1673" y="11044"/>
                  </a:lnTo>
                  <a:lnTo>
                    <a:pt x="1764" y="11044"/>
                  </a:lnTo>
                  <a:lnTo>
                    <a:pt x="1810" y="10998"/>
                  </a:lnTo>
                  <a:lnTo>
                    <a:pt x="1833" y="10975"/>
                  </a:lnTo>
                  <a:lnTo>
                    <a:pt x="1856" y="10906"/>
                  </a:lnTo>
                  <a:lnTo>
                    <a:pt x="1856" y="10860"/>
                  </a:lnTo>
                  <a:lnTo>
                    <a:pt x="1558" y="9852"/>
                  </a:lnTo>
                  <a:lnTo>
                    <a:pt x="1306" y="8867"/>
                  </a:lnTo>
                  <a:lnTo>
                    <a:pt x="1077" y="7905"/>
                  </a:lnTo>
                  <a:lnTo>
                    <a:pt x="894" y="6942"/>
                  </a:lnTo>
                  <a:lnTo>
                    <a:pt x="733" y="6026"/>
                  </a:lnTo>
                  <a:lnTo>
                    <a:pt x="619" y="5155"/>
                  </a:lnTo>
                  <a:lnTo>
                    <a:pt x="504" y="4308"/>
                  </a:lnTo>
                  <a:lnTo>
                    <a:pt x="435" y="3529"/>
                  </a:lnTo>
                  <a:lnTo>
                    <a:pt x="344" y="2154"/>
                  </a:lnTo>
                  <a:lnTo>
                    <a:pt x="298" y="1100"/>
                  </a:lnTo>
                  <a:lnTo>
                    <a:pt x="298" y="413"/>
                  </a:lnTo>
                  <a:lnTo>
                    <a:pt x="298" y="138"/>
                  </a:lnTo>
                  <a:lnTo>
                    <a:pt x="298" y="92"/>
                  </a:lnTo>
                  <a:lnTo>
                    <a:pt x="252" y="4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CA6D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5108;p66"/>
            <p:cNvSpPr/>
            <p:nvPr/>
          </p:nvSpPr>
          <p:spPr>
            <a:xfrm>
              <a:off x="2487537" y="2502209"/>
              <a:ext cx="33503" cy="218145"/>
            </a:xfrm>
            <a:custGeom>
              <a:avLst/>
              <a:gdLst/>
              <a:ahLst/>
              <a:cxnLst/>
              <a:rect l="l" t="t" r="r" b="b"/>
              <a:pathLst>
                <a:path w="1559" h="10151" extrusionOk="0">
                  <a:moveTo>
                    <a:pt x="115" y="0"/>
                  </a:moveTo>
                  <a:lnTo>
                    <a:pt x="69" y="23"/>
                  </a:lnTo>
                  <a:lnTo>
                    <a:pt x="23" y="46"/>
                  </a:lnTo>
                  <a:lnTo>
                    <a:pt x="0" y="92"/>
                  </a:lnTo>
                  <a:lnTo>
                    <a:pt x="0" y="161"/>
                  </a:lnTo>
                  <a:lnTo>
                    <a:pt x="115" y="1283"/>
                  </a:lnTo>
                  <a:lnTo>
                    <a:pt x="436" y="3964"/>
                  </a:lnTo>
                  <a:lnTo>
                    <a:pt x="848" y="7195"/>
                  </a:lnTo>
                  <a:lnTo>
                    <a:pt x="1077" y="8730"/>
                  </a:lnTo>
                  <a:lnTo>
                    <a:pt x="1283" y="10013"/>
                  </a:lnTo>
                  <a:lnTo>
                    <a:pt x="1306" y="10081"/>
                  </a:lnTo>
                  <a:lnTo>
                    <a:pt x="1329" y="10104"/>
                  </a:lnTo>
                  <a:lnTo>
                    <a:pt x="1375" y="10127"/>
                  </a:lnTo>
                  <a:lnTo>
                    <a:pt x="1421" y="10150"/>
                  </a:lnTo>
                  <a:lnTo>
                    <a:pt x="1444" y="10127"/>
                  </a:lnTo>
                  <a:lnTo>
                    <a:pt x="1513" y="10127"/>
                  </a:lnTo>
                  <a:lnTo>
                    <a:pt x="1536" y="10081"/>
                  </a:lnTo>
                  <a:lnTo>
                    <a:pt x="1558" y="10036"/>
                  </a:lnTo>
                  <a:lnTo>
                    <a:pt x="1558" y="9967"/>
                  </a:lnTo>
                  <a:lnTo>
                    <a:pt x="1352" y="8684"/>
                  </a:lnTo>
                  <a:lnTo>
                    <a:pt x="1146" y="7149"/>
                  </a:lnTo>
                  <a:lnTo>
                    <a:pt x="734" y="3918"/>
                  </a:lnTo>
                  <a:lnTo>
                    <a:pt x="413" y="1260"/>
                  </a:lnTo>
                  <a:lnTo>
                    <a:pt x="275" y="115"/>
                  </a:lnTo>
                  <a:lnTo>
                    <a:pt x="252" y="69"/>
                  </a:lnTo>
                  <a:lnTo>
                    <a:pt x="230" y="23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rgbClr val="CA6D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66"/>
            <p:cNvSpPr/>
            <p:nvPr/>
          </p:nvSpPr>
          <p:spPr>
            <a:xfrm>
              <a:off x="1087253" y="3434729"/>
              <a:ext cx="461369" cy="777487"/>
            </a:xfrm>
            <a:custGeom>
              <a:avLst/>
              <a:gdLst/>
              <a:ahLst/>
              <a:cxnLst/>
              <a:rect l="l" t="t" r="r" b="b"/>
              <a:pathLst>
                <a:path w="21469" h="36179" extrusionOk="0">
                  <a:moveTo>
                    <a:pt x="9807" y="1"/>
                  </a:moveTo>
                  <a:lnTo>
                    <a:pt x="9807" y="32948"/>
                  </a:lnTo>
                  <a:lnTo>
                    <a:pt x="940" y="32948"/>
                  </a:lnTo>
                  <a:lnTo>
                    <a:pt x="757" y="32971"/>
                  </a:lnTo>
                  <a:lnTo>
                    <a:pt x="574" y="33017"/>
                  </a:lnTo>
                  <a:lnTo>
                    <a:pt x="413" y="33108"/>
                  </a:lnTo>
                  <a:lnTo>
                    <a:pt x="276" y="33223"/>
                  </a:lnTo>
                  <a:lnTo>
                    <a:pt x="161" y="33360"/>
                  </a:lnTo>
                  <a:lnTo>
                    <a:pt x="92" y="33521"/>
                  </a:lnTo>
                  <a:lnTo>
                    <a:pt x="24" y="33704"/>
                  </a:lnTo>
                  <a:lnTo>
                    <a:pt x="1" y="33887"/>
                  </a:lnTo>
                  <a:lnTo>
                    <a:pt x="1" y="36178"/>
                  </a:lnTo>
                  <a:lnTo>
                    <a:pt x="1673" y="36178"/>
                  </a:lnTo>
                  <a:lnTo>
                    <a:pt x="1673" y="35147"/>
                  </a:lnTo>
                  <a:lnTo>
                    <a:pt x="1696" y="35033"/>
                  </a:lnTo>
                  <a:lnTo>
                    <a:pt x="1719" y="34941"/>
                  </a:lnTo>
                  <a:lnTo>
                    <a:pt x="1765" y="34850"/>
                  </a:lnTo>
                  <a:lnTo>
                    <a:pt x="1834" y="34758"/>
                  </a:lnTo>
                  <a:lnTo>
                    <a:pt x="1902" y="34712"/>
                  </a:lnTo>
                  <a:lnTo>
                    <a:pt x="1994" y="34643"/>
                  </a:lnTo>
                  <a:lnTo>
                    <a:pt x="2109" y="34620"/>
                  </a:lnTo>
                  <a:lnTo>
                    <a:pt x="9440" y="34620"/>
                  </a:lnTo>
                  <a:lnTo>
                    <a:pt x="9532" y="34643"/>
                  </a:lnTo>
                  <a:lnTo>
                    <a:pt x="9601" y="34689"/>
                  </a:lnTo>
                  <a:lnTo>
                    <a:pt x="9670" y="34735"/>
                  </a:lnTo>
                  <a:lnTo>
                    <a:pt x="9715" y="34804"/>
                  </a:lnTo>
                  <a:lnTo>
                    <a:pt x="9761" y="34895"/>
                  </a:lnTo>
                  <a:lnTo>
                    <a:pt x="9784" y="34964"/>
                  </a:lnTo>
                  <a:lnTo>
                    <a:pt x="9807" y="35056"/>
                  </a:lnTo>
                  <a:lnTo>
                    <a:pt x="9807" y="36178"/>
                  </a:lnTo>
                  <a:lnTo>
                    <a:pt x="11732" y="36178"/>
                  </a:lnTo>
                  <a:lnTo>
                    <a:pt x="11732" y="35056"/>
                  </a:lnTo>
                  <a:lnTo>
                    <a:pt x="11754" y="34964"/>
                  </a:lnTo>
                  <a:lnTo>
                    <a:pt x="11777" y="34895"/>
                  </a:lnTo>
                  <a:lnTo>
                    <a:pt x="11800" y="34804"/>
                  </a:lnTo>
                  <a:lnTo>
                    <a:pt x="11869" y="34735"/>
                  </a:lnTo>
                  <a:lnTo>
                    <a:pt x="11938" y="34689"/>
                  </a:lnTo>
                  <a:lnTo>
                    <a:pt x="12006" y="34643"/>
                  </a:lnTo>
                  <a:lnTo>
                    <a:pt x="12098" y="34620"/>
                  </a:lnTo>
                  <a:lnTo>
                    <a:pt x="19384" y="34620"/>
                  </a:lnTo>
                  <a:lnTo>
                    <a:pt x="19476" y="34643"/>
                  </a:lnTo>
                  <a:lnTo>
                    <a:pt x="19567" y="34712"/>
                  </a:lnTo>
                  <a:lnTo>
                    <a:pt x="19636" y="34758"/>
                  </a:lnTo>
                  <a:lnTo>
                    <a:pt x="19705" y="34850"/>
                  </a:lnTo>
                  <a:lnTo>
                    <a:pt x="19751" y="34941"/>
                  </a:lnTo>
                  <a:lnTo>
                    <a:pt x="19796" y="35033"/>
                  </a:lnTo>
                  <a:lnTo>
                    <a:pt x="19796" y="35147"/>
                  </a:lnTo>
                  <a:lnTo>
                    <a:pt x="19796" y="36178"/>
                  </a:lnTo>
                  <a:lnTo>
                    <a:pt x="21469" y="36178"/>
                  </a:lnTo>
                  <a:lnTo>
                    <a:pt x="21469" y="33887"/>
                  </a:lnTo>
                  <a:lnTo>
                    <a:pt x="21446" y="33704"/>
                  </a:lnTo>
                  <a:lnTo>
                    <a:pt x="21400" y="33521"/>
                  </a:lnTo>
                  <a:lnTo>
                    <a:pt x="21309" y="33360"/>
                  </a:lnTo>
                  <a:lnTo>
                    <a:pt x="21194" y="33223"/>
                  </a:lnTo>
                  <a:lnTo>
                    <a:pt x="21057" y="33108"/>
                  </a:lnTo>
                  <a:lnTo>
                    <a:pt x="20896" y="33017"/>
                  </a:lnTo>
                  <a:lnTo>
                    <a:pt x="20713" y="32971"/>
                  </a:lnTo>
                  <a:lnTo>
                    <a:pt x="20530" y="32948"/>
                  </a:lnTo>
                  <a:lnTo>
                    <a:pt x="11732" y="32948"/>
                  </a:lnTo>
                  <a:lnTo>
                    <a:pt x="1173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5110;p66"/>
            <p:cNvSpPr/>
            <p:nvPr/>
          </p:nvSpPr>
          <p:spPr>
            <a:xfrm>
              <a:off x="1279778" y="3447537"/>
              <a:ext cx="77815" cy="399327"/>
            </a:xfrm>
            <a:custGeom>
              <a:avLst/>
              <a:gdLst/>
              <a:ahLst/>
              <a:cxnLst/>
              <a:rect l="l" t="t" r="r" b="b"/>
              <a:pathLst>
                <a:path w="3621" h="18582" extrusionOk="0">
                  <a:moveTo>
                    <a:pt x="0" y="1"/>
                  </a:moveTo>
                  <a:lnTo>
                    <a:pt x="0" y="18215"/>
                  </a:lnTo>
                  <a:lnTo>
                    <a:pt x="0" y="18307"/>
                  </a:lnTo>
                  <a:lnTo>
                    <a:pt x="23" y="18353"/>
                  </a:lnTo>
                  <a:lnTo>
                    <a:pt x="92" y="18467"/>
                  </a:lnTo>
                  <a:lnTo>
                    <a:pt x="206" y="18559"/>
                  </a:lnTo>
                  <a:lnTo>
                    <a:pt x="275" y="18559"/>
                  </a:lnTo>
                  <a:lnTo>
                    <a:pt x="344" y="18582"/>
                  </a:lnTo>
                  <a:lnTo>
                    <a:pt x="3277" y="18582"/>
                  </a:lnTo>
                  <a:lnTo>
                    <a:pt x="3345" y="18559"/>
                  </a:lnTo>
                  <a:lnTo>
                    <a:pt x="3414" y="18559"/>
                  </a:lnTo>
                  <a:lnTo>
                    <a:pt x="3506" y="18467"/>
                  </a:lnTo>
                  <a:lnTo>
                    <a:pt x="3597" y="18353"/>
                  </a:lnTo>
                  <a:lnTo>
                    <a:pt x="3620" y="18307"/>
                  </a:lnTo>
                  <a:lnTo>
                    <a:pt x="3620" y="18215"/>
                  </a:lnTo>
                  <a:lnTo>
                    <a:pt x="3620" y="1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66"/>
            <p:cNvSpPr/>
            <p:nvPr/>
          </p:nvSpPr>
          <p:spPr>
            <a:xfrm>
              <a:off x="1476709" y="4191013"/>
              <a:ext cx="106870" cy="106870"/>
            </a:xfrm>
            <a:custGeom>
              <a:avLst/>
              <a:gdLst/>
              <a:ahLst/>
              <a:cxnLst/>
              <a:rect l="l" t="t" r="r" b="b"/>
              <a:pathLst>
                <a:path w="4973" h="4973" extrusionOk="0">
                  <a:moveTo>
                    <a:pt x="2223" y="0"/>
                  </a:moveTo>
                  <a:lnTo>
                    <a:pt x="1994" y="46"/>
                  </a:lnTo>
                  <a:lnTo>
                    <a:pt x="1742" y="115"/>
                  </a:lnTo>
                  <a:lnTo>
                    <a:pt x="1513" y="184"/>
                  </a:lnTo>
                  <a:lnTo>
                    <a:pt x="1307" y="298"/>
                  </a:lnTo>
                  <a:lnTo>
                    <a:pt x="1101" y="413"/>
                  </a:lnTo>
                  <a:lnTo>
                    <a:pt x="917" y="573"/>
                  </a:lnTo>
                  <a:lnTo>
                    <a:pt x="734" y="733"/>
                  </a:lnTo>
                  <a:lnTo>
                    <a:pt x="574" y="894"/>
                  </a:lnTo>
                  <a:lnTo>
                    <a:pt x="436" y="1100"/>
                  </a:lnTo>
                  <a:lnTo>
                    <a:pt x="299" y="1306"/>
                  </a:lnTo>
                  <a:lnTo>
                    <a:pt x="207" y="1512"/>
                  </a:lnTo>
                  <a:lnTo>
                    <a:pt x="115" y="1742"/>
                  </a:lnTo>
                  <a:lnTo>
                    <a:pt x="47" y="1971"/>
                  </a:lnTo>
                  <a:lnTo>
                    <a:pt x="24" y="2223"/>
                  </a:lnTo>
                  <a:lnTo>
                    <a:pt x="1" y="2475"/>
                  </a:lnTo>
                  <a:lnTo>
                    <a:pt x="24" y="2727"/>
                  </a:lnTo>
                  <a:lnTo>
                    <a:pt x="47" y="2979"/>
                  </a:lnTo>
                  <a:lnTo>
                    <a:pt x="115" y="3208"/>
                  </a:lnTo>
                  <a:lnTo>
                    <a:pt x="207" y="3437"/>
                  </a:lnTo>
                  <a:lnTo>
                    <a:pt x="299" y="3666"/>
                  </a:lnTo>
                  <a:lnTo>
                    <a:pt x="436" y="3872"/>
                  </a:lnTo>
                  <a:lnTo>
                    <a:pt x="574" y="4056"/>
                  </a:lnTo>
                  <a:lnTo>
                    <a:pt x="734" y="4239"/>
                  </a:lnTo>
                  <a:lnTo>
                    <a:pt x="917" y="4399"/>
                  </a:lnTo>
                  <a:lnTo>
                    <a:pt x="1101" y="4537"/>
                  </a:lnTo>
                  <a:lnTo>
                    <a:pt x="1307" y="4651"/>
                  </a:lnTo>
                  <a:lnTo>
                    <a:pt x="1513" y="4766"/>
                  </a:lnTo>
                  <a:lnTo>
                    <a:pt x="1742" y="4858"/>
                  </a:lnTo>
                  <a:lnTo>
                    <a:pt x="1994" y="4903"/>
                  </a:lnTo>
                  <a:lnTo>
                    <a:pt x="2223" y="4949"/>
                  </a:lnTo>
                  <a:lnTo>
                    <a:pt x="2475" y="4972"/>
                  </a:lnTo>
                  <a:lnTo>
                    <a:pt x="2750" y="4949"/>
                  </a:lnTo>
                  <a:lnTo>
                    <a:pt x="2979" y="4903"/>
                  </a:lnTo>
                  <a:lnTo>
                    <a:pt x="3231" y="4858"/>
                  </a:lnTo>
                  <a:lnTo>
                    <a:pt x="3461" y="4766"/>
                  </a:lnTo>
                  <a:lnTo>
                    <a:pt x="3667" y="4651"/>
                  </a:lnTo>
                  <a:lnTo>
                    <a:pt x="3873" y="4537"/>
                  </a:lnTo>
                  <a:lnTo>
                    <a:pt x="4056" y="4399"/>
                  </a:lnTo>
                  <a:lnTo>
                    <a:pt x="4240" y="4239"/>
                  </a:lnTo>
                  <a:lnTo>
                    <a:pt x="4400" y="4056"/>
                  </a:lnTo>
                  <a:lnTo>
                    <a:pt x="4537" y="3872"/>
                  </a:lnTo>
                  <a:lnTo>
                    <a:pt x="4675" y="3666"/>
                  </a:lnTo>
                  <a:lnTo>
                    <a:pt x="4767" y="3437"/>
                  </a:lnTo>
                  <a:lnTo>
                    <a:pt x="4858" y="3208"/>
                  </a:lnTo>
                  <a:lnTo>
                    <a:pt x="4927" y="2979"/>
                  </a:lnTo>
                  <a:lnTo>
                    <a:pt x="4950" y="2727"/>
                  </a:lnTo>
                  <a:lnTo>
                    <a:pt x="4973" y="2475"/>
                  </a:lnTo>
                  <a:lnTo>
                    <a:pt x="4950" y="2223"/>
                  </a:lnTo>
                  <a:lnTo>
                    <a:pt x="4927" y="1971"/>
                  </a:lnTo>
                  <a:lnTo>
                    <a:pt x="4858" y="1742"/>
                  </a:lnTo>
                  <a:lnTo>
                    <a:pt x="4767" y="1512"/>
                  </a:lnTo>
                  <a:lnTo>
                    <a:pt x="4675" y="1306"/>
                  </a:lnTo>
                  <a:lnTo>
                    <a:pt x="4537" y="1100"/>
                  </a:lnTo>
                  <a:lnTo>
                    <a:pt x="4400" y="894"/>
                  </a:lnTo>
                  <a:lnTo>
                    <a:pt x="4240" y="733"/>
                  </a:lnTo>
                  <a:lnTo>
                    <a:pt x="4056" y="573"/>
                  </a:lnTo>
                  <a:lnTo>
                    <a:pt x="3873" y="413"/>
                  </a:lnTo>
                  <a:lnTo>
                    <a:pt x="3667" y="298"/>
                  </a:lnTo>
                  <a:lnTo>
                    <a:pt x="3461" y="184"/>
                  </a:lnTo>
                  <a:lnTo>
                    <a:pt x="3231" y="115"/>
                  </a:lnTo>
                  <a:lnTo>
                    <a:pt x="2979" y="46"/>
                  </a:lnTo>
                  <a:lnTo>
                    <a:pt x="275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66"/>
            <p:cNvSpPr/>
            <p:nvPr/>
          </p:nvSpPr>
          <p:spPr>
            <a:xfrm>
              <a:off x="1499359" y="4213663"/>
              <a:ext cx="61569" cy="61075"/>
            </a:xfrm>
            <a:custGeom>
              <a:avLst/>
              <a:gdLst/>
              <a:ahLst/>
              <a:cxnLst/>
              <a:rect l="l" t="t" r="r" b="b"/>
              <a:pathLst>
                <a:path w="2865" h="2842" extrusionOk="0">
                  <a:moveTo>
                    <a:pt x="1284" y="0"/>
                  </a:moveTo>
                  <a:lnTo>
                    <a:pt x="1146" y="23"/>
                  </a:lnTo>
                  <a:lnTo>
                    <a:pt x="1009" y="69"/>
                  </a:lnTo>
                  <a:lnTo>
                    <a:pt x="871" y="115"/>
                  </a:lnTo>
                  <a:lnTo>
                    <a:pt x="642" y="252"/>
                  </a:lnTo>
                  <a:lnTo>
                    <a:pt x="436" y="413"/>
                  </a:lnTo>
                  <a:lnTo>
                    <a:pt x="253" y="619"/>
                  </a:lnTo>
                  <a:lnTo>
                    <a:pt x="115" y="871"/>
                  </a:lnTo>
                  <a:lnTo>
                    <a:pt x="70" y="1008"/>
                  </a:lnTo>
                  <a:lnTo>
                    <a:pt x="47" y="1146"/>
                  </a:lnTo>
                  <a:lnTo>
                    <a:pt x="24" y="1283"/>
                  </a:lnTo>
                  <a:lnTo>
                    <a:pt x="1" y="1421"/>
                  </a:lnTo>
                  <a:lnTo>
                    <a:pt x="24" y="1558"/>
                  </a:lnTo>
                  <a:lnTo>
                    <a:pt x="47" y="1719"/>
                  </a:lnTo>
                  <a:lnTo>
                    <a:pt x="70" y="1856"/>
                  </a:lnTo>
                  <a:lnTo>
                    <a:pt x="115" y="1971"/>
                  </a:lnTo>
                  <a:lnTo>
                    <a:pt x="253" y="2223"/>
                  </a:lnTo>
                  <a:lnTo>
                    <a:pt x="436" y="2429"/>
                  </a:lnTo>
                  <a:lnTo>
                    <a:pt x="642" y="2612"/>
                  </a:lnTo>
                  <a:lnTo>
                    <a:pt x="871" y="2727"/>
                  </a:lnTo>
                  <a:lnTo>
                    <a:pt x="1009" y="2772"/>
                  </a:lnTo>
                  <a:lnTo>
                    <a:pt x="1146" y="2818"/>
                  </a:lnTo>
                  <a:lnTo>
                    <a:pt x="1284" y="2841"/>
                  </a:lnTo>
                  <a:lnTo>
                    <a:pt x="1582" y="2841"/>
                  </a:lnTo>
                  <a:lnTo>
                    <a:pt x="1719" y="2818"/>
                  </a:lnTo>
                  <a:lnTo>
                    <a:pt x="1857" y="2772"/>
                  </a:lnTo>
                  <a:lnTo>
                    <a:pt x="1994" y="2727"/>
                  </a:lnTo>
                  <a:lnTo>
                    <a:pt x="2223" y="2612"/>
                  </a:lnTo>
                  <a:lnTo>
                    <a:pt x="2429" y="2429"/>
                  </a:lnTo>
                  <a:lnTo>
                    <a:pt x="2613" y="2223"/>
                  </a:lnTo>
                  <a:lnTo>
                    <a:pt x="2750" y="1971"/>
                  </a:lnTo>
                  <a:lnTo>
                    <a:pt x="2796" y="1856"/>
                  </a:lnTo>
                  <a:lnTo>
                    <a:pt x="2819" y="1719"/>
                  </a:lnTo>
                  <a:lnTo>
                    <a:pt x="2842" y="1558"/>
                  </a:lnTo>
                  <a:lnTo>
                    <a:pt x="2865" y="1421"/>
                  </a:lnTo>
                  <a:lnTo>
                    <a:pt x="2842" y="1283"/>
                  </a:lnTo>
                  <a:lnTo>
                    <a:pt x="2819" y="1146"/>
                  </a:lnTo>
                  <a:lnTo>
                    <a:pt x="2796" y="1008"/>
                  </a:lnTo>
                  <a:lnTo>
                    <a:pt x="2750" y="871"/>
                  </a:lnTo>
                  <a:lnTo>
                    <a:pt x="2613" y="619"/>
                  </a:lnTo>
                  <a:lnTo>
                    <a:pt x="2429" y="413"/>
                  </a:lnTo>
                  <a:lnTo>
                    <a:pt x="2223" y="252"/>
                  </a:lnTo>
                  <a:lnTo>
                    <a:pt x="1994" y="115"/>
                  </a:lnTo>
                  <a:lnTo>
                    <a:pt x="1857" y="69"/>
                  </a:lnTo>
                  <a:lnTo>
                    <a:pt x="1719" y="23"/>
                  </a:lnTo>
                  <a:lnTo>
                    <a:pt x="1582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3" name="Google Shape;5113;p66"/>
            <p:cNvSpPr/>
            <p:nvPr/>
          </p:nvSpPr>
          <p:spPr>
            <a:xfrm>
              <a:off x="1264499" y="4191013"/>
              <a:ext cx="106870" cy="106870"/>
            </a:xfrm>
            <a:custGeom>
              <a:avLst/>
              <a:gdLst/>
              <a:ahLst/>
              <a:cxnLst/>
              <a:rect l="l" t="t" r="r" b="b"/>
              <a:pathLst>
                <a:path w="4973" h="4973" extrusionOk="0">
                  <a:moveTo>
                    <a:pt x="2246" y="0"/>
                  </a:moveTo>
                  <a:lnTo>
                    <a:pt x="1994" y="46"/>
                  </a:lnTo>
                  <a:lnTo>
                    <a:pt x="1742" y="115"/>
                  </a:lnTo>
                  <a:lnTo>
                    <a:pt x="1513" y="184"/>
                  </a:lnTo>
                  <a:lnTo>
                    <a:pt x="1307" y="298"/>
                  </a:lnTo>
                  <a:lnTo>
                    <a:pt x="1101" y="413"/>
                  </a:lnTo>
                  <a:lnTo>
                    <a:pt x="917" y="573"/>
                  </a:lnTo>
                  <a:lnTo>
                    <a:pt x="734" y="733"/>
                  </a:lnTo>
                  <a:lnTo>
                    <a:pt x="574" y="894"/>
                  </a:lnTo>
                  <a:lnTo>
                    <a:pt x="436" y="1100"/>
                  </a:lnTo>
                  <a:lnTo>
                    <a:pt x="299" y="1306"/>
                  </a:lnTo>
                  <a:lnTo>
                    <a:pt x="207" y="1512"/>
                  </a:lnTo>
                  <a:lnTo>
                    <a:pt x="116" y="1742"/>
                  </a:lnTo>
                  <a:lnTo>
                    <a:pt x="47" y="1971"/>
                  </a:lnTo>
                  <a:lnTo>
                    <a:pt x="24" y="2223"/>
                  </a:lnTo>
                  <a:lnTo>
                    <a:pt x="1" y="2475"/>
                  </a:lnTo>
                  <a:lnTo>
                    <a:pt x="24" y="2727"/>
                  </a:lnTo>
                  <a:lnTo>
                    <a:pt x="47" y="2979"/>
                  </a:lnTo>
                  <a:lnTo>
                    <a:pt x="116" y="3208"/>
                  </a:lnTo>
                  <a:lnTo>
                    <a:pt x="207" y="3437"/>
                  </a:lnTo>
                  <a:lnTo>
                    <a:pt x="299" y="3666"/>
                  </a:lnTo>
                  <a:lnTo>
                    <a:pt x="436" y="3872"/>
                  </a:lnTo>
                  <a:lnTo>
                    <a:pt x="574" y="4056"/>
                  </a:lnTo>
                  <a:lnTo>
                    <a:pt x="734" y="4239"/>
                  </a:lnTo>
                  <a:lnTo>
                    <a:pt x="917" y="4399"/>
                  </a:lnTo>
                  <a:lnTo>
                    <a:pt x="1101" y="4537"/>
                  </a:lnTo>
                  <a:lnTo>
                    <a:pt x="1307" y="4651"/>
                  </a:lnTo>
                  <a:lnTo>
                    <a:pt x="1513" y="4766"/>
                  </a:lnTo>
                  <a:lnTo>
                    <a:pt x="1742" y="4858"/>
                  </a:lnTo>
                  <a:lnTo>
                    <a:pt x="1994" y="4903"/>
                  </a:lnTo>
                  <a:lnTo>
                    <a:pt x="2246" y="4949"/>
                  </a:lnTo>
                  <a:lnTo>
                    <a:pt x="2498" y="4972"/>
                  </a:lnTo>
                  <a:lnTo>
                    <a:pt x="2750" y="4949"/>
                  </a:lnTo>
                  <a:lnTo>
                    <a:pt x="2979" y="4903"/>
                  </a:lnTo>
                  <a:lnTo>
                    <a:pt x="3232" y="4858"/>
                  </a:lnTo>
                  <a:lnTo>
                    <a:pt x="3461" y="4766"/>
                  </a:lnTo>
                  <a:lnTo>
                    <a:pt x="3667" y="4651"/>
                  </a:lnTo>
                  <a:lnTo>
                    <a:pt x="3873" y="4537"/>
                  </a:lnTo>
                  <a:lnTo>
                    <a:pt x="4079" y="4399"/>
                  </a:lnTo>
                  <a:lnTo>
                    <a:pt x="4240" y="4239"/>
                  </a:lnTo>
                  <a:lnTo>
                    <a:pt x="4400" y="4056"/>
                  </a:lnTo>
                  <a:lnTo>
                    <a:pt x="4537" y="3872"/>
                  </a:lnTo>
                  <a:lnTo>
                    <a:pt x="4675" y="3666"/>
                  </a:lnTo>
                  <a:lnTo>
                    <a:pt x="4767" y="3437"/>
                  </a:lnTo>
                  <a:lnTo>
                    <a:pt x="4858" y="3208"/>
                  </a:lnTo>
                  <a:lnTo>
                    <a:pt x="4927" y="2979"/>
                  </a:lnTo>
                  <a:lnTo>
                    <a:pt x="4950" y="2727"/>
                  </a:lnTo>
                  <a:lnTo>
                    <a:pt x="4973" y="2475"/>
                  </a:lnTo>
                  <a:lnTo>
                    <a:pt x="4950" y="2223"/>
                  </a:lnTo>
                  <a:lnTo>
                    <a:pt x="4927" y="1971"/>
                  </a:lnTo>
                  <a:lnTo>
                    <a:pt x="4858" y="1742"/>
                  </a:lnTo>
                  <a:lnTo>
                    <a:pt x="4767" y="1512"/>
                  </a:lnTo>
                  <a:lnTo>
                    <a:pt x="4675" y="1306"/>
                  </a:lnTo>
                  <a:lnTo>
                    <a:pt x="4537" y="1100"/>
                  </a:lnTo>
                  <a:lnTo>
                    <a:pt x="4400" y="894"/>
                  </a:lnTo>
                  <a:lnTo>
                    <a:pt x="4240" y="733"/>
                  </a:lnTo>
                  <a:lnTo>
                    <a:pt x="4079" y="573"/>
                  </a:lnTo>
                  <a:lnTo>
                    <a:pt x="3873" y="413"/>
                  </a:lnTo>
                  <a:lnTo>
                    <a:pt x="3667" y="298"/>
                  </a:lnTo>
                  <a:lnTo>
                    <a:pt x="3461" y="184"/>
                  </a:lnTo>
                  <a:lnTo>
                    <a:pt x="3232" y="115"/>
                  </a:lnTo>
                  <a:lnTo>
                    <a:pt x="2979" y="46"/>
                  </a:lnTo>
                  <a:lnTo>
                    <a:pt x="275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5114;p66"/>
            <p:cNvSpPr/>
            <p:nvPr/>
          </p:nvSpPr>
          <p:spPr>
            <a:xfrm>
              <a:off x="1287643" y="4213663"/>
              <a:ext cx="61075" cy="61075"/>
            </a:xfrm>
            <a:custGeom>
              <a:avLst/>
              <a:gdLst/>
              <a:ahLst/>
              <a:cxnLst/>
              <a:rect l="l" t="t" r="r" b="b"/>
              <a:pathLst>
                <a:path w="2842" h="2842" extrusionOk="0">
                  <a:moveTo>
                    <a:pt x="1261" y="0"/>
                  </a:moveTo>
                  <a:lnTo>
                    <a:pt x="1124" y="23"/>
                  </a:lnTo>
                  <a:lnTo>
                    <a:pt x="986" y="69"/>
                  </a:lnTo>
                  <a:lnTo>
                    <a:pt x="871" y="115"/>
                  </a:lnTo>
                  <a:lnTo>
                    <a:pt x="619" y="252"/>
                  </a:lnTo>
                  <a:lnTo>
                    <a:pt x="413" y="413"/>
                  </a:lnTo>
                  <a:lnTo>
                    <a:pt x="230" y="619"/>
                  </a:lnTo>
                  <a:lnTo>
                    <a:pt x="92" y="871"/>
                  </a:lnTo>
                  <a:lnTo>
                    <a:pt x="47" y="1008"/>
                  </a:lnTo>
                  <a:lnTo>
                    <a:pt x="24" y="1146"/>
                  </a:lnTo>
                  <a:lnTo>
                    <a:pt x="1" y="1283"/>
                  </a:lnTo>
                  <a:lnTo>
                    <a:pt x="1" y="1421"/>
                  </a:lnTo>
                  <a:lnTo>
                    <a:pt x="1" y="1558"/>
                  </a:lnTo>
                  <a:lnTo>
                    <a:pt x="24" y="1719"/>
                  </a:lnTo>
                  <a:lnTo>
                    <a:pt x="47" y="1856"/>
                  </a:lnTo>
                  <a:lnTo>
                    <a:pt x="92" y="1971"/>
                  </a:lnTo>
                  <a:lnTo>
                    <a:pt x="230" y="2223"/>
                  </a:lnTo>
                  <a:lnTo>
                    <a:pt x="413" y="2429"/>
                  </a:lnTo>
                  <a:lnTo>
                    <a:pt x="619" y="2612"/>
                  </a:lnTo>
                  <a:lnTo>
                    <a:pt x="871" y="2727"/>
                  </a:lnTo>
                  <a:lnTo>
                    <a:pt x="986" y="2772"/>
                  </a:lnTo>
                  <a:lnTo>
                    <a:pt x="1124" y="2818"/>
                  </a:lnTo>
                  <a:lnTo>
                    <a:pt x="1261" y="2841"/>
                  </a:lnTo>
                  <a:lnTo>
                    <a:pt x="1559" y="2841"/>
                  </a:lnTo>
                  <a:lnTo>
                    <a:pt x="1696" y="2818"/>
                  </a:lnTo>
                  <a:lnTo>
                    <a:pt x="1834" y="2772"/>
                  </a:lnTo>
                  <a:lnTo>
                    <a:pt x="1971" y="2727"/>
                  </a:lnTo>
                  <a:lnTo>
                    <a:pt x="2200" y="2612"/>
                  </a:lnTo>
                  <a:lnTo>
                    <a:pt x="2407" y="2429"/>
                  </a:lnTo>
                  <a:lnTo>
                    <a:pt x="2590" y="2223"/>
                  </a:lnTo>
                  <a:lnTo>
                    <a:pt x="2727" y="1971"/>
                  </a:lnTo>
                  <a:lnTo>
                    <a:pt x="2773" y="1856"/>
                  </a:lnTo>
                  <a:lnTo>
                    <a:pt x="2796" y="1719"/>
                  </a:lnTo>
                  <a:lnTo>
                    <a:pt x="2819" y="1558"/>
                  </a:lnTo>
                  <a:lnTo>
                    <a:pt x="2842" y="1421"/>
                  </a:lnTo>
                  <a:lnTo>
                    <a:pt x="2819" y="1283"/>
                  </a:lnTo>
                  <a:lnTo>
                    <a:pt x="2796" y="1146"/>
                  </a:lnTo>
                  <a:lnTo>
                    <a:pt x="2773" y="1008"/>
                  </a:lnTo>
                  <a:lnTo>
                    <a:pt x="2727" y="871"/>
                  </a:lnTo>
                  <a:lnTo>
                    <a:pt x="2590" y="619"/>
                  </a:lnTo>
                  <a:lnTo>
                    <a:pt x="2407" y="413"/>
                  </a:lnTo>
                  <a:lnTo>
                    <a:pt x="2200" y="252"/>
                  </a:lnTo>
                  <a:lnTo>
                    <a:pt x="1971" y="115"/>
                  </a:lnTo>
                  <a:lnTo>
                    <a:pt x="1834" y="69"/>
                  </a:lnTo>
                  <a:lnTo>
                    <a:pt x="1696" y="23"/>
                  </a:lnTo>
                  <a:lnTo>
                    <a:pt x="1559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66"/>
            <p:cNvSpPr/>
            <p:nvPr/>
          </p:nvSpPr>
          <p:spPr>
            <a:xfrm>
              <a:off x="1051816" y="4191013"/>
              <a:ext cx="106848" cy="106870"/>
            </a:xfrm>
            <a:custGeom>
              <a:avLst/>
              <a:gdLst/>
              <a:ahLst/>
              <a:cxnLst/>
              <a:rect l="l" t="t" r="r" b="b"/>
              <a:pathLst>
                <a:path w="4972" h="4973" extrusionOk="0">
                  <a:moveTo>
                    <a:pt x="2223" y="0"/>
                  </a:moveTo>
                  <a:lnTo>
                    <a:pt x="1971" y="46"/>
                  </a:lnTo>
                  <a:lnTo>
                    <a:pt x="1741" y="115"/>
                  </a:lnTo>
                  <a:lnTo>
                    <a:pt x="1512" y="184"/>
                  </a:lnTo>
                  <a:lnTo>
                    <a:pt x="1306" y="298"/>
                  </a:lnTo>
                  <a:lnTo>
                    <a:pt x="1100" y="413"/>
                  </a:lnTo>
                  <a:lnTo>
                    <a:pt x="894" y="573"/>
                  </a:lnTo>
                  <a:lnTo>
                    <a:pt x="733" y="733"/>
                  </a:lnTo>
                  <a:lnTo>
                    <a:pt x="573" y="894"/>
                  </a:lnTo>
                  <a:lnTo>
                    <a:pt x="413" y="1100"/>
                  </a:lnTo>
                  <a:lnTo>
                    <a:pt x="298" y="1306"/>
                  </a:lnTo>
                  <a:lnTo>
                    <a:pt x="183" y="1512"/>
                  </a:lnTo>
                  <a:lnTo>
                    <a:pt x="115" y="1742"/>
                  </a:lnTo>
                  <a:lnTo>
                    <a:pt x="46" y="1971"/>
                  </a:lnTo>
                  <a:lnTo>
                    <a:pt x="0" y="2223"/>
                  </a:lnTo>
                  <a:lnTo>
                    <a:pt x="0" y="2475"/>
                  </a:lnTo>
                  <a:lnTo>
                    <a:pt x="0" y="2727"/>
                  </a:lnTo>
                  <a:lnTo>
                    <a:pt x="46" y="2979"/>
                  </a:lnTo>
                  <a:lnTo>
                    <a:pt x="115" y="3208"/>
                  </a:lnTo>
                  <a:lnTo>
                    <a:pt x="183" y="3437"/>
                  </a:lnTo>
                  <a:lnTo>
                    <a:pt x="298" y="3666"/>
                  </a:lnTo>
                  <a:lnTo>
                    <a:pt x="413" y="3872"/>
                  </a:lnTo>
                  <a:lnTo>
                    <a:pt x="573" y="4056"/>
                  </a:lnTo>
                  <a:lnTo>
                    <a:pt x="733" y="4239"/>
                  </a:lnTo>
                  <a:lnTo>
                    <a:pt x="894" y="4399"/>
                  </a:lnTo>
                  <a:lnTo>
                    <a:pt x="1100" y="4537"/>
                  </a:lnTo>
                  <a:lnTo>
                    <a:pt x="1306" y="4651"/>
                  </a:lnTo>
                  <a:lnTo>
                    <a:pt x="1512" y="4766"/>
                  </a:lnTo>
                  <a:lnTo>
                    <a:pt x="1741" y="4858"/>
                  </a:lnTo>
                  <a:lnTo>
                    <a:pt x="1971" y="4903"/>
                  </a:lnTo>
                  <a:lnTo>
                    <a:pt x="2223" y="4949"/>
                  </a:lnTo>
                  <a:lnTo>
                    <a:pt x="2475" y="4972"/>
                  </a:lnTo>
                  <a:lnTo>
                    <a:pt x="2727" y="4949"/>
                  </a:lnTo>
                  <a:lnTo>
                    <a:pt x="2979" y="4903"/>
                  </a:lnTo>
                  <a:lnTo>
                    <a:pt x="3231" y="4858"/>
                  </a:lnTo>
                  <a:lnTo>
                    <a:pt x="3437" y="4766"/>
                  </a:lnTo>
                  <a:lnTo>
                    <a:pt x="3666" y="4651"/>
                  </a:lnTo>
                  <a:lnTo>
                    <a:pt x="3872" y="4537"/>
                  </a:lnTo>
                  <a:lnTo>
                    <a:pt x="4056" y="4399"/>
                  </a:lnTo>
                  <a:lnTo>
                    <a:pt x="4239" y="4239"/>
                  </a:lnTo>
                  <a:lnTo>
                    <a:pt x="4399" y="4056"/>
                  </a:lnTo>
                  <a:lnTo>
                    <a:pt x="4537" y="3872"/>
                  </a:lnTo>
                  <a:lnTo>
                    <a:pt x="4674" y="3666"/>
                  </a:lnTo>
                  <a:lnTo>
                    <a:pt x="4766" y="3437"/>
                  </a:lnTo>
                  <a:lnTo>
                    <a:pt x="4857" y="3208"/>
                  </a:lnTo>
                  <a:lnTo>
                    <a:pt x="4903" y="2979"/>
                  </a:lnTo>
                  <a:lnTo>
                    <a:pt x="4949" y="2727"/>
                  </a:lnTo>
                  <a:lnTo>
                    <a:pt x="4972" y="2475"/>
                  </a:lnTo>
                  <a:lnTo>
                    <a:pt x="4949" y="2223"/>
                  </a:lnTo>
                  <a:lnTo>
                    <a:pt x="4903" y="1971"/>
                  </a:lnTo>
                  <a:lnTo>
                    <a:pt x="4857" y="1742"/>
                  </a:lnTo>
                  <a:lnTo>
                    <a:pt x="4766" y="1512"/>
                  </a:lnTo>
                  <a:lnTo>
                    <a:pt x="4674" y="1306"/>
                  </a:lnTo>
                  <a:lnTo>
                    <a:pt x="4537" y="1100"/>
                  </a:lnTo>
                  <a:lnTo>
                    <a:pt x="4399" y="894"/>
                  </a:lnTo>
                  <a:lnTo>
                    <a:pt x="4239" y="733"/>
                  </a:lnTo>
                  <a:lnTo>
                    <a:pt x="4056" y="573"/>
                  </a:lnTo>
                  <a:lnTo>
                    <a:pt x="3872" y="413"/>
                  </a:lnTo>
                  <a:lnTo>
                    <a:pt x="3666" y="298"/>
                  </a:lnTo>
                  <a:lnTo>
                    <a:pt x="3437" y="184"/>
                  </a:lnTo>
                  <a:lnTo>
                    <a:pt x="3231" y="115"/>
                  </a:lnTo>
                  <a:lnTo>
                    <a:pt x="2979" y="46"/>
                  </a:lnTo>
                  <a:lnTo>
                    <a:pt x="2727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6" name="Google Shape;5116;p66"/>
            <p:cNvSpPr/>
            <p:nvPr/>
          </p:nvSpPr>
          <p:spPr>
            <a:xfrm>
              <a:off x="1074466" y="4213663"/>
              <a:ext cx="61075" cy="61075"/>
            </a:xfrm>
            <a:custGeom>
              <a:avLst/>
              <a:gdLst/>
              <a:ahLst/>
              <a:cxnLst/>
              <a:rect l="l" t="t" r="r" b="b"/>
              <a:pathLst>
                <a:path w="2842" h="2842" extrusionOk="0">
                  <a:moveTo>
                    <a:pt x="1283" y="0"/>
                  </a:moveTo>
                  <a:lnTo>
                    <a:pt x="1146" y="23"/>
                  </a:lnTo>
                  <a:lnTo>
                    <a:pt x="1008" y="69"/>
                  </a:lnTo>
                  <a:lnTo>
                    <a:pt x="871" y="115"/>
                  </a:lnTo>
                  <a:lnTo>
                    <a:pt x="642" y="252"/>
                  </a:lnTo>
                  <a:lnTo>
                    <a:pt x="413" y="413"/>
                  </a:lnTo>
                  <a:lnTo>
                    <a:pt x="252" y="619"/>
                  </a:lnTo>
                  <a:lnTo>
                    <a:pt x="115" y="871"/>
                  </a:lnTo>
                  <a:lnTo>
                    <a:pt x="69" y="1008"/>
                  </a:lnTo>
                  <a:lnTo>
                    <a:pt x="23" y="1146"/>
                  </a:lnTo>
                  <a:lnTo>
                    <a:pt x="23" y="1283"/>
                  </a:lnTo>
                  <a:lnTo>
                    <a:pt x="0" y="1421"/>
                  </a:lnTo>
                  <a:lnTo>
                    <a:pt x="23" y="1558"/>
                  </a:lnTo>
                  <a:lnTo>
                    <a:pt x="23" y="1719"/>
                  </a:lnTo>
                  <a:lnTo>
                    <a:pt x="69" y="1856"/>
                  </a:lnTo>
                  <a:lnTo>
                    <a:pt x="115" y="1971"/>
                  </a:lnTo>
                  <a:lnTo>
                    <a:pt x="252" y="2223"/>
                  </a:lnTo>
                  <a:lnTo>
                    <a:pt x="413" y="2429"/>
                  </a:lnTo>
                  <a:lnTo>
                    <a:pt x="642" y="2612"/>
                  </a:lnTo>
                  <a:lnTo>
                    <a:pt x="871" y="2727"/>
                  </a:lnTo>
                  <a:lnTo>
                    <a:pt x="1008" y="2772"/>
                  </a:lnTo>
                  <a:lnTo>
                    <a:pt x="1146" y="2818"/>
                  </a:lnTo>
                  <a:lnTo>
                    <a:pt x="1283" y="2841"/>
                  </a:lnTo>
                  <a:lnTo>
                    <a:pt x="1581" y="2841"/>
                  </a:lnTo>
                  <a:lnTo>
                    <a:pt x="1718" y="2818"/>
                  </a:lnTo>
                  <a:lnTo>
                    <a:pt x="1856" y="2772"/>
                  </a:lnTo>
                  <a:lnTo>
                    <a:pt x="1971" y="2727"/>
                  </a:lnTo>
                  <a:lnTo>
                    <a:pt x="2223" y="2612"/>
                  </a:lnTo>
                  <a:lnTo>
                    <a:pt x="2429" y="2429"/>
                  </a:lnTo>
                  <a:lnTo>
                    <a:pt x="2612" y="2223"/>
                  </a:lnTo>
                  <a:lnTo>
                    <a:pt x="2727" y="1971"/>
                  </a:lnTo>
                  <a:lnTo>
                    <a:pt x="2795" y="1856"/>
                  </a:lnTo>
                  <a:lnTo>
                    <a:pt x="2818" y="1719"/>
                  </a:lnTo>
                  <a:lnTo>
                    <a:pt x="2841" y="1558"/>
                  </a:lnTo>
                  <a:lnTo>
                    <a:pt x="2841" y="1421"/>
                  </a:lnTo>
                  <a:lnTo>
                    <a:pt x="2841" y="1283"/>
                  </a:lnTo>
                  <a:lnTo>
                    <a:pt x="2818" y="1146"/>
                  </a:lnTo>
                  <a:lnTo>
                    <a:pt x="2795" y="1008"/>
                  </a:lnTo>
                  <a:lnTo>
                    <a:pt x="2727" y="871"/>
                  </a:lnTo>
                  <a:lnTo>
                    <a:pt x="2612" y="619"/>
                  </a:lnTo>
                  <a:lnTo>
                    <a:pt x="2429" y="413"/>
                  </a:lnTo>
                  <a:lnTo>
                    <a:pt x="2223" y="252"/>
                  </a:lnTo>
                  <a:lnTo>
                    <a:pt x="1971" y="115"/>
                  </a:lnTo>
                  <a:lnTo>
                    <a:pt x="1856" y="69"/>
                  </a:lnTo>
                  <a:lnTo>
                    <a:pt x="1718" y="23"/>
                  </a:lnTo>
                  <a:lnTo>
                    <a:pt x="158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7" name="Google Shape;5117;p66"/>
            <p:cNvSpPr/>
            <p:nvPr/>
          </p:nvSpPr>
          <p:spPr>
            <a:xfrm>
              <a:off x="718491" y="2517961"/>
              <a:ext cx="805531" cy="972938"/>
            </a:xfrm>
            <a:custGeom>
              <a:avLst/>
              <a:gdLst/>
              <a:ahLst/>
              <a:cxnLst/>
              <a:rect l="l" t="t" r="r" b="b"/>
              <a:pathLst>
                <a:path w="37484" h="45274" extrusionOk="0">
                  <a:moveTo>
                    <a:pt x="2841" y="0"/>
                  </a:moveTo>
                  <a:lnTo>
                    <a:pt x="2497" y="23"/>
                  </a:lnTo>
                  <a:lnTo>
                    <a:pt x="2177" y="69"/>
                  </a:lnTo>
                  <a:lnTo>
                    <a:pt x="1879" y="161"/>
                  </a:lnTo>
                  <a:lnTo>
                    <a:pt x="1581" y="298"/>
                  </a:lnTo>
                  <a:lnTo>
                    <a:pt x="1306" y="459"/>
                  </a:lnTo>
                  <a:lnTo>
                    <a:pt x="1054" y="642"/>
                  </a:lnTo>
                  <a:lnTo>
                    <a:pt x="825" y="848"/>
                  </a:lnTo>
                  <a:lnTo>
                    <a:pt x="619" y="1077"/>
                  </a:lnTo>
                  <a:lnTo>
                    <a:pt x="435" y="1329"/>
                  </a:lnTo>
                  <a:lnTo>
                    <a:pt x="275" y="1604"/>
                  </a:lnTo>
                  <a:lnTo>
                    <a:pt x="160" y="1902"/>
                  </a:lnTo>
                  <a:lnTo>
                    <a:pt x="69" y="2200"/>
                  </a:lnTo>
                  <a:lnTo>
                    <a:pt x="23" y="2521"/>
                  </a:lnTo>
                  <a:lnTo>
                    <a:pt x="0" y="2841"/>
                  </a:lnTo>
                  <a:lnTo>
                    <a:pt x="23" y="3162"/>
                  </a:lnTo>
                  <a:lnTo>
                    <a:pt x="69" y="3506"/>
                  </a:lnTo>
                  <a:lnTo>
                    <a:pt x="9577" y="43097"/>
                  </a:lnTo>
                  <a:lnTo>
                    <a:pt x="9646" y="43326"/>
                  </a:lnTo>
                  <a:lnTo>
                    <a:pt x="9737" y="43555"/>
                  </a:lnTo>
                  <a:lnTo>
                    <a:pt x="9829" y="43762"/>
                  </a:lnTo>
                  <a:lnTo>
                    <a:pt x="9967" y="43968"/>
                  </a:lnTo>
                  <a:lnTo>
                    <a:pt x="10104" y="44151"/>
                  </a:lnTo>
                  <a:lnTo>
                    <a:pt x="10241" y="44334"/>
                  </a:lnTo>
                  <a:lnTo>
                    <a:pt x="10402" y="44518"/>
                  </a:lnTo>
                  <a:lnTo>
                    <a:pt x="10585" y="44655"/>
                  </a:lnTo>
                  <a:lnTo>
                    <a:pt x="10768" y="44793"/>
                  </a:lnTo>
                  <a:lnTo>
                    <a:pt x="10975" y="44907"/>
                  </a:lnTo>
                  <a:lnTo>
                    <a:pt x="11181" y="45022"/>
                  </a:lnTo>
                  <a:lnTo>
                    <a:pt x="11410" y="45113"/>
                  </a:lnTo>
                  <a:lnTo>
                    <a:pt x="11639" y="45182"/>
                  </a:lnTo>
                  <a:lnTo>
                    <a:pt x="11868" y="45228"/>
                  </a:lnTo>
                  <a:lnTo>
                    <a:pt x="12097" y="45251"/>
                  </a:lnTo>
                  <a:lnTo>
                    <a:pt x="12349" y="45274"/>
                  </a:lnTo>
                  <a:lnTo>
                    <a:pt x="34642" y="45274"/>
                  </a:lnTo>
                  <a:lnTo>
                    <a:pt x="34986" y="45251"/>
                  </a:lnTo>
                  <a:lnTo>
                    <a:pt x="35307" y="45182"/>
                  </a:lnTo>
                  <a:lnTo>
                    <a:pt x="35628" y="45091"/>
                  </a:lnTo>
                  <a:lnTo>
                    <a:pt x="35925" y="44976"/>
                  </a:lnTo>
                  <a:lnTo>
                    <a:pt x="36200" y="44816"/>
                  </a:lnTo>
                  <a:lnTo>
                    <a:pt x="36452" y="44632"/>
                  </a:lnTo>
                  <a:lnTo>
                    <a:pt x="36682" y="44426"/>
                  </a:lnTo>
                  <a:lnTo>
                    <a:pt x="36888" y="44174"/>
                  </a:lnTo>
                  <a:lnTo>
                    <a:pt x="37071" y="43922"/>
                  </a:lnTo>
                  <a:lnTo>
                    <a:pt x="37208" y="43647"/>
                  </a:lnTo>
                  <a:lnTo>
                    <a:pt x="37346" y="43349"/>
                  </a:lnTo>
                  <a:lnTo>
                    <a:pt x="37415" y="43051"/>
                  </a:lnTo>
                  <a:lnTo>
                    <a:pt x="37483" y="42731"/>
                  </a:lnTo>
                  <a:lnTo>
                    <a:pt x="37483" y="42410"/>
                  </a:lnTo>
                  <a:lnTo>
                    <a:pt x="37461" y="42089"/>
                  </a:lnTo>
                  <a:lnTo>
                    <a:pt x="37415" y="41745"/>
                  </a:lnTo>
                  <a:lnTo>
                    <a:pt x="27700" y="2154"/>
                  </a:lnTo>
                  <a:lnTo>
                    <a:pt x="27631" y="1925"/>
                  </a:lnTo>
                  <a:lnTo>
                    <a:pt x="27540" y="1696"/>
                  </a:lnTo>
                  <a:lnTo>
                    <a:pt x="27425" y="1490"/>
                  </a:lnTo>
                  <a:lnTo>
                    <a:pt x="27311" y="1283"/>
                  </a:lnTo>
                  <a:lnTo>
                    <a:pt x="27173" y="1100"/>
                  </a:lnTo>
                  <a:lnTo>
                    <a:pt x="27036" y="917"/>
                  </a:lnTo>
                  <a:lnTo>
                    <a:pt x="26852" y="757"/>
                  </a:lnTo>
                  <a:lnTo>
                    <a:pt x="26692" y="596"/>
                  </a:lnTo>
                  <a:lnTo>
                    <a:pt x="26486" y="459"/>
                  </a:lnTo>
                  <a:lnTo>
                    <a:pt x="26303" y="344"/>
                  </a:lnTo>
                  <a:lnTo>
                    <a:pt x="26096" y="252"/>
                  </a:lnTo>
                  <a:lnTo>
                    <a:pt x="25867" y="161"/>
                  </a:lnTo>
                  <a:lnTo>
                    <a:pt x="25638" y="92"/>
                  </a:lnTo>
                  <a:lnTo>
                    <a:pt x="25409" y="46"/>
                  </a:lnTo>
                  <a:lnTo>
                    <a:pt x="25180" y="0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8" name="Google Shape;5118;p66"/>
            <p:cNvSpPr/>
            <p:nvPr/>
          </p:nvSpPr>
          <p:spPr>
            <a:xfrm>
              <a:off x="771162" y="2517961"/>
              <a:ext cx="806025" cy="972938"/>
            </a:xfrm>
            <a:custGeom>
              <a:avLst/>
              <a:gdLst/>
              <a:ahLst/>
              <a:cxnLst/>
              <a:rect l="l" t="t" r="r" b="b"/>
              <a:pathLst>
                <a:path w="37507" h="45274" extrusionOk="0">
                  <a:moveTo>
                    <a:pt x="2842" y="0"/>
                  </a:moveTo>
                  <a:lnTo>
                    <a:pt x="2498" y="23"/>
                  </a:lnTo>
                  <a:lnTo>
                    <a:pt x="2177" y="69"/>
                  </a:lnTo>
                  <a:lnTo>
                    <a:pt x="1879" y="161"/>
                  </a:lnTo>
                  <a:lnTo>
                    <a:pt x="1581" y="298"/>
                  </a:lnTo>
                  <a:lnTo>
                    <a:pt x="1307" y="459"/>
                  </a:lnTo>
                  <a:lnTo>
                    <a:pt x="1054" y="642"/>
                  </a:lnTo>
                  <a:lnTo>
                    <a:pt x="825" y="848"/>
                  </a:lnTo>
                  <a:lnTo>
                    <a:pt x="619" y="1077"/>
                  </a:lnTo>
                  <a:lnTo>
                    <a:pt x="436" y="1329"/>
                  </a:lnTo>
                  <a:lnTo>
                    <a:pt x="275" y="1604"/>
                  </a:lnTo>
                  <a:lnTo>
                    <a:pt x="161" y="1902"/>
                  </a:lnTo>
                  <a:lnTo>
                    <a:pt x="69" y="2200"/>
                  </a:lnTo>
                  <a:lnTo>
                    <a:pt x="23" y="2521"/>
                  </a:lnTo>
                  <a:lnTo>
                    <a:pt x="1" y="2841"/>
                  </a:lnTo>
                  <a:lnTo>
                    <a:pt x="23" y="3162"/>
                  </a:lnTo>
                  <a:lnTo>
                    <a:pt x="92" y="3506"/>
                  </a:lnTo>
                  <a:lnTo>
                    <a:pt x="9578" y="43097"/>
                  </a:lnTo>
                  <a:lnTo>
                    <a:pt x="9646" y="43326"/>
                  </a:lnTo>
                  <a:lnTo>
                    <a:pt x="9738" y="43555"/>
                  </a:lnTo>
                  <a:lnTo>
                    <a:pt x="9853" y="43762"/>
                  </a:lnTo>
                  <a:lnTo>
                    <a:pt x="9967" y="43968"/>
                  </a:lnTo>
                  <a:lnTo>
                    <a:pt x="10105" y="44151"/>
                  </a:lnTo>
                  <a:lnTo>
                    <a:pt x="10242" y="44334"/>
                  </a:lnTo>
                  <a:lnTo>
                    <a:pt x="10402" y="44518"/>
                  </a:lnTo>
                  <a:lnTo>
                    <a:pt x="10586" y="44655"/>
                  </a:lnTo>
                  <a:lnTo>
                    <a:pt x="10769" y="44793"/>
                  </a:lnTo>
                  <a:lnTo>
                    <a:pt x="10975" y="44907"/>
                  </a:lnTo>
                  <a:lnTo>
                    <a:pt x="11181" y="45022"/>
                  </a:lnTo>
                  <a:lnTo>
                    <a:pt x="11411" y="45113"/>
                  </a:lnTo>
                  <a:lnTo>
                    <a:pt x="11640" y="45182"/>
                  </a:lnTo>
                  <a:lnTo>
                    <a:pt x="11869" y="45228"/>
                  </a:lnTo>
                  <a:lnTo>
                    <a:pt x="12098" y="45251"/>
                  </a:lnTo>
                  <a:lnTo>
                    <a:pt x="12350" y="45274"/>
                  </a:lnTo>
                  <a:lnTo>
                    <a:pt x="34643" y="45274"/>
                  </a:lnTo>
                  <a:lnTo>
                    <a:pt x="34987" y="45251"/>
                  </a:lnTo>
                  <a:lnTo>
                    <a:pt x="35330" y="45182"/>
                  </a:lnTo>
                  <a:lnTo>
                    <a:pt x="35628" y="45091"/>
                  </a:lnTo>
                  <a:lnTo>
                    <a:pt x="35926" y="44976"/>
                  </a:lnTo>
                  <a:lnTo>
                    <a:pt x="36201" y="44816"/>
                  </a:lnTo>
                  <a:lnTo>
                    <a:pt x="36453" y="44632"/>
                  </a:lnTo>
                  <a:lnTo>
                    <a:pt x="36682" y="44426"/>
                  </a:lnTo>
                  <a:lnTo>
                    <a:pt x="36888" y="44174"/>
                  </a:lnTo>
                  <a:lnTo>
                    <a:pt x="37072" y="43922"/>
                  </a:lnTo>
                  <a:lnTo>
                    <a:pt x="37209" y="43647"/>
                  </a:lnTo>
                  <a:lnTo>
                    <a:pt x="37346" y="43349"/>
                  </a:lnTo>
                  <a:lnTo>
                    <a:pt x="37415" y="43051"/>
                  </a:lnTo>
                  <a:lnTo>
                    <a:pt x="37484" y="42731"/>
                  </a:lnTo>
                  <a:lnTo>
                    <a:pt x="37507" y="42410"/>
                  </a:lnTo>
                  <a:lnTo>
                    <a:pt x="37484" y="42089"/>
                  </a:lnTo>
                  <a:lnTo>
                    <a:pt x="37415" y="41745"/>
                  </a:lnTo>
                  <a:lnTo>
                    <a:pt x="27701" y="2154"/>
                  </a:lnTo>
                  <a:lnTo>
                    <a:pt x="27632" y="1925"/>
                  </a:lnTo>
                  <a:lnTo>
                    <a:pt x="27540" y="1696"/>
                  </a:lnTo>
                  <a:lnTo>
                    <a:pt x="27449" y="1490"/>
                  </a:lnTo>
                  <a:lnTo>
                    <a:pt x="27311" y="1283"/>
                  </a:lnTo>
                  <a:lnTo>
                    <a:pt x="27174" y="1100"/>
                  </a:lnTo>
                  <a:lnTo>
                    <a:pt x="27036" y="917"/>
                  </a:lnTo>
                  <a:lnTo>
                    <a:pt x="26876" y="757"/>
                  </a:lnTo>
                  <a:lnTo>
                    <a:pt x="26693" y="596"/>
                  </a:lnTo>
                  <a:lnTo>
                    <a:pt x="26509" y="459"/>
                  </a:lnTo>
                  <a:lnTo>
                    <a:pt x="26303" y="344"/>
                  </a:lnTo>
                  <a:lnTo>
                    <a:pt x="26097" y="252"/>
                  </a:lnTo>
                  <a:lnTo>
                    <a:pt x="25868" y="161"/>
                  </a:lnTo>
                  <a:lnTo>
                    <a:pt x="25639" y="92"/>
                  </a:lnTo>
                  <a:lnTo>
                    <a:pt x="25410" y="46"/>
                  </a:lnTo>
                  <a:lnTo>
                    <a:pt x="25180" y="0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9" name="Google Shape;5119;p66"/>
            <p:cNvSpPr/>
            <p:nvPr/>
          </p:nvSpPr>
          <p:spPr>
            <a:xfrm>
              <a:off x="812529" y="2559328"/>
              <a:ext cx="722816" cy="890223"/>
            </a:xfrm>
            <a:custGeom>
              <a:avLst/>
              <a:gdLst/>
              <a:ahLst/>
              <a:cxnLst/>
              <a:rect l="l" t="t" r="r" b="b"/>
              <a:pathLst>
                <a:path w="33635" h="41425" extrusionOk="0">
                  <a:moveTo>
                    <a:pt x="23003" y="252"/>
                  </a:moveTo>
                  <a:lnTo>
                    <a:pt x="23118" y="275"/>
                  </a:lnTo>
                  <a:lnTo>
                    <a:pt x="23233" y="298"/>
                  </a:lnTo>
                  <a:lnTo>
                    <a:pt x="23324" y="344"/>
                  </a:lnTo>
                  <a:lnTo>
                    <a:pt x="23416" y="390"/>
                  </a:lnTo>
                  <a:lnTo>
                    <a:pt x="23485" y="481"/>
                  </a:lnTo>
                  <a:lnTo>
                    <a:pt x="23553" y="550"/>
                  </a:lnTo>
                  <a:lnTo>
                    <a:pt x="23622" y="642"/>
                  </a:lnTo>
                  <a:lnTo>
                    <a:pt x="23645" y="756"/>
                  </a:lnTo>
                  <a:lnTo>
                    <a:pt x="33359" y="40347"/>
                  </a:lnTo>
                  <a:lnTo>
                    <a:pt x="33382" y="40439"/>
                  </a:lnTo>
                  <a:lnTo>
                    <a:pt x="33382" y="40531"/>
                  </a:lnTo>
                  <a:lnTo>
                    <a:pt x="33359" y="40691"/>
                  </a:lnTo>
                  <a:lnTo>
                    <a:pt x="33314" y="40829"/>
                  </a:lnTo>
                  <a:lnTo>
                    <a:pt x="33245" y="40897"/>
                  </a:lnTo>
                  <a:lnTo>
                    <a:pt x="33176" y="40989"/>
                  </a:lnTo>
                  <a:lnTo>
                    <a:pt x="33062" y="41058"/>
                  </a:lnTo>
                  <a:lnTo>
                    <a:pt x="32924" y="41126"/>
                  </a:lnTo>
                  <a:lnTo>
                    <a:pt x="32832" y="41149"/>
                  </a:lnTo>
                  <a:lnTo>
                    <a:pt x="10310" y="41149"/>
                  </a:lnTo>
                  <a:lnTo>
                    <a:pt x="10196" y="41126"/>
                  </a:lnTo>
                  <a:lnTo>
                    <a:pt x="10104" y="41081"/>
                  </a:lnTo>
                  <a:lnTo>
                    <a:pt x="10012" y="41012"/>
                  </a:lnTo>
                  <a:lnTo>
                    <a:pt x="9944" y="40943"/>
                  </a:lnTo>
                  <a:lnTo>
                    <a:pt x="9875" y="40851"/>
                  </a:lnTo>
                  <a:lnTo>
                    <a:pt x="9829" y="40760"/>
                  </a:lnTo>
                  <a:lnTo>
                    <a:pt x="9783" y="40645"/>
                  </a:lnTo>
                  <a:lnTo>
                    <a:pt x="275" y="1077"/>
                  </a:lnTo>
                  <a:lnTo>
                    <a:pt x="275" y="962"/>
                  </a:lnTo>
                  <a:lnTo>
                    <a:pt x="275" y="871"/>
                  </a:lnTo>
                  <a:lnTo>
                    <a:pt x="298" y="733"/>
                  </a:lnTo>
                  <a:lnTo>
                    <a:pt x="344" y="596"/>
                  </a:lnTo>
                  <a:lnTo>
                    <a:pt x="413" y="504"/>
                  </a:lnTo>
                  <a:lnTo>
                    <a:pt x="481" y="435"/>
                  </a:lnTo>
                  <a:lnTo>
                    <a:pt x="596" y="344"/>
                  </a:lnTo>
                  <a:lnTo>
                    <a:pt x="733" y="275"/>
                  </a:lnTo>
                  <a:lnTo>
                    <a:pt x="825" y="275"/>
                  </a:lnTo>
                  <a:lnTo>
                    <a:pt x="917" y="252"/>
                  </a:lnTo>
                  <a:close/>
                  <a:moveTo>
                    <a:pt x="917" y="0"/>
                  </a:moveTo>
                  <a:lnTo>
                    <a:pt x="779" y="23"/>
                  </a:lnTo>
                  <a:lnTo>
                    <a:pt x="665" y="46"/>
                  </a:lnTo>
                  <a:lnTo>
                    <a:pt x="550" y="69"/>
                  </a:lnTo>
                  <a:lnTo>
                    <a:pt x="458" y="137"/>
                  </a:lnTo>
                  <a:lnTo>
                    <a:pt x="298" y="252"/>
                  </a:lnTo>
                  <a:lnTo>
                    <a:pt x="206" y="344"/>
                  </a:lnTo>
                  <a:lnTo>
                    <a:pt x="115" y="481"/>
                  </a:lnTo>
                  <a:lnTo>
                    <a:pt x="46" y="642"/>
                  </a:lnTo>
                  <a:lnTo>
                    <a:pt x="23" y="756"/>
                  </a:lnTo>
                  <a:lnTo>
                    <a:pt x="0" y="871"/>
                  </a:lnTo>
                  <a:lnTo>
                    <a:pt x="23" y="985"/>
                  </a:lnTo>
                  <a:lnTo>
                    <a:pt x="46" y="1123"/>
                  </a:lnTo>
                  <a:lnTo>
                    <a:pt x="9531" y="40714"/>
                  </a:lnTo>
                  <a:lnTo>
                    <a:pt x="9577" y="40874"/>
                  </a:lnTo>
                  <a:lnTo>
                    <a:pt x="9669" y="40989"/>
                  </a:lnTo>
                  <a:lnTo>
                    <a:pt x="9760" y="41126"/>
                  </a:lnTo>
                  <a:lnTo>
                    <a:pt x="9852" y="41218"/>
                  </a:lnTo>
                  <a:lnTo>
                    <a:pt x="9990" y="41310"/>
                  </a:lnTo>
                  <a:lnTo>
                    <a:pt x="10127" y="41356"/>
                  </a:lnTo>
                  <a:lnTo>
                    <a:pt x="10265" y="41401"/>
                  </a:lnTo>
                  <a:lnTo>
                    <a:pt x="10425" y="41424"/>
                  </a:lnTo>
                  <a:lnTo>
                    <a:pt x="32718" y="41424"/>
                  </a:lnTo>
                  <a:lnTo>
                    <a:pt x="32855" y="41401"/>
                  </a:lnTo>
                  <a:lnTo>
                    <a:pt x="32993" y="41378"/>
                  </a:lnTo>
                  <a:lnTo>
                    <a:pt x="33107" y="41333"/>
                  </a:lnTo>
                  <a:lnTo>
                    <a:pt x="33199" y="41287"/>
                  </a:lnTo>
                  <a:lnTo>
                    <a:pt x="33337" y="41172"/>
                  </a:lnTo>
                  <a:lnTo>
                    <a:pt x="33451" y="41058"/>
                  </a:lnTo>
                  <a:lnTo>
                    <a:pt x="33520" y="40943"/>
                  </a:lnTo>
                  <a:lnTo>
                    <a:pt x="33611" y="40760"/>
                  </a:lnTo>
                  <a:lnTo>
                    <a:pt x="33634" y="40668"/>
                  </a:lnTo>
                  <a:lnTo>
                    <a:pt x="33634" y="40554"/>
                  </a:lnTo>
                  <a:lnTo>
                    <a:pt x="33634" y="40416"/>
                  </a:lnTo>
                  <a:lnTo>
                    <a:pt x="33611" y="40279"/>
                  </a:lnTo>
                  <a:lnTo>
                    <a:pt x="23897" y="687"/>
                  </a:lnTo>
                  <a:lnTo>
                    <a:pt x="23851" y="550"/>
                  </a:lnTo>
                  <a:lnTo>
                    <a:pt x="23782" y="412"/>
                  </a:lnTo>
                  <a:lnTo>
                    <a:pt x="23691" y="298"/>
                  </a:lnTo>
                  <a:lnTo>
                    <a:pt x="23576" y="206"/>
                  </a:lnTo>
                  <a:lnTo>
                    <a:pt x="23439" y="115"/>
                  </a:lnTo>
                  <a:lnTo>
                    <a:pt x="23324" y="46"/>
                  </a:lnTo>
                  <a:lnTo>
                    <a:pt x="23164" y="23"/>
                  </a:lnTo>
                  <a:lnTo>
                    <a:pt x="230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0" name="Google Shape;5120;p66"/>
            <p:cNvSpPr/>
            <p:nvPr/>
          </p:nvSpPr>
          <p:spPr>
            <a:xfrm>
              <a:off x="918881" y="3416033"/>
              <a:ext cx="882831" cy="99971"/>
            </a:xfrm>
            <a:custGeom>
              <a:avLst/>
              <a:gdLst/>
              <a:ahLst/>
              <a:cxnLst/>
              <a:rect l="l" t="t" r="r" b="b"/>
              <a:pathLst>
                <a:path w="41081" h="4652" extrusionOk="0">
                  <a:moveTo>
                    <a:pt x="0" y="0"/>
                  </a:moveTo>
                  <a:lnTo>
                    <a:pt x="504" y="2177"/>
                  </a:lnTo>
                  <a:lnTo>
                    <a:pt x="573" y="2429"/>
                  </a:lnTo>
                  <a:lnTo>
                    <a:pt x="664" y="2681"/>
                  </a:lnTo>
                  <a:lnTo>
                    <a:pt x="779" y="2933"/>
                  </a:lnTo>
                  <a:lnTo>
                    <a:pt x="916" y="3162"/>
                  </a:lnTo>
                  <a:lnTo>
                    <a:pt x="1077" y="3391"/>
                  </a:lnTo>
                  <a:lnTo>
                    <a:pt x="1237" y="3597"/>
                  </a:lnTo>
                  <a:lnTo>
                    <a:pt x="1443" y="3781"/>
                  </a:lnTo>
                  <a:lnTo>
                    <a:pt x="1627" y="3964"/>
                  </a:lnTo>
                  <a:lnTo>
                    <a:pt x="1856" y="4101"/>
                  </a:lnTo>
                  <a:lnTo>
                    <a:pt x="2062" y="4239"/>
                  </a:lnTo>
                  <a:lnTo>
                    <a:pt x="2314" y="4376"/>
                  </a:lnTo>
                  <a:lnTo>
                    <a:pt x="2566" y="4468"/>
                  </a:lnTo>
                  <a:lnTo>
                    <a:pt x="2818" y="4537"/>
                  </a:lnTo>
                  <a:lnTo>
                    <a:pt x="3070" y="4606"/>
                  </a:lnTo>
                  <a:lnTo>
                    <a:pt x="3345" y="4628"/>
                  </a:lnTo>
                  <a:lnTo>
                    <a:pt x="3620" y="4651"/>
                  </a:lnTo>
                  <a:lnTo>
                    <a:pt x="41081" y="4651"/>
                  </a:lnTo>
                  <a:lnTo>
                    <a:pt x="40004" y="0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1" name="Google Shape;5121;p66"/>
            <p:cNvSpPr/>
            <p:nvPr/>
          </p:nvSpPr>
          <p:spPr>
            <a:xfrm>
              <a:off x="970564" y="3416033"/>
              <a:ext cx="870044" cy="99971"/>
            </a:xfrm>
            <a:custGeom>
              <a:avLst/>
              <a:gdLst/>
              <a:ahLst/>
              <a:cxnLst/>
              <a:rect l="l" t="t" r="r" b="b"/>
              <a:pathLst>
                <a:path w="40486" h="4652" extrusionOk="0">
                  <a:moveTo>
                    <a:pt x="1" y="0"/>
                  </a:moveTo>
                  <a:lnTo>
                    <a:pt x="505" y="2177"/>
                  </a:lnTo>
                  <a:lnTo>
                    <a:pt x="574" y="2429"/>
                  </a:lnTo>
                  <a:lnTo>
                    <a:pt x="665" y="2681"/>
                  </a:lnTo>
                  <a:lnTo>
                    <a:pt x="803" y="2933"/>
                  </a:lnTo>
                  <a:lnTo>
                    <a:pt x="917" y="3162"/>
                  </a:lnTo>
                  <a:lnTo>
                    <a:pt x="1078" y="3391"/>
                  </a:lnTo>
                  <a:lnTo>
                    <a:pt x="1261" y="3597"/>
                  </a:lnTo>
                  <a:lnTo>
                    <a:pt x="1444" y="3781"/>
                  </a:lnTo>
                  <a:lnTo>
                    <a:pt x="1627" y="3964"/>
                  </a:lnTo>
                  <a:lnTo>
                    <a:pt x="1857" y="4101"/>
                  </a:lnTo>
                  <a:lnTo>
                    <a:pt x="2086" y="4239"/>
                  </a:lnTo>
                  <a:lnTo>
                    <a:pt x="2315" y="4376"/>
                  </a:lnTo>
                  <a:lnTo>
                    <a:pt x="2567" y="4468"/>
                  </a:lnTo>
                  <a:lnTo>
                    <a:pt x="2819" y="4537"/>
                  </a:lnTo>
                  <a:lnTo>
                    <a:pt x="3094" y="4606"/>
                  </a:lnTo>
                  <a:lnTo>
                    <a:pt x="3346" y="4628"/>
                  </a:lnTo>
                  <a:lnTo>
                    <a:pt x="3644" y="4651"/>
                  </a:lnTo>
                  <a:lnTo>
                    <a:pt x="38172" y="4651"/>
                  </a:lnTo>
                  <a:lnTo>
                    <a:pt x="38446" y="4628"/>
                  </a:lnTo>
                  <a:lnTo>
                    <a:pt x="38721" y="4583"/>
                  </a:lnTo>
                  <a:lnTo>
                    <a:pt x="38973" y="4514"/>
                  </a:lnTo>
                  <a:lnTo>
                    <a:pt x="39203" y="4422"/>
                  </a:lnTo>
                  <a:lnTo>
                    <a:pt x="39432" y="4285"/>
                  </a:lnTo>
                  <a:lnTo>
                    <a:pt x="39638" y="4124"/>
                  </a:lnTo>
                  <a:lnTo>
                    <a:pt x="39821" y="3964"/>
                  </a:lnTo>
                  <a:lnTo>
                    <a:pt x="39982" y="3781"/>
                  </a:lnTo>
                  <a:lnTo>
                    <a:pt x="40142" y="3575"/>
                  </a:lnTo>
                  <a:lnTo>
                    <a:pt x="40256" y="3345"/>
                  </a:lnTo>
                  <a:lnTo>
                    <a:pt x="40348" y="3116"/>
                  </a:lnTo>
                  <a:lnTo>
                    <a:pt x="40440" y="2864"/>
                  </a:lnTo>
                  <a:lnTo>
                    <a:pt x="40486" y="2612"/>
                  </a:lnTo>
                  <a:lnTo>
                    <a:pt x="40486" y="2337"/>
                  </a:lnTo>
                  <a:lnTo>
                    <a:pt x="40486" y="2085"/>
                  </a:lnTo>
                  <a:lnTo>
                    <a:pt x="40440" y="1810"/>
                  </a:lnTo>
                  <a:lnTo>
                    <a:pt x="40371" y="1604"/>
                  </a:lnTo>
                  <a:lnTo>
                    <a:pt x="40302" y="1421"/>
                  </a:lnTo>
                  <a:lnTo>
                    <a:pt x="40234" y="1260"/>
                  </a:lnTo>
                  <a:lnTo>
                    <a:pt x="40119" y="1077"/>
                  </a:lnTo>
                  <a:lnTo>
                    <a:pt x="40004" y="917"/>
                  </a:lnTo>
                  <a:lnTo>
                    <a:pt x="39890" y="779"/>
                  </a:lnTo>
                  <a:lnTo>
                    <a:pt x="39752" y="642"/>
                  </a:lnTo>
                  <a:lnTo>
                    <a:pt x="39615" y="504"/>
                  </a:lnTo>
                  <a:lnTo>
                    <a:pt x="39455" y="413"/>
                  </a:lnTo>
                  <a:lnTo>
                    <a:pt x="39294" y="298"/>
                  </a:lnTo>
                  <a:lnTo>
                    <a:pt x="39134" y="206"/>
                  </a:lnTo>
                  <a:lnTo>
                    <a:pt x="38951" y="138"/>
                  </a:lnTo>
                  <a:lnTo>
                    <a:pt x="38767" y="92"/>
                  </a:lnTo>
                  <a:lnTo>
                    <a:pt x="38561" y="46"/>
                  </a:lnTo>
                  <a:lnTo>
                    <a:pt x="38378" y="23"/>
                  </a:lnTo>
                  <a:lnTo>
                    <a:pt x="38172" y="0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2" name="Google Shape;5122;p66"/>
            <p:cNvSpPr/>
            <p:nvPr/>
          </p:nvSpPr>
          <p:spPr>
            <a:xfrm>
              <a:off x="1248747" y="2462819"/>
              <a:ext cx="492400" cy="473188"/>
            </a:xfrm>
            <a:custGeom>
              <a:avLst/>
              <a:gdLst/>
              <a:ahLst/>
              <a:cxnLst/>
              <a:rect l="l" t="t" r="r" b="b"/>
              <a:pathLst>
                <a:path w="22913" h="22019" extrusionOk="0">
                  <a:moveTo>
                    <a:pt x="2704" y="0"/>
                  </a:moveTo>
                  <a:lnTo>
                    <a:pt x="2452" y="23"/>
                  </a:lnTo>
                  <a:lnTo>
                    <a:pt x="2177" y="69"/>
                  </a:lnTo>
                  <a:lnTo>
                    <a:pt x="1902" y="161"/>
                  </a:lnTo>
                  <a:lnTo>
                    <a:pt x="1628" y="252"/>
                  </a:lnTo>
                  <a:lnTo>
                    <a:pt x="1376" y="390"/>
                  </a:lnTo>
                  <a:lnTo>
                    <a:pt x="1146" y="550"/>
                  </a:lnTo>
                  <a:lnTo>
                    <a:pt x="940" y="711"/>
                  </a:lnTo>
                  <a:lnTo>
                    <a:pt x="734" y="917"/>
                  </a:lnTo>
                  <a:lnTo>
                    <a:pt x="574" y="1123"/>
                  </a:lnTo>
                  <a:lnTo>
                    <a:pt x="413" y="1352"/>
                  </a:lnTo>
                  <a:lnTo>
                    <a:pt x="299" y="1581"/>
                  </a:lnTo>
                  <a:lnTo>
                    <a:pt x="184" y="1833"/>
                  </a:lnTo>
                  <a:lnTo>
                    <a:pt x="92" y="2085"/>
                  </a:lnTo>
                  <a:lnTo>
                    <a:pt x="47" y="2337"/>
                  </a:lnTo>
                  <a:lnTo>
                    <a:pt x="24" y="2612"/>
                  </a:lnTo>
                  <a:lnTo>
                    <a:pt x="1" y="2887"/>
                  </a:lnTo>
                  <a:lnTo>
                    <a:pt x="24" y="3162"/>
                  </a:lnTo>
                  <a:lnTo>
                    <a:pt x="92" y="3437"/>
                  </a:lnTo>
                  <a:lnTo>
                    <a:pt x="161" y="3689"/>
                  </a:lnTo>
                  <a:lnTo>
                    <a:pt x="276" y="3964"/>
                  </a:lnTo>
                  <a:lnTo>
                    <a:pt x="1719" y="7080"/>
                  </a:lnTo>
                  <a:lnTo>
                    <a:pt x="3186" y="10219"/>
                  </a:lnTo>
                  <a:lnTo>
                    <a:pt x="4675" y="13335"/>
                  </a:lnTo>
                  <a:lnTo>
                    <a:pt x="5431" y="14893"/>
                  </a:lnTo>
                  <a:lnTo>
                    <a:pt x="5820" y="15672"/>
                  </a:lnTo>
                  <a:lnTo>
                    <a:pt x="6256" y="16474"/>
                  </a:lnTo>
                  <a:lnTo>
                    <a:pt x="6485" y="16909"/>
                  </a:lnTo>
                  <a:lnTo>
                    <a:pt x="6599" y="17138"/>
                  </a:lnTo>
                  <a:lnTo>
                    <a:pt x="6691" y="17253"/>
                  </a:lnTo>
                  <a:lnTo>
                    <a:pt x="6714" y="17322"/>
                  </a:lnTo>
                  <a:lnTo>
                    <a:pt x="6760" y="17413"/>
                  </a:lnTo>
                  <a:lnTo>
                    <a:pt x="6828" y="17482"/>
                  </a:lnTo>
                  <a:lnTo>
                    <a:pt x="6897" y="17574"/>
                  </a:lnTo>
                  <a:lnTo>
                    <a:pt x="7081" y="17849"/>
                  </a:lnTo>
                  <a:lnTo>
                    <a:pt x="7310" y="18101"/>
                  </a:lnTo>
                  <a:lnTo>
                    <a:pt x="7539" y="18330"/>
                  </a:lnTo>
                  <a:lnTo>
                    <a:pt x="7791" y="18559"/>
                  </a:lnTo>
                  <a:lnTo>
                    <a:pt x="8249" y="18948"/>
                  </a:lnTo>
                  <a:lnTo>
                    <a:pt x="8730" y="19292"/>
                  </a:lnTo>
                  <a:lnTo>
                    <a:pt x="9211" y="19567"/>
                  </a:lnTo>
                  <a:lnTo>
                    <a:pt x="9692" y="19842"/>
                  </a:lnTo>
                  <a:lnTo>
                    <a:pt x="10174" y="20071"/>
                  </a:lnTo>
                  <a:lnTo>
                    <a:pt x="10655" y="20277"/>
                  </a:lnTo>
                  <a:lnTo>
                    <a:pt x="11136" y="20460"/>
                  </a:lnTo>
                  <a:lnTo>
                    <a:pt x="11594" y="20621"/>
                  </a:lnTo>
                  <a:lnTo>
                    <a:pt x="12533" y="20919"/>
                  </a:lnTo>
                  <a:lnTo>
                    <a:pt x="13450" y="21148"/>
                  </a:lnTo>
                  <a:lnTo>
                    <a:pt x="14366" y="21354"/>
                  </a:lnTo>
                  <a:lnTo>
                    <a:pt x="15283" y="21514"/>
                  </a:lnTo>
                  <a:lnTo>
                    <a:pt x="16199" y="21652"/>
                  </a:lnTo>
                  <a:lnTo>
                    <a:pt x="17093" y="21766"/>
                  </a:lnTo>
                  <a:lnTo>
                    <a:pt x="17986" y="21858"/>
                  </a:lnTo>
                  <a:lnTo>
                    <a:pt x="18903" y="21927"/>
                  </a:lnTo>
                  <a:lnTo>
                    <a:pt x="19796" y="21973"/>
                  </a:lnTo>
                  <a:lnTo>
                    <a:pt x="20255" y="21996"/>
                  </a:lnTo>
                  <a:lnTo>
                    <a:pt x="20507" y="21996"/>
                  </a:lnTo>
                  <a:lnTo>
                    <a:pt x="20759" y="22018"/>
                  </a:lnTo>
                  <a:lnTo>
                    <a:pt x="20965" y="21996"/>
                  </a:lnTo>
                  <a:lnTo>
                    <a:pt x="21148" y="21973"/>
                  </a:lnTo>
                  <a:lnTo>
                    <a:pt x="21354" y="21927"/>
                  </a:lnTo>
                  <a:lnTo>
                    <a:pt x="21538" y="21858"/>
                  </a:lnTo>
                  <a:lnTo>
                    <a:pt x="21721" y="21789"/>
                  </a:lnTo>
                  <a:lnTo>
                    <a:pt x="21904" y="21698"/>
                  </a:lnTo>
                  <a:lnTo>
                    <a:pt x="22065" y="21583"/>
                  </a:lnTo>
                  <a:lnTo>
                    <a:pt x="22225" y="21446"/>
                  </a:lnTo>
                  <a:lnTo>
                    <a:pt x="22363" y="21308"/>
                  </a:lnTo>
                  <a:lnTo>
                    <a:pt x="22477" y="21171"/>
                  </a:lnTo>
                  <a:lnTo>
                    <a:pt x="22592" y="21010"/>
                  </a:lnTo>
                  <a:lnTo>
                    <a:pt x="22706" y="20827"/>
                  </a:lnTo>
                  <a:lnTo>
                    <a:pt x="22775" y="20644"/>
                  </a:lnTo>
                  <a:lnTo>
                    <a:pt x="22844" y="20438"/>
                  </a:lnTo>
                  <a:lnTo>
                    <a:pt x="22890" y="20254"/>
                  </a:lnTo>
                  <a:lnTo>
                    <a:pt x="22912" y="20025"/>
                  </a:lnTo>
                  <a:lnTo>
                    <a:pt x="22912" y="19819"/>
                  </a:lnTo>
                  <a:lnTo>
                    <a:pt x="22890" y="19613"/>
                  </a:lnTo>
                  <a:lnTo>
                    <a:pt x="22867" y="19407"/>
                  </a:lnTo>
                  <a:lnTo>
                    <a:pt x="22798" y="19200"/>
                  </a:lnTo>
                  <a:lnTo>
                    <a:pt x="22729" y="18994"/>
                  </a:lnTo>
                  <a:lnTo>
                    <a:pt x="22637" y="18834"/>
                  </a:lnTo>
                  <a:lnTo>
                    <a:pt x="22523" y="18650"/>
                  </a:lnTo>
                  <a:lnTo>
                    <a:pt x="22408" y="18490"/>
                  </a:lnTo>
                  <a:lnTo>
                    <a:pt x="22248" y="18353"/>
                  </a:lnTo>
                  <a:lnTo>
                    <a:pt x="22111" y="18215"/>
                  </a:lnTo>
                  <a:lnTo>
                    <a:pt x="21927" y="18078"/>
                  </a:lnTo>
                  <a:lnTo>
                    <a:pt x="21767" y="17986"/>
                  </a:lnTo>
                  <a:lnTo>
                    <a:pt x="21561" y="17894"/>
                  </a:lnTo>
                  <a:lnTo>
                    <a:pt x="21377" y="17826"/>
                  </a:lnTo>
                  <a:lnTo>
                    <a:pt x="21148" y="17780"/>
                  </a:lnTo>
                  <a:lnTo>
                    <a:pt x="20942" y="17757"/>
                  </a:lnTo>
                  <a:lnTo>
                    <a:pt x="20873" y="17757"/>
                  </a:lnTo>
                  <a:lnTo>
                    <a:pt x="20484" y="17734"/>
                  </a:lnTo>
                  <a:lnTo>
                    <a:pt x="20094" y="17688"/>
                  </a:lnTo>
                  <a:lnTo>
                    <a:pt x="19292" y="17596"/>
                  </a:lnTo>
                  <a:lnTo>
                    <a:pt x="18490" y="17505"/>
                  </a:lnTo>
                  <a:lnTo>
                    <a:pt x="17689" y="17390"/>
                  </a:lnTo>
                  <a:lnTo>
                    <a:pt x="16910" y="17253"/>
                  </a:lnTo>
                  <a:lnTo>
                    <a:pt x="16131" y="17092"/>
                  </a:lnTo>
                  <a:lnTo>
                    <a:pt x="15352" y="16909"/>
                  </a:lnTo>
                  <a:lnTo>
                    <a:pt x="14596" y="16703"/>
                  </a:lnTo>
                  <a:lnTo>
                    <a:pt x="13885" y="16474"/>
                  </a:lnTo>
                  <a:lnTo>
                    <a:pt x="13175" y="16222"/>
                  </a:lnTo>
                  <a:lnTo>
                    <a:pt x="12533" y="15947"/>
                  </a:lnTo>
                  <a:lnTo>
                    <a:pt x="12236" y="15809"/>
                  </a:lnTo>
                  <a:lnTo>
                    <a:pt x="11938" y="15649"/>
                  </a:lnTo>
                  <a:lnTo>
                    <a:pt x="11663" y="15489"/>
                  </a:lnTo>
                  <a:lnTo>
                    <a:pt x="11434" y="15305"/>
                  </a:lnTo>
                  <a:lnTo>
                    <a:pt x="11228" y="15145"/>
                  </a:lnTo>
                  <a:lnTo>
                    <a:pt x="11044" y="14985"/>
                  </a:lnTo>
                  <a:lnTo>
                    <a:pt x="10926" y="14847"/>
                  </a:lnTo>
                  <a:lnTo>
                    <a:pt x="10930" y="14847"/>
                  </a:lnTo>
                  <a:lnTo>
                    <a:pt x="10792" y="14595"/>
                  </a:lnTo>
                  <a:lnTo>
                    <a:pt x="10632" y="14274"/>
                  </a:lnTo>
                  <a:lnTo>
                    <a:pt x="9967" y="12762"/>
                  </a:lnTo>
                  <a:lnTo>
                    <a:pt x="9280" y="11227"/>
                  </a:lnTo>
                  <a:lnTo>
                    <a:pt x="7974" y="8088"/>
                  </a:lnTo>
                  <a:lnTo>
                    <a:pt x="6668" y="4926"/>
                  </a:lnTo>
                  <a:lnTo>
                    <a:pt x="5385" y="1765"/>
                  </a:lnTo>
                  <a:lnTo>
                    <a:pt x="5385" y="1742"/>
                  </a:lnTo>
                  <a:lnTo>
                    <a:pt x="5339" y="1627"/>
                  </a:lnTo>
                  <a:lnTo>
                    <a:pt x="5202" y="1375"/>
                  </a:lnTo>
                  <a:lnTo>
                    <a:pt x="5041" y="1146"/>
                  </a:lnTo>
                  <a:lnTo>
                    <a:pt x="4881" y="917"/>
                  </a:lnTo>
                  <a:lnTo>
                    <a:pt x="4675" y="734"/>
                  </a:lnTo>
                  <a:lnTo>
                    <a:pt x="4469" y="550"/>
                  </a:lnTo>
                  <a:lnTo>
                    <a:pt x="4262" y="413"/>
                  </a:lnTo>
                  <a:lnTo>
                    <a:pt x="4010" y="275"/>
                  </a:lnTo>
                  <a:lnTo>
                    <a:pt x="3781" y="184"/>
                  </a:lnTo>
                  <a:lnTo>
                    <a:pt x="3506" y="92"/>
                  </a:lnTo>
                  <a:lnTo>
                    <a:pt x="3254" y="46"/>
                  </a:lnTo>
                  <a:lnTo>
                    <a:pt x="2979" y="0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3" name="Google Shape;5123;p66"/>
            <p:cNvSpPr/>
            <p:nvPr/>
          </p:nvSpPr>
          <p:spPr>
            <a:xfrm>
              <a:off x="1445699" y="2779404"/>
              <a:ext cx="37436" cy="21189"/>
            </a:xfrm>
            <a:custGeom>
              <a:avLst/>
              <a:gdLst/>
              <a:ahLst/>
              <a:cxnLst/>
              <a:rect l="l" t="t" r="r" b="b"/>
              <a:pathLst>
                <a:path w="1742" h="986" extrusionOk="0">
                  <a:moveTo>
                    <a:pt x="1604" y="1"/>
                  </a:moveTo>
                  <a:lnTo>
                    <a:pt x="1192" y="138"/>
                  </a:lnTo>
                  <a:lnTo>
                    <a:pt x="779" y="321"/>
                  </a:lnTo>
                  <a:lnTo>
                    <a:pt x="390" y="550"/>
                  </a:lnTo>
                  <a:lnTo>
                    <a:pt x="46" y="802"/>
                  </a:lnTo>
                  <a:lnTo>
                    <a:pt x="23" y="848"/>
                  </a:lnTo>
                  <a:lnTo>
                    <a:pt x="0" y="871"/>
                  </a:lnTo>
                  <a:lnTo>
                    <a:pt x="23" y="917"/>
                  </a:lnTo>
                  <a:lnTo>
                    <a:pt x="46" y="940"/>
                  </a:lnTo>
                  <a:lnTo>
                    <a:pt x="115" y="986"/>
                  </a:lnTo>
                  <a:lnTo>
                    <a:pt x="138" y="963"/>
                  </a:lnTo>
                  <a:lnTo>
                    <a:pt x="184" y="940"/>
                  </a:lnTo>
                  <a:lnTo>
                    <a:pt x="527" y="711"/>
                  </a:lnTo>
                  <a:lnTo>
                    <a:pt x="871" y="505"/>
                  </a:lnTo>
                  <a:lnTo>
                    <a:pt x="1261" y="321"/>
                  </a:lnTo>
                  <a:lnTo>
                    <a:pt x="1650" y="207"/>
                  </a:lnTo>
                  <a:lnTo>
                    <a:pt x="1696" y="184"/>
                  </a:lnTo>
                  <a:lnTo>
                    <a:pt x="1719" y="138"/>
                  </a:lnTo>
                  <a:lnTo>
                    <a:pt x="1742" y="115"/>
                  </a:lnTo>
                  <a:lnTo>
                    <a:pt x="1719" y="69"/>
                  </a:lnTo>
                  <a:lnTo>
                    <a:pt x="1719" y="46"/>
                  </a:lnTo>
                  <a:lnTo>
                    <a:pt x="1673" y="23"/>
                  </a:lnTo>
                  <a:lnTo>
                    <a:pt x="1650" y="1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4" name="Google Shape;5124;p66"/>
            <p:cNvSpPr/>
            <p:nvPr/>
          </p:nvSpPr>
          <p:spPr>
            <a:xfrm>
              <a:off x="1444217" y="2780392"/>
              <a:ext cx="27099" cy="7414"/>
            </a:xfrm>
            <a:custGeom>
              <a:avLst/>
              <a:gdLst/>
              <a:ahLst/>
              <a:cxnLst/>
              <a:rect l="l" t="t" r="r" b="b"/>
              <a:pathLst>
                <a:path w="1261" h="345" extrusionOk="0">
                  <a:moveTo>
                    <a:pt x="92" y="0"/>
                  </a:moveTo>
                  <a:lnTo>
                    <a:pt x="47" y="23"/>
                  </a:lnTo>
                  <a:lnTo>
                    <a:pt x="24" y="46"/>
                  </a:lnTo>
                  <a:lnTo>
                    <a:pt x="1" y="115"/>
                  </a:lnTo>
                  <a:lnTo>
                    <a:pt x="1" y="138"/>
                  </a:lnTo>
                  <a:lnTo>
                    <a:pt x="24" y="184"/>
                  </a:lnTo>
                  <a:lnTo>
                    <a:pt x="47" y="207"/>
                  </a:lnTo>
                  <a:lnTo>
                    <a:pt x="344" y="207"/>
                  </a:lnTo>
                  <a:lnTo>
                    <a:pt x="619" y="229"/>
                  </a:lnTo>
                  <a:lnTo>
                    <a:pt x="871" y="275"/>
                  </a:lnTo>
                  <a:lnTo>
                    <a:pt x="1146" y="344"/>
                  </a:lnTo>
                  <a:lnTo>
                    <a:pt x="1215" y="344"/>
                  </a:lnTo>
                  <a:lnTo>
                    <a:pt x="1238" y="298"/>
                  </a:lnTo>
                  <a:lnTo>
                    <a:pt x="1261" y="275"/>
                  </a:lnTo>
                  <a:lnTo>
                    <a:pt x="1261" y="229"/>
                  </a:lnTo>
                  <a:lnTo>
                    <a:pt x="1261" y="207"/>
                  </a:lnTo>
                  <a:lnTo>
                    <a:pt x="1238" y="161"/>
                  </a:lnTo>
                  <a:lnTo>
                    <a:pt x="1192" y="138"/>
                  </a:lnTo>
                  <a:lnTo>
                    <a:pt x="917" y="92"/>
                  </a:lnTo>
                  <a:lnTo>
                    <a:pt x="642" y="23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5" name="Google Shape;5125;p66"/>
            <p:cNvSpPr/>
            <p:nvPr/>
          </p:nvSpPr>
          <p:spPr>
            <a:xfrm>
              <a:off x="1643619" y="3106819"/>
              <a:ext cx="638640" cy="606620"/>
            </a:xfrm>
            <a:custGeom>
              <a:avLst/>
              <a:gdLst/>
              <a:ahLst/>
              <a:cxnLst/>
              <a:rect l="l" t="t" r="r" b="b"/>
              <a:pathLst>
                <a:path w="29718" h="28228" extrusionOk="0">
                  <a:moveTo>
                    <a:pt x="7493" y="1"/>
                  </a:moveTo>
                  <a:lnTo>
                    <a:pt x="6691" y="24"/>
                  </a:lnTo>
                  <a:lnTo>
                    <a:pt x="5889" y="70"/>
                  </a:lnTo>
                  <a:lnTo>
                    <a:pt x="5064" y="138"/>
                  </a:lnTo>
                  <a:lnTo>
                    <a:pt x="4285" y="253"/>
                  </a:lnTo>
                  <a:lnTo>
                    <a:pt x="3529" y="390"/>
                  </a:lnTo>
                  <a:lnTo>
                    <a:pt x="2796" y="528"/>
                  </a:lnTo>
                  <a:lnTo>
                    <a:pt x="2132" y="665"/>
                  </a:lnTo>
                  <a:lnTo>
                    <a:pt x="1032" y="940"/>
                  </a:lnTo>
                  <a:lnTo>
                    <a:pt x="276" y="1123"/>
                  </a:lnTo>
                  <a:lnTo>
                    <a:pt x="1" y="1215"/>
                  </a:lnTo>
                  <a:lnTo>
                    <a:pt x="3690" y="6943"/>
                  </a:lnTo>
                  <a:lnTo>
                    <a:pt x="3919" y="7287"/>
                  </a:lnTo>
                  <a:lnTo>
                    <a:pt x="4171" y="7699"/>
                  </a:lnTo>
                  <a:lnTo>
                    <a:pt x="4515" y="8226"/>
                  </a:lnTo>
                  <a:lnTo>
                    <a:pt x="4973" y="8868"/>
                  </a:lnTo>
                  <a:lnTo>
                    <a:pt x="5500" y="9601"/>
                  </a:lnTo>
                  <a:lnTo>
                    <a:pt x="6141" y="10403"/>
                  </a:lnTo>
                  <a:lnTo>
                    <a:pt x="6852" y="11250"/>
                  </a:lnTo>
                  <a:lnTo>
                    <a:pt x="7653" y="12121"/>
                  </a:lnTo>
                  <a:lnTo>
                    <a:pt x="8066" y="12556"/>
                  </a:lnTo>
                  <a:lnTo>
                    <a:pt x="8524" y="12992"/>
                  </a:lnTo>
                  <a:lnTo>
                    <a:pt x="8982" y="13450"/>
                  </a:lnTo>
                  <a:lnTo>
                    <a:pt x="9486" y="13885"/>
                  </a:lnTo>
                  <a:lnTo>
                    <a:pt x="9967" y="14298"/>
                  </a:lnTo>
                  <a:lnTo>
                    <a:pt x="10494" y="14710"/>
                  </a:lnTo>
                  <a:lnTo>
                    <a:pt x="11044" y="15122"/>
                  </a:lnTo>
                  <a:lnTo>
                    <a:pt x="11594" y="15512"/>
                  </a:lnTo>
                  <a:lnTo>
                    <a:pt x="12167" y="15879"/>
                  </a:lnTo>
                  <a:lnTo>
                    <a:pt x="12763" y="16245"/>
                  </a:lnTo>
                  <a:lnTo>
                    <a:pt x="13358" y="16566"/>
                  </a:lnTo>
                  <a:lnTo>
                    <a:pt x="13977" y="16864"/>
                  </a:lnTo>
                  <a:lnTo>
                    <a:pt x="14619" y="17139"/>
                  </a:lnTo>
                  <a:lnTo>
                    <a:pt x="15260" y="17391"/>
                  </a:lnTo>
                  <a:lnTo>
                    <a:pt x="28686" y="28228"/>
                  </a:lnTo>
                  <a:lnTo>
                    <a:pt x="29717" y="24035"/>
                  </a:lnTo>
                  <a:lnTo>
                    <a:pt x="28984" y="23050"/>
                  </a:lnTo>
                  <a:lnTo>
                    <a:pt x="27082" y="20461"/>
                  </a:lnTo>
                  <a:lnTo>
                    <a:pt x="24310" y="16772"/>
                  </a:lnTo>
                  <a:lnTo>
                    <a:pt x="22706" y="14664"/>
                  </a:lnTo>
                  <a:lnTo>
                    <a:pt x="21011" y="12511"/>
                  </a:lnTo>
                  <a:lnTo>
                    <a:pt x="19293" y="10334"/>
                  </a:lnTo>
                  <a:lnTo>
                    <a:pt x="17574" y="8203"/>
                  </a:lnTo>
                  <a:lnTo>
                    <a:pt x="15902" y="6210"/>
                  </a:lnTo>
                  <a:lnTo>
                    <a:pt x="15077" y="5270"/>
                  </a:lnTo>
                  <a:lnTo>
                    <a:pt x="14298" y="4377"/>
                  </a:lnTo>
                  <a:lnTo>
                    <a:pt x="13565" y="3575"/>
                  </a:lnTo>
                  <a:lnTo>
                    <a:pt x="12854" y="2819"/>
                  </a:lnTo>
                  <a:lnTo>
                    <a:pt x="12190" y="2154"/>
                  </a:lnTo>
                  <a:lnTo>
                    <a:pt x="11571" y="1559"/>
                  </a:lnTo>
                  <a:lnTo>
                    <a:pt x="10999" y="1078"/>
                  </a:lnTo>
                  <a:lnTo>
                    <a:pt x="10494" y="688"/>
                  </a:lnTo>
                  <a:lnTo>
                    <a:pt x="10265" y="551"/>
                  </a:lnTo>
                  <a:lnTo>
                    <a:pt x="10059" y="413"/>
                  </a:lnTo>
                  <a:lnTo>
                    <a:pt x="9853" y="322"/>
                  </a:lnTo>
                  <a:lnTo>
                    <a:pt x="9693" y="276"/>
                  </a:lnTo>
                  <a:lnTo>
                    <a:pt x="9349" y="184"/>
                  </a:lnTo>
                  <a:lnTo>
                    <a:pt x="9005" y="115"/>
                  </a:lnTo>
                  <a:lnTo>
                    <a:pt x="8639" y="70"/>
                  </a:lnTo>
                  <a:lnTo>
                    <a:pt x="8249" y="47"/>
                  </a:lnTo>
                  <a:lnTo>
                    <a:pt x="7493" y="1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6" name="Google Shape;5126;p66"/>
            <p:cNvSpPr/>
            <p:nvPr/>
          </p:nvSpPr>
          <p:spPr>
            <a:xfrm>
              <a:off x="2261553" y="3719316"/>
              <a:ext cx="326949" cy="168417"/>
            </a:xfrm>
            <a:custGeom>
              <a:avLst/>
              <a:gdLst/>
              <a:ahLst/>
              <a:cxnLst/>
              <a:rect l="l" t="t" r="r" b="b"/>
              <a:pathLst>
                <a:path w="15214" h="7837" extrusionOk="0">
                  <a:moveTo>
                    <a:pt x="46" y="1"/>
                  </a:moveTo>
                  <a:lnTo>
                    <a:pt x="23" y="253"/>
                  </a:lnTo>
                  <a:lnTo>
                    <a:pt x="0" y="551"/>
                  </a:lnTo>
                  <a:lnTo>
                    <a:pt x="23" y="917"/>
                  </a:lnTo>
                  <a:lnTo>
                    <a:pt x="69" y="1307"/>
                  </a:lnTo>
                  <a:lnTo>
                    <a:pt x="92" y="1513"/>
                  </a:lnTo>
                  <a:lnTo>
                    <a:pt x="160" y="1719"/>
                  </a:lnTo>
                  <a:lnTo>
                    <a:pt x="229" y="1903"/>
                  </a:lnTo>
                  <a:lnTo>
                    <a:pt x="321" y="2109"/>
                  </a:lnTo>
                  <a:lnTo>
                    <a:pt x="458" y="2269"/>
                  </a:lnTo>
                  <a:lnTo>
                    <a:pt x="596" y="2430"/>
                  </a:lnTo>
                  <a:lnTo>
                    <a:pt x="1008" y="2865"/>
                  </a:lnTo>
                  <a:lnTo>
                    <a:pt x="1627" y="3529"/>
                  </a:lnTo>
                  <a:lnTo>
                    <a:pt x="3231" y="5248"/>
                  </a:lnTo>
                  <a:lnTo>
                    <a:pt x="5590" y="7837"/>
                  </a:lnTo>
                  <a:lnTo>
                    <a:pt x="6163" y="7310"/>
                  </a:lnTo>
                  <a:lnTo>
                    <a:pt x="4720" y="5087"/>
                  </a:lnTo>
                  <a:lnTo>
                    <a:pt x="5270" y="5225"/>
                  </a:lnTo>
                  <a:lnTo>
                    <a:pt x="5842" y="5362"/>
                  </a:lnTo>
                  <a:lnTo>
                    <a:pt x="6553" y="5523"/>
                  </a:lnTo>
                  <a:lnTo>
                    <a:pt x="7332" y="5660"/>
                  </a:lnTo>
                  <a:lnTo>
                    <a:pt x="8134" y="5775"/>
                  </a:lnTo>
                  <a:lnTo>
                    <a:pt x="8546" y="5820"/>
                  </a:lnTo>
                  <a:lnTo>
                    <a:pt x="9279" y="5820"/>
                  </a:lnTo>
                  <a:lnTo>
                    <a:pt x="9600" y="5798"/>
                  </a:lnTo>
                  <a:lnTo>
                    <a:pt x="9760" y="5775"/>
                  </a:lnTo>
                  <a:lnTo>
                    <a:pt x="9921" y="5729"/>
                  </a:lnTo>
                  <a:lnTo>
                    <a:pt x="10287" y="5614"/>
                  </a:lnTo>
                  <a:lnTo>
                    <a:pt x="10654" y="5431"/>
                  </a:lnTo>
                  <a:lnTo>
                    <a:pt x="11043" y="5202"/>
                  </a:lnTo>
                  <a:lnTo>
                    <a:pt x="11456" y="4927"/>
                  </a:lnTo>
                  <a:lnTo>
                    <a:pt x="11891" y="4629"/>
                  </a:lnTo>
                  <a:lnTo>
                    <a:pt x="12304" y="4285"/>
                  </a:lnTo>
                  <a:lnTo>
                    <a:pt x="12716" y="3965"/>
                  </a:lnTo>
                  <a:lnTo>
                    <a:pt x="13518" y="3254"/>
                  </a:lnTo>
                  <a:lnTo>
                    <a:pt x="14205" y="2590"/>
                  </a:lnTo>
                  <a:lnTo>
                    <a:pt x="14755" y="2017"/>
                  </a:lnTo>
                  <a:lnTo>
                    <a:pt x="15145" y="1605"/>
                  </a:lnTo>
                  <a:lnTo>
                    <a:pt x="15190" y="1536"/>
                  </a:lnTo>
                  <a:lnTo>
                    <a:pt x="15213" y="1467"/>
                  </a:lnTo>
                  <a:lnTo>
                    <a:pt x="15213" y="1398"/>
                  </a:lnTo>
                  <a:lnTo>
                    <a:pt x="15168" y="1353"/>
                  </a:lnTo>
                  <a:lnTo>
                    <a:pt x="15122" y="1284"/>
                  </a:lnTo>
                  <a:lnTo>
                    <a:pt x="15053" y="1238"/>
                  </a:lnTo>
                  <a:lnTo>
                    <a:pt x="14847" y="1146"/>
                  </a:lnTo>
                  <a:lnTo>
                    <a:pt x="14572" y="1078"/>
                  </a:lnTo>
                  <a:lnTo>
                    <a:pt x="14251" y="1009"/>
                  </a:lnTo>
                  <a:lnTo>
                    <a:pt x="13449" y="917"/>
                  </a:lnTo>
                  <a:lnTo>
                    <a:pt x="11662" y="757"/>
                  </a:lnTo>
                  <a:lnTo>
                    <a:pt x="10860" y="665"/>
                  </a:lnTo>
                  <a:lnTo>
                    <a:pt x="10516" y="619"/>
                  </a:lnTo>
                  <a:lnTo>
                    <a:pt x="10242" y="551"/>
                  </a:lnTo>
                  <a:lnTo>
                    <a:pt x="9921" y="482"/>
                  </a:lnTo>
                  <a:lnTo>
                    <a:pt x="9440" y="436"/>
                  </a:lnTo>
                  <a:lnTo>
                    <a:pt x="8111" y="322"/>
                  </a:lnTo>
                  <a:lnTo>
                    <a:pt x="6438" y="230"/>
                  </a:lnTo>
                  <a:lnTo>
                    <a:pt x="4651" y="138"/>
                  </a:lnTo>
                  <a:lnTo>
                    <a:pt x="1466" y="24"/>
                  </a:lnTo>
                  <a:lnTo>
                    <a:pt x="46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7" name="Google Shape;5127;p66"/>
            <p:cNvSpPr/>
            <p:nvPr/>
          </p:nvSpPr>
          <p:spPr>
            <a:xfrm>
              <a:off x="2217714" y="3612964"/>
              <a:ext cx="286096" cy="162507"/>
            </a:xfrm>
            <a:custGeom>
              <a:avLst/>
              <a:gdLst/>
              <a:ahLst/>
              <a:cxnLst/>
              <a:rect l="l" t="t" r="r" b="b"/>
              <a:pathLst>
                <a:path w="13313" h="7562" extrusionOk="0">
                  <a:moveTo>
                    <a:pt x="2521" y="1"/>
                  </a:moveTo>
                  <a:lnTo>
                    <a:pt x="1" y="2705"/>
                  </a:lnTo>
                  <a:lnTo>
                    <a:pt x="1971" y="4675"/>
                  </a:lnTo>
                  <a:lnTo>
                    <a:pt x="2017" y="4835"/>
                  </a:lnTo>
                  <a:lnTo>
                    <a:pt x="2109" y="4996"/>
                  </a:lnTo>
                  <a:lnTo>
                    <a:pt x="2246" y="5202"/>
                  </a:lnTo>
                  <a:lnTo>
                    <a:pt x="2430" y="5431"/>
                  </a:lnTo>
                  <a:lnTo>
                    <a:pt x="2682" y="5683"/>
                  </a:lnTo>
                  <a:lnTo>
                    <a:pt x="2979" y="5935"/>
                  </a:lnTo>
                  <a:lnTo>
                    <a:pt x="3346" y="6187"/>
                  </a:lnTo>
                  <a:lnTo>
                    <a:pt x="3575" y="6325"/>
                  </a:lnTo>
                  <a:lnTo>
                    <a:pt x="3804" y="6439"/>
                  </a:lnTo>
                  <a:lnTo>
                    <a:pt x="4377" y="6668"/>
                  </a:lnTo>
                  <a:lnTo>
                    <a:pt x="5019" y="6874"/>
                  </a:lnTo>
                  <a:lnTo>
                    <a:pt x="5706" y="7058"/>
                  </a:lnTo>
                  <a:lnTo>
                    <a:pt x="6439" y="7218"/>
                  </a:lnTo>
                  <a:lnTo>
                    <a:pt x="7195" y="7356"/>
                  </a:lnTo>
                  <a:lnTo>
                    <a:pt x="7951" y="7470"/>
                  </a:lnTo>
                  <a:lnTo>
                    <a:pt x="8684" y="7539"/>
                  </a:lnTo>
                  <a:lnTo>
                    <a:pt x="9028" y="7562"/>
                  </a:lnTo>
                  <a:lnTo>
                    <a:pt x="9349" y="7562"/>
                  </a:lnTo>
                  <a:lnTo>
                    <a:pt x="9715" y="7539"/>
                  </a:lnTo>
                  <a:lnTo>
                    <a:pt x="10082" y="7516"/>
                  </a:lnTo>
                  <a:lnTo>
                    <a:pt x="10426" y="7470"/>
                  </a:lnTo>
                  <a:lnTo>
                    <a:pt x="10792" y="7401"/>
                  </a:lnTo>
                  <a:lnTo>
                    <a:pt x="11159" y="7333"/>
                  </a:lnTo>
                  <a:lnTo>
                    <a:pt x="11503" y="7241"/>
                  </a:lnTo>
                  <a:lnTo>
                    <a:pt x="11823" y="7149"/>
                  </a:lnTo>
                  <a:lnTo>
                    <a:pt x="12144" y="7035"/>
                  </a:lnTo>
                  <a:lnTo>
                    <a:pt x="12419" y="6920"/>
                  </a:lnTo>
                  <a:lnTo>
                    <a:pt x="12671" y="6806"/>
                  </a:lnTo>
                  <a:lnTo>
                    <a:pt x="12900" y="6668"/>
                  </a:lnTo>
                  <a:lnTo>
                    <a:pt x="13061" y="6531"/>
                  </a:lnTo>
                  <a:lnTo>
                    <a:pt x="13198" y="6393"/>
                  </a:lnTo>
                  <a:lnTo>
                    <a:pt x="13290" y="6256"/>
                  </a:lnTo>
                  <a:lnTo>
                    <a:pt x="13313" y="6210"/>
                  </a:lnTo>
                  <a:lnTo>
                    <a:pt x="13313" y="6141"/>
                  </a:lnTo>
                  <a:lnTo>
                    <a:pt x="13290" y="6073"/>
                  </a:lnTo>
                  <a:lnTo>
                    <a:pt x="13244" y="6004"/>
                  </a:lnTo>
                  <a:lnTo>
                    <a:pt x="13129" y="5889"/>
                  </a:lnTo>
                  <a:lnTo>
                    <a:pt x="12946" y="5775"/>
                  </a:lnTo>
                  <a:lnTo>
                    <a:pt x="12717" y="5660"/>
                  </a:lnTo>
                  <a:lnTo>
                    <a:pt x="12442" y="5568"/>
                  </a:lnTo>
                  <a:lnTo>
                    <a:pt x="11777" y="5362"/>
                  </a:lnTo>
                  <a:lnTo>
                    <a:pt x="11067" y="5156"/>
                  </a:lnTo>
                  <a:lnTo>
                    <a:pt x="10311" y="4973"/>
                  </a:lnTo>
                  <a:lnTo>
                    <a:pt x="9624" y="4789"/>
                  </a:lnTo>
                  <a:lnTo>
                    <a:pt x="9326" y="4675"/>
                  </a:lnTo>
                  <a:lnTo>
                    <a:pt x="9051" y="4583"/>
                  </a:lnTo>
                  <a:lnTo>
                    <a:pt x="8570" y="4377"/>
                  </a:lnTo>
                  <a:lnTo>
                    <a:pt x="8089" y="4148"/>
                  </a:lnTo>
                  <a:lnTo>
                    <a:pt x="7195" y="3713"/>
                  </a:lnTo>
                  <a:lnTo>
                    <a:pt x="6347" y="3232"/>
                  </a:lnTo>
                  <a:lnTo>
                    <a:pt x="5614" y="2796"/>
                  </a:lnTo>
                  <a:lnTo>
                    <a:pt x="5156" y="2475"/>
                  </a:lnTo>
                  <a:lnTo>
                    <a:pt x="4675" y="2063"/>
                  </a:lnTo>
                  <a:lnTo>
                    <a:pt x="4148" y="1605"/>
                  </a:lnTo>
                  <a:lnTo>
                    <a:pt x="3667" y="1124"/>
                  </a:lnTo>
                  <a:lnTo>
                    <a:pt x="2842" y="322"/>
                  </a:lnTo>
                  <a:lnTo>
                    <a:pt x="2521" y="1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8" name="Google Shape;5128;p66"/>
            <p:cNvSpPr/>
            <p:nvPr/>
          </p:nvSpPr>
          <p:spPr>
            <a:xfrm>
              <a:off x="1688919" y="3187083"/>
              <a:ext cx="271333" cy="845417"/>
            </a:xfrm>
            <a:custGeom>
              <a:avLst/>
              <a:gdLst/>
              <a:ahLst/>
              <a:cxnLst/>
              <a:rect l="l" t="t" r="r" b="b"/>
              <a:pathLst>
                <a:path w="12626" h="39340" extrusionOk="0">
                  <a:moveTo>
                    <a:pt x="1" y="0"/>
                  </a:moveTo>
                  <a:lnTo>
                    <a:pt x="1" y="6828"/>
                  </a:lnTo>
                  <a:lnTo>
                    <a:pt x="1" y="7240"/>
                  </a:lnTo>
                  <a:lnTo>
                    <a:pt x="1" y="7699"/>
                  </a:lnTo>
                  <a:lnTo>
                    <a:pt x="1" y="8340"/>
                  </a:lnTo>
                  <a:lnTo>
                    <a:pt x="24" y="9119"/>
                  </a:lnTo>
                  <a:lnTo>
                    <a:pt x="92" y="10036"/>
                  </a:lnTo>
                  <a:lnTo>
                    <a:pt x="207" y="11044"/>
                  </a:lnTo>
                  <a:lnTo>
                    <a:pt x="344" y="12144"/>
                  </a:lnTo>
                  <a:lnTo>
                    <a:pt x="551" y="13312"/>
                  </a:lnTo>
                  <a:lnTo>
                    <a:pt x="665" y="13908"/>
                  </a:lnTo>
                  <a:lnTo>
                    <a:pt x="803" y="14526"/>
                  </a:lnTo>
                  <a:lnTo>
                    <a:pt x="963" y="15145"/>
                  </a:lnTo>
                  <a:lnTo>
                    <a:pt x="1123" y="15764"/>
                  </a:lnTo>
                  <a:lnTo>
                    <a:pt x="1330" y="16405"/>
                  </a:lnTo>
                  <a:lnTo>
                    <a:pt x="1536" y="17024"/>
                  </a:lnTo>
                  <a:lnTo>
                    <a:pt x="1765" y="17665"/>
                  </a:lnTo>
                  <a:lnTo>
                    <a:pt x="2040" y="18284"/>
                  </a:lnTo>
                  <a:lnTo>
                    <a:pt x="2315" y="18902"/>
                  </a:lnTo>
                  <a:lnTo>
                    <a:pt x="2613" y="19521"/>
                  </a:lnTo>
                  <a:lnTo>
                    <a:pt x="2956" y="20140"/>
                  </a:lnTo>
                  <a:lnTo>
                    <a:pt x="3300" y="20713"/>
                  </a:lnTo>
                  <a:lnTo>
                    <a:pt x="3690" y="21308"/>
                  </a:lnTo>
                  <a:lnTo>
                    <a:pt x="4102" y="21858"/>
                  </a:lnTo>
                  <a:lnTo>
                    <a:pt x="8799" y="38698"/>
                  </a:lnTo>
                  <a:lnTo>
                    <a:pt x="12625" y="39340"/>
                  </a:lnTo>
                  <a:lnTo>
                    <a:pt x="12442" y="38492"/>
                  </a:lnTo>
                  <a:lnTo>
                    <a:pt x="12281" y="37553"/>
                  </a:lnTo>
                  <a:lnTo>
                    <a:pt x="12144" y="36544"/>
                  </a:lnTo>
                  <a:lnTo>
                    <a:pt x="12006" y="35422"/>
                  </a:lnTo>
                  <a:lnTo>
                    <a:pt x="11892" y="34253"/>
                  </a:lnTo>
                  <a:lnTo>
                    <a:pt x="11777" y="33016"/>
                  </a:lnTo>
                  <a:lnTo>
                    <a:pt x="11686" y="31710"/>
                  </a:lnTo>
                  <a:lnTo>
                    <a:pt x="11594" y="30381"/>
                  </a:lnTo>
                  <a:lnTo>
                    <a:pt x="11457" y="27563"/>
                  </a:lnTo>
                  <a:lnTo>
                    <a:pt x="11342" y="24676"/>
                  </a:lnTo>
                  <a:lnTo>
                    <a:pt x="11159" y="18811"/>
                  </a:lnTo>
                  <a:lnTo>
                    <a:pt x="11067" y="15970"/>
                  </a:lnTo>
                  <a:lnTo>
                    <a:pt x="10953" y="13266"/>
                  </a:lnTo>
                  <a:lnTo>
                    <a:pt x="10838" y="10769"/>
                  </a:lnTo>
                  <a:lnTo>
                    <a:pt x="10701" y="8546"/>
                  </a:lnTo>
                  <a:lnTo>
                    <a:pt x="10609" y="7561"/>
                  </a:lnTo>
                  <a:lnTo>
                    <a:pt x="10517" y="6645"/>
                  </a:lnTo>
                  <a:lnTo>
                    <a:pt x="10403" y="5843"/>
                  </a:lnTo>
                  <a:lnTo>
                    <a:pt x="10288" y="5133"/>
                  </a:lnTo>
                  <a:lnTo>
                    <a:pt x="10151" y="4560"/>
                  </a:lnTo>
                  <a:lnTo>
                    <a:pt x="9990" y="4079"/>
                  </a:lnTo>
                  <a:lnTo>
                    <a:pt x="9899" y="3895"/>
                  </a:lnTo>
                  <a:lnTo>
                    <a:pt x="9830" y="3735"/>
                  </a:lnTo>
                  <a:lnTo>
                    <a:pt x="9738" y="3620"/>
                  </a:lnTo>
                  <a:lnTo>
                    <a:pt x="9647" y="3529"/>
                  </a:lnTo>
                  <a:lnTo>
                    <a:pt x="9349" y="3323"/>
                  </a:lnTo>
                  <a:lnTo>
                    <a:pt x="9028" y="3139"/>
                  </a:lnTo>
                  <a:lnTo>
                    <a:pt x="8364" y="2773"/>
                  </a:lnTo>
                  <a:lnTo>
                    <a:pt x="7630" y="2406"/>
                  </a:lnTo>
                  <a:lnTo>
                    <a:pt x="6874" y="2085"/>
                  </a:lnTo>
                  <a:lnTo>
                    <a:pt x="6072" y="1765"/>
                  </a:lnTo>
                  <a:lnTo>
                    <a:pt x="5270" y="1490"/>
                  </a:lnTo>
                  <a:lnTo>
                    <a:pt x="4469" y="1215"/>
                  </a:lnTo>
                  <a:lnTo>
                    <a:pt x="3690" y="963"/>
                  </a:lnTo>
                  <a:lnTo>
                    <a:pt x="2246" y="550"/>
                  </a:lnTo>
                  <a:lnTo>
                    <a:pt x="1078" y="25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9" name="Google Shape;5129;p66"/>
            <p:cNvSpPr/>
            <p:nvPr/>
          </p:nvSpPr>
          <p:spPr>
            <a:xfrm>
              <a:off x="1721411" y="3192004"/>
              <a:ext cx="203381" cy="266390"/>
            </a:xfrm>
            <a:custGeom>
              <a:avLst/>
              <a:gdLst/>
              <a:ahLst/>
              <a:cxnLst/>
              <a:rect l="l" t="t" r="r" b="b"/>
              <a:pathLst>
                <a:path w="9464" h="12396" extrusionOk="0">
                  <a:moveTo>
                    <a:pt x="116" y="0"/>
                  </a:moveTo>
                  <a:lnTo>
                    <a:pt x="47" y="23"/>
                  </a:lnTo>
                  <a:lnTo>
                    <a:pt x="24" y="46"/>
                  </a:lnTo>
                  <a:lnTo>
                    <a:pt x="1" y="92"/>
                  </a:lnTo>
                  <a:lnTo>
                    <a:pt x="1" y="138"/>
                  </a:lnTo>
                  <a:lnTo>
                    <a:pt x="1" y="207"/>
                  </a:lnTo>
                  <a:lnTo>
                    <a:pt x="47" y="230"/>
                  </a:lnTo>
                  <a:lnTo>
                    <a:pt x="93" y="275"/>
                  </a:lnTo>
                  <a:lnTo>
                    <a:pt x="2200" y="848"/>
                  </a:lnTo>
                  <a:lnTo>
                    <a:pt x="3254" y="1146"/>
                  </a:lnTo>
                  <a:lnTo>
                    <a:pt x="4285" y="1467"/>
                  </a:lnTo>
                  <a:lnTo>
                    <a:pt x="4767" y="1627"/>
                  </a:lnTo>
                  <a:lnTo>
                    <a:pt x="5248" y="1833"/>
                  </a:lnTo>
                  <a:lnTo>
                    <a:pt x="5729" y="2040"/>
                  </a:lnTo>
                  <a:lnTo>
                    <a:pt x="6164" y="2292"/>
                  </a:lnTo>
                  <a:lnTo>
                    <a:pt x="6600" y="2567"/>
                  </a:lnTo>
                  <a:lnTo>
                    <a:pt x="7012" y="2864"/>
                  </a:lnTo>
                  <a:lnTo>
                    <a:pt x="7401" y="3208"/>
                  </a:lnTo>
                  <a:lnTo>
                    <a:pt x="7562" y="3391"/>
                  </a:lnTo>
                  <a:lnTo>
                    <a:pt x="7745" y="3598"/>
                  </a:lnTo>
                  <a:lnTo>
                    <a:pt x="7905" y="3804"/>
                  </a:lnTo>
                  <a:lnTo>
                    <a:pt x="8043" y="4033"/>
                  </a:lnTo>
                  <a:lnTo>
                    <a:pt x="8158" y="4262"/>
                  </a:lnTo>
                  <a:lnTo>
                    <a:pt x="8272" y="4491"/>
                  </a:lnTo>
                  <a:lnTo>
                    <a:pt x="8387" y="4743"/>
                  </a:lnTo>
                  <a:lnTo>
                    <a:pt x="8455" y="4972"/>
                  </a:lnTo>
                  <a:lnTo>
                    <a:pt x="8593" y="5476"/>
                  </a:lnTo>
                  <a:lnTo>
                    <a:pt x="8684" y="6003"/>
                  </a:lnTo>
                  <a:lnTo>
                    <a:pt x="8753" y="6507"/>
                  </a:lnTo>
                  <a:lnTo>
                    <a:pt x="8845" y="7561"/>
                  </a:lnTo>
                  <a:lnTo>
                    <a:pt x="9189" y="12258"/>
                  </a:lnTo>
                  <a:lnTo>
                    <a:pt x="9211" y="12327"/>
                  </a:lnTo>
                  <a:lnTo>
                    <a:pt x="9257" y="12350"/>
                  </a:lnTo>
                  <a:lnTo>
                    <a:pt x="9303" y="12373"/>
                  </a:lnTo>
                  <a:lnTo>
                    <a:pt x="9349" y="12396"/>
                  </a:lnTo>
                  <a:lnTo>
                    <a:pt x="9395" y="12373"/>
                  </a:lnTo>
                  <a:lnTo>
                    <a:pt x="9441" y="12350"/>
                  </a:lnTo>
                  <a:lnTo>
                    <a:pt x="9463" y="12327"/>
                  </a:lnTo>
                  <a:lnTo>
                    <a:pt x="9463" y="12258"/>
                  </a:lnTo>
                  <a:lnTo>
                    <a:pt x="9097" y="7218"/>
                  </a:lnTo>
                  <a:lnTo>
                    <a:pt x="9051" y="6737"/>
                  </a:lnTo>
                  <a:lnTo>
                    <a:pt x="9005" y="6232"/>
                  </a:lnTo>
                  <a:lnTo>
                    <a:pt x="8937" y="5751"/>
                  </a:lnTo>
                  <a:lnTo>
                    <a:pt x="8822" y="5293"/>
                  </a:lnTo>
                  <a:lnTo>
                    <a:pt x="8684" y="4812"/>
                  </a:lnTo>
                  <a:lnTo>
                    <a:pt x="8524" y="4354"/>
                  </a:lnTo>
                  <a:lnTo>
                    <a:pt x="8410" y="4148"/>
                  </a:lnTo>
                  <a:lnTo>
                    <a:pt x="8295" y="3941"/>
                  </a:lnTo>
                  <a:lnTo>
                    <a:pt x="8158" y="3712"/>
                  </a:lnTo>
                  <a:lnTo>
                    <a:pt x="8020" y="3506"/>
                  </a:lnTo>
                  <a:lnTo>
                    <a:pt x="7699" y="3139"/>
                  </a:lnTo>
                  <a:lnTo>
                    <a:pt x="7333" y="2796"/>
                  </a:lnTo>
                  <a:lnTo>
                    <a:pt x="6966" y="2475"/>
                  </a:lnTo>
                  <a:lnTo>
                    <a:pt x="6554" y="2200"/>
                  </a:lnTo>
                  <a:lnTo>
                    <a:pt x="6118" y="1948"/>
                  </a:lnTo>
                  <a:lnTo>
                    <a:pt x="5683" y="1719"/>
                  </a:lnTo>
                  <a:lnTo>
                    <a:pt x="5225" y="1513"/>
                  </a:lnTo>
                  <a:lnTo>
                    <a:pt x="4744" y="1329"/>
                  </a:lnTo>
                  <a:lnTo>
                    <a:pt x="4194" y="1146"/>
                  </a:lnTo>
                  <a:lnTo>
                    <a:pt x="3621" y="963"/>
                  </a:lnTo>
                  <a:lnTo>
                    <a:pt x="2475" y="619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0" name="Google Shape;5130;p66"/>
            <p:cNvSpPr/>
            <p:nvPr/>
          </p:nvSpPr>
          <p:spPr>
            <a:xfrm>
              <a:off x="1858300" y="4051180"/>
              <a:ext cx="271806" cy="226999"/>
            </a:xfrm>
            <a:custGeom>
              <a:avLst/>
              <a:gdLst/>
              <a:ahLst/>
              <a:cxnLst/>
              <a:rect l="l" t="t" r="r" b="b"/>
              <a:pathLst>
                <a:path w="12648" h="10563" extrusionOk="0">
                  <a:moveTo>
                    <a:pt x="986" y="0"/>
                  </a:moveTo>
                  <a:lnTo>
                    <a:pt x="802" y="207"/>
                  </a:lnTo>
                  <a:lnTo>
                    <a:pt x="619" y="436"/>
                  </a:lnTo>
                  <a:lnTo>
                    <a:pt x="436" y="734"/>
                  </a:lnTo>
                  <a:lnTo>
                    <a:pt x="252" y="1100"/>
                  </a:lnTo>
                  <a:lnTo>
                    <a:pt x="161" y="1283"/>
                  </a:lnTo>
                  <a:lnTo>
                    <a:pt x="92" y="1490"/>
                  </a:lnTo>
                  <a:lnTo>
                    <a:pt x="46" y="1696"/>
                  </a:lnTo>
                  <a:lnTo>
                    <a:pt x="23" y="1902"/>
                  </a:lnTo>
                  <a:lnTo>
                    <a:pt x="0" y="2108"/>
                  </a:lnTo>
                  <a:lnTo>
                    <a:pt x="46" y="2314"/>
                  </a:lnTo>
                  <a:lnTo>
                    <a:pt x="138" y="2910"/>
                  </a:lnTo>
                  <a:lnTo>
                    <a:pt x="275" y="3827"/>
                  </a:lnTo>
                  <a:lnTo>
                    <a:pt x="596" y="6141"/>
                  </a:lnTo>
                  <a:lnTo>
                    <a:pt x="1054" y="9600"/>
                  </a:lnTo>
                  <a:lnTo>
                    <a:pt x="1833" y="9486"/>
                  </a:lnTo>
                  <a:lnTo>
                    <a:pt x="1925" y="6874"/>
                  </a:lnTo>
                  <a:lnTo>
                    <a:pt x="2269" y="7286"/>
                  </a:lnTo>
                  <a:lnTo>
                    <a:pt x="2681" y="7722"/>
                  </a:lnTo>
                  <a:lnTo>
                    <a:pt x="3162" y="8249"/>
                  </a:lnTo>
                  <a:lnTo>
                    <a:pt x="3735" y="8821"/>
                  </a:lnTo>
                  <a:lnTo>
                    <a:pt x="4331" y="9371"/>
                  </a:lnTo>
                  <a:lnTo>
                    <a:pt x="4629" y="9623"/>
                  </a:lnTo>
                  <a:lnTo>
                    <a:pt x="4949" y="9852"/>
                  </a:lnTo>
                  <a:lnTo>
                    <a:pt x="5224" y="10059"/>
                  </a:lnTo>
                  <a:lnTo>
                    <a:pt x="5499" y="10219"/>
                  </a:lnTo>
                  <a:lnTo>
                    <a:pt x="5660" y="10288"/>
                  </a:lnTo>
                  <a:lnTo>
                    <a:pt x="5820" y="10356"/>
                  </a:lnTo>
                  <a:lnTo>
                    <a:pt x="6187" y="10448"/>
                  </a:lnTo>
                  <a:lnTo>
                    <a:pt x="6599" y="10517"/>
                  </a:lnTo>
                  <a:lnTo>
                    <a:pt x="7057" y="10540"/>
                  </a:lnTo>
                  <a:lnTo>
                    <a:pt x="7561" y="10563"/>
                  </a:lnTo>
                  <a:lnTo>
                    <a:pt x="8065" y="10563"/>
                  </a:lnTo>
                  <a:lnTo>
                    <a:pt x="8592" y="10517"/>
                  </a:lnTo>
                  <a:lnTo>
                    <a:pt x="9119" y="10494"/>
                  </a:lnTo>
                  <a:lnTo>
                    <a:pt x="10173" y="10356"/>
                  </a:lnTo>
                  <a:lnTo>
                    <a:pt x="11135" y="10219"/>
                  </a:lnTo>
                  <a:lnTo>
                    <a:pt x="11914" y="10059"/>
                  </a:lnTo>
                  <a:lnTo>
                    <a:pt x="12441" y="9944"/>
                  </a:lnTo>
                  <a:lnTo>
                    <a:pt x="12533" y="9898"/>
                  </a:lnTo>
                  <a:lnTo>
                    <a:pt x="12602" y="9852"/>
                  </a:lnTo>
                  <a:lnTo>
                    <a:pt x="12625" y="9807"/>
                  </a:lnTo>
                  <a:lnTo>
                    <a:pt x="12648" y="9738"/>
                  </a:lnTo>
                  <a:lnTo>
                    <a:pt x="12625" y="9669"/>
                  </a:lnTo>
                  <a:lnTo>
                    <a:pt x="12602" y="9577"/>
                  </a:lnTo>
                  <a:lnTo>
                    <a:pt x="12487" y="9394"/>
                  </a:lnTo>
                  <a:lnTo>
                    <a:pt x="12304" y="9165"/>
                  </a:lnTo>
                  <a:lnTo>
                    <a:pt x="12052" y="8936"/>
                  </a:lnTo>
                  <a:lnTo>
                    <a:pt x="11456" y="8409"/>
                  </a:lnTo>
                  <a:lnTo>
                    <a:pt x="10082" y="7263"/>
                  </a:lnTo>
                  <a:lnTo>
                    <a:pt x="9486" y="6736"/>
                  </a:lnTo>
                  <a:lnTo>
                    <a:pt x="9234" y="6507"/>
                  </a:lnTo>
                  <a:lnTo>
                    <a:pt x="9050" y="6278"/>
                  </a:lnTo>
                  <a:lnTo>
                    <a:pt x="8798" y="6049"/>
                  </a:lnTo>
                  <a:lnTo>
                    <a:pt x="8455" y="5705"/>
                  </a:lnTo>
                  <a:lnTo>
                    <a:pt x="7424" y="4858"/>
                  </a:lnTo>
                  <a:lnTo>
                    <a:pt x="6118" y="3849"/>
                  </a:lnTo>
                  <a:lnTo>
                    <a:pt x="4697" y="2750"/>
                  </a:lnTo>
                  <a:lnTo>
                    <a:pt x="2131" y="848"/>
                  </a:lnTo>
                  <a:lnTo>
                    <a:pt x="986" y="0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1" name="Google Shape;5131;p66"/>
            <p:cNvSpPr/>
            <p:nvPr/>
          </p:nvSpPr>
          <p:spPr>
            <a:xfrm>
              <a:off x="1870119" y="3968961"/>
              <a:ext cx="193023" cy="245222"/>
            </a:xfrm>
            <a:custGeom>
              <a:avLst/>
              <a:gdLst/>
              <a:ahLst/>
              <a:cxnLst/>
              <a:rect l="l" t="t" r="r" b="b"/>
              <a:pathLst>
                <a:path w="8982" h="11411" extrusionOk="0">
                  <a:moveTo>
                    <a:pt x="3620" y="0"/>
                  </a:moveTo>
                  <a:lnTo>
                    <a:pt x="0" y="802"/>
                  </a:lnTo>
                  <a:lnTo>
                    <a:pt x="481" y="3551"/>
                  </a:lnTo>
                  <a:lnTo>
                    <a:pt x="459" y="3689"/>
                  </a:lnTo>
                  <a:lnTo>
                    <a:pt x="436" y="3872"/>
                  </a:lnTo>
                  <a:lnTo>
                    <a:pt x="413" y="4124"/>
                  </a:lnTo>
                  <a:lnTo>
                    <a:pt x="436" y="4422"/>
                  </a:lnTo>
                  <a:lnTo>
                    <a:pt x="481" y="4766"/>
                  </a:lnTo>
                  <a:lnTo>
                    <a:pt x="596" y="5155"/>
                  </a:lnTo>
                  <a:lnTo>
                    <a:pt x="756" y="5568"/>
                  </a:lnTo>
                  <a:lnTo>
                    <a:pt x="871" y="5797"/>
                  </a:lnTo>
                  <a:lnTo>
                    <a:pt x="1008" y="6049"/>
                  </a:lnTo>
                  <a:lnTo>
                    <a:pt x="1329" y="6553"/>
                  </a:lnTo>
                  <a:lnTo>
                    <a:pt x="1742" y="7080"/>
                  </a:lnTo>
                  <a:lnTo>
                    <a:pt x="2200" y="7630"/>
                  </a:lnTo>
                  <a:lnTo>
                    <a:pt x="2704" y="8180"/>
                  </a:lnTo>
                  <a:lnTo>
                    <a:pt x="3254" y="8729"/>
                  </a:lnTo>
                  <a:lnTo>
                    <a:pt x="3804" y="9256"/>
                  </a:lnTo>
                  <a:lnTo>
                    <a:pt x="4376" y="9738"/>
                  </a:lnTo>
                  <a:lnTo>
                    <a:pt x="4628" y="9944"/>
                  </a:lnTo>
                  <a:lnTo>
                    <a:pt x="4903" y="10127"/>
                  </a:lnTo>
                  <a:lnTo>
                    <a:pt x="5201" y="10310"/>
                  </a:lnTo>
                  <a:lnTo>
                    <a:pt x="5522" y="10494"/>
                  </a:lnTo>
                  <a:lnTo>
                    <a:pt x="5843" y="10654"/>
                  </a:lnTo>
                  <a:lnTo>
                    <a:pt x="6186" y="10814"/>
                  </a:lnTo>
                  <a:lnTo>
                    <a:pt x="6530" y="10952"/>
                  </a:lnTo>
                  <a:lnTo>
                    <a:pt x="6851" y="11089"/>
                  </a:lnTo>
                  <a:lnTo>
                    <a:pt x="7172" y="11181"/>
                  </a:lnTo>
                  <a:lnTo>
                    <a:pt x="7492" y="11273"/>
                  </a:lnTo>
                  <a:lnTo>
                    <a:pt x="7790" y="11341"/>
                  </a:lnTo>
                  <a:lnTo>
                    <a:pt x="8065" y="11387"/>
                  </a:lnTo>
                  <a:lnTo>
                    <a:pt x="8317" y="11410"/>
                  </a:lnTo>
                  <a:lnTo>
                    <a:pt x="8546" y="11410"/>
                  </a:lnTo>
                  <a:lnTo>
                    <a:pt x="8730" y="11364"/>
                  </a:lnTo>
                  <a:lnTo>
                    <a:pt x="8867" y="11296"/>
                  </a:lnTo>
                  <a:lnTo>
                    <a:pt x="8936" y="11250"/>
                  </a:lnTo>
                  <a:lnTo>
                    <a:pt x="8959" y="11204"/>
                  </a:lnTo>
                  <a:lnTo>
                    <a:pt x="8982" y="11135"/>
                  </a:lnTo>
                  <a:lnTo>
                    <a:pt x="8982" y="11066"/>
                  </a:lnTo>
                  <a:lnTo>
                    <a:pt x="8959" y="10906"/>
                  </a:lnTo>
                  <a:lnTo>
                    <a:pt x="8867" y="10700"/>
                  </a:lnTo>
                  <a:lnTo>
                    <a:pt x="8753" y="10471"/>
                  </a:lnTo>
                  <a:lnTo>
                    <a:pt x="8592" y="10242"/>
                  </a:lnTo>
                  <a:lnTo>
                    <a:pt x="8157" y="9692"/>
                  </a:lnTo>
                  <a:lnTo>
                    <a:pt x="7676" y="9119"/>
                  </a:lnTo>
                  <a:lnTo>
                    <a:pt x="7172" y="8546"/>
                  </a:lnTo>
                  <a:lnTo>
                    <a:pt x="6713" y="7996"/>
                  </a:lnTo>
                  <a:lnTo>
                    <a:pt x="6530" y="7744"/>
                  </a:lnTo>
                  <a:lnTo>
                    <a:pt x="6370" y="7515"/>
                  </a:lnTo>
                  <a:lnTo>
                    <a:pt x="6072" y="7057"/>
                  </a:lnTo>
                  <a:lnTo>
                    <a:pt x="5820" y="6599"/>
                  </a:lnTo>
                  <a:lnTo>
                    <a:pt x="5316" y="5728"/>
                  </a:lnTo>
                  <a:lnTo>
                    <a:pt x="4903" y="4857"/>
                  </a:lnTo>
                  <a:lnTo>
                    <a:pt x="4560" y="4055"/>
                  </a:lnTo>
                  <a:lnTo>
                    <a:pt x="4376" y="3551"/>
                  </a:lnTo>
                  <a:lnTo>
                    <a:pt x="4193" y="2933"/>
                  </a:lnTo>
                  <a:lnTo>
                    <a:pt x="4033" y="2268"/>
                  </a:lnTo>
                  <a:lnTo>
                    <a:pt x="3895" y="1604"/>
                  </a:lnTo>
                  <a:lnTo>
                    <a:pt x="3689" y="481"/>
                  </a:lnTo>
                  <a:lnTo>
                    <a:pt x="3620" y="0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2" name="Google Shape;5132;p66"/>
            <p:cNvSpPr/>
            <p:nvPr/>
          </p:nvSpPr>
          <p:spPr>
            <a:xfrm>
              <a:off x="945958" y="2018714"/>
              <a:ext cx="357465" cy="536691"/>
            </a:xfrm>
            <a:custGeom>
              <a:avLst/>
              <a:gdLst/>
              <a:ahLst/>
              <a:cxnLst/>
              <a:rect l="l" t="t" r="r" b="b"/>
              <a:pathLst>
                <a:path w="16634" h="24974" extrusionOk="0">
                  <a:moveTo>
                    <a:pt x="7630" y="0"/>
                  </a:moveTo>
                  <a:lnTo>
                    <a:pt x="7080" y="23"/>
                  </a:lnTo>
                  <a:lnTo>
                    <a:pt x="6507" y="92"/>
                  </a:lnTo>
                  <a:lnTo>
                    <a:pt x="5934" y="183"/>
                  </a:lnTo>
                  <a:lnTo>
                    <a:pt x="5339" y="298"/>
                  </a:lnTo>
                  <a:lnTo>
                    <a:pt x="4766" y="458"/>
                  </a:lnTo>
                  <a:lnTo>
                    <a:pt x="4239" y="664"/>
                  </a:lnTo>
                  <a:lnTo>
                    <a:pt x="3758" y="894"/>
                  </a:lnTo>
                  <a:lnTo>
                    <a:pt x="3299" y="1169"/>
                  </a:lnTo>
                  <a:lnTo>
                    <a:pt x="2887" y="1466"/>
                  </a:lnTo>
                  <a:lnTo>
                    <a:pt x="2520" y="1810"/>
                  </a:lnTo>
                  <a:lnTo>
                    <a:pt x="2177" y="2154"/>
                  </a:lnTo>
                  <a:lnTo>
                    <a:pt x="1879" y="2543"/>
                  </a:lnTo>
                  <a:lnTo>
                    <a:pt x="1604" y="2956"/>
                  </a:lnTo>
                  <a:lnTo>
                    <a:pt x="1352" y="3391"/>
                  </a:lnTo>
                  <a:lnTo>
                    <a:pt x="1146" y="3849"/>
                  </a:lnTo>
                  <a:lnTo>
                    <a:pt x="962" y="4307"/>
                  </a:lnTo>
                  <a:lnTo>
                    <a:pt x="802" y="4789"/>
                  </a:lnTo>
                  <a:lnTo>
                    <a:pt x="665" y="5293"/>
                  </a:lnTo>
                  <a:lnTo>
                    <a:pt x="550" y="5797"/>
                  </a:lnTo>
                  <a:lnTo>
                    <a:pt x="458" y="6301"/>
                  </a:lnTo>
                  <a:lnTo>
                    <a:pt x="390" y="6805"/>
                  </a:lnTo>
                  <a:lnTo>
                    <a:pt x="321" y="7332"/>
                  </a:lnTo>
                  <a:lnTo>
                    <a:pt x="298" y="7836"/>
                  </a:lnTo>
                  <a:lnTo>
                    <a:pt x="275" y="8363"/>
                  </a:lnTo>
                  <a:lnTo>
                    <a:pt x="275" y="8867"/>
                  </a:lnTo>
                  <a:lnTo>
                    <a:pt x="298" y="9371"/>
                  </a:lnTo>
                  <a:lnTo>
                    <a:pt x="344" y="10356"/>
                  </a:lnTo>
                  <a:lnTo>
                    <a:pt x="458" y="11273"/>
                  </a:lnTo>
                  <a:lnTo>
                    <a:pt x="573" y="12097"/>
                  </a:lnTo>
                  <a:lnTo>
                    <a:pt x="710" y="12853"/>
                  </a:lnTo>
                  <a:lnTo>
                    <a:pt x="848" y="13495"/>
                  </a:lnTo>
                  <a:lnTo>
                    <a:pt x="1008" y="14137"/>
                  </a:lnTo>
                  <a:lnTo>
                    <a:pt x="1123" y="14755"/>
                  </a:lnTo>
                  <a:lnTo>
                    <a:pt x="1237" y="15351"/>
                  </a:lnTo>
                  <a:lnTo>
                    <a:pt x="1306" y="15924"/>
                  </a:lnTo>
                  <a:lnTo>
                    <a:pt x="1352" y="16473"/>
                  </a:lnTo>
                  <a:lnTo>
                    <a:pt x="1398" y="17000"/>
                  </a:lnTo>
                  <a:lnTo>
                    <a:pt x="1421" y="17482"/>
                  </a:lnTo>
                  <a:lnTo>
                    <a:pt x="1398" y="17963"/>
                  </a:lnTo>
                  <a:lnTo>
                    <a:pt x="1398" y="18421"/>
                  </a:lnTo>
                  <a:lnTo>
                    <a:pt x="1352" y="18856"/>
                  </a:lnTo>
                  <a:lnTo>
                    <a:pt x="1306" y="19269"/>
                  </a:lnTo>
                  <a:lnTo>
                    <a:pt x="1260" y="19658"/>
                  </a:lnTo>
                  <a:lnTo>
                    <a:pt x="1123" y="20368"/>
                  </a:lnTo>
                  <a:lnTo>
                    <a:pt x="962" y="21033"/>
                  </a:lnTo>
                  <a:lnTo>
                    <a:pt x="779" y="21629"/>
                  </a:lnTo>
                  <a:lnTo>
                    <a:pt x="596" y="22156"/>
                  </a:lnTo>
                  <a:lnTo>
                    <a:pt x="252" y="23072"/>
                  </a:lnTo>
                  <a:lnTo>
                    <a:pt x="115" y="23462"/>
                  </a:lnTo>
                  <a:lnTo>
                    <a:pt x="23" y="23805"/>
                  </a:lnTo>
                  <a:lnTo>
                    <a:pt x="0" y="23966"/>
                  </a:lnTo>
                  <a:lnTo>
                    <a:pt x="0" y="24126"/>
                  </a:lnTo>
                  <a:lnTo>
                    <a:pt x="0" y="24286"/>
                  </a:lnTo>
                  <a:lnTo>
                    <a:pt x="23" y="24424"/>
                  </a:lnTo>
                  <a:lnTo>
                    <a:pt x="16313" y="24974"/>
                  </a:lnTo>
                  <a:lnTo>
                    <a:pt x="16405" y="24790"/>
                  </a:lnTo>
                  <a:lnTo>
                    <a:pt x="16497" y="24561"/>
                  </a:lnTo>
                  <a:lnTo>
                    <a:pt x="16565" y="24286"/>
                  </a:lnTo>
                  <a:lnTo>
                    <a:pt x="16611" y="23966"/>
                  </a:lnTo>
                  <a:lnTo>
                    <a:pt x="16634" y="23622"/>
                  </a:lnTo>
                  <a:lnTo>
                    <a:pt x="16634" y="23255"/>
                  </a:lnTo>
                  <a:lnTo>
                    <a:pt x="16634" y="22408"/>
                  </a:lnTo>
                  <a:lnTo>
                    <a:pt x="16565" y="21468"/>
                  </a:lnTo>
                  <a:lnTo>
                    <a:pt x="16474" y="20414"/>
                  </a:lnTo>
                  <a:lnTo>
                    <a:pt x="16245" y="18123"/>
                  </a:lnTo>
                  <a:lnTo>
                    <a:pt x="15992" y="15672"/>
                  </a:lnTo>
                  <a:lnTo>
                    <a:pt x="15878" y="14411"/>
                  </a:lnTo>
                  <a:lnTo>
                    <a:pt x="15786" y="13151"/>
                  </a:lnTo>
                  <a:lnTo>
                    <a:pt x="15740" y="11914"/>
                  </a:lnTo>
                  <a:lnTo>
                    <a:pt x="15740" y="10723"/>
                  </a:lnTo>
                  <a:lnTo>
                    <a:pt x="15763" y="10150"/>
                  </a:lnTo>
                  <a:lnTo>
                    <a:pt x="15809" y="9600"/>
                  </a:lnTo>
                  <a:lnTo>
                    <a:pt x="15855" y="9050"/>
                  </a:lnTo>
                  <a:lnTo>
                    <a:pt x="15924" y="8523"/>
                  </a:lnTo>
                  <a:lnTo>
                    <a:pt x="15992" y="7973"/>
                  </a:lnTo>
                  <a:lnTo>
                    <a:pt x="16038" y="7446"/>
                  </a:lnTo>
                  <a:lnTo>
                    <a:pt x="16038" y="6919"/>
                  </a:lnTo>
                  <a:lnTo>
                    <a:pt x="15992" y="6415"/>
                  </a:lnTo>
                  <a:lnTo>
                    <a:pt x="15947" y="5934"/>
                  </a:lnTo>
                  <a:lnTo>
                    <a:pt x="15832" y="5453"/>
                  </a:lnTo>
                  <a:lnTo>
                    <a:pt x="15718" y="4995"/>
                  </a:lnTo>
                  <a:lnTo>
                    <a:pt x="15557" y="4559"/>
                  </a:lnTo>
                  <a:lnTo>
                    <a:pt x="15374" y="4124"/>
                  </a:lnTo>
                  <a:lnTo>
                    <a:pt x="15168" y="3735"/>
                  </a:lnTo>
                  <a:lnTo>
                    <a:pt x="14916" y="3345"/>
                  </a:lnTo>
                  <a:lnTo>
                    <a:pt x="14641" y="2956"/>
                  </a:lnTo>
                  <a:lnTo>
                    <a:pt x="14366" y="2612"/>
                  </a:lnTo>
                  <a:lnTo>
                    <a:pt x="14045" y="2268"/>
                  </a:lnTo>
                  <a:lnTo>
                    <a:pt x="13701" y="1970"/>
                  </a:lnTo>
                  <a:lnTo>
                    <a:pt x="13335" y="1673"/>
                  </a:lnTo>
                  <a:lnTo>
                    <a:pt x="12968" y="1398"/>
                  </a:lnTo>
                  <a:lnTo>
                    <a:pt x="12556" y="1146"/>
                  </a:lnTo>
                  <a:lnTo>
                    <a:pt x="12143" y="916"/>
                  </a:lnTo>
                  <a:lnTo>
                    <a:pt x="11708" y="710"/>
                  </a:lnTo>
                  <a:lnTo>
                    <a:pt x="11250" y="550"/>
                  </a:lnTo>
                  <a:lnTo>
                    <a:pt x="10769" y="390"/>
                  </a:lnTo>
                  <a:lnTo>
                    <a:pt x="10287" y="252"/>
                  </a:lnTo>
                  <a:lnTo>
                    <a:pt x="9783" y="160"/>
                  </a:lnTo>
                  <a:lnTo>
                    <a:pt x="9256" y="69"/>
                  </a:lnTo>
                  <a:lnTo>
                    <a:pt x="8729" y="23"/>
                  </a:lnTo>
                  <a:lnTo>
                    <a:pt x="82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133;p66"/>
            <p:cNvSpPr/>
            <p:nvPr/>
          </p:nvSpPr>
          <p:spPr>
            <a:xfrm>
              <a:off x="945958" y="2018714"/>
              <a:ext cx="357465" cy="536691"/>
            </a:xfrm>
            <a:custGeom>
              <a:avLst/>
              <a:gdLst/>
              <a:ahLst/>
              <a:cxnLst/>
              <a:rect l="l" t="t" r="r" b="b"/>
              <a:pathLst>
                <a:path w="16634" h="24974" fill="none" extrusionOk="0">
                  <a:moveTo>
                    <a:pt x="23" y="24424"/>
                  </a:moveTo>
                  <a:lnTo>
                    <a:pt x="23" y="24424"/>
                  </a:lnTo>
                  <a:lnTo>
                    <a:pt x="0" y="24286"/>
                  </a:lnTo>
                  <a:lnTo>
                    <a:pt x="0" y="24126"/>
                  </a:lnTo>
                  <a:lnTo>
                    <a:pt x="0" y="23966"/>
                  </a:lnTo>
                  <a:lnTo>
                    <a:pt x="23" y="23805"/>
                  </a:lnTo>
                  <a:lnTo>
                    <a:pt x="115" y="23462"/>
                  </a:lnTo>
                  <a:lnTo>
                    <a:pt x="252" y="23072"/>
                  </a:lnTo>
                  <a:lnTo>
                    <a:pt x="596" y="22156"/>
                  </a:lnTo>
                  <a:lnTo>
                    <a:pt x="779" y="21629"/>
                  </a:lnTo>
                  <a:lnTo>
                    <a:pt x="962" y="21033"/>
                  </a:lnTo>
                  <a:lnTo>
                    <a:pt x="1123" y="20368"/>
                  </a:lnTo>
                  <a:lnTo>
                    <a:pt x="1260" y="19658"/>
                  </a:lnTo>
                  <a:lnTo>
                    <a:pt x="1306" y="19269"/>
                  </a:lnTo>
                  <a:lnTo>
                    <a:pt x="1352" y="18856"/>
                  </a:lnTo>
                  <a:lnTo>
                    <a:pt x="1398" y="18421"/>
                  </a:lnTo>
                  <a:lnTo>
                    <a:pt x="1398" y="17963"/>
                  </a:lnTo>
                  <a:lnTo>
                    <a:pt x="1421" y="17482"/>
                  </a:lnTo>
                  <a:lnTo>
                    <a:pt x="1398" y="17000"/>
                  </a:lnTo>
                  <a:lnTo>
                    <a:pt x="1352" y="16473"/>
                  </a:lnTo>
                  <a:lnTo>
                    <a:pt x="1306" y="15924"/>
                  </a:lnTo>
                  <a:lnTo>
                    <a:pt x="1237" y="15351"/>
                  </a:lnTo>
                  <a:lnTo>
                    <a:pt x="1123" y="14755"/>
                  </a:lnTo>
                  <a:lnTo>
                    <a:pt x="1008" y="14137"/>
                  </a:lnTo>
                  <a:lnTo>
                    <a:pt x="848" y="13495"/>
                  </a:lnTo>
                  <a:lnTo>
                    <a:pt x="848" y="13495"/>
                  </a:lnTo>
                  <a:lnTo>
                    <a:pt x="710" y="12853"/>
                  </a:lnTo>
                  <a:lnTo>
                    <a:pt x="573" y="12097"/>
                  </a:lnTo>
                  <a:lnTo>
                    <a:pt x="458" y="11273"/>
                  </a:lnTo>
                  <a:lnTo>
                    <a:pt x="344" y="10356"/>
                  </a:lnTo>
                  <a:lnTo>
                    <a:pt x="298" y="9371"/>
                  </a:lnTo>
                  <a:lnTo>
                    <a:pt x="275" y="8867"/>
                  </a:lnTo>
                  <a:lnTo>
                    <a:pt x="275" y="8363"/>
                  </a:lnTo>
                  <a:lnTo>
                    <a:pt x="298" y="7836"/>
                  </a:lnTo>
                  <a:lnTo>
                    <a:pt x="321" y="7332"/>
                  </a:lnTo>
                  <a:lnTo>
                    <a:pt x="390" y="6805"/>
                  </a:lnTo>
                  <a:lnTo>
                    <a:pt x="458" y="6301"/>
                  </a:lnTo>
                  <a:lnTo>
                    <a:pt x="550" y="5797"/>
                  </a:lnTo>
                  <a:lnTo>
                    <a:pt x="665" y="5293"/>
                  </a:lnTo>
                  <a:lnTo>
                    <a:pt x="802" y="4789"/>
                  </a:lnTo>
                  <a:lnTo>
                    <a:pt x="962" y="4307"/>
                  </a:lnTo>
                  <a:lnTo>
                    <a:pt x="1146" y="3849"/>
                  </a:lnTo>
                  <a:lnTo>
                    <a:pt x="1352" y="3391"/>
                  </a:lnTo>
                  <a:lnTo>
                    <a:pt x="1604" y="2956"/>
                  </a:lnTo>
                  <a:lnTo>
                    <a:pt x="1879" y="2543"/>
                  </a:lnTo>
                  <a:lnTo>
                    <a:pt x="2177" y="2154"/>
                  </a:lnTo>
                  <a:lnTo>
                    <a:pt x="2520" y="1810"/>
                  </a:lnTo>
                  <a:lnTo>
                    <a:pt x="2887" y="1466"/>
                  </a:lnTo>
                  <a:lnTo>
                    <a:pt x="3299" y="1169"/>
                  </a:lnTo>
                  <a:lnTo>
                    <a:pt x="3758" y="894"/>
                  </a:lnTo>
                  <a:lnTo>
                    <a:pt x="4239" y="664"/>
                  </a:lnTo>
                  <a:lnTo>
                    <a:pt x="4766" y="458"/>
                  </a:lnTo>
                  <a:lnTo>
                    <a:pt x="5339" y="298"/>
                  </a:lnTo>
                  <a:lnTo>
                    <a:pt x="5339" y="298"/>
                  </a:lnTo>
                  <a:lnTo>
                    <a:pt x="5934" y="183"/>
                  </a:lnTo>
                  <a:lnTo>
                    <a:pt x="6507" y="92"/>
                  </a:lnTo>
                  <a:lnTo>
                    <a:pt x="7080" y="23"/>
                  </a:lnTo>
                  <a:lnTo>
                    <a:pt x="7630" y="0"/>
                  </a:lnTo>
                  <a:lnTo>
                    <a:pt x="8203" y="0"/>
                  </a:lnTo>
                  <a:lnTo>
                    <a:pt x="8729" y="23"/>
                  </a:lnTo>
                  <a:lnTo>
                    <a:pt x="9256" y="69"/>
                  </a:lnTo>
                  <a:lnTo>
                    <a:pt x="9783" y="160"/>
                  </a:lnTo>
                  <a:lnTo>
                    <a:pt x="10287" y="252"/>
                  </a:lnTo>
                  <a:lnTo>
                    <a:pt x="10769" y="390"/>
                  </a:lnTo>
                  <a:lnTo>
                    <a:pt x="11250" y="550"/>
                  </a:lnTo>
                  <a:lnTo>
                    <a:pt x="11708" y="710"/>
                  </a:lnTo>
                  <a:lnTo>
                    <a:pt x="12143" y="916"/>
                  </a:lnTo>
                  <a:lnTo>
                    <a:pt x="12556" y="1146"/>
                  </a:lnTo>
                  <a:lnTo>
                    <a:pt x="12968" y="1398"/>
                  </a:lnTo>
                  <a:lnTo>
                    <a:pt x="13335" y="1673"/>
                  </a:lnTo>
                  <a:lnTo>
                    <a:pt x="13701" y="1970"/>
                  </a:lnTo>
                  <a:lnTo>
                    <a:pt x="14045" y="2268"/>
                  </a:lnTo>
                  <a:lnTo>
                    <a:pt x="14366" y="2612"/>
                  </a:lnTo>
                  <a:lnTo>
                    <a:pt x="14641" y="2956"/>
                  </a:lnTo>
                  <a:lnTo>
                    <a:pt x="14916" y="3345"/>
                  </a:lnTo>
                  <a:lnTo>
                    <a:pt x="15168" y="3735"/>
                  </a:lnTo>
                  <a:lnTo>
                    <a:pt x="15374" y="4124"/>
                  </a:lnTo>
                  <a:lnTo>
                    <a:pt x="15557" y="4559"/>
                  </a:lnTo>
                  <a:lnTo>
                    <a:pt x="15718" y="4995"/>
                  </a:lnTo>
                  <a:lnTo>
                    <a:pt x="15832" y="5453"/>
                  </a:lnTo>
                  <a:lnTo>
                    <a:pt x="15947" y="5934"/>
                  </a:lnTo>
                  <a:lnTo>
                    <a:pt x="15992" y="6415"/>
                  </a:lnTo>
                  <a:lnTo>
                    <a:pt x="16038" y="6919"/>
                  </a:lnTo>
                  <a:lnTo>
                    <a:pt x="16038" y="7446"/>
                  </a:lnTo>
                  <a:lnTo>
                    <a:pt x="15992" y="7973"/>
                  </a:lnTo>
                  <a:lnTo>
                    <a:pt x="15924" y="8523"/>
                  </a:lnTo>
                  <a:lnTo>
                    <a:pt x="15924" y="8523"/>
                  </a:lnTo>
                  <a:lnTo>
                    <a:pt x="15855" y="9050"/>
                  </a:lnTo>
                  <a:lnTo>
                    <a:pt x="15809" y="9600"/>
                  </a:lnTo>
                  <a:lnTo>
                    <a:pt x="15763" y="10150"/>
                  </a:lnTo>
                  <a:lnTo>
                    <a:pt x="15740" y="10723"/>
                  </a:lnTo>
                  <a:lnTo>
                    <a:pt x="15740" y="11914"/>
                  </a:lnTo>
                  <a:lnTo>
                    <a:pt x="15786" y="13151"/>
                  </a:lnTo>
                  <a:lnTo>
                    <a:pt x="15878" y="14411"/>
                  </a:lnTo>
                  <a:lnTo>
                    <a:pt x="15992" y="15672"/>
                  </a:lnTo>
                  <a:lnTo>
                    <a:pt x="16245" y="18123"/>
                  </a:lnTo>
                  <a:lnTo>
                    <a:pt x="16474" y="20414"/>
                  </a:lnTo>
                  <a:lnTo>
                    <a:pt x="16565" y="21468"/>
                  </a:lnTo>
                  <a:lnTo>
                    <a:pt x="16634" y="22408"/>
                  </a:lnTo>
                  <a:lnTo>
                    <a:pt x="16634" y="23255"/>
                  </a:lnTo>
                  <a:lnTo>
                    <a:pt x="16634" y="23622"/>
                  </a:lnTo>
                  <a:lnTo>
                    <a:pt x="16611" y="23966"/>
                  </a:lnTo>
                  <a:lnTo>
                    <a:pt x="16565" y="24286"/>
                  </a:lnTo>
                  <a:lnTo>
                    <a:pt x="16497" y="24561"/>
                  </a:lnTo>
                  <a:lnTo>
                    <a:pt x="16405" y="24790"/>
                  </a:lnTo>
                  <a:lnTo>
                    <a:pt x="16313" y="24974"/>
                  </a:lnTo>
                  <a:lnTo>
                    <a:pt x="23" y="2442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134;p66"/>
            <p:cNvSpPr/>
            <p:nvPr/>
          </p:nvSpPr>
          <p:spPr>
            <a:xfrm>
              <a:off x="885401" y="2427855"/>
              <a:ext cx="562307" cy="815889"/>
            </a:xfrm>
            <a:custGeom>
              <a:avLst/>
              <a:gdLst/>
              <a:ahLst/>
              <a:cxnLst/>
              <a:rect l="l" t="t" r="r" b="b"/>
              <a:pathLst>
                <a:path w="26166" h="37966" extrusionOk="0">
                  <a:moveTo>
                    <a:pt x="7950" y="1"/>
                  </a:moveTo>
                  <a:lnTo>
                    <a:pt x="7927" y="46"/>
                  </a:lnTo>
                  <a:lnTo>
                    <a:pt x="7859" y="138"/>
                  </a:lnTo>
                  <a:lnTo>
                    <a:pt x="7653" y="321"/>
                  </a:lnTo>
                  <a:lnTo>
                    <a:pt x="7332" y="550"/>
                  </a:lnTo>
                  <a:lnTo>
                    <a:pt x="6805" y="871"/>
                  </a:lnTo>
                  <a:lnTo>
                    <a:pt x="6461" y="1055"/>
                  </a:lnTo>
                  <a:lnTo>
                    <a:pt x="6049" y="1238"/>
                  </a:lnTo>
                  <a:lnTo>
                    <a:pt x="5568" y="1444"/>
                  </a:lnTo>
                  <a:lnTo>
                    <a:pt x="5041" y="1673"/>
                  </a:lnTo>
                  <a:lnTo>
                    <a:pt x="4399" y="1925"/>
                  </a:lnTo>
                  <a:lnTo>
                    <a:pt x="3712" y="2177"/>
                  </a:lnTo>
                  <a:lnTo>
                    <a:pt x="3001" y="2452"/>
                  </a:lnTo>
                  <a:lnTo>
                    <a:pt x="2383" y="2750"/>
                  </a:lnTo>
                  <a:lnTo>
                    <a:pt x="1879" y="3048"/>
                  </a:lnTo>
                  <a:lnTo>
                    <a:pt x="1627" y="3208"/>
                  </a:lnTo>
                  <a:lnTo>
                    <a:pt x="1421" y="3369"/>
                  </a:lnTo>
                  <a:lnTo>
                    <a:pt x="1237" y="3529"/>
                  </a:lnTo>
                  <a:lnTo>
                    <a:pt x="1054" y="3712"/>
                  </a:lnTo>
                  <a:lnTo>
                    <a:pt x="894" y="3873"/>
                  </a:lnTo>
                  <a:lnTo>
                    <a:pt x="733" y="4056"/>
                  </a:lnTo>
                  <a:lnTo>
                    <a:pt x="504" y="4400"/>
                  </a:lnTo>
                  <a:lnTo>
                    <a:pt x="321" y="4766"/>
                  </a:lnTo>
                  <a:lnTo>
                    <a:pt x="183" y="5133"/>
                  </a:lnTo>
                  <a:lnTo>
                    <a:pt x="92" y="5499"/>
                  </a:lnTo>
                  <a:lnTo>
                    <a:pt x="23" y="5866"/>
                  </a:lnTo>
                  <a:lnTo>
                    <a:pt x="0" y="6233"/>
                  </a:lnTo>
                  <a:lnTo>
                    <a:pt x="0" y="6599"/>
                  </a:lnTo>
                  <a:lnTo>
                    <a:pt x="46" y="6966"/>
                  </a:lnTo>
                  <a:lnTo>
                    <a:pt x="138" y="7676"/>
                  </a:lnTo>
                  <a:lnTo>
                    <a:pt x="183" y="7859"/>
                  </a:lnTo>
                  <a:lnTo>
                    <a:pt x="275" y="8111"/>
                  </a:lnTo>
                  <a:lnTo>
                    <a:pt x="435" y="8386"/>
                  </a:lnTo>
                  <a:lnTo>
                    <a:pt x="596" y="8707"/>
                  </a:lnTo>
                  <a:lnTo>
                    <a:pt x="1558" y="10380"/>
                  </a:lnTo>
                  <a:lnTo>
                    <a:pt x="3185" y="13221"/>
                  </a:lnTo>
                  <a:lnTo>
                    <a:pt x="4055" y="14847"/>
                  </a:lnTo>
                  <a:lnTo>
                    <a:pt x="4949" y="16543"/>
                  </a:lnTo>
                  <a:lnTo>
                    <a:pt x="5820" y="18261"/>
                  </a:lnTo>
                  <a:lnTo>
                    <a:pt x="6209" y="19132"/>
                  </a:lnTo>
                  <a:lnTo>
                    <a:pt x="6599" y="19980"/>
                  </a:lnTo>
                  <a:lnTo>
                    <a:pt x="6942" y="20804"/>
                  </a:lnTo>
                  <a:lnTo>
                    <a:pt x="7263" y="21629"/>
                  </a:lnTo>
                  <a:lnTo>
                    <a:pt x="7538" y="22408"/>
                  </a:lnTo>
                  <a:lnTo>
                    <a:pt x="7790" y="23187"/>
                  </a:lnTo>
                  <a:lnTo>
                    <a:pt x="8088" y="24127"/>
                  </a:lnTo>
                  <a:lnTo>
                    <a:pt x="8592" y="25524"/>
                  </a:lnTo>
                  <a:lnTo>
                    <a:pt x="8821" y="26257"/>
                  </a:lnTo>
                  <a:lnTo>
                    <a:pt x="9027" y="26899"/>
                  </a:lnTo>
                  <a:lnTo>
                    <a:pt x="9165" y="27449"/>
                  </a:lnTo>
                  <a:lnTo>
                    <a:pt x="9211" y="27632"/>
                  </a:lnTo>
                  <a:lnTo>
                    <a:pt x="9211" y="27770"/>
                  </a:lnTo>
                  <a:lnTo>
                    <a:pt x="9188" y="28503"/>
                  </a:lnTo>
                  <a:lnTo>
                    <a:pt x="9119" y="29190"/>
                  </a:lnTo>
                  <a:lnTo>
                    <a:pt x="9073" y="29854"/>
                  </a:lnTo>
                  <a:lnTo>
                    <a:pt x="8981" y="30519"/>
                  </a:lnTo>
                  <a:lnTo>
                    <a:pt x="8798" y="31733"/>
                  </a:lnTo>
                  <a:lnTo>
                    <a:pt x="8592" y="32787"/>
                  </a:lnTo>
                  <a:lnTo>
                    <a:pt x="8386" y="33681"/>
                  </a:lnTo>
                  <a:lnTo>
                    <a:pt x="8225" y="34345"/>
                  </a:lnTo>
                  <a:lnTo>
                    <a:pt x="8065" y="34918"/>
                  </a:lnTo>
                  <a:lnTo>
                    <a:pt x="8592" y="35239"/>
                  </a:lnTo>
                  <a:lnTo>
                    <a:pt x="9119" y="35559"/>
                  </a:lnTo>
                  <a:lnTo>
                    <a:pt x="9646" y="35834"/>
                  </a:lnTo>
                  <a:lnTo>
                    <a:pt x="10150" y="36086"/>
                  </a:lnTo>
                  <a:lnTo>
                    <a:pt x="10677" y="36338"/>
                  </a:lnTo>
                  <a:lnTo>
                    <a:pt x="11158" y="36568"/>
                  </a:lnTo>
                  <a:lnTo>
                    <a:pt x="11662" y="36774"/>
                  </a:lnTo>
                  <a:lnTo>
                    <a:pt x="12143" y="36957"/>
                  </a:lnTo>
                  <a:lnTo>
                    <a:pt x="13083" y="37278"/>
                  </a:lnTo>
                  <a:lnTo>
                    <a:pt x="13976" y="37530"/>
                  </a:lnTo>
                  <a:lnTo>
                    <a:pt x="14847" y="37713"/>
                  </a:lnTo>
                  <a:lnTo>
                    <a:pt x="15694" y="37851"/>
                  </a:lnTo>
                  <a:lnTo>
                    <a:pt x="16519" y="37942"/>
                  </a:lnTo>
                  <a:lnTo>
                    <a:pt x="17298" y="37965"/>
                  </a:lnTo>
                  <a:lnTo>
                    <a:pt x="18031" y="37965"/>
                  </a:lnTo>
                  <a:lnTo>
                    <a:pt x="18742" y="37896"/>
                  </a:lnTo>
                  <a:lnTo>
                    <a:pt x="19429" y="37805"/>
                  </a:lnTo>
                  <a:lnTo>
                    <a:pt x="20071" y="37690"/>
                  </a:lnTo>
                  <a:lnTo>
                    <a:pt x="20666" y="37530"/>
                  </a:lnTo>
                  <a:lnTo>
                    <a:pt x="21262" y="37347"/>
                  </a:lnTo>
                  <a:lnTo>
                    <a:pt x="21789" y="37163"/>
                  </a:lnTo>
                  <a:lnTo>
                    <a:pt x="22316" y="36934"/>
                  </a:lnTo>
                  <a:lnTo>
                    <a:pt x="22774" y="36705"/>
                  </a:lnTo>
                  <a:lnTo>
                    <a:pt x="23232" y="36476"/>
                  </a:lnTo>
                  <a:lnTo>
                    <a:pt x="23622" y="36224"/>
                  </a:lnTo>
                  <a:lnTo>
                    <a:pt x="24011" y="35972"/>
                  </a:lnTo>
                  <a:lnTo>
                    <a:pt x="24332" y="35743"/>
                  </a:lnTo>
                  <a:lnTo>
                    <a:pt x="24653" y="35514"/>
                  </a:lnTo>
                  <a:lnTo>
                    <a:pt x="25157" y="35078"/>
                  </a:lnTo>
                  <a:lnTo>
                    <a:pt x="25501" y="34735"/>
                  </a:lnTo>
                  <a:lnTo>
                    <a:pt x="25730" y="34506"/>
                  </a:lnTo>
                  <a:lnTo>
                    <a:pt x="25799" y="34437"/>
                  </a:lnTo>
                  <a:lnTo>
                    <a:pt x="25844" y="34506"/>
                  </a:lnTo>
                  <a:lnTo>
                    <a:pt x="25959" y="34666"/>
                  </a:lnTo>
                  <a:lnTo>
                    <a:pt x="26028" y="34735"/>
                  </a:lnTo>
                  <a:lnTo>
                    <a:pt x="26096" y="34758"/>
                  </a:lnTo>
                  <a:lnTo>
                    <a:pt x="26119" y="34758"/>
                  </a:lnTo>
                  <a:lnTo>
                    <a:pt x="26142" y="34735"/>
                  </a:lnTo>
                  <a:lnTo>
                    <a:pt x="26165" y="34643"/>
                  </a:lnTo>
                  <a:lnTo>
                    <a:pt x="26165" y="34460"/>
                  </a:lnTo>
                  <a:lnTo>
                    <a:pt x="26119" y="34185"/>
                  </a:lnTo>
                  <a:lnTo>
                    <a:pt x="26028" y="33772"/>
                  </a:lnTo>
                  <a:lnTo>
                    <a:pt x="25913" y="33245"/>
                  </a:lnTo>
                  <a:lnTo>
                    <a:pt x="25730" y="32535"/>
                  </a:lnTo>
                  <a:lnTo>
                    <a:pt x="25478" y="31665"/>
                  </a:lnTo>
                  <a:lnTo>
                    <a:pt x="25134" y="30588"/>
                  </a:lnTo>
                  <a:lnTo>
                    <a:pt x="24745" y="29305"/>
                  </a:lnTo>
                  <a:lnTo>
                    <a:pt x="24263" y="27792"/>
                  </a:lnTo>
                  <a:lnTo>
                    <a:pt x="24034" y="26945"/>
                  </a:lnTo>
                  <a:lnTo>
                    <a:pt x="23828" y="26097"/>
                  </a:lnTo>
                  <a:lnTo>
                    <a:pt x="23622" y="25226"/>
                  </a:lnTo>
                  <a:lnTo>
                    <a:pt x="23416" y="24356"/>
                  </a:lnTo>
                  <a:lnTo>
                    <a:pt x="23255" y="23508"/>
                  </a:lnTo>
                  <a:lnTo>
                    <a:pt x="23095" y="22660"/>
                  </a:lnTo>
                  <a:lnTo>
                    <a:pt x="22980" y="21790"/>
                  </a:lnTo>
                  <a:lnTo>
                    <a:pt x="22912" y="20965"/>
                  </a:lnTo>
                  <a:lnTo>
                    <a:pt x="22889" y="20575"/>
                  </a:lnTo>
                  <a:lnTo>
                    <a:pt x="22889" y="20209"/>
                  </a:lnTo>
                  <a:lnTo>
                    <a:pt x="22912" y="19888"/>
                  </a:lnTo>
                  <a:lnTo>
                    <a:pt x="22935" y="19567"/>
                  </a:lnTo>
                  <a:lnTo>
                    <a:pt x="22980" y="19246"/>
                  </a:lnTo>
                  <a:lnTo>
                    <a:pt x="23049" y="18926"/>
                  </a:lnTo>
                  <a:lnTo>
                    <a:pt x="23210" y="18307"/>
                  </a:lnTo>
                  <a:lnTo>
                    <a:pt x="23439" y="17665"/>
                  </a:lnTo>
                  <a:lnTo>
                    <a:pt x="23691" y="17024"/>
                  </a:lnTo>
                  <a:lnTo>
                    <a:pt x="24218" y="15741"/>
                  </a:lnTo>
                  <a:lnTo>
                    <a:pt x="24447" y="15099"/>
                  </a:lnTo>
                  <a:lnTo>
                    <a:pt x="24676" y="14458"/>
                  </a:lnTo>
                  <a:lnTo>
                    <a:pt x="24768" y="14183"/>
                  </a:lnTo>
                  <a:lnTo>
                    <a:pt x="24859" y="13816"/>
                  </a:lnTo>
                  <a:lnTo>
                    <a:pt x="24928" y="13473"/>
                  </a:lnTo>
                  <a:lnTo>
                    <a:pt x="24974" y="13106"/>
                  </a:lnTo>
                  <a:lnTo>
                    <a:pt x="24997" y="12739"/>
                  </a:lnTo>
                  <a:lnTo>
                    <a:pt x="24997" y="12487"/>
                  </a:lnTo>
                  <a:lnTo>
                    <a:pt x="24997" y="12235"/>
                  </a:lnTo>
                  <a:lnTo>
                    <a:pt x="24974" y="11960"/>
                  </a:lnTo>
                  <a:lnTo>
                    <a:pt x="24928" y="11708"/>
                  </a:lnTo>
                  <a:lnTo>
                    <a:pt x="24882" y="11456"/>
                  </a:lnTo>
                  <a:lnTo>
                    <a:pt x="24722" y="10998"/>
                  </a:lnTo>
                  <a:lnTo>
                    <a:pt x="24538" y="10586"/>
                  </a:lnTo>
                  <a:lnTo>
                    <a:pt x="24332" y="10196"/>
                  </a:lnTo>
                  <a:lnTo>
                    <a:pt x="24149" y="9898"/>
                  </a:lnTo>
                  <a:lnTo>
                    <a:pt x="23943" y="9601"/>
                  </a:lnTo>
                  <a:lnTo>
                    <a:pt x="23714" y="9303"/>
                  </a:lnTo>
                  <a:lnTo>
                    <a:pt x="23255" y="8776"/>
                  </a:lnTo>
                  <a:lnTo>
                    <a:pt x="22843" y="8318"/>
                  </a:lnTo>
                  <a:lnTo>
                    <a:pt x="22499" y="7928"/>
                  </a:lnTo>
                  <a:lnTo>
                    <a:pt x="22385" y="7745"/>
                  </a:lnTo>
                  <a:lnTo>
                    <a:pt x="22293" y="7561"/>
                  </a:lnTo>
                  <a:lnTo>
                    <a:pt x="22247" y="7355"/>
                  </a:lnTo>
                  <a:lnTo>
                    <a:pt x="22201" y="7126"/>
                  </a:lnTo>
                  <a:lnTo>
                    <a:pt x="22178" y="6874"/>
                  </a:lnTo>
                  <a:lnTo>
                    <a:pt x="22178" y="6622"/>
                  </a:lnTo>
                  <a:lnTo>
                    <a:pt x="22201" y="6095"/>
                  </a:lnTo>
                  <a:lnTo>
                    <a:pt x="22247" y="5362"/>
                  </a:lnTo>
                  <a:lnTo>
                    <a:pt x="22293" y="4629"/>
                  </a:lnTo>
                  <a:lnTo>
                    <a:pt x="22293" y="4239"/>
                  </a:lnTo>
                  <a:lnTo>
                    <a:pt x="22270" y="3873"/>
                  </a:lnTo>
                  <a:lnTo>
                    <a:pt x="22224" y="3483"/>
                  </a:lnTo>
                  <a:lnTo>
                    <a:pt x="22156" y="3117"/>
                  </a:lnTo>
                  <a:lnTo>
                    <a:pt x="22064" y="2819"/>
                  </a:lnTo>
                  <a:lnTo>
                    <a:pt x="21949" y="2544"/>
                  </a:lnTo>
                  <a:lnTo>
                    <a:pt x="21812" y="2315"/>
                  </a:lnTo>
                  <a:lnTo>
                    <a:pt x="21674" y="2131"/>
                  </a:lnTo>
                  <a:lnTo>
                    <a:pt x="21514" y="1948"/>
                  </a:lnTo>
                  <a:lnTo>
                    <a:pt x="21331" y="1811"/>
                  </a:lnTo>
                  <a:lnTo>
                    <a:pt x="21147" y="1696"/>
                  </a:lnTo>
                  <a:lnTo>
                    <a:pt x="20941" y="1604"/>
                  </a:lnTo>
                  <a:lnTo>
                    <a:pt x="20735" y="1536"/>
                  </a:lnTo>
                  <a:lnTo>
                    <a:pt x="20506" y="1467"/>
                  </a:lnTo>
                  <a:lnTo>
                    <a:pt x="20025" y="1398"/>
                  </a:lnTo>
                  <a:lnTo>
                    <a:pt x="19498" y="1352"/>
                  </a:lnTo>
                  <a:lnTo>
                    <a:pt x="18925" y="1307"/>
                  </a:lnTo>
                  <a:lnTo>
                    <a:pt x="18650" y="1284"/>
                  </a:lnTo>
                  <a:lnTo>
                    <a:pt x="18329" y="1238"/>
                  </a:lnTo>
                  <a:lnTo>
                    <a:pt x="18031" y="1169"/>
                  </a:lnTo>
                  <a:lnTo>
                    <a:pt x="17734" y="1077"/>
                  </a:lnTo>
                  <a:lnTo>
                    <a:pt x="17138" y="848"/>
                  </a:lnTo>
                  <a:lnTo>
                    <a:pt x="16611" y="619"/>
                  </a:lnTo>
                  <a:lnTo>
                    <a:pt x="16130" y="390"/>
                  </a:lnTo>
                  <a:lnTo>
                    <a:pt x="15763" y="184"/>
                  </a:lnTo>
                  <a:lnTo>
                    <a:pt x="15420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135;p66"/>
            <p:cNvSpPr/>
            <p:nvPr/>
          </p:nvSpPr>
          <p:spPr>
            <a:xfrm>
              <a:off x="1003056" y="2639076"/>
              <a:ext cx="405258" cy="70444"/>
            </a:xfrm>
            <a:custGeom>
              <a:avLst/>
              <a:gdLst/>
              <a:ahLst/>
              <a:cxnLst/>
              <a:rect l="l" t="t" r="r" b="b"/>
              <a:pathLst>
                <a:path w="18858" h="3278" extrusionOk="0">
                  <a:moveTo>
                    <a:pt x="16314" y="1"/>
                  </a:moveTo>
                  <a:lnTo>
                    <a:pt x="15123" y="24"/>
                  </a:lnTo>
                  <a:lnTo>
                    <a:pt x="13931" y="69"/>
                  </a:lnTo>
                  <a:lnTo>
                    <a:pt x="12763" y="161"/>
                  </a:lnTo>
                  <a:lnTo>
                    <a:pt x="11571" y="253"/>
                  </a:lnTo>
                  <a:lnTo>
                    <a:pt x="10403" y="390"/>
                  </a:lnTo>
                  <a:lnTo>
                    <a:pt x="9234" y="573"/>
                  </a:lnTo>
                  <a:lnTo>
                    <a:pt x="8066" y="757"/>
                  </a:lnTo>
                  <a:lnTo>
                    <a:pt x="6897" y="986"/>
                  </a:lnTo>
                  <a:lnTo>
                    <a:pt x="5752" y="1261"/>
                  </a:lnTo>
                  <a:lnTo>
                    <a:pt x="4606" y="1536"/>
                  </a:lnTo>
                  <a:lnTo>
                    <a:pt x="3461" y="1857"/>
                  </a:lnTo>
                  <a:lnTo>
                    <a:pt x="2338" y="2223"/>
                  </a:lnTo>
                  <a:lnTo>
                    <a:pt x="1215" y="2590"/>
                  </a:lnTo>
                  <a:lnTo>
                    <a:pt x="93" y="3002"/>
                  </a:lnTo>
                  <a:lnTo>
                    <a:pt x="47" y="3048"/>
                  </a:lnTo>
                  <a:lnTo>
                    <a:pt x="1" y="3094"/>
                  </a:lnTo>
                  <a:lnTo>
                    <a:pt x="1" y="3140"/>
                  </a:lnTo>
                  <a:lnTo>
                    <a:pt x="1" y="3185"/>
                  </a:lnTo>
                  <a:lnTo>
                    <a:pt x="24" y="3231"/>
                  </a:lnTo>
                  <a:lnTo>
                    <a:pt x="70" y="3254"/>
                  </a:lnTo>
                  <a:lnTo>
                    <a:pt x="115" y="3277"/>
                  </a:lnTo>
                  <a:lnTo>
                    <a:pt x="161" y="3277"/>
                  </a:lnTo>
                  <a:lnTo>
                    <a:pt x="1284" y="2865"/>
                  </a:lnTo>
                  <a:lnTo>
                    <a:pt x="2407" y="2475"/>
                  </a:lnTo>
                  <a:lnTo>
                    <a:pt x="3552" y="2131"/>
                  </a:lnTo>
                  <a:lnTo>
                    <a:pt x="4698" y="1811"/>
                  </a:lnTo>
                  <a:lnTo>
                    <a:pt x="5866" y="1513"/>
                  </a:lnTo>
                  <a:lnTo>
                    <a:pt x="7012" y="1261"/>
                  </a:lnTo>
                  <a:lnTo>
                    <a:pt x="8180" y="1032"/>
                  </a:lnTo>
                  <a:lnTo>
                    <a:pt x="9372" y="826"/>
                  </a:lnTo>
                  <a:lnTo>
                    <a:pt x="10540" y="665"/>
                  </a:lnTo>
                  <a:lnTo>
                    <a:pt x="11732" y="528"/>
                  </a:lnTo>
                  <a:lnTo>
                    <a:pt x="12900" y="413"/>
                  </a:lnTo>
                  <a:lnTo>
                    <a:pt x="14092" y="344"/>
                  </a:lnTo>
                  <a:lnTo>
                    <a:pt x="15283" y="299"/>
                  </a:lnTo>
                  <a:lnTo>
                    <a:pt x="16474" y="276"/>
                  </a:lnTo>
                  <a:lnTo>
                    <a:pt x="17666" y="299"/>
                  </a:lnTo>
                  <a:lnTo>
                    <a:pt x="18857" y="367"/>
                  </a:lnTo>
                  <a:lnTo>
                    <a:pt x="18674" y="69"/>
                  </a:lnTo>
                  <a:lnTo>
                    <a:pt x="17505" y="24"/>
                  </a:lnTo>
                  <a:lnTo>
                    <a:pt x="16314" y="1"/>
                  </a:lnTo>
                  <a:close/>
                </a:path>
              </a:pathLst>
            </a:custGeom>
            <a:solidFill>
              <a:srgbClr val="E1CC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6" name="Google Shape;5136;p66"/>
            <p:cNvSpPr/>
            <p:nvPr/>
          </p:nvSpPr>
          <p:spPr>
            <a:xfrm>
              <a:off x="1018830" y="2683882"/>
              <a:ext cx="403754" cy="64040"/>
            </a:xfrm>
            <a:custGeom>
              <a:avLst/>
              <a:gdLst/>
              <a:ahLst/>
              <a:cxnLst/>
              <a:rect l="l" t="t" r="r" b="b"/>
              <a:pathLst>
                <a:path w="18788" h="2980" extrusionOk="0">
                  <a:moveTo>
                    <a:pt x="16382" y="1"/>
                  </a:moveTo>
                  <a:lnTo>
                    <a:pt x="15213" y="24"/>
                  </a:lnTo>
                  <a:lnTo>
                    <a:pt x="14022" y="69"/>
                  </a:lnTo>
                  <a:lnTo>
                    <a:pt x="12831" y="161"/>
                  </a:lnTo>
                  <a:lnTo>
                    <a:pt x="11662" y="253"/>
                  </a:lnTo>
                  <a:lnTo>
                    <a:pt x="10494" y="390"/>
                  </a:lnTo>
                  <a:lnTo>
                    <a:pt x="9302" y="528"/>
                  </a:lnTo>
                  <a:lnTo>
                    <a:pt x="8134" y="711"/>
                  </a:lnTo>
                  <a:lnTo>
                    <a:pt x="6965" y="917"/>
                  </a:lnTo>
                  <a:lnTo>
                    <a:pt x="5820" y="1146"/>
                  </a:lnTo>
                  <a:lnTo>
                    <a:pt x="4651" y="1421"/>
                  </a:lnTo>
                  <a:lnTo>
                    <a:pt x="3506" y="1696"/>
                  </a:lnTo>
                  <a:lnTo>
                    <a:pt x="2360" y="1994"/>
                  </a:lnTo>
                  <a:lnTo>
                    <a:pt x="1214" y="2338"/>
                  </a:lnTo>
                  <a:lnTo>
                    <a:pt x="92" y="2704"/>
                  </a:lnTo>
                  <a:lnTo>
                    <a:pt x="46" y="2727"/>
                  </a:lnTo>
                  <a:lnTo>
                    <a:pt x="0" y="2773"/>
                  </a:lnTo>
                  <a:lnTo>
                    <a:pt x="0" y="2819"/>
                  </a:lnTo>
                  <a:lnTo>
                    <a:pt x="0" y="2865"/>
                  </a:lnTo>
                  <a:lnTo>
                    <a:pt x="23" y="2910"/>
                  </a:lnTo>
                  <a:lnTo>
                    <a:pt x="69" y="2956"/>
                  </a:lnTo>
                  <a:lnTo>
                    <a:pt x="115" y="2979"/>
                  </a:lnTo>
                  <a:lnTo>
                    <a:pt x="160" y="2956"/>
                  </a:lnTo>
                  <a:lnTo>
                    <a:pt x="1283" y="2613"/>
                  </a:lnTo>
                  <a:lnTo>
                    <a:pt x="2429" y="2269"/>
                  </a:lnTo>
                  <a:lnTo>
                    <a:pt x="3574" y="1971"/>
                  </a:lnTo>
                  <a:lnTo>
                    <a:pt x="4720" y="1673"/>
                  </a:lnTo>
                  <a:lnTo>
                    <a:pt x="5865" y="1421"/>
                  </a:lnTo>
                  <a:lnTo>
                    <a:pt x="7034" y="1192"/>
                  </a:lnTo>
                  <a:lnTo>
                    <a:pt x="8202" y="986"/>
                  </a:lnTo>
                  <a:lnTo>
                    <a:pt x="9371" y="803"/>
                  </a:lnTo>
                  <a:lnTo>
                    <a:pt x="10539" y="642"/>
                  </a:lnTo>
                  <a:lnTo>
                    <a:pt x="11708" y="528"/>
                  </a:lnTo>
                  <a:lnTo>
                    <a:pt x="12876" y="436"/>
                  </a:lnTo>
                  <a:lnTo>
                    <a:pt x="14068" y="344"/>
                  </a:lnTo>
                  <a:lnTo>
                    <a:pt x="15236" y="299"/>
                  </a:lnTo>
                  <a:lnTo>
                    <a:pt x="16428" y="276"/>
                  </a:lnTo>
                  <a:lnTo>
                    <a:pt x="17596" y="276"/>
                  </a:lnTo>
                  <a:lnTo>
                    <a:pt x="18788" y="321"/>
                  </a:lnTo>
                  <a:lnTo>
                    <a:pt x="18765" y="46"/>
                  </a:lnTo>
                  <a:lnTo>
                    <a:pt x="17573" y="1"/>
                  </a:lnTo>
                  <a:close/>
                </a:path>
              </a:pathLst>
            </a:custGeom>
            <a:solidFill>
              <a:srgbClr val="E1CC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7" name="Google Shape;5137;p66"/>
            <p:cNvSpPr/>
            <p:nvPr/>
          </p:nvSpPr>
          <p:spPr>
            <a:xfrm>
              <a:off x="1039503" y="2732621"/>
              <a:ext cx="378160" cy="60108"/>
            </a:xfrm>
            <a:custGeom>
              <a:avLst/>
              <a:gdLst/>
              <a:ahLst/>
              <a:cxnLst/>
              <a:rect l="l" t="t" r="r" b="b"/>
              <a:pathLst>
                <a:path w="17597" h="2797" extrusionOk="0">
                  <a:moveTo>
                    <a:pt x="17597" y="1"/>
                  </a:moveTo>
                  <a:lnTo>
                    <a:pt x="15764" y="24"/>
                  </a:lnTo>
                  <a:lnTo>
                    <a:pt x="13954" y="47"/>
                  </a:lnTo>
                  <a:lnTo>
                    <a:pt x="12831" y="93"/>
                  </a:lnTo>
                  <a:lnTo>
                    <a:pt x="11731" y="161"/>
                  </a:lnTo>
                  <a:lnTo>
                    <a:pt x="10608" y="299"/>
                  </a:lnTo>
                  <a:lnTo>
                    <a:pt x="9509" y="436"/>
                  </a:lnTo>
                  <a:lnTo>
                    <a:pt x="8409" y="620"/>
                  </a:lnTo>
                  <a:lnTo>
                    <a:pt x="7309" y="826"/>
                  </a:lnTo>
                  <a:lnTo>
                    <a:pt x="6209" y="1055"/>
                  </a:lnTo>
                  <a:lnTo>
                    <a:pt x="5133" y="1307"/>
                  </a:lnTo>
                  <a:lnTo>
                    <a:pt x="2612" y="1903"/>
                  </a:lnTo>
                  <a:lnTo>
                    <a:pt x="92" y="2521"/>
                  </a:lnTo>
                  <a:lnTo>
                    <a:pt x="46" y="2544"/>
                  </a:lnTo>
                  <a:lnTo>
                    <a:pt x="0" y="2590"/>
                  </a:lnTo>
                  <a:lnTo>
                    <a:pt x="0" y="2636"/>
                  </a:lnTo>
                  <a:lnTo>
                    <a:pt x="0" y="2682"/>
                  </a:lnTo>
                  <a:lnTo>
                    <a:pt x="23" y="2727"/>
                  </a:lnTo>
                  <a:lnTo>
                    <a:pt x="69" y="2773"/>
                  </a:lnTo>
                  <a:lnTo>
                    <a:pt x="115" y="2796"/>
                  </a:lnTo>
                  <a:lnTo>
                    <a:pt x="161" y="2796"/>
                  </a:lnTo>
                  <a:lnTo>
                    <a:pt x="2956" y="2086"/>
                  </a:lnTo>
                  <a:lnTo>
                    <a:pt x="4354" y="1765"/>
                  </a:lnTo>
                  <a:lnTo>
                    <a:pt x="5751" y="1444"/>
                  </a:lnTo>
                  <a:lnTo>
                    <a:pt x="7149" y="1147"/>
                  </a:lnTo>
                  <a:lnTo>
                    <a:pt x="8546" y="872"/>
                  </a:lnTo>
                  <a:lnTo>
                    <a:pt x="9967" y="665"/>
                  </a:lnTo>
                  <a:lnTo>
                    <a:pt x="11387" y="482"/>
                  </a:lnTo>
                  <a:lnTo>
                    <a:pt x="12052" y="413"/>
                  </a:lnTo>
                  <a:lnTo>
                    <a:pt x="12716" y="390"/>
                  </a:lnTo>
                  <a:lnTo>
                    <a:pt x="14022" y="345"/>
                  </a:lnTo>
                  <a:lnTo>
                    <a:pt x="16657" y="299"/>
                  </a:lnTo>
                  <a:lnTo>
                    <a:pt x="17505" y="276"/>
                  </a:lnTo>
                  <a:lnTo>
                    <a:pt x="17597" y="1"/>
                  </a:lnTo>
                  <a:close/>
                </a:path>
              </a:pathLst>
            </a:custGeom>
            <a:solidFill>
              <a:srgbClr val="E1CC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8" name="Google Shape;5138;p66"/>
            <p:cNvSpPr/>
            <p:nvPr/>
          </p:nvSpPr>
          <p:spPr>
            <a:xfrm>
              <a:off x="1175381" y="2872948"/>
              <a:ext cx="161519" cy="71906"/>
            </a:xfrm>
            <a:custGeom>
              <a:avLst/>
              <a:gdLst/>
              <a:ahLst/>
              <a:cxnLst/>
              <a:rect l="l" t="t" r="r" b="b"/>
              <a:pathLst>
                <a:path w="7516" h="3346" extrusionOk="0">
                  <a:moveTo>
                    <a:pt x="7333" y="1"/>
                  </a:moveTo>
                  <a:lnTo>
                    <a:pt x="7287" y="24"/>
                  </a:lnTo>
                  <a:lnTo>
                    <a:pt x="7241" y="69"/>
                  </a:lnTo>
                  <a:lnTo>
                    <a:pt x="6920" y="459"/>
                  </a:lnTo>
                  <a:lnTo>
                    <a:pt x="6577" y="826"/>
                  </a:lnTo>
                  <a:lnTo>
                    <a:pt x="6210" y="1146"/>
                  </a:lnTo>
                  <a:lnTo>
                    <a:pt x="5821" y="1467"/>
                  </a:lnTo>
                  <a:lnTo>
                    <a:pt x="5408" y="1742"/>
                  </a:lnTo>
                  <a:lnTo>
                    <a:pt x="4973" y="2017"/>
                  </a:lnTo>
                  <a:lnTo>
                    <a:pt x="4537" y="2246"/>
                  </a:lnTo>
                  <a:lnTo>
                    <a:pt x="4056" y="2452"/>
                  </a:lnTo>
                  <a:lnTo>
                    <a:pt x="3598" y="2613"/>
                  </a:lnTo>
                  <a:lnTo>
                    <a:pt x="3117" y="2773"/>
                  </a:lnTo>
                  <a:lnTo>
                    <a:pt x="2613" y="2888"/>
                  </a:lnTo>
                  <a:lnTo>
                    <a:pt x="2132" y="2979"/>
                  </a:lnTo>
                  <a:lnTo>
                    <a:pt x="1628" y="3025"/>
                  </a:lnTo>
                  <a:lnTo>
                    <a:pt x="1124" y="3071"/>
                  </a:lnTo>
                  <a:lnTo>
                    <a:pt x="620" y="3048"/>
                  </a:lnTo>
                  <a:lnTo>
                    <a:pt x="138" y="3025"/>
                  </a:lnTo>
                  <a:lnTo>
                    <a:pt x="70" y="3025"/>
                  </a:lnTo>
                  <a:lnTo>
                    <a:pt x="24" y="3048"/>
                  </a:lnTo>
                  <a:lnTo>
                    <a:pt x="1" y="3094"/>
                  </a:lnTo>
                  <a:lnTo>
                    <a:pt x="1" y="3163"/>
                  </a:lnTo>
                  <a:lnTo>
                    <a:pt x="1" y="3208"/>
                  </a:lnTo>
                  <a:lnTo>
                    <a:pt x="24" y="3254"/>
                  </a:lnTo>
                  <a:lnTo>
                    <a:pt x="70" y="3300"/>
                  </a:lnTo>
                  <a:lnTo>
                    <a:pt x="138" y="3323"/>
                  </a:lnTo>
                  <a:lnTo>
                    <a:pt x="643" y="3346"/>
                  </a:lnTo>
                  <a:lnTo>
                    <a:pt x="1169" y="3346"/>
                  </a:lnTo>
                  <a:lnTo>
                    <a:pt x="1674" y="3323"/>
                  </a:lnTo>
                  <a:lnTo>
                    <a:pt x="2200" y="3254"/>
                  </a:lnTo>
                  <a:lnTo>
                    <a:pt x="2705" y="3163"/>
                  </a:lnTo>
                  <a:lnTo>
                    <a:pt x="3209" y="3048"/>
                  </a:lnTo>
                  <a:lnTo>
                    <a:pt x="3713" y="2888"/>
                  </a:lnTo>
                  <a:lnTo>
                    <a:pt x="4217" y="2704"/>
                  </a:lnTo>
                  <a:lnTo>
                    <a:pt x="4675" y="2475"/>
                  </a:lnTo>
                  <a:lnTo>
                    <a:pt x="5156" y="2246"/>
                  </a:lnTo>
                  <a:lnTo>
                    <a:pt x="5591" y="1971"/>
                  </a:lnTo>
                  <a:lnTo>
                    <a:pt x="6027" y="1673"/>
                  </a:lnTo>
                  <a:lnTo>
                    <a:pt x="6416" y="1353"/>
                  </a:lnTo>
                  <a:lnTo>
                    <a:pt x="6806" y="986"/>
                  </a:lnTo>
                  <a:lnTo>
                    <a:pt x="7172" y="619"/>
                  </a:lnTo>
                  <a:lnTo>
                    <a:pt x="7493" y="207"/>
                  </a:lnTo>
                  <a:lnTo>
                    <a:pt x="7516" y="161"/>
                  </a:lnTo>
                  <a:lnTo>
                    <a:pt x="7516" y="115"/>
                  </a:lnTo>
                  <a:lnTo>
                    <a:pt x="7493" y="69"/>
                  </a:lnTo>
                  <a:lnTo>
                    <a:pt x="7447" y="24"/>
                  </a:lnTo>
                  <a:lnTo>
                    <a:pt x="7401" y="24"/>
                  </a:lnTo>
                  <a:lnTo>
                    <a:pt x="7333" y="1"/>
                  </a:lnTo>
                  <a:close/>
                </a:path>
              </a:pathLst>
            </a:custGeom>
            <a:solidFill>
              <a:srgbClr val="E1CC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9" name="Google Shape;5139;p66"/>
            <p:cNvSpPr/>
            <p:nvPr/>
          </p:nvSpPr>
          <p:spPr>
            <a:xfrm>
              <a:off x="1072983" y="2505153"/>
              <a:ext cx="177271" cy="38424"/>
            </a:xfrm>
            <a:custGeom>
              <a:avLst/>
              <a:gdLst/>
              <a:ahLst/>
              <a:cxnLst/>
              <a:rect l="l" t="t" r="r" b="b"/>
              <a:pathLst>
                <a:path w="8249" h="1788" extrusionOk="0">
                  <a:moveTo>
                    <a:pt x="8019" y="1"/>
                  </a:moveTo>
                  <a:lnTo>
                    <a:pt x="7974" y="24"/>
                  </a:lnTo>
                  <a:lnTo>
                    <a:pt x="7928" y="47"/>
                  </a:lnTo>
                  <a:lnTo>
                    <a:pt x="7905" y="115"/>
                  </a:lnTo>
                  <a:lnTo>
                    <a:pt x="7928" y="161"/>
                  </a:lnTo>
                  <a:lnTo>
                    <a:pt x="7951" y="344"/>
                  </a:lnTo>
                  <a:lnTo>
                    <a:pt x="7974" y="505"/>
                  </a:lnTo>
                  <a:lnTo>
                    <a:pt x="7951" y="665"/>
                  </a:lnTo>
                  <a:lnTo>
                    <a:pt x="7905" y="780"/>
                  </a:lnTo>
                  <a:lnTo>
                    <a:pt x="7813" y="917"/>
                  </a:lnTo>
                  <a:lnTo>
                    <a:pt x="7722" y="1009"/>
                  </a:lnTo>
                  <a:lnTo>
                    <a:pt x="7607" y="1100"/>
                  </a:lnTo>
                  <a:lnTo>
                    <a:pt x="7492" y="1192"/>
                  </a:lnTo>
                  <a:lnTo>
                    <a:pt x="7355" y="1261"/>
                  </a:lnTo>
                  <a:lnTo>
                    <a:pt x="7195" y="1330"/>
                  </a:lnTo>
                  <a:lnTo>
                    <a:pt x="6897" y="1398"/>
                  </a:lnTo>
                  <a:lnTo>
                    <a:pt x="6576" y="1467"/>
                  </a:lnTo>
                  <a:lnTo>
                    <a:pt x="6301" y="1490"/>
                  </a:lnTo>
                  <a:lnTo>
                    <a:pt x="5774" y="1467"/>
                  </a:lnTo>
                  <a:lnTo>
                    <a:pt x="5270" y="1444"/>
                  </a:lnTo>
                  <a:lnTo>
                    <a:pt x="4743" y="1398"/>
                  </a:lnTo>
                  <a:lnTo>
                    <a:pt x="4239" y="1330"/>
                  </a:lnTo>
                  <a:lnTo>
                    <a:pt x="3712" y="1261"/>
                  </a:lnTo>
                  <a:lnTo>
                    <a:pt x="3185" y="1146"/>
                  </a:lnTo>
                  <a:lnTo>
                    <a:pt x="2681" y="1032"/>
                  </a:lnTo>
                  <a:lnTo>
                    <a:pt x="2177" y="894"/>
                  </a:lnTo>
                  <a:lnTo>
                    <a:pt x="1673" y="734"/>
                  </a:lnTo>
                  <a:lnTo>
                    <a:pt x="1192" y="551"/>
                  </a:lnTo>
                  <a:lnTo>
                    <a:pt x="688" y="367"/>
                  </a:lnTo>
                  <a:lnTo>
                    <a:pt x="207" y="138"/>
                  </a:lnTo>
                  <a:lnTo>
                    <a:pt x="92" y="138"/>
                  </a:lnTo>
                  <a:lnTo>
                    <a:pt x="46" y="161"/>
                  </a:lnTo>
                  <a:lnTo>
                    <a:pt x="23" y="207"/>
                  </a:lnTo>
                  <a:lnTo>
                    <a:pt x="0" y="253"/>
                  </a:lnTo>
                  <a:lnTo>
                    <a:pt x="0" y="321"/>
                  </a:lnTo>
                  <a:lnTo>
                    <a:pt x="23" y="367"/>
                  </a:lnTo>
                  <a:lnTo>
                    <a:pt x="69" y="390"/>
                  </a:lnTo>
                  <a:lnTo>
                    <a:pt x="688" y="665"/>
                  </a:lnTo>
                  <a:lnTo>
                    <a:pt x="1306" y="894"/>
                  </a:lnTo>
                  <a:lnTo>
                    <a:pt x="1948" y="1123"/>
                  </a:lnTo>
                  <a:lnTo>
                    <a:pt x="2589" y="1307"/>
                  </a:lnTo>
                  <a:lnTo>
                    <a:pt x="3254" y="1467"/>
                  </a:lnTo>
                  <a:lnTo>
                    <a:pt x="3918" y="1582"/>
                  </a:lnTo>
                  <a:lnTo>
                    <a:pt x="4583" y="1673"/>
                  </a:lnTo>
                  <a:lnTo>
                    <a:pt x="5247" y="1742"/>
                  </a:lnTo>
                  <a:lnTo>
                    <a:pt x="5843" y="1765"/>
                  </a:lnTo>
                  <a:lnTo>
                    <a:pt x="6141" y="1788"/>
                  </a:lnTo>
                  <a:lnTo>
                    <a:pt x="6461" y="1788"/>
                  </a:lnTo>
                  <a:lnTo>
                    <a:pt x="6759" y="1765"/>
                  </a:lnTo>
                  <a:lnTo>
                    <a:pt x="7057" y="1696"/>
                  </a:lnTo>
                  <a:lnTo>
                    <a:pt x="7355" y="1605"/>
                  </a:lnTo>
                  <a:lnTo>
                    <a:pt x="7607" y="1490"/>
                  </a:lnTo>
                  <a:lnTo>
                    <a:pt x="7790" y="1353"/>
                  </a:lnTo>
                  <a:lnTo>
                    <a:pt x="7928" y="1215"/>
                  </a:lnTo>
                  <a:lnTo>
                    <a:pt x="8042" y="1055"/>
                  </a:lnTo>
                  <a:lnTo>
                    <a:pt x="8157" y="894"/>
                  </a:lnTo>
                  <a:lnTo>
                    <a:pt x="8203" y="688"/>
                  </a:lnTo>
                  <a:lnTo>
                    <a:pt x="8249" y="505"/>
                  </a:lnTo>
                  <a:lnTo>
                    <a:pt x="8249" y="299"/>
                  </a:lnTo>
                  <a:lnTo>
                    <a:pt x="8203" y="92"/>
                  </a:lnTo>
                  <a:lnTo>
                    <a:pt x="8180" y="47"/>
                  </a:lnTo>
                  <a:lnTo>
                    <a:pt x="8134" y="1"/>
                  </a:lnTo>
                  <a:close/>
                </a:path>
              </a:pathLst>
            </a:custGeom>
            <a:solidFill>
              <a:srgbClr val="E1CC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0" name="Google Shape;5140;p66"/>
            <p:cNvSpPr/>
            <p:nvPr/>
          </p:nvSpPr>
          <p:spPr>
            <a:xfrm>
              <a:off x="973530" y="2659277"/>
              <a:ext cx="148711" cy="379621"/>
            </a:xfrm>
            <a:custGeom>
              <a:avLst/>
              <a:gdLst/>
              <a:ahLst/>
              <a:cxnLst/>
              <a:rect l="l" t="t" r="r" b="b"/>
              <a:pathLst>
                <a:path w="6920" h="17665" extrusionOk="0">
                  <a:moveTo>
                    <a:pt x="115" y="0"/>
                  </a:moveTo>
                  <a:lnTo>
                    <a:pt x="69" y="23"/>
                  </a:lnTo>
                  <a:lnTo>
                    <a:pt x="23" y="46"/>
                  </a:lnTo>
                  <a:lnTo>
                    <a:pt x="0" y="92"/>
                  </a:lnTo>
                  <a:lnTo>
                    <a:pt x="0" y="160"/>
                  </a:lnTo>
                  <a:lnTo>
                    <a:pt x="23" y="206"/>
                  </a:lnTo>
                  <a:lnTo>
                    <a:pt x="619" y="1214"/>
                  </a:lnTo>
                  <a:lnTo>
                    <a:pt x="1192" y="2245"/>
                  </a:lnTo>
                  <a:lnTo>
                    <a:pt x="1742" y="3276"/>
                  </a:lnTo>
                  <a:lnTo>
                    <a:pt x="2268" y="4307"/>
                  </a:lnTo>
                  <a:lnTo>
                    <a:pt x="2773" y="5361"/>
                  </a:lnTo>
                  <a:lnTo>
                    <a:pt x="3254" y="6438"/>
                  </a:lnTo>
                  <a:lnTo>
                    <a:pt x="3689" y="7515"/>
                  </a:lnTo>
                  <a:lnTo>
                    <a:pt x="4124" y="8592"/>
                  </a:lnTo>
                  <a:lnTo>
                    <a:pt x="4537" y="9692"/>
                  </a:lnTo>
                  <a:lnTo>
                    <a:pt x="4903" y="10791"/>
                  </a:lnTo>
                  <a:lnTo>
                    <a:pt x="5247" y="11891"/>
                  </a:lnTo>
                  <a:lnTo>
                    <a:pt x="5591" y="13014"/>
                  </a:lnTo>
                  <a:lnTo>
                    <a:pt x="5889" y="14137"/>
                  </a:lnTo>
                  <a:lnTo>
                    <a:pt x="6163" y="15282"/>
                  </a:lnTo>
                  <a:lnTo>
                    <a:pt x="6415" y="16428"/>
                  </a:lnTo>
                  <a:lnTo>
                    <a:pt x="6645" y="17573"/>
                  </a:lnTo>
                  <a:lnTo>
                    <a:pt x="6668" y="17619"/>
                  </a:lnTo>
                  <a:lnTo>
                    <a:pt x="6690" y="17665"/>
                  </a:lnTo>
                  <a:lnTo>
                    <a:pt x="6805" y="17665"/>
                  </a:lnTo>
                  <a:lnTo>
                    <a:pt x="6851" y="17642"/>
                  </a:lnTo>
                  <a:lnTo>
                    <a:pt x="6897" y="17596"/>
                  </a:lnTo>
                  <a:lnTo>
                    <a:pt x="6920" y="17550"/>
                  </a:lnTo>
                  <a:lnTo>
                    <a:pt x="6920" y="17482"/>
                  </a:lnTo>
                  <a:lnTo>
                    <a:pt x="6690" y="16336"/>
                  </a:lnTo>
                  <a:lnTo>
                    <a:pt x="6438" y="15191"/>
                  </a:lnTo>
                  <a:lnTo>
                    <a:pt x="6163" y="14045"/>
                  </a:lnTo>
                  <a:lnTo>
                    <a:pt x="5866" y="12922"/>
                  </a:lnTo>
                  <a:lnTo>
                    <a:pt x="5522" y="11800"/>
                  </a:lnTo>
                  <a:lnTo>
                    <a:pt x="5178" y="10677"/>
                  </a:lnTo>
                  <a:lnTo>
                    <a:pt x="4789" y="9577"/>
                  </a:lnTo>
                  <a:lnTo>
                    <a:pt x="4399" y="8477"/>
                  </a:lnTo>
                  <a:lnTo>
                    <a:pt x="3964" y="7378"/>
                  </a:lnTo>
                  <a:lnTo>
                    <a:pt x="3506" y="6301"/>
                  </a:lnTo>
                  <a:lnTo>
                    <a:pt x="3025" y="5247"/>
                  </a:lnTo>
                  <a:lnTo>
                    <a:pt x="2520" y="4170"/>
                  </a:lnTo>
                  <a:lnTo>
                    <a:pt x="1994" y="3139"/>
                  </a:lnTo>
                  <a:lnTo>
                    <a:pt x="1444" y="2108"/>
                  </a:lnTo>
                  <a:lnTo>
                    <a:pt x="871" y="1077"/>
                  </a:lnTo>
                  <a:lnTo>
                    <a:pt x="275" y="69"/>
                  </a:lnTo>
                  <a:lnTo>
                    <a:pt x="229" y="23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rgbClr val="E1CC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1" name="Google Shape;5141;p66"/>
            <p:cNvSpPr/>
            <p:nvPr/>
          </p:nvSpPr>
          <p:spPr>
            <a:xfrm>
              <a:off x="1241376" y="2202365"/>
              <a:ext cx="33009" cy="73367"/>
            </a:xfrm>
            <a:custGeom>
              <a:avLst/>
              <a:gdLst/>
              <a:ahLst/>
              <a:cxnLst/>
              <a:rect l="l" t="t" r="r" b="b"/>
              <a:pathLst>
                <a:path w="1536" h="3414" extrusionOk="0">
                  <a:moveTo>
                    <a:pt x="435" y="0"/>
                  </a:moveTo>
                  <a:lnTo>
                    <a:pt x="298" y="527"/>
                  </a:lnTo>
                  <a:lnTo>
                    <a:pt x="183" y="1054"/>
                  </a:lnTo>
                  <a:lnTo>
                    <a:pt x="69" y="1673"/>
                  </a:lnTo>
                  <a:lnTo>
                    <a:pt x="23" y="1993"/>
                  </a:lnTo>
                  <a:lnTo>
                    <a:pt x="0" y="2291"/>
                  </a:lnTo>
                  <a:lnTo>
                    <a:pt x="0" y="2589"/>
                  </a:lnTo>
                  <a:lnTo>
                    <a:pt x="23" y="2841"/>
                  </a:lnTo>
                  <a:lnTo>
                    <a:pt x="69" y="3070"/>
                  </a:lnTo>
                  <a:lnTo>
                    <a:pt x="115" y="3162"/>
                  </a:lnTo>
                  <a:lnTo>
                    <a:pt x="161" y="3231"/>
                  </a:lnTo>
                  <a:lnTo>
                    <a:pt x="206" y="3299"/>
                  </a:lnTo>
                  <a:lnTo>
                    <a:pt x="275" y="3345"/>
                  </a:lnTo>
                  <a:lnTo>
                    <a:pt x="344" y="3391"/>
                  </a:lnTo>
                  <a:lnTo>
                    <a:pt x="435" y="3414"/>
                  </a:lnTo>
                  <a:lnTo>
                    <a:pt x="619" y="3414"/>
                  </a:lnTo>
                  <a:lnTo>
                    <a:pt x="779" y="3368"/>
                  </a:lnTo>
                  <a:lnTo>
                    <a:pt x="917" y="3276"/>
                  </a:lnTo>
                  <a:lnTo>
                    <a:pt x="1054" y="3185"/>
                  </a:lnTo>
                  <a:lnTo>
                    <a:pt x="1146" y="3047"/>
                  </a:lnTo>
                  <a:lnTo>
                    <a:pt x="1260" y="2910"/>
                  </a:lnTo>
                  <a:lnTo>
                    <a:pt x="1329" y="2727"/>
                  </a:lnTo>
                  <a:lnTo>
                    <a:pt x="1398" y="2543"/>
                  </a:lnTo>
                  <a:lnTo>
                    <a:pt x="1466" y="2337"/>
                  </a:lnTo>
                  <a:lnTo>
                    <a:pt x="1489" y="2131"/>
                  </a:lnTo>
                  <a:lnTo>
                    <a:pt x="1535" y="1925"/>
                  </a:lnTo>
                  <a:lnTo>
                    <a:pt x="1535" y="1718"/>
                  </a:lnTo>
                  <a:lnTo>
                    <a:pt x="1512" y="1283"/>
                  </a:lnTo>
                  <a:lnTo>
                    <a:pt x="1489" y="1100"/>
                  </a:lnTo>
                  <a:lnTo>
                    <a:pt x="1444" y="917"/>
                  </a:lnTo>
                  <a:lnTo>
                    <a:pt x="1398" y="756"/>
                  </a:lnTo>
                  <a:lnTo>
                    <a:pt x="1329" y="596"/>
                  </a:lnTo>
                  <a:lnTo>
                    <a:pt x="1260" y="481"/>
                  </a:lnTo>
                  <a:lnTo>
                    <a:pt x="1192" y="390"/>
                  </a:lnTo>
                  <a:lnTo>
                    <a:pt x="1008" y="206"/>
                  </a:lnTo>
                  <a:lnTo>
                    <a:pt x="848" y="115"/>
                  </a:lnTo>
                  <a:lnTo>
                    <a:pt x="687" y="46"/>
                  </a:lnTo>
                  <a:lnTo>
                    <a:pt x="573" y="23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2" name="Google Shape;5142;p66"/>
            <p:cNvSpPr/>
            <p:nvPr/>
          </p:nvSpPr>
          <p:spPr>
            <a:xfrm>
              <a:off x="1241376" y="2202365"/>
              <a:ext cx="33009" cy="73367"/>
            </a:xfrm>
            <a:custGeom>
              <a:avLst/>
              <a:gdLst/>
              <a:ahLst/>
              <a:cxnLst/>
              <a:rect l="l" t="t" r="r" b="b"/>
              <a:pathLst>
                <a:path w="1536" h="3414" fill="none" extrusionOk="0">
                  <a:moveTo>
                    <a:pt x="435" y="0"/>
                  </a:moveTo>
                  <a:lnTo>
                    <a:pt x="435" y="0"/>
                  </a:lnTo>
                  <a:lnTo>
                    <a:pt x="573" y="23"/>
                  </a:lnTo>
                  <a:lnTo>
                    <a:pt x="687" y="46"/>
                  </a:lnTo>
                  <a:lnTo>
                    <a:pt x="848" y="115"/>
                  </a:lnTo>
                  <a:lnTo>
                    <a:pt x="1008" y="206"/>
                  </a:lnTo>
                  <a:lnTo>
                    <a:pt x="1192" y="390"/>
                  </a:lnTo>
                  <a:lnTo>
                    <a:pt x="1260" y="481"/>
                  </a:lnTo>
                  <a:lnTo>
                    <a:pt x="1329" y="596"/>
                  </a:lnTo>
                  <a:lnTo>
                    <a:pt x="1398" y="756"/>
                  </a:lnTo>
                  <a:lnTo>
                    <a:pt x="1444" y="917"/>
                  </a:lnTo>
                  <a:lnTo>
                    <a:pt x="1444" y="917"/>
                  </a:lnTo>
                  <a:lnTo>
                    <a:pt x="1489" y="1100"/>
                  </a:lnTo>
                  <a:lnTo>
                    <a:pt x="1512" y="1283"/>
                  </a:lnTo>
                  <a:lnTo>
                    <a:pt x="1535" y="1718"/>
                  </a:lnTo>
                  <a:lnTo>
                    <a:pt x="1535" y="1925"/>
                  </a:lnTo>
                  <a:lnTo>
                    <a:pt x="1489" y="2131"/>
                  </a:lnTo>
                  <a:lnTo>
                    <a:pt x="1466" y="2337"/>
                  </a:lnTo>
                  <a:lnTo>
                    <a:pt x="1398" y="2543"/>
                  </a:lnTo>
                  <a:lnTo>
                    <a:pt x="1329" y="2727"/>
                  </a:lnTo>
                  <a:lnTo>
                    <a:pt x="1260" y="2910"/>
                  </a:lnTo>
                  <a:lnTo>
                    <a:pt x="1146" y="3047"/>
                  </a:lnTo>
                  <a:lnTo>
                    <a:pt x="1054" y="3185"/>
                  </a:lnTo>
                  <a:lnTo>
                    <a:pt x="917" y="3276"/>
                  </a:lnTo>
                  <a:lnTo>
                    <a:pt x="779" y="3368"/>
                  </a:lnTo>
                  <a:lnTo>
                    <a:pt x="619" y="3414"/>
                  </a:lnTo>
                  <a:lnTo>
                    <a:pt x="435" y="3414"/>
                  </a:lnTo>
                  <a:lnTo>
                    <a:pt x="435" y="3414"/>
                  </a:lnTo>
                  <a:lnTo>
                    <a:pt x="344" y="3391"/>
                  </a:lnTo>
                  <a:lnTo>
                    <a:pt x="275" y="3345"/>
                  </a:lnTo>
                  <a:lnTo>
                    <a:pt x="206" y="3299"/>
                  </a:lnTo>
                  <a:lnTo>
                    <a:pt x="161" y="3231"/>
                  </a:lnTo>
                  <a:lnTo>
                    <a:pt x="115" y="3162"/>
                  </a:lnTo>
                  <a:lnTo>
                    <a:pt x="69" y="3070"/>
                  </a:lnTo>
                  <a:lnTo>
                    <a:pt x="23" y="2841"/>
                  </a:lnTo>
                  <a:lnTo>
                    <a:pt x="0" y="2589"/>
                  </a:lnTo>
                  <a:lnTo>
                    <a:pt x="0" y="2291"/>
                  </a:lnTo>
                  <a:lnTo>
                    <a:pt x="23" y="1993"/>
                  </a:lnTo>
                  <a:lnTo>
                    <a:pt x="69" y="1673"/>
                  </a:lnTo>
                  <a:lnTo>
                    <a:pt x="183" y="1054"/>
                  </a:lnTo>
                  <a:lnTo>
                    <a:pt x="298" y="527"/>
                  </a:lnTo>
                  <a:lnTo>
                    <a:pt x="43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3" name="Google Shape;5143;p66"/>
            <p:cNvSpPr/>
            <p:nvPr/>
          </p:nvSpPr>
          <p:spPr>
            <a:xfrm>
              <a:off x="1230545" y="2253059"/>
              <a:ext cx="56626" cy="56648"/>
            </a:xfrm>
            <a:custGeom>
              <a:avLst/>
              <a:gdLst/>
              <a:ahLst/>
              <a:cxnLst/>
              <a:rect l="l" t="t" r="r" b="b"/>
              <a:pathLst>
                <a:path w="2635" h="2636" extrusionOk="0">
                  <a:moveTo>
                    <a:pt x="1444" y="390"/>
                  </a:moveTo>
                  <a:lnTo>
                    <a:pt x="1627" y="436"/>
                  </a:lnTo>
                  <a:lnTo>
                    <a:pt x="1787" y="505"/>
                  </a:lnTo>
                  <a:lnTo>
                    <a:pt x="1925" y="620"/>
                  </a:lnTo>
                  <a:lnTo>
                    <a:pt x="2062" y="734"/>
                  </a:lnTo>
                  <a:lnTo>
                    <a:pt x="2154" y="895"/>
                  </a:lnTo>
                  <a:lnTo>
                    <a:pt x="2223" y="1055"/>
                  </a:lnTo>
                  <a:lnTo>
                    <a:pt x="2245" y="1238"/>
                  </a:lnTo>
                  <a:lnTo>
                    <a:pt x="2245" y="1444"/>
                  </a:lnTo>
                  <a:lnTo>
                    <a:pt x="2200" y="1605"/>
                  </a:lnTo>
                  <a:lnTo>
                    <a:pt x="2131" y="1788"/>
                  </a:lnTo>
                  <a:lnTo>
                    <a:pt x="2016" y="1926"/>
                  </a:lnTo>
                  <a:lnTo>
                    <a:pt x="1902" y="2040"/>
                  </a:lnTo>
                  <a:lnTo>
                    <a:pt x="1741" y="2155"/>
                  </a:lnTo>
                  <a:lnTo>
                    <a:pt x="1581" y="2223"/>
                  </a:lnTo>
                  <a:lnTo>
                    <a:pt x="1398" y="2246"/>
                  </a:lnTo>
                  <a:lnTo>
                    <a:pt x="1191" y="2246"/>
                  </a:lnTo>
                  <a:lnTo>
                    <a:pt x="1008" y="2200"/>
                  </a:lnTo>
                  <a:lnTo>
                    <a:pt x="848" y="2132"/>
                  </a:lnTo>
                  <a:lnTo>
                    <a:pt x="710" y="2017"/>
                  </a:lnTo>
                  <a:lnTo>
                    <a:pt x="596" y="1880"/>
                  </a:lnTo>
                  <a:lnTo>
                    <a:pt x="481" y="1742"/>
                  </a:lnTo>
                  <a:lnTo>
                    <a:pt x="412" y="1559"/>
                  </a:lnTo>
                  <a:lnTo>
                    <a:pt x="390" y="1376"/>
                  </a:lnTo>
                  <a:lnTo>
                    <a:pt x="390" y="1192"/>
                  </a:lnTo>
                  <a:lnTo>
                    <a:pt x="435" y="1009"/>
                  </a:lnTo>
                  <a:lnTo>
                    <a:pt x="504" y="849"/>
                  </a:lnTo>
                  <a:lnTo>
                    <a:pt x="619" y="711"/>
                  </a:lnTo>
                  <a:lnTo>
                    <a:pt x="756" y="574"/>
                  </a:lnTo>
                  <a:lnTo>
                    <a:pt x="894" y="482"/>
                  </a:lnTo>
                  <a:lnTo>
                    <a:pt x="1077" y="413"/>
                  </a:lnTo>
                  <a:lnTo>
                    <a:pt x="1260" y="390"/>
                  </a:lnTo>
                  <a:close/>
                  <a:moveTo>
                    <a:pt x="1237" y="1"/>
                  </a:moveTo>
                  <a:lnTo>
                    <a:pt x="962" y="47"/>
                  </a:lnTo>
                  <a:lnTo>
                    <a:pt x="733" y="138"/>
                  </a:lnTo>
                  <a:lnTo>
                    <a:pt x="504" y="276"/>
                  </a:lnTo>
                  <a:lnTo>
                    <a:pt x="321" y="459"/>
                  </a:lnTo>
                  <a:lnTo>
                    <a:pt x="183" y="665"/>
                  </a:lnTo>
                  <a:lnTo>
                    <a:pt x="69" y="895"/>
                  </a:lnTo>
                  <a:lnTo>
                    <a:pt x="23" y="1147"/>
                  </a:lnTo>
                  <a:lnTo>
                    <a:pt x="0" y="1399"/>
                  </a:lnTo>
                  <a:lnTo>
                    <a:pt x="46" y="1674"/>
                  </a:lnTo>
                  <a:lnTo>
                    <a:pt x="138" y="1903"/>
                  </a:lnTo>
                  <a:lnTo>
                    <a:pt x="275" y="2132"/>
                  </a:lnTo>
                  <a:lnTo>
                    <a:pt x="458" y="2315"/>
                  </a:lnTo>
                  <a:lnTo>
                    <a:pt x="665" y="2453"/>
                  </a:lnTo>
                  <a:lnTo>
                    <a:pt x="894" y="2567"/>
                  </a:lnTo>
                  <a:lnTo>
                    <a:pt x="1146" y="2613"/>
                  </a:lnTo>
                  <a:lnTo>
                    <a:pt x="1421" y="2636"/>
                  </a:lnTo>
                  <a:lnTo>
                    <a:pt x="1673" y="2590"/>
                  </a:lnTo>
                  <a:lnTo>
                    <a:pt x="1925" y="2498"/>
                  </a:lnTo>
                  <a:lnTo>
                    <a:pt x="2131" y="2361"/>
                  </a:lnTo>
                  <a:lnTo>
                    <a:pt x="2314" y="2178"/>
                  </a:lnTo>
                  <a:lnTo>
                    <a:pt x="2475" y="1971"/>
                  </a:lnTo>
                  <a:lnTo>
                    <a:pt x="2566" y="1742"/>
                  </a:lnTo>
                  <a:lnTo>
                    <a:pt x="2635" y="1490"/>
                  </a:lnTo>
                  <a:lnTo>
                    <a:pt x="2635" y="1215"/>
                  </a:lnTo>
                  <a:lnTo>
                    <a:pt x="2589" y="963"/>
                  </a:lnTo>
                  <a:lnTo>
                    <a:pt x="2497" y="711"/>
                  </a:lnTo>
                  <a:lnTo>
                    <a:pt x="2360" y="505"/>
                  </a:lnTo>
                  <a:lnTo>
                    <a:pt x="2177" y="322"/>
                  </a:lnTo>
                  <a:lnTo>
                    <a:pt x="1970" y="161"/>
                  </a:lnTo>
                  <a:lnTo>
                    <a:pt x="1741" y="70"/>
                  </a:lnTo>
                  <a:lnTo>
                    <a:pt x="14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4" name="Google Shape;5144;p66"/>
            <p:cNvSpPr/>
            <p:nvPr/>
          </p:nvSpPr>
          <p:spPr>
            <a:xfrm>
              <a:off x="1230545" y="2253059"/>
              <a:ext cx="56626" cy="56648"/>
            </a:xfrm>
            <a:custGeom>
              <a:avLst/>
              <a:gdLst/>
              <a:ahLst/>
              <a:cxnLst/>
              <a:rect l="l" t="t" r="r" b="b"/>
              <a:pathLst>
                <a:path w="2635" h="2636" fill="none" extrusionOk="0">
                  <a:moveTo>
                    <a:pt x="0" y="1399"/>
                  </a:moveTo>
                  <a:lnTo>
                    <a:pt x="0" y="1399"/>
                  </a:lnTo>
                  <a:lnTo>
                    <a:pt x="23" y="1147"/>
                  </a:lnTo>
                  <a:lnTo>
                    <a:pt x="69" y="895"/>
                  </a:lnTo>
                  <a:lnTo>
                    <a:pt x="183" y="665"/>
                  </a:lnTo>
                  <a:lnTo>
                    <a:pt x="321" y="459"/>
                  </a:lnTo>
                  <a:lnTo>
                    <a:pt x="504" y="276"/>
                  </a:lnTo>
                  <a:lnTo>
                    <a:pt x="733" y="138"/>
                  </a:lnTo>
                  <a:lnTo>
                    <a:pt x="962" y="47"/>
                  </a:lnTo>
                  <a:lnTo>
                    <a:pt x="1237" y="1"/>
                  </a:lnTo>
                  <a:lnTo>
                    <a:pt x="1237" y="1"/>
                  </a:lnTo>
                  <a:lnTo>
                    <a:pt x="1489" y="1"/>
                  </a:lnTo>
                  <a:lnTo>
                    <a:pt x="1741" y="70"/>
                  </a:lnTo>
                  <a:lnTo>
                    <a:pt x="1970" y="161"/>
                  </a:lnTo>
                  <a:lnTo>
                    <a:pt x="2177" y="322"/>
                  </a:lnTo>
                  <a:lnTo>
                    <a:pt x="2360" y="505"/>
                  </a:lnTo>
                  <a:lnTo>
                    <a:pt x="2497" y="711"/>
                  </a:lnTo>
                  <a:lnTo>
                    <a:pt x="2589" y="963"/>
                  </a:lnTo>
                  <a:lnTo>
                    <a:pt x="2635" y="1215"/>
                  </a:lnTo>
                  <a:lnTo>
                    <a:pt x="2635" y="1215"/>
                  </a:lnTo>
                  <a:lnTo>
                    <a:pt x="2635" y="1490"/>
                  </a:lnTo>
                  <a:lnTo>
                    <a:pt x="2566" y="1742"/>
                  </a:lnTo>
                  <a:lnTo>
                    <a:pt x="2475" y="1971"/>
                  </a:lnTo>
                  <a:lnTo>
                    <a:pt x="2314" y="2178"/>
                  </a:lnTo>
                  <a:lnTo>
                    <a:pt x="2131" y="2361"/>
                  </a:lnTo>
                  <a:lnTo>
                    <a:pt x="1925" y="2498"/>
                  </a:lnTo>
                  <a:lnTo>
                    <a:pt x="1673" y="2590"/>
                  </a:lnTo>
                  <a:lnTo>
                    <a:pt x="1421" y="2636"/>
                  </a:lnTo>
                  <a:lnTo>
                    <a:pt x="1421" y="2636"/>
                  </a:lnTo>
                  <a:lnTo>
                    <a:pt x="1146" y="2613"/>
                  </a:lnTo>
                  <a:lnTo>
                    <a:pt x="894" y="2567"/>
                  </a:lnTo>
                  <a:lnTo>
                    <a:pt x="665" y="2453"/>
                  </a:lnTo>
                  <a:lnTo>
                    <a:pt x="458" y="2315"/>
                  </a:lnTo>
                  <a:lnTo>
                    <a:pt x="275" y="2132"/>
                  </a:lnTo>
                  <a:lnTo>
                    <a:pt x="138" y="1903"/>
                  </a:lnTo>
                  <a:lnTo>
                    <a:pt x="46" y="1674"/>
                  </a:lnTo>
                  <a:lnTo>
                    <a:pt x="0" y="139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5" name="Google Shape;5145;p66"/>
            <p:cNvSpPr/>
            <p:nvPr/>
          </p:nvSpPr>
          <p:spPr>
            <a:xfrm>
              <a:off x="1238905" y="2261440"/>
              <a:ext cx="39907" cy="39907"/>
            </a:xfrm>
            <a:custGeom>
              <a:avLst/>
              <a:gdLst/>
              <a:ahLst/>
              <a:cxnLst/>
              <a:rect l="l" t="t" r="r" b="b"/>
              <a:pathLst>
                <a:path w="1857" h="1857" fill="none" extrusionOk="0">
                  <a:moveTo>
                    <a:pt x="1" y="986"/>
                  </a:moveTo>
                  <a:lnTo>
                    <a:pt x="1" y="986"/>
                  </a:lnTo>
                  <a:lnTo>
                    <a:pt x="23" y="1169"/>
                  </a:lnTo>
                  <a:lnTo>
                    <a:pt x="92" y="1352"/>
                  </a:lnTo>
                  <a:lnTo>
                    <a:pt x="207" y="1490"/>
                  </a:lnTo>
                  <a:lnTo>
                    <a:pt x="321" y="1627"/>
                  </a:lnTo>
                  <a:lnTo>
                    <a:pt x="459" y="1742"/>
                  </a:lnTo>
                  <a:lnTo>
                    <a:pt x="619" y="1810"/>
                  </a:lnTo>
                  <a:lnTo>
                    <a:pt x="802" y="1856"/>
                  </a:lnTo>
                  <a:lnTo>
                    <a:pt x="1009" y="1856"/>
                  </a:lnTo>
                  <a:lnTo>
                    <a:pt x="1009" y="1856"/>
                  </a:lnTo>
                  <a:lnTo>
                    <a:pt x="1192" y="1833"/>
                  </a:lnTo>
                  <a:lnTo>
                    <a:pt x="1352" y="1765"/>
                  </a:lnTo>
                  <a:lnTo>
                    <a:pt x="1513" y="1650"/>
                  </a:lnTo>
                  <a:lnTo>
                    <a:pt x="1627" y="1536"/>
                  </a:lnTo>
                  <a:lnTo>
                    <a:pt x="1742" y="1398"/>
                  </a:lnTo>
                  <a:lnTo>
                    <a:pt x="1811" y="1215"/>
                  </a:lnTo>
                  <a:lnTo>
                    <a:pt x="1856" y="1054"/>
                  </a:lnTo>
                  <a:lnTo>
                    <a:pt x="1856" y="848"/>
                  </a:lnTo>
                  <a:lnTo>
                    <a:pt x="1856" y="848"/>
                  </a:lnTo>
                  <a:lnTo>
                    <a:pt x="1834" y="665"/>
                  </a:lnTo>
                  <a:lnTo>
                    <a:pt x="1765" y="505"/>
                  </a:lnTo>
                  <a:lnTo>
                    <a:pt x="1673" y="344"/>
                  </a:lnTo>
                  <a:lnTo>
                    <a:pt x="1536" y="230"/>
                  </a:lnTo>
                  <a:lnTo>
                    <a:pt x="1398" y="115"/>
                  </a:lnTo>
                  <a:lnTo>
                    <a:pt x="1238" y="46"/>
                  </a:lnTo>
                  <a:lnTo>
                    <a:pt x="1055" y="0"/>
                  </a:lnTo>
                  <a:lnTo>
                    <a:pt x="871" y="0"/>
                  </a:lnTo>
                  <a:lnTo>
                    <a:pt x="871" y="0"/>
                  </a:lnTo>
                  <a:lnTo>
                    <a:pt x="688" y="23"/>
                  </a:lnTo>
                  <a:lnTo>
                    <a:pt x="505" y="92"/>
                  </a:lnTo>
                  <a:lnTo>
                    <a:pt x="367" y="184"/>
                  </a:lnTo>
                  <a:lnTo>
                    <a:pt x="230" y="321"/>
                  </a:lnTo>
                  <a:lnTo>
                    <a:pt x="115" y="459"/>
                  </a:lnTo>
                  <a:lnTo>
                    <a:pt x="46" y="619"/>
                  </a:lnTo>
                  <a:lnTo>
                    <a:pt x="1" y="802"/>
                  </a:lnTo>
                  <a:lnTo>
                    <a:pt x="1" y="98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6" name="Google Shape;5146;p66"/>
            <p:cNvSpPr/>
            <p:nvPr/>
          </p:nvSpPr>
          <p:spPr>
            <a:xfrm>
              <a:off x="1213311" y="2367792"/>
              <a:ext cx="21" cy="21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7" name="Google Shape;5147;p66"/>
            <p:cNvSpPr/>
            <p:nvPr/>
          </p:nvSpPr>
          <p:spPr>
            <a:xfrm>
              <a:off x="1213311" y="2367792"/>
              <a:ext cx="21" cy="2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8" name="Google Shape;5148;p66"/>
            <p:cNvSpPr/>
            <p:nvPr/>
          </p:nvSpPr>
          <p:spPr>
            <a:xfrm>
              <a:off x="1050828" y="2301324"/>
              <a:ext cx="176777" cy="194012"/>
            </a:xfrm>
            <a:custGeom>
              <a:avLst/>
              <a:gdLst/>
              <a:ahLst/>
              <a:cxnLst/>
              <a:rect l="l" t="t" r="r" b="b"/>
              <a:pathLst>
                <a:path w="8226" h="9028" extrusionOk="0">
                  <a:moveTo>
                    <a:pt x="665" y="0"/>
                  </a:moveTo>
                  <a:lnTo>
                    <a:pt x="642" y="161"/>
                  </a:lnTo>
                  <a:lnTo>
                    <a:pt x="734" y="596"/>
                  </a:lnTo>
                  <a:lnTo>
                    <a:pt x="825" y="986"/>
                  </a:lnTo>
                  <a:lnTo>
                    <a:pt x="894" y="1375"/>
                  </a:lnTo>
                  <a:lnTo>
                    <a:pt x="940" y="1742"/>
                  </a:lnTo>
                  <a:lnTo>
                    <a:pt x="963" y="2108"/>
                  </a:lnTo>
                  <a:lnTo>
                    <a:pt x="963" y="2475"/>
                  </a:lnTo>
                  <a:lnTo>
                    <a:pt x="963" y="2841"/>
                  </a:lnTo>
                  <a:lnTo>
                    <a:pt x="940" y="3208"/>
                  </a:lnTo>
                  <a:lnTo>
                    <a:pt x="894" y="3552"/>
                  </a:lnTo>
                  <a:lnTo>
                    <a:pt x="848" y="3918"/>
                  </a:lnTo>
                  <a:lnTo>
                    <a:pt x="779" y="4262"/>
                  </a:lnTo>
                  <a:lnTo>
                    <a:pt x="688" y="4628"/>
                  </a:lnTo>
                  <a:lnTo>
                    <a:pt x="573" y="4995"/>
                  </a:lnTo>
                  <a:lnTo>
                    <a:pt x="321" y="5728"/>
                  </a:lnTo>
                  <a:lnTo>
                    <a:pt x="0" y="6507"/>
                  </a:lnTo>
                  <a:lnTo>
                    <a:pt x="69" y="6622"/>
                  </a:lnTo>
                  <a:lnTo>
                    <a:pt x="298" y="6897"/>
                  </a:lnTo>
                  <a:lnTo>
                    <a:pt x="642" y="7286"/>
                  </a:lnTo>
                  <a:lnTo>
                    <a:pt x="871" y="7515"/>
                  </a:lnTo>
                  <a:lnTo>
                    <a:pt x="1146" y="7744"/>
                  </a:lnTo>
                  <a:lnTo>
                    <a:pt x="1444" y="7974"/>
                  </a:lnTo>
                  <a:lnTo>
                    <a:pt x="1765" y="8203"/>
                  </a:lnTo>
                  <a:lnTo>
                    <a:pt x="2131" y="8409"/>
                  </a:lnTo>
                  <a:lnTo>
                    <a:pt x="2521" y="8592"/>
                  </a:lnTo>
                  <a:lnTo>
                    <a:pt x="2956" y="8753"/>
                  </a:lnTo>
                  <a:lnTo>
                    <a:pt x="3414" y="8890"/>
                  </a:lnTo>
                  <a:lnTo>
                    <a:pt x="3895" y="8982"/>
                  </a:lnTo>
                  <a:lnTo>
                    <a:pt x="4147" y="9005"/>
                  </a:lnTo>
                  <a:lnTo>
                    <a:pt x="4399" y="9027"/>
                  </a:lnTo>
                  <a:lnTo>
                    <a:pt x="5041" y="9027"/>
                  </a:lnTo>
                  <a:lnTo>
                    <a:pt x="5614" y="8982"/>
                  </a:lnTo>
                  <a:lnTo>
                    <a:pt x="6095" y="8913"/>
                  </a:lnTo>
                  <a:lnTo>
                    <a:pt x="6530" y="8821"/>
                  </a:lnTo>
                  <a:lnTo>
                    <a:pt x="6897" y="8707"/>
                  </a:lnTo>
                  <a:lnTo>
                    <a:pt x="7195" y="8592"/>
                  </a:lnTo>
                  <a:lnTo>
                    <a:pt x="7447" y="8455"/>
                  </a:lnTo>
                  <a:lnTo>
                    <a:pt x="7676" y="8317"/>
                  </a:lnTo>
                  <a:lnTo>
                    <a:pt x="7836" y="8180"/>
                  </a:lnTo>
                  <a:lnTo>
                    <a:pt x="7974" y="8042"/>
                  </a:lnTo>
                  <a:lnTo>
                    <a:pt x="8065" y="7905"/>
                  </a:lnTo>
                  <a:lnTo>
                    <a:pt x="8134" y="7790"/>
                  </a:lnTo>
                  <a:lnTo>
                    <a:pt x="8203" y="7607"/>
                  </a:lnTo>
                  <a:lnTo>
                    <a:pt x="8226" y="7538"/>
                  </a:lnTo>
                  <a:lnTo>
                    <a:pt x="8088" y="7195"/>
                  </a:lnTo>
                  <a:lnTo>
                    <a:pt x="7951" y="6851"/>
                  </a:lnTo>
                  <a:lnTo>
                    <a:pt x="7859" y="6484"/>
                  </a:lnTo>
                  <a:lnTo>
                    <a:pt x="7767" y="6118"/>
                  </a:lnTo>
                  <a:lnTo>
                    <a:pt x="7676" y="5522"/>
                  </a:lnTo>
                  <a:lnTo>
                    <a:pt x="7630" y="5087"/>
                  </a:lnTo>
                  <a:lnTo>
                    <a:pt x="7584" y="4628"/>
                  </a:lnTo>
                  <a:lnTo>
                    <a:pt x="7561" y="3620"/>
                  </a:lnTo>
                  <a:lnTo>
                    <a:pt x="7561" y="3116"/>
                  </a:lnTo>
                  <a:lnTo>
                    <a:pt x="7561" y="3093"/>
                  </a:lnTo>
                  <a:lnTo>
                    <a:pt x="7080" y="3025"/>
                  </a:lnTo>
                  <a:lnTo>
                    <a:pt x="6622" y="2956"/>
                  </a:lnTo>
                  <a:lnTo>
                    <a:pt x="6186" y="2864"/>
                  </a:lnTo>
                  <a:lnTo>
                    <a:pt x="5751" y="2750"/>
                  </a:lnTo>
                  <a:lnTo>
                    <a:pt x="5316" y="2635"/>
                  </a:lnTo>
                  <a:lnTo>
                    <a:pt x="4903" y="2521"/>
                  </a:lnTo>
                  <a:lnTo>
                    <a:pt x="4491" y="2360"/>
                  </a:lnTo>
                  <a:lnTo>
                    <a:pt x="4102" y="2200"/>
                  </a:lnTo>
                  <a:lnTo>
                    <a:pt x="3712" y="2017"/>
                  </a:lnTo>
                  <a:lnTo>
                    <a:pt x="3323" y="1833"/>
                  </a:lnTo>
                  <a:lnTo>
                    <a:pt x="2979" y="1627"/>
                  </a:lnTo>
                  <a:lnTo>
                    <a:pt x="2612" y="1398"/>
                  </a:lnTo>
                  <a:lnTo>
                    <a:pt x="2269" y="1146"/>
                  </a:lnTo>
                  <a:lnTo>
                    <a:pt x="1948" y="871"/>
                  </a:lnTo>
                  <a:lnTo>
                    <a:pt x="1627" y="596"/>
                  </a:lnTo>
                  <a:lnTo>
                    <a:pt x="1329" y="298"/>
                  </a:lnTo>
                  <a:lnTo>
                    <a:pt x="940" y="115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9" name="Google Shape;5149;p66"/>
            <p:cNvSpPr/>
            <p:nvPr/>
          </p:nvSpPr>
          <p:spPr>
            <a:xfrm>
              <a:off x="1040985" y="2425878"/>
              <a:ext cx="214191" cy="140845"/>
            </a:xfrm>
            <a:custGeom>
              <a:avLst/>
              <a:gdLst/>
              <a:ahLst/>
              <a:cxnLst/>
              <a:rect l="l" t="t" r="r" b="b"/>
              <a:pathLst>
                <a:path w="9967" h="6554" extrusionOk="0">
                  <a:moveTo>
                    <a:pt x="8432" y="1"/>
                  </a:moveTo>
                  <a:lnTo>
                    <a:pt x="8363" y="24"/>
                  </a:lnTo>
                  <a:lnTo>
                    <a:pt x="8317" y="70"/>
                  </a:lnTo>
                  <a:lnTo>
                    <a:pt x="8271" y="116"/>
                  </a:lnTo>
                  <a:lnTo>
                    <a:pt x="8271" y="184"/>
                  </a:lnTo>
                  <a:lnTo>
                    <a:pt x="8294" y="276"/>
                  </a:lnTo>
                  <a:lnTo>
                    <a:pt x="8844" y="1215"/>
                  </a:lnTo>
                  <a:lnTo>
                    <a:pt x="9096" y="1719"/>
                  </a:lnTo>
                  <a:lnTo>
                    <a:pt x="9325" y="2246"/>
                  </a:lnTo>
                  <a:lnTo>
                    <a:pt x="9417" y="2498"/>
                  </a:lnTo>
                  <a:lnTo>
                    <a:pt x="9508" y="2773"/>
                  </a:lnTo>
                  <a:lnTo>
                    <a:pt x="9554" y="3048"/>
                  </a:lnTo>
                  <a:lnTo>
                    <a:pt x="9600" y="3323"/>
                  </a:lnTo>
                  <a:lnTo>
                    <a:pt x="9600" y="3575"/>
                  </a:lnTo>
                  <a:lnTo>
                    <a:pt x="9600" y="3850"/>
                  </a:lnTo>
                  <a:lnTo>
                    <a:pt x="9554" y="4125"/>
                  </a:lnTo>
                  <a:lnTo>
                    <a:pt x="9486" y="4400"/>
                  </a:lnTo>
                  <a:lnTo>
                    <a:pt x="9371" y="4652"/>
                  </a:lnTo>
                  <a:lnTo>
                    <a:pt x="9256" y="4881"/>
                  </a:lnTo>
                  <a:lnTo>
                    <a:pt x="9119" y="5087"/>
                  </a:lnTo>
                  <a:lnTo>
                    <a:pt x="8981" y="5294"/>
                  </a:lnTo>
                  <a:lnTo>
                    <a:pt x="8798" y="5454"/>
                  </a:lnTo>
                  <a:lnTo>
                    <a:pt x="8615" y="5614"/>
                  </a:lnTo>
                  <a:lnTo>
                    <a:pt x="8432" y="5752"/>
                  </a:lnTo>
                  <a:lnTo>
                    <a:pt x="8225" y="5889"/>
                  </a:lnTo>
                  <a:lnTo>
                    <a:pt x="7996" y="5981"/>
                  </a:lnTo>
                  <a:lnTo>
                    <a:pt x="7767" y="6073"/>
                  </a:lnTo>
                  <a:lnTo>
                    <a:pt x="7538" y="6118"/>
                  </a:lnTo>
                  <a:lnTo>
                    <a:pt x="7286" y="6164"/>
                  </a:lnTo>
                  <a:lnTo>
                    <a:pt x="7057" y="6187"/>
                  </a:lnTo>
                  <a:lnTo>
                    <a:pt x="6805" y="6210"/>
                  </a:lnTo>
                  <a:lnTo>
                    <a:pt x="6530" y="6187"/>
                  </a:lnTo>
                  <a:lnTo>
                    <a:pt x="6278" y="6141"/>
                  </a:lnTo>
                  <a:lnTo>
                    <a:pt x="6026" y="6095"/>
                  </a:lnTo>
                  <a:lnTo>
                    <a:pt x="5774" y="6027"/>
                  </a:lnTo>
                  <a:lnTo>
                    <a:pt x="5545" y="5935"/>
                  </a:lnTo>
                  <a:lnTo>
                    <a:pt x="5293" y="5843"/>
                  </a:lnTo>
                  <a:lnTo>
                    <a:pt x="5064" y="5729"/>
                  </a:lnTo>
                  <a:lnTo>
                    <a:pt x="4857" y="5591"/>
                  </a:lnTo>
                  <a:lnTo>
                    <a:pt x="4422" y="5316"/>
                  </a:lnTo>
                  <a:lnTo>
                    <a:pt x="4010" y="4996"/>
                  </a:lnTo>
                  <a:lnTo>
                    <a:pt x="3643" y="4652"/>
                  </a:lnTo>
                  <a:lnTo>
                    <a:pt x="3276" y="4285"/>
                  </a:lnTo>
                  <a:lnTo>
                    <a:pt x="2910" y="3919"/>
                  </a:lnTo>
                  <a:lnTo>
                    <a:pt x="2543" y="3484"/>
                  </a:lnTo>
                  <a:lnTo>
                    <a:pt x="2177" y="3048"/>
                  </a:lnTo>
                  <a:lnTo>
                    <a:pt x="1810" y="2613"/>
                  </a:lnTo>
                  <a:lnTo>
                    <a:pt x="1466" y="2155"/>
                  </a:lnTo>
                  <a:lnTo>
                    <a:pt x="1146" y="1696"/>
                  </a:lnTo>
                  <a:lnTo>
                    <a:pt x="848" y="1215"/>
                  </a:lnTo>
                  <a:lnTo>
                    <a:pt x="573" y="711"/>
                  </a:lnTo>
                  <a:lnTo>
                    <a:pt x="321" y="207"/>
                  </a:lnTo>
                  <a:lnTo>
                    <a:pt x="275" y="138"/>
                  </a:lnTo>
                  <a:lnTo>
                    <a:pt x="229" y="116"/>
                  </a:lnTo>
                  <a:lnTo>
                    <a:pt x="160" y="116"/>
                  </a:lnTo>
                  <a:lnTo>
                    <a:pt x="92" y="138"/>
                  </a:lnTo>
                  <a:lnTo>
                    <a:pt x="46" y="184"/>
                  </a:lnTo>
                  <a:lnTo>
                    <a:pt x="23" y="230"/>
                  </a:lnTo>
                  <a:lnTo>
                    <a:pt x="0" y="299"/>
                  </a:lnTo>
                  <a:lnTo>
                    <a:pt x="23" y="390"/>
                  </a:lnTo>
                  <a:lnTo>
                    <a:pt x="229" y="826"/>
                  </a:lnTo>
                  <a:lnTo>
                    <a:pt x="481" y="1284"/>
                  </a:lnTo>
                  <a:lnTo>
                    <a:pt x="733" y="1696"/>
                  </a:lnTo>
                  <a:lnTo>
                    <a:pt x="1008" y="2132"/>
                  </a:lnTo>
                  <a:lnTo>
                    <a:pt x="1306" y="2521"/>
                  </a:lnTo>
                  <a:lnTo>
                    <a:pt x="1627" y="2934"/>
                  </a:lnTo>
                  <a:lnTo>
                    <a:pt x="2268" y="3713"/>
                  </a:lnTo>
                  <a:lnTo>
                    <a:pt x="2887" y="4400"/>
                  </a:lnTo>
                  <a:lnTo>
                    <a:pt x="3231" y="4744"/>
                  </a:lnTo>
                  <a:lnTo>
                    <a:pt x="3574" y="5087"/>
                  </a:lnTo>
                  <a:lnTo>
                    <a:pt x="3918" y="5385"/>
                  </a:lnTo>
                  <a:lnTo>
                    <a:pt x="4307" y="5660"/>
                  </a:lnTo>
                  <a:lnTo>
                    <a:pt x="4697" y="5935"/>
                  </a:lnTo>
                  <a:lnTo>
                    <a:pt x="5132" y="6141"/>
                  </a:lnTo>
                  <a:lnTo>
                    <a:pt x="5476" y="6302"/>
                  </a:lnTo>
                  <a:lnTo>
                    <a:pt x="5865" y="6416"/>
                  </a:lnTo>
                  <a:lnTo>
                    <a:pt x="6255" y="6508"/>
                  </a:lnTo>
                  <a:lnTo>
                    <a:pt x="6644" y="6554"/>
                  </a:lnTo>
                  <a:lnTo>
                    <a:pt x="7034" y="6554"/>
                  </a:lnTo>
                  <a:lnTo>
                    <a:pt x="7423" y="6531"/>
                  </a:lnTo>
                  <a:lnTo>
                    <a:pt x="7790" y="6439"/>
                  </a:lnTo>
                  <a:lnTo>
                    <a:pt x="8180" y="6325"/>
                  </a:lnTo>
                  <a:lnTo>
                    <a:pt x="8363" y="6233"/>
                  </a:lnTo>
                  <a:lnTo>
                    <a:pt x="8523" y="6141"/>
                  </a:lnTo>
                  <a:lnTo>
                    <a:pt x="8844" y="5912"/>
                  </a:lnTo>
                  <a:lnTo>
                    <a:pt x="9119" y="5660"/>
                  </a:lnTo>
                  <a:lnTo>
                    <a:pt x="9371" y="5362"/>
                  </a:lnTo>
                  <a:lnTo>
                    <a:pt x="9577" y="5042"/>
                  </a:lnTo>
                  <a:lnTo>
                    <a:pt x="9738" y="4698"/>
                  </a:lnTo>
                  <a:lnTo>
                    <a:pt x="9875" y="4331"/>
                  </a:lnTo>
                  <a:lnTo>
                    <a:pt x="9944" y="3942"/>
                  </a:lnTo>
                  <a:lnTo>
                    <a:pt x="9967" y="3690"/>
                  </a:lnTo>
                  <a:lnTo>
                    <a:pt x="9967" y="3438"/>
                  </a:lnTo>
                  <a:lnTo>
                    <a:pt x="9944" y="3186"/>
                  </a:lnTo>
                  <a:lnTo>
                    <a:pt x="9921" y="2934"/>
                  </a:lnTo>
                  <a:lnTo>
                    <a:pt x="9852" y="2682"/>
                  </a:lnTo>
                  <a:lnTo>
                    <a:pt x="9783" y="2430"/>
                  </a:lnTo>
                  <a:lnTo>
                    <a:pt x="9600" y="1926"/>
                  </a:lnTo>
                  <a:lnTo>
                    <a:pt x="9371" y="1444"/>
                  </a:lnTo>
                  <a:lnTo>
                    <a:pt x="9119" y="963"/>
                  </a:lnTo>
                  <a:lnTo>
                    <a:pt x="8592" y="93"/>
                  </a:lnTo>
                  <a:lnTo>
                    <a:pt x="8546" y="24"/>
                  </a:lnTo>
                  <a:lnTo>
                    <a:pt x="8477" y="1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0" name="Google Shape;5150;p66"/>
            <p:cNvSpPr/>
            <p:nvPr/>
          </p:nvSpPr>
          <p:spPr>
            <a:xfrm>
              <a:off x="1120733" y="2343659"/>
              <a:ext cx="95050" cy="76354"/>
            </a:xfrm>
            <a:custGeom>
              <a:avLst/>
              <a:gdLst/>
              <a:ahLst/>
              <a:cxnLst/>
              <a:rect l="l" t="t" r="r" b="b"/>
              <a:pathLst>
                <a:path w="4423" h="3553" extrusionOk="0">
                  <a:moveTo>
                    <a:pt x="1" y="1"/>
                  </a:moveTo>
                  <a:lnTo>
                    <a:pt x="276" y="459"/>
                  </a:lnTo>
                  <a:lnTo>
                    <a:pt x="642" y="963"/>
                  </a:lnTo>
                  <a:lnTo>
                    <a:pt x="849" y="1215"/>
                  </a:lnTo>
                  <a:lnTo>
                    <a:pt x="1055" y="1490"/>
                  </a:lnTo>
                  <a:lnTo>
                    <a:pt x="1307" y="1742"/>
                  </a:lnTo>
                  <a:lnTo>
                    <a:pt x="1582" y="2017"/>
                  </a:lnTo>
                  <a:lnTo>
                    <a:pt x="1857" y="2269"/>
                  </a:lnTo>
                  <a:lnTo>
                    <a:pt x="2177" y="2498"/>
                  </a:lnTo>
                  <a:lnTo>
                    <a:pt x="2498" y="2727"/>
                  </a:lnTo>
                  <a:lnTo>
                    <a:pt x="2842" y="2933"/>
                  </a:lnTo>
                  <a:lnTo>
                    <a:pt x="3208" y="3140"/>
                  </a:lnTo>
                  <a:lnTo>
                    <a:pt x="3598" y="3300"/>
                  </a:lnTo>
                  <a:lnTo>
                    <a:pt x="3987" y="3437"/>
                  </a:lnTo>
                  <a:lnTo>
                    <a:pt x="4423" y="3552"/>
                  </a:lnTo>
                  <a:lnTo>
                    <a:pt x="4377" y="3117"/>
                  </a:lnTo>
                  <a:lnTo>
                    <a:pt x="4331" y="2658"/>
                  </a:lnTo>
                  <a:lnTo>
                    <a:pt x="4308" y="1650"/>
                  </a:lnTo>
                  <a:lnTo>
                    <a:pt x="4308" y="1146"/>
                  </a:lnTo>
                  <a:lnTo>
                    <a:pt x="4148" y="1169"/>
                  </a:lnTo>
                  <a:lnTo>
                    <a:pt x="3896" y="1215"/>
                  </a:lnTo>
                  <a:lnTo>
                    <a:pt x="3644" y="1215"/>
                  </a:lnTo>
                  <a:lnTo>
                    <a:pt x="3392" y="1238"/>
                  </a:lnTo>
                  <a:lnTo>
                    <a:pt x="3140" y="1215"/>
                  </a:lnTo>
                  <a:lnTo>
                    <a:pt x="2865" y="1192"/>
                  </a:lnTo>
                  <a:lnTo>
                    <a:pt x="2613" y="1146"/>
                  </a:lnTo>
                  <a:lnTo>
                    <a:pt x="2063" y="1009"/>
                  </a:lnTo>
                  <a:lnTo>
                    <a:pt x="1536" y="826"/>
                  </a:lnTo>
                  <a:lnTo>
                    <a:pt x="1009" y="596"/>
                  </a:lnTo>
                  <a:lnTo>
                    <a:pt x="505" y="32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1" name="Google Shape;5151;p66"/>
            <p:cNvSpPr/>
            <p:nvPr/>
          </p:nvSpPr>
          <p:spPr>
            <a:xfrm>
              <a:off x="992225" y="2060555"/>
              <a:ext cx="272794" cy="312680"/>
            </a:xfrm>
            <a:custGeom>
              <a:avLst/>
              <a:gdLst/>
              <a:ahLst/>
              <a:cxnLst/>
              <a:rect l="l" t="t" r="r" b="b"/>
              <a:pathLst>
                <a:path w="12694" h="14550" extrusionOk="0">
                  <a:moveTo>
                    <a:pt x="5545" y="1"/>
                  </a:moveTo>
                  <a:lnTo>
                    <a:pt x="5133" y="23"/>
                  </a:lnTo>
                  <a:lnTo>
                    <a:pt x="4744" y="69"/>
                  </a:lnTo>
                  <a:lnTo>
                    <a:pt x="4377" y="138"/>
                  </a:lnTo>
                  <a:lnTo>
                    <a:pt x="4010" y="207"/>
                  </a:lnTo>
                  <a:lnTo>
                    <a:pt x="3690" y="298"/>
                  </a:lnTo>
                  <a:lnTo>
                    <a:pt x="3392" y="413"/>
                  </a:lnTo>
                  <a:lnTo>
                    <a:pt x="3094" y="527"/>
                  </a:lnTo>
                  <a:lnTo>
                    <a:pt x="2819" y="665"/>
                  </a:lnTo>
                  <a:lnTo>
                    <a:pt x="2567" y="802"/>
                  </a:lnTo>
                  <a:lnTo>
                    <a:pt x="2315" y="940"/>
                  </a:lnTo>
                  <a:lnTo>
                    <a:pt x="2109" y="1100"/>
                  </a:lnTo>
                  <a:lnTo>
                    <a:pt x="1880" y="1261"/>
                  </a:lnTo>
                  <a:lnTo>
                    <a:pt x="1696" y="1444"/>
                  </a:lnTo>
                  <a:lnTo>
                    <a:pt x="1513" y="1627"/>
                  </a:lnTo>
                  <a:lnTo>
                    <a:pt x="1215" y="1994"/>
                  </a:lnTo>
                  <a:lnTo>
                    <a:pt x="940" y="2383"/>
                  </a:lnTo>
                  <a:lnTo>
                    <a:pt x="711" y="2773"/>
                  </a:lnTo>
                  <a:lnTo>
                    <a:pt x="551" y="3162"/>
                  </a:lnTo>
                  <a:lnTo>
                    <a:pt x="413" y="3552"/>
                  </a:lnTo>
                  <a:lnTo>
                    <a:pt x="299" y="3941"/>
                  </a:lnTo>
                  <a:lnTo>
                    <a:pt x="207" y="4285"/>
                  </a:lnTo>
                  <a:lnTo>
                    <a:pt x="161" y="4606"/>
                  </a:lnTo>
                  <a:lnTo>
                    <a:pt x="138" y="4766"/>
                  </a:lnTo>
                  <a:lnTo>
                    <a:pt x="161" y="5041"/>
                  </a:lnTo>
                  <a:lnTo>
                    <a:pt x="230" y="5706"/>
                  </a:lnTo>
                  <a:lnTo>
                    <a:pt x="276" y="6049"/>
                  </a:lnTo>
                  <a:lnTo>
                    <a:pt x="345" y="6347"/>
                  </a:lnTo>
                  <a:lnTo>
                    <a:pt x="436" y="6599"/>
                  </a:lnTo>
                  <a:lnTo>
                    <a:pt x="482" y="6691"/>
                  </a:lnTo>
                  <a:lnTo>
                    <a:pt x="528" y="6759"/>
                  </a:lnTo>
                  <a:lnTo>
                    <a:pt x="390" y="6874"/>
                  </a:lnTo>
                  <a:lnTo>
                    <a:pt x="253" y="7011"/>
                  </a:lnTo>
                  <a:lnTo>
                    <a:pt x="161" y="7149"/>
                  </a:lnTo>
                  <a:lnTo>
                    <a:pt x="93" y="7332"/>
                  </a:lnTo>
                  <a:lnTo>
                    <a:pt x="47" y="7493"/>
                  </a:lnTo>
                  <a:lnTo>
                    <a:pt x="24" y="7676"/>
                  </a:lnTo>
                  <a:lnTo>
                    <a:pt x="1" y="7859"/>
                  </a:lnTo>
                  <a:lnTo>
                    <a:pt x="1" y="8042"/>
                  </a:lnTo>
                  <a:lnTo>
                    <a:pt x="47" y="8295"/>
                  </a:lnTo>
                  <a:lnTo>
                    <a:pt x="93" y="8547"/>
                  </a:lnTo>
                  <a:lnTo>
                    <a:pt x="161" y="8799"/>
                  </a:lnTo>
                  <a:lnTo>
                    <a:pt x="276" y="9051"/>
                  </a:lnTo>
                  <a:lnTo>
                    <a:pt x="390" y="9303"/>
                  </a:lnTo>
                  <a:lnTo>
                    <a:pt x="551" y="9532"/>
                  </a:lnTo>
                  <a:lnTo>
                    <a:pt x="711" y="9761"/>
                  </a:lnTo>
                  <a:lnTo>
                    <a:pt x="894" y="9990"/>
                  </a:lnTo>
                  <a:lnTo>
                    <a:pt x="1101" y="10173"/>
                  </a:lnTo>
                  <a:lnTo>
                    <a:pt x="1330" y="10357"/>
                  </a:lnTo>
                  <a:lnTo>
                    <a:pt x="1582" y="10517"/>
                  </a:lnTo>
                  <a:lnTo>
                    <a:pt x="1857" y="10654"/>
                  </a:lnTo>
                  <a:lnTo>
                    <a:pt x="2132" y="10769"/>
                  </a:lnTo>
                  <a:lnTo>
                    <a:pt x="2429" y="10838"/>
                  </a:lnTo>
                  <a:lnTo>
                    <a:pt x="2727" y="10884"/>
                  </a:lnTo>
                  <a:lnTo>
                    <a:pt x="3048" y="10906"/>
                  </a:lnTo>
                  <a:lnTo>
                    <a:pt x="3094" y="10906"/>
                  </a:lnTo>
                  <a:lnTo>
                    <a:pt x="3208" y="11113"/>
                  </a:lnTo>
                  <a:lnTo>
                    <a:pt x="3254" y="11227"/>
                  </a:lnTo>
                  <a:lnTo>
                    <a:pt x="3506" y="11640"/>
                  </a:lnTo>
                  <a:lnTo>
                    <a:pt x="3804" y="12006"/>
                  </a:lnTo>
                  <a:lnTo>
                    <a:pt x="4148" y="12350"/>
                  </a:lnTo>
                  <a:lnTo>
                    <a:pt x="4514" y="12694"/>
                  </a:lnTo>
                  <a:lnTo>
                    <a:pt x="4904" y="12991"/>
                  </a:lnTo>
                  <a:lnTo>
                    <a:pt x="5316" y="13266"/>
                  </a:lnTo>
                  <a:lnTo>
                    <a:pt x="5752" y="13518"/>
                  </a:lnTo>
                  <a:lnTo>
                    <a:pt x="6187" y="13747"/>
                  </a:lnTo>
                  <a:lnTo>
                    <a:pt x="6645" y="13931"/>
                  </a:lnTo>
                  <a:lnTo>
                    <a:pt x="7103" y="14114"/>
                  </a:lnTo>
                  <a:lnTo>
                    <a:pt x="7539" y="14252"/>
                  </a:lnTo>
                  <a:lnTo>
                    <a:pt x="7974" y="14366"/>
                  </a:lnTo>
                  <a:lnTo>
                    <a:pt x="8409" y="14458"/>
                  </a:lnTo>
                  <a:lnTo>
                    <a:pt x="8799" y="14504"/>
                  </a:lnTo>
                  <a:lnTo>
                    <a:pt x="9188" y="14549"/>
                  </a:lnTo>
                  <a:lnTo>
                    <a:pt x="9532" y="14549"/>
                  </a:lnTo>
                  <a:lnTo>
                    <a:pt x="9945" y="14526"/>
                  </a:lnTo>
                  <a:lnTo>
                    <a:pt x="10288" y="14458"/>
                  </a:lnTo>
                  <a:lnTo>
                    <a:pt x="10701" y="14343"/>
                  </a:lnTo>
                  <a:lnTo>
                    <a:pt x="10861" y="14274"/>
                  </a:lnTo>
                  <a:lnTo>
                    <a:pt x="11021" y="14229"/>
                  </a:lnTo>
                  <a:lnTo>
                    <a:pt x="11319" y="14068"/>
                  </a:lnTo>
                  <a:lnTo>
                    <a:pt x="11571" y="13862"/>
                  </a:lnTo>
                  <a:lnTo>
                    <a:pt x="11777" y="13633"/>
                  </a:lnTo>
                  <a:lnTo>
                    <a:pt x="11984" y="13358"/>
                  </a:lnTo>
                  <a:lnTo>
                    <a:pt x="12121" y="13060"/>
                  </a:lnTo>
                  <a:lnTo>
                    <a:pt x="12259" y="12739"/>
                  </a:lnTo>
                  <a:lnTo>
                    <a:pt x="12350" y="12396"/>
                  </a:lnTo>
                  <a:lnTo>
                    <a:pt x="12442" y="12052"/>
                  </a:lnTo>
                  <a:lnTo>
                    <a:pt x="12488" y="11663"/>
                  </a:lnTo>
                  <a:lnTo>
                    <a:pt x="12511" y="11296"/>
                  </a:lnTo>
                  <a:lnTo>
                    <a:pt x="12511" y="10906"/>
                  </a:lnTo>
                  <a:lnTo>
                    <a:pt x="12511" y="10540"/>
                  </a:lnTo>
                  <a:lnTo>
                    <a:pt x="12465" y="10150"/>
                  </a:lnTo>
                  <a:lnTo>
                    <a:pt x="12419" y="9784"/>
                  </a:lnTo>
                  <a:lnTo>
                    <a:pt x="12350" y="9417"/>
                  </a:lnTo>
                  <a:lnTo>
                    <a:pt x="12259" y="9005"/>
                  </a:lnTo>
                  <a:lnTo>
                    <a:pt x="12144" y="8638"/>
                  </a:lnTo>
                  <a:lnTo>
                    <a:pt x="12121" y="8592"/>
                  </a:lnTo>
                  <a:lnTo>
                    <a:pt x="12373" y="7080"/>
                  </a:lnTo>
                  <a:lnTo>
                    <a:pt x="12556" y="5797"/>
                  </a:lnTo>
                  <a:lnTo>
                    <a:pt x="12648" y="5201"/>
                  </a:lnTo>
                  <a:lnTo>
                    <a:pt x="12694" y="4697"/>
                  </a:lnTo>
                  <a:lnTo>
                    <a:pt x="12694" y="4262"/>
                  </a:lnTo>
                  <a:lnTo>
                    <a:pt x="12671" y="3850"/>
                  </a:lnTo>
                  <a:lnTo>
                    <a:pt x="12602" y="3437"/>
                  </a:lnTo>
                  <a:lnTo>
                    <a:pt x="12488" y="3025"/>
                  </a:lnTo>
                  <a:lnTo>
                    <a:pt x="12304" y="2635"/>
                  </a:lnTo>
                  <a:lnTo>
                    <a:pt x="12213" y="2452"/>
                  </a:lnTo>
                  <a:lnTo>
                    <a:pt x="12098" y="2269"/>
                  </a:lnTo>
                  <a:lnTo>
                    <a:pt x="11961" y="2085"/>
                  </a:lnTo>
                  <a:lnTo>
                    <a:pt x="11823" y="1902"/>
                  </a:lnTo>
                  <a:lnTo>
                    <a:pt x="11663" y="1719"/>
                  </a:lnTo>
                  <a:lnTo>
                    <a:pt x="11480" y="1558"/>
                  </a:lnTo>
                  <a:lnTo>
                    <a:pt x="11296" y="1398"/>
                  </a:lnTo>
                  <a:lnTo>
                    <a:pt x="11090" y="1261"/>
                  </a:lnTo>
                  <a:lnTo>
                    <a:pt x="10884" y="1100"/>
                  </a:lnTo>
                  <a:lnTo>
                    <a:pt x="10655" y="963"/>
                  </a:lnTo>
                  <a:lnTo>
                    <a:pt x="10403" y="825"/>
                  </a:lnTo>
                  <a:lnTo>
                    <a:pt x="10128" y="711"/>
                  </a:lnTo>
                  <a:lnTo>
                    <a:pt x="9830" y="596"/>
                  </a:lnTo>
                  <a:lnTo>
                    <a:pt x="9532" y="482"/>
                  </a:lnTo>
                  <a:lnTo>
                    <a:pt x="9211" y="390"/>
                  </a:lnTo>
                  <a:lnTo>
                    <a:pt x="8868" y="298"/>
                  </a:lnTo>
                  <a:lnTo>
                    <a:pt x="8524" y="230"/>
                  </a:lnTo>
                  <a:lnTo>
                    <a:pt x="8134" y="161"/>
                  </a:lnTo>
                  <a:lnTo>
                    <a:pt x="7333" y="69"/>
                  </a:lnTo>
                  <a:lnTo>
                    <a:pt x="6439" y="1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2" name="Google Shape;5152;p66"/>
            <p:cNvSpPr/>
            <p:nvPr/>
          </p:nvSpPr>
          <p:spPr>
            <a:xfrm>
              <a:off x="992225" y="2060555"/>
              <a:ext cx="272794" cy="312680"/>
            </a:xfrm>
            <a:custGeom>
              <a:avLst/>
              <a:gdLst/>
              <a:ahLst/>
              <a:cxnLst/>
              <a:rect l="l" t="t" r="r" b="b"/>
              <a:pathLst>
                <a:path w="12694" h="14550" fill="none" extrusionOk="0">
                  <a:moveTo>
                    <a:pt x="1" y="8042"/>
                  </a:moveTo>
                  <a:lnTo>
                    <a:pt x="1" y="8042"/>
                  </a:lnTo>
                  <a:lnTo>
                    <a:pt x="47" y="8295"/>
                  </a:lnTo>
                  <a:lnTo>
                    <a:pt x="93" y="8547"/>
                  </a:lnTo>
                  <a:lnTo>
                    <a:pt x="161" y="8799"/>
                  </a:lnTo>
                  <a:lnTo>
                    <a:pt x="276" y="9051"/>
                  </a:lnTo>
                  <a:lnTo>
                    <a:pt x="390" y="9303"/>
                  </a:lnTo>
                  <a:lnTo>
                    <a:pt x="551" y="9532"/>
                  </a:lnTo>
                  <a:lnTo>
                    <a:pt x="711" y="9761"/>
                  </a:lnTo>
                  <a:lnTo>
                    <a:pt x="894" y="9990"/>
                  </a:lnTo>
                  <a:lnTo>
                    <a:pt x="1101" y="10173"/>
                  </a:lnTo>
                  <a:lnTo>
                    <a:pt x="1330" y="10357"/>
                  </a:lnTo>
                  <a:lnTo>
                    <a:pt x="1582" y="10517"/>
                  </a:lnTo>
                  <a:lnTo>
                    <a:pt x="1857" y="10654"/>
                  </a:lnTo>
                  <a:lnTo>
                    <a:pt x="2132" y="10769"/>
                  </a:lnTo>
                  <a:lnTo>
                    <a:pt x="2429" y="10838"/>
                  </a:lnTo>
                  <a:lnTo>
                    <a:pt x="2727" y="10884"/>
                  </a:lnTo>
                  <a:lnTo>
                    <a:pt x="3048" y="10906"/>
                  </a:lnTo>
                  <a:lnTo>
                    <a:pt x="3071" y="10906"/>
                  </a:lnTo>
                  <a:lnTo>
                    <a:pt x="3071" y="10906"/>
                  </a:lnTo>
                  <a:lnTo>
                    <a:pt x="3094" y="10906"/>
                  </a:lnTo>
                  <a:lnTo>
                    <a:pt x="3094" y="10906"/>
                  </a:lnTo>
                  <a:lnTo>
                    <a:pt x="3208" y="11113"/>
                  </a:lnTo>
                  <a:lnTo>
                    <a:pt x="3208" y="11113"/>
                  </a:lnTo>
                  <a:lnTo>
                    <a:pt x="3254" y="11227"/>
                  </a:lnTo>
                  <a:lnTo>
                    <a:pt x="3254" y="11227"/>
                  </a:lnTo>
                  <a:lnTo>
                    <a:pt x="3254" y="11227"/>
                  </a:lnTo>
                  <a:lnTo>
                    <a:pt x="3506" y="11640"/>
                  </a:lnTo>
                  <a:lnTo>
                    <a:pt x="3804" y="12006"/>
                  </a:lnTo>
                  <a:lnTo>
                    <a:pt x="4148" y="12350"/>
                  </a:lnTo>
                  <a:lnTo>
                    <a:pt x="4514" y="12694"/>
                  </a:lnTo>
                  <a:lnTo>
                    <a:pt x="4904" y="12991"/>
                  </a:lnTo>
                  <a:lnTo>
                    <a:pt x="5316" y="13266"/>
                  </a:lnTo>
                  <a:lnTo>
                    <a:pt x="5752" y="13518"/>
                  </a:lnTo>
                  <a:lnTo>
                    <a:pt x="6187" y="13747"/>
                  </a:lnTo>
                  <a:lnTo>
                    <a:pt x="6645" y="13931"/>
                  </a:lnTo>
                  <a:lnTo>
                    <a:pt x="7103" y="14114"/>
                  </a:lnTo>
                  <a:lnTo>
                    <a:pt x="7539" y="14252"/>
                  </a:lnTo>
                  <a:lnTo>
                    <a:pt x="7974" y="14366"/>
                  </a:lnTo>
                  <a:lnTo>
                    <a:pt x="8409" y="14458"/>
                  </a:lnTo>
                  <a:lnTo>
                    <a:pt x="8799" y="14504"/>
                  </a:lnTo>
                  <a:lnTo>
                    <a:pt x="9188" y="14549"/>
                  </a:lnTo>
                  <a:lnTo>
                    <a:pt x="9532" y="14549"/>
                  </a:lnTo>
                  <a:lnTo>
                    <a:pt x="9532" y="14549"/>
                  </a:lnTo>
                  <a:lnTo>
                    <a:pt x="9945" y="14526"/>
                  </a:lnTo>
                  <a:lnTo>
                    <a:pt x="10288" y="14458"/>
                  </a:lnTo>
                  <a:lnTo>
                    <a:pt x="10701" y="14343"/>
                  </a:lnTo>
                  <a:lnTo>
                    <a:pt x="10701" y="14343"/>
                  </a:lnTo>
                  <a:lnTo>
                    <a:pt x="10861" y="14274"/>
                  </a:lnTo>
                  <a:lnTo>
                    <a:pt x="11021" y="14229"/>
                  </a:lnTo>
                  <a:lnTo>
                    <a:pt x="11319" y="14068"/>
                  </a:lnTo>
                  <a:lnTo>
                    <a:pt x="11571" y="13862"/>
                  </a:lnTo>
                  <a:lnTo>
                    <a:pt x="11777" y="13633"/>
                  </a:lnTo>
                  <a:lnTo>
                    <a:pt x="11984" y="13358"/>
                  </a:lnTo>
                  <a:lnTo>
                    <a:pt x="12121" y="13060"/>
                  </a:lnTo>
                  <a:lnTo>
                    <a:pt x="12259" y="12739"/>
                  </a:lnTo>
                  <a:lnTo>
                    <a:pt x="12350" y="12396"/>
                  </a:lnTo>
                  <a:lnTo>
                    <a:pt x="12442" y="12052"/>
                  </a:lnTo>
                  <a:lnTo>
                    <a:pt x="12488" y="11663"/>
                  </a:lnTo>
                  <a:lnTo>
                    <a:pt x="12511" y="11296"/>
                  </a:lnTo>
                  <a:lnTo>
                    <a:pt x="12511" y="10906"/>
                  </a:lnTo>
                  <a:lnTo>
                    <a:pt x="12511" y="10540"/>
                  </a:lnTo>
                  <a:lnTo>
                    <a:pt x="12465" y="10150"/>
                  </a:lnTo>
                  <a:lnTo>
                    <a:pt x="12419" y="9784"/>
                  </a:lnTo>
                  <a:lnTo>
                    <a:pt x="12350" y="9417"/>
                  </a:lnTo>
                  <a:lnTo>
                    <a:pt x="12350" y="9417"/>
                  </a:lnTo>
                  <a:lnTo>
                    <a:pt x="12259" y="9005"/>
                  </a:lnTo>
                  <a:lnTo>
                    <a:pt x="12144" y="8638"/>
                  </a:lnTo>
                  <a:lnTo>
                    <a:pt x="12144" y="8638"/>
                  </a:lnTo>
                  <a:lnTo>
                    <a:pt x="12121" y="8592"/>
                  </a:lnTo>
                  <a:lnTo>
                    <a:pt x="12121" y="8592"/>
                  </a:lnTo>
                  <a:lnTo>
                    <a:pt x="12373" y="7080"/>
                  </a:lnTo>
                  <a:lnTo>
                    <a:pt x="12556" y="5797"/>
                  </a:lnTo>
                  <a:lnTo>
                    <a:pt x="12648" y="5201"/>
                  </a:lnTo>
                  <a:lnTo>
                    <a:pt x="12694" y="4697"/>
                  </a:lnTo>
                  <a:lnTo>
                    <a:pt x="12694" y="4697"/>
                  </a:lnTo>
                  <a:lnTo>
                    <a:pt x="12694" y="4262"/>
                  </a:lnTo>
                  <a:lnTo>
                    <a:pt x="12671" y="3850"/>
                  </a:lnTo>
                  <a:lnTo>
                    <a:pt x="12602" y="3437"/>
                  </a:lnTo>
                  <a:lnTo>
                    <a:pt x="12488" y="3025"/>
                  </a:lnTo>
                  <a:lnTo>
                    <a:pt x="12304" y="2635"/>
                  </a:lnTo>
                  <a:lnTo>
                    <a:pt x="12213" y="2452"/>
                  </a:lnTo>
                  <a:lnTo>
                    <a:pt x="12098" y="2269"/>
                  </a:lnTo>
                  <a:lnTo>
                    <a:pt x="11961" y="2085"/>
                  </a:lnTo>
                  <a:lnTo>
                    <a:pt x="11823" y="1902"/>
                  </a:lnTo>
                  <a:lnTo>
                    <a:pt x="11663" y="1719"/>
                  </a:lnTo>
                  <a:lnTo>
                    <a:pt x="11480" y="1558"/>
                  </a:lnTo>
                  <a:lnTo>
                    <a:pt x="11296" y="1398"/>
                  </a:lnTo>
                  <a:lnTo>
                    <a:pt x="11090" y="1261"/>
                  </a:lnTo>
                  <a:lnTo>
                    <a:pt x="10884" y="1100"/>
                  </a:lnTo>
                  <a:lnTo>
                    <a:pt x="10655" y="963"/>
                  </a:lnTo>
                  <a:lnTo>
                    <a:pt x="10403" y="825"/>
                  </a:lnTo>
                  <a:lnTo>
                    <a:pt x="10128" y="711"/>
                  </a:lnTo>
                  <a:lnTo>
                    <a:pt x="9830" y="596"/>
                  </a:lnTo>
                  <a:lnTo>
                    <a:pt x="9532" y="482"/>
                  </a:lnTo>
                  <a:lnTo>
                    <a:pt x="9211" y="390"/>
                  </a:lnTo>
                  <a:lnTo>
                    <a:pt x="8868" y="298"/>
                  </a:lnTo>
                  <a:lnTo>
                    <a:pt x="8524" y="230"/>
                  </a:lnTo>
                  <a:lnTo>
                    <a:pt x="8134" y="161"/>
                  </a:lnTo>
                  <a:lnTo>
                    <a:pt x="7333" y="69"/>
                  </a:lnTo>
                  <a:lnTo>
                    <a:pt x="6439" y="1"/>
                  </a:lnTo>
                  <a:lnTo>
                    <a:pt x="6439" y="1"/>
                  </a:lnTo>
                  <a:lnTo>
                    <a:pt x="5981" y="1"/>
                  </a:lnTo>
                  <a:lnTo>
                    <a:pt x="5545" y="1"/>
                  </a:lnTo>
                  <a:lnTo>
                    <a:pt x="5133" y="23"/>
                  </a:lnTo>
                  <a:lnTo>
                    <a:pt x="4744" y="69"/>
                  </a:lnTo>
                  <a:lnTo>
                    <a:pt x="4377" y="138"/>
                  </a:lnTo>
                  <a:lnTo>
                    <a:pt x="4010" y="207"/>
                  </a:lnTo>
                  <a:lnTo>
                    <a:pt x="3690" y="298"/>
                  </a:lnTo>
                  <a:lnTo>
                    <a:pt x="3392" y="413"/>
                  </a:lnTo>
                  <a:lnTo>
                    <a:pt x="3094" y="527"/>
                  </a:lnTo>
                  <a:lnTo>
                    <a:pt x="2819" y="665"/>
                  </a:lnTo>
                  <a:lnTo>
                    <a:pt x="2567" y="802"/>
                  </a:lnTo>
                  <a:lnTo>
                    <a:pt x="2315" y="940"/>
                  </a:lnTo>
                  <a:lnTo>
                    <a:pt x="2109" y="1100"/>
                  </a:lnTo>
                  <a:lnTo>
                    <a:pt x="1880" y="1261"/>
                  </a:lnTo>
                  <a:lnTo>
                    <a:pt x="1696" y="1444"/>
                  </a:lnTo>
                  <a:lnTo>
                    <a:pt x="1513" y="1627"/>
                  </a:lnTo>
                  <a:lnTo>
                    <a:pt x="1215" y="1994"/>
                  </a:lnTo>
                  <a:lnTo>
                    <a:pt x="940" y="2383"/>
                  </a:lnTo>
                  <a:lnTo>
                    <a:pt x="711" y="2773"/>
                  </a:lnTo>
                  <a:lnTo>
                    <a:pt x="551" y="3162"/>
                  </a:lnTo>
                  <a:lnTo>
                    <a:pt x="413" y="3552"/>
                  </a:lnTo>
                  <a:lnTo>
                    <a:pt x="299" y="3941"/>
                  </a:lnTo>
                  <a:lnTo>
                    <a:pt x="207" y="4285"/>
                  </a:lnTo>
                  <a:lnTo>
                    <a:pt x="161" y="4606"/>
                  </a:lnTo>
                  <a:lnTo>
                    <a:pt x="161" y="4606"/>
                  </a:lnTo>
                  <a:lnTo>
                    <a:pt x="138" y="4766"/>
                  </a:lnTo>
                  <a:lnTo>
                    <a:pt x="161" y="5041"/>
                  </a:lnTo>
                  <a:lnTo>
                    <a:pt x="230" y="5706"/>
                  </a:lnTo>
                  <a:lnTo>
                    <a:pt x="276" y="6049"/>
                  </a:lnTo>
                  <a:lnTo>
                    <a:pt x="345" y="6347"/>
                  </a:lnTo>
                  <a:lnTo>
                    <a:pt x="436" y="6599"/>
                  </a:lnTo>
                  <a:lnTo>
                    <a:pt x="482" y="6691"/>
                  </a:lnTo>
                  <a:lnTo>
                    <a:pt x="528" y="6759"/>
                  </a:lnTo>
                  <a:lnTo>
                    <a:pt x="528" y="6759"/>
                  </a:lnTo>
                  <a:lnTo>
                    <a:pt x="390" y="6874"/>
                  </a:lnTo>
                  <a:lnTo>
                    <a:pt x="253" y="7011"/>
                  </a:lnTo>
                  <a:lnTo>
                    <a:pt x="161" y="7149"/>
                  </a:lnTo>
                  <a:lnTo>
                    <a:pt x="93" y="7332"/>
                  </a:lnTo>
                  <a:lnTo>
                    <a:pt x="47" y="7493"/>
                  </a:lnTo>
                  <a:lnTo>
                    <a:pt x="24" y="7676"/>
                  </a:lnTo>
                  <a:lnTo>
                    <a:pt x="1" y="7859"/>
                  </a:lnTo>
                  <a:lnTo>
                    <a:pt x="1" y="804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3" name="Google Shape;5153;p66"/>
            <p:cNvSpPr/>
            <p:nvPr/>
          </p:nvSpPr>
          <p:spPr>
            <a:xfrm>
              <a:off x="1176864" y="2283101"/>
              <a:ext cx="57636" cy="32514"/>
            </a:xfrm>
            <a:custGeom>
              <a:avLst/>
              <a:gdLst/>
              <a:ahLst/>
              <a:cxnLst/>
              <a:rect l="l" t="t" r="r" b="b"/>
              <a:pathLst>
                <a:path w="2682" h="1513" extrusionOk="0">
                  <a:moveTo>
                    <a:pt x="1" y="1"/>
                  </a:moveTo>
                  <a:lnTo>
                    <a:pt x="24" y="230"/>
                  </a:lnTo>
                  <a:lnTo>
                    <a:pt x="92" y="459"/>
                  </a:lnTo>
                  <a:lnTo>
                    <a:pt x="207" y="734"/>
                  </a:lnTo>
                  <a:lnTo>
                    <a:pt x="276" y="871"/>
                  </a:lnTo>
                  <a:lnTo>
                    <a:pt x="367" y="1009"/>
                  </a:lnTo>
                  <a:lnTo>
                    <a:pt x="482" y="1146"/>
                  </a:lnTo>
                  <a:lnTo>
                    <a:pt x="596" y="1261"/>
                  </a:lnTo>
                  <a:lnTo>
                    <a:pt x="757" y="1352"/>
                  </a:lnTo>
                  <a:lnTo>
                    <a:pt x="917" y="1444"/>
                  </a:lnTo>
                  <a:lnTo>
                    <a:pt x="1100" y="1490"/>
                  </a:lnTo>
                  <a:lnTo>
                    <a:pt x="1330" y="1513"/>
                  </a:lnTo>
                  <a:lnTo>
                    <a:pt x="1536" y="1513"/>
                  </a:lnTo>
                  <a:lnTo>
                    <a:pt x="1742" y="1490"/>
                  </a:lnTo>
                  <a:lnTo>
                    <a:pt x="1902" y="1444"/>
                  </a:lnTo>
                  <a:lnTo>
                    <a:pt x="2063" y="1352"/>
                  </a:lnTo>
                  <a:lnTo>
                    <a:pt x="2177" y="1284"/>
                  </a:lnTo>
                  <a:lnTo>
                    <a:pt x="2292" y="1169"/>
                  </a:lnTo>
                  <a:lnTo>
                    <a:pt x="2384" y="1077"/>
                  </a:lnTo>
                  <a:lnTo>
                    <a:pt x="2452" y="963"/>
                  </a:lnTo>
                  <a:lnTo>
                    <a:pt x="2567" y="734"/>
                  </a:lnTo>
                  <a:lnTo>
                    <a:pt x="2636" y="550"/>
                  </a:lnTo>
                  <a:lnTo>
                    <a:pt x="2681" y="36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4" name="Google Shape;5154;p66"/>
            <p:cNvSpPr/>
            <p:nvPr/>
          </p:nvSpPr>
          <p:spPr>
            <a:xfrm>
              <a:off x="1191649" y="2319053"/>
              <a:ext cx="17729" cy="8875"/>
            </a:xfrm>
            <a:custGeom>
              <a:avLst/>
              <a:gdLst/>
              <a:ahLst/>
              <a:cxnLst/>
              <a:rect l="l" t="t" r="r" b="b"/>
              <a:pathLst>
                <a:path w="825" h="413" extrusionOk="0">
                  <a:moveTo>
                    <a:pt x="92" y="0"/>
                  </a:moveTo>
                  <a:lnTo>
                    <a:pt x="46" y="23"/>
                  </a:lnTo>
                  <a:lnTo>
                    <a:pt x="23" y="69"/>
                  </a:lnTo>
                  <a:lnTo>
                    <a:pt x="0" y="92"/>
                  </a:lnTo>
                  <a:lnTo>
                    <a:pt x="0" y="138"/>
                  </a:lnTo>
                  <a:lnTo>
                    <a:pt x="23" y="183"/>
                  </a:lnTo>
                  <a:lnTo>
                    <a:pt x="115" y="275"/>
                  </a:lnTo>
                  <a:lnTo>
                    <a:pt x="252" y="344"/>
                  </a:lnTo>
                  <a:lnTo>
                    <a:pt x="390" y="413"/>
                  </a:lnTo>
                  <a:lnTo>
                    <a:pt x="573" y="413"/>
                  </a:lnTo>
                  <a:lnTo>
                    <a:pt x="756" y="367"/>
                  </a:lnTo>
                  <a:lnTo>
                    <a:pt x="779" y="367"/>
                  </a:lnTo>
                  <a:lnTo>
                    <a:pt x="825" y="321"/>
                  </a:lnTo>
                  <a:lnTo>
                    <a:pt x="825" y="275"/>
                  </a:lnTo>
                  <a:lnTo>
                    <a:pt x="825" y="229"/>
                  </a:lnTo>
                  <a:lnTo>
                    <a:pt x="802" y="206"/>
                  </a:lnTo>
                  <a:lnTo>
                    <a:pt x="779" y="183"/>
                  </a:lnTo>
                  <a:lnTo>
                    <a:pt x="733" y="161"/>
                  </a:lnTo>
                  <a:lnTo>
                    <a:pt x="687" y="161"/>
                  </a:lnTo>
                  <a:lnTo>
                    <a:pt x="573" y="183"/>
                  </a:lnTo>
                  <a:lnTo>
                    <a:pt x="390" y="183"/>
                  </a:lnTo>
                  <a:lnTo>
                    <a:pt x="321" y="138"/>
                  </a:lnTo>
                  <a:lnTo>
                    <a:pt x="229" y="92"/>
                  </a:lnTo>
                  <a:lnTo>
                    <a:pt x="206" y="46"/>
                  </a:lnTo>
                  <a:lnTo>
                    <a:pt x="160" y="2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5" name="Google Shape;5155;p66"/>
            <p:cNvSpPr/>
            <p:nvPr/>
          </p:nvSpPr>
          <p:spPr>
            <a:xfrm>
              <a:off x="1226097" y="2219578"/>
              <a:ext cx="12830" cy="25143"/>
            </a:xfrm>
            <a:custGeom>
              <a:avLst/>
              <a:gdLst/>
              <a:ahLst/>
              <a:cxnLst/>
              <a:rect l="l" t="t" r="r" b="b"/>
              <a:pathLst>
                <a:path w="597" h="1170" extrusionOk="0">
                  <a:moveTo>
                    <a:pt x="345" y="1"/>
                  </a:moveTo>
                  <a:lnTo>
                    <a:pt x="276" y="24"/>
                  </a:lnTo>
                  <a:lnTo>
                    <a:pt x="230" y="47"/>
                  </a:lnTo>
                  <a:lnTo>
                    <a:pt x="161" y="93"/>
                  </a:lnTo>
                  <a:lnTo>
                    <a:pt x="115" y="161"/>
                  </a:lnTo>
                  <a:lnTo>
                    <a:pt x="47" y="345"/>
                  </a:lnTo>
                  <a:lnTo>
                    <a:pt x="1" y="574"/>
                  </a:lnTo>
                  <a:lnTo>
                    <a:pt x="1" y="803"/>
                  </a:lnTo>
                  <a:lnTo>
                    <a:pt x="47" y="986"/>
                  </a:lnTo>
                  <a:lnTo>
                    <a:pt x="93" y="1055"/>
                  </a:lnTo>
                  <a:lnTo>
                    <a:pt x="138" y="1124"/>
                  </a:lnTo>
                  <a:lnTo>
                    <a:pt x="184" y="1147"/>
                  </a:lnTo>
                  <a:lnTo>
                    <a:pt x="253" y="1169"/>
                  </a:lnTo>
                  <a:lnTo>
                    <a:pt x="322" y="1169"/>
                  </a:lnTo>
                  <a:lnTo>
                    <a:pt x="367" y="1124"/>
                  </a:lnTo>
                  <a:lnTo>
                    <a:pt x="436" y="1078"/>
                  </a:lnTo>
                  <a:lnTo>
                    <a:pt x="482" y="1009"/>
                  </a:lnTo>
                  <a:lnTo>
                    <a:pt x="551" y="826"/>
                  </a:lnTo>
                  <a:lnTo>
                    <a:pt x="597" y="620"/>
                  </a:lnTo>
                  <a:lnTo>
                    <a:pt x="597" y="390"/>
                  </a:lnTo>
                  <a:lnTo>
                    <a:pt x="551" y="184"/>
                  </a:lnTo>
                  <a:lnTo>
                    <a:pt x="505" y="116"/>
                  </a:lnTo>
                  <a:lnTo>
                    <a:pt x="459" y="70"/>
                  </a:lnTo>
                  <a:lnTo>
                    <a:pt x="413" y="24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6" name="Google Shape;5156;p66"/>
            <p:cNvSpPr/>
            <p:nvPr/>
          </p:nvSpPr>
          <p:spPr>
            <a:xfrm>
              <a:off x="1215266" y="2214162"/>
              <a:ext cx="33503" cy="8897"/>
            </a:xfrm>
            <a:custGeom>
              <a:avLst/>
              <a:gdLst/>
              <a:ahLst/>
              <a:cxnLst/>
              <a:rect l="l" t="t" r="r" b="b"/>
              <a:pathLst>
                <a:path w="1559" h="414" extrusionOk="0">
                  <a:moveTo>
                    <a:pt x="757" y="1"/>
                  </a:moveTo>
                  <a:lnTo>
                    <a:pt x="528" y="47"/>
                  </a:lnTo>
                  <a:lnTo>
                    <a:pt x="344" y="116"/>
                  </a:lnTo>
                  <a:lnTo>
                    <a:pt x="184" y="184"/>
                  </a:lnTo>
                  <a:lnTo>
                    <a:pt x="47" y="276"/>
                  </a:lnTo>
                  <a:lnTo>
                    <a:pt x="1" y="322"/>
                  </a:lnTo>
                  <a:lnTo>
                    <a:pt x="24" y="390"/>
                  </a:lnTo>
                  <a:lnTo>
                    <a:pt x="70" y="413"/>
                  </a:lnTo>
                  <a:lnTo>
                    <a:pt x="138" y="413"/>
                  </a:lnTo>
                  <a:lnTo>
                    <a:pt x="253" y="345"/>
                  </a:lnTo>
                  <a:lnTo>
                    <a:pt x="390" y="276"/>
                  </a:lnTo>
                  <a:lnTo>
                    <a:pt x="574" y="207"/>
                  </a:lnTo>
                  <a:lnTo>
                    <a:pt x="757" y="184"/>
                  </a:lnTo>
                  <a:lnTo>
                    <a:pt x="1101" y="184"/>
                  </a:lnTo>
                  <a:lnTo>
                    <a:pt x="1192" y="230"/>
                  </a:lnTo>
                  <a:lnTo>
                    <a:pt x="1307" y="276"/>
                  </a:lnTo>
                  <a:lnTo>
                    <a:pt x="1421" y="345"/>
                  </a:lnTo>
                  <a:lnTo>
                    <a:pt x="1490" y="345"/>
                  </a:lnTo>
                  <a:lnTo>
                    <a:pt x="1536" y="322"/>
                  </a:lnTo>
                  <a:lnTo>
                    <a:pt x="1559" y="253"/>
                  </a:lnTo>
                  <a:lnTo>
                    <a:pt x="1513" y="207"/>
                  </a:lnTo>
                  <a:lnTo>
                    <a:pt x="1398" y="116"/>
                  </a:lnTo>
                  <a:lnTo>
                    <a:pt x="1261" y="70"/>
                  </a:lnTo>
                  <a:lnTo>
                    <a:pt x="1146" y="24"/>
                  </a:lnTo>
                  <a:lnTo>
                    <a:pt x="1009" y="1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7" name="Google Shape;5157;p66"/>
            <p:cNvSpPr/>
            <p:nvPr/>
          </p:nvSpPr>
          <p:spPr>
            <a:xfrm>
              <a:off x="1165539" y="2216139"/>
              <a:ext cx="13324" cy="25143"/>
            </a:xfrm>
            <a:custGeom>
              <a:avLst/>
              <a:gdLst/>
              <a:ahLst/>
              <a:cxnLst/>
              <a:rect l="l" t="t" r="r" b="b"/>
              <a:pathLst>
                <a:path w="620" h="1170" extrusionOk="0">
                  <a:moveTo>
                    <a:pt x="299" y="1"/>
                  </a:moveTo>
                  <a:lnTo>
                    <a:pt x="230" y="24"/>
                  </a:lnTo>
                  <a:lnTo>
                    <a:pt x="184" y="92"/>
                  </a:lnTo>
                  <a:lnTo>
                    <a:pt x="138" y="161"/>
                  </a:lnTo>
                  <a:lnTo>
                    <a:pt x="47" y="321"/>
                  </a:lnTo>
                  <a:lnTo>
                    <a:pt x="1" y="550"/>
                  </a:lnTo>
                  <a:lnTo>
                    <a:pt x="24" y="780"/>
                  </a:lnTo>
                  <a:lnTo>
                    <a:pt x="69" y="963"/>
                  </a:lnTo>
                  <a:lnTo>
                    <a:pt x="115" y="1055"/>
                  </a:lnTo>
                  <a:lnTo>
                    <a:pt x="161" y="1100"/>
                  </a:lnTo>
                  <a:lnTo>
                    <a:pt x="207" y="1146"/>
                  </a:lnTo>
                  <a:lnTo>
                    <a:pt x="276" y="1169"/>
                  </a:lnTo>
                  <a:lnTo>
                    <a:pt x="322" y="1146"/>
                  </a:lnTo>
                  <a:lnTo>
                    <a:pt x="390" y="1123"/>
                  </a:lnTo>
                  <a:lnTo>
                    <a:pt x="436" y="1077"/>
                  </a:lnTo>
                  <a:lnTo>
                    <a:pt x="505" y="1009"/>
                  </a:lnTo>
                  <a:lnTo>
                    <a:pt x="574" y="825"/>
                  </a:lnTo>
                  <a:lnTo>
                    <a:pt x="619" y="596"/>
                  </a:lnTo>
                  <a:lnTo>
                    <a:pt x="619" y="367"/>
                  </a:lnTo>
                  <a:lnTo>
                    <a:pt x="551" y="184"/>
                  </a:lnTo>
                  <a:lnTo>
                    <a:pt x="528" y="115"/>
                  </a:lnTo>
                  <a:lnTo>
                    <a:pt x="482" y="46"/>
                  </a:lnTo>
                  <a:lnTo>
                    <a:pt x="413" y="24"/>
                  </a:lnTo>
                  <a:lnTo>
                    <a:pt x="367" y="1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8" name="Google Shape;5158;p66"/>
            <p:cNvSpPr/>
            <p:nvPr/>
          </p:nvSpPr>
          <p:spPr>
            <a:xfrm>
              <a:off x="1151764" y="2210724"/>
              <a:ext cx="33009" cy="11347"/>
            </a:xfrm>
            <a:custGeom>
              <a:avLst/>
              <a:gdLst/>
              <a:ahLst/>
              <a:cxnLst/>
              <a:rect l="l" t="t" r="r" b="b"/>
              <a:pathLst>
                <a:path w="1536" h="528" extrusionOk="0">
                  <a:moveTo>
                    <a:pt x="963" y="1"/>
                  </a:moveTo>
                  <a:lnTo>
                    <a:pt x="710" y="23"/>
                  </a:lnTo>
                  <a:lnTo>
                    <a:pt x="504" y="92"/>
                  </a:lnTo>
                  <a:lnTo>
                    <a:pt x="321" y="184"/>
                  </a:lnTo>
                  <a:lnTo>
                    <a:pt x="184" y="276"/>
                  </a:lnTo>
                  <a:lnTo>
                    <a:pt x="46" y="367"/>
                  </a:lnTo>
                  <a:lnTo>
                    <a:pt x="0" y="436"/>
                  </a:lnTo>
                  <a:lnTo>
                    <a:pt x="23" y="482"/>
                  </a:lnTo>
                  <a:lnTo>
                    <a:pt x="69" y="528"/>
                  </a:lnTo>
                  <a:lnTo>
                    <a:pt x="115" y="528"/>
                  </a:lnTo>
                  <a:lnTo>
                    <a:pt x="161" y="505"/>
                  </a:lnTo>
                  <a:lnTo>
                    <a:pt x="252" y="413"/>
                  </a:lnTo>
                  <a:lnTo>
                    <a:pt x="390" y="344"/>
                  </a:lnTo>
                  <a:lnTo>
                    <a:pt x="550" y="253"/>
                  </a:lnTo>
                  <a:lnTo>
                    <a:pt x="733" y="184"/>
                  </a:lnTo>
                  <a:lnTo>
                    <a:pt x="963" y="161"/>
                  </a:lnTo>
                  <a:lnTo>
                    <a:pt x="1077" y="161"/>
                  </a:lnTo>
                  <a:lnTo>
                    <a:pt x="1192" y="184"/>
                  </a:lnTo>
                  <a:lnTo>
                    <a:pt x="1306" y="207"/>
                  </a:lnTo>
                  <a:lnTo>
                    <a:pt x="1421" y="276"/>
                  </a:lnTo>
                  <a:lnTo>
                    <a:pt x="1489" y="276"/>
                  </a:lnTo>
                  <a:lnTo>
                    <a:pt x="1535" y="230"/>
                  </a:lnTo>
                  <a:lnTo>
                    <a:pt x="1535" y="161"/>
                  </a:lnTo>
                  <a:lnTo>
                    <a:pt x="1489" y="115"/>
                  </a:lnTo>
                  <a:lnTo>
                    <a:pt x="1352" y="46"/>
                  </a:lnTo>
                  <a:lnTo>
                    <a:pt x="1215" y="23"/>
                  </a:lnTo>
                  <a:lnTo>
                    <a:pt x="1100" y="1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9" name="Google Shape;5159;p66"/>
            <p:cNvSpPr/>
            <p:nvPr/>
          </p:nvSpPr>
          <p:spPr>
            <a:xfrm>
              <a:off x="1235466" y="2246182"/>
              <a:ext cx="22178" cy="16762"/>
            </a:xfrm>
            <a:custGeom>
              <a:avLst/>
              <a:gdLst/>
              <a:ahLst/>
              <a:cxnLst/>
              <a:rect l="l" t="t" r="r" b="b"/>
              <a:pathLst>
                <a:path w="1032" h="780" extrusionOk="0">
                  <a:moveTo>
                    <a:pt x="825" y="0"/>
                  </a:moveTo>
                  <a:lnTo>
                    <a:pt x="481" y="69"/>
                  </a:lnTo>
                  <a:lnTo>
                    <a:pt x="206" y="183"/>
                  </a:lnTo>
                  <a:lnTo>
                    <a:pt x="115" y="252"/>
                  </a:lnTo>
                  <a:lnTo>
                    <a:pt x="46" y="321"/>
                  </a:lnTo>
                  <a:lnTo>
                    <a:pt x="0" y="390"/>
                  </a:lnTo>
                  <a:lnTo>
                    <a:pt x="0" y="436"/>
                  </a:lnTo>
                  <a:lnTo>
                    <a:pt x="23" y="527"/>
                  </a:lnTo>
                  <a:lnTo>
                    <a:pt x="69" y="573"/>
                  </a:lnTo>
                  <a:lnTo>
                    <a:pt x="161" y="642"/>
                  </a:lnTo>
                  <a:lnTo>
                    <a:pt x="298" y="688"/>
                  </a:lnTo>
                  <a:lnTo>
                    <a:pt x="436" y="733"/>
                  </a:lnTo>
                  <a:lnTo>
                    <a:pt x="619" y="756"/>
                  </a:lnTo>
                  <a:lnTo>
                    <a:pt x="1008" y="779"/>
                  </a:lnTo>
                  <a:lnTo>
                    <a:pt x="1031" y="779"/>
                  </a:lnTo>
                  <a:lnTo>
                    <a:pt x="1008" y="710"/>
                  </a:lnTo>
                  <a:lnTo>
                    <a:pt x="917" y="321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EE8B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0" name="Google Shape;5160;p66"/>
            <p:cNvSpPr/>
            <p:nvPr/>
          </p:nvSpPr>
          <p:spPr>
            <a:xfrm>
              <a:off x="1235466" y="2246182"/>
              <a:ext cx="22178" cy="16762"/>
            </a:xfrm>
            <a:custGeom>
              <a:avLst/>
              <a:gdLst/>
              <a:ahLst/>
              <a:cxnLst/>
              <a:rect l="l" t="t" r="r" b="b"/>
              <a:pathLst>
                <a:path w="1032" h="780" fill="none" extrusionOk="0">
                  <a:moveTo>
                    <a:pt x="825" y="0"/>
                  </a:moveTo>
                  <a:lnTo>
                    <a:pt x="825" y="0"/>
                  </a:lnTo>
                  <a:lnTo>
                    <a:pt x="481" y="69"/>
                  </a:lnTo>
                  <a:lnTo>
                    <a:pt x="206" y="183"/>
                  </a:lnTo>
                  <a:lnTo>
                    <a:pt x="115" y="252"/>
                  </a:lnTo>
                  <a:lnTo>
                    <a:pt x="46" y="321"/>
                  </a:lnTo>
                  <a:lnTo>
                    <a:pt x="0" y="390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23" y="527"/>
                  </a:lnTo>
                  <a:lnTo>
                    <a:pt x="69" y="573"/>
                  </a:lnTo>
                  <a:lnTo>
                    <a:pt x="161" y="642"/>
                  </a:lnTo>
                  <a:lnTo>
                    <a:pt x="298" y="688"/>
                  </a:lnTo>
                  <a:lnTo>
                    <a:pt x="436" y="733"/>
                  </a:lnTo>
                  <a:lnTo>
                    <a:pt x="619" y="756"/>
                  </a:lnTo>
                  <a:lnTo>
                    <a:pt x="1008" y="779"/>
                  </a:lnTo>
                  <a:lnTo>
                    <a:pt x="1008" y="779"/>
                  </a:lnTo>
                  <a:lnTo>
                    <a:pt x="1031" y="779"/>
                  </a:lnTo>
                  <a:lnTo>
                    <a:pt x="1031" y="779"/>
                  </a:lnTo>
                  <a:lnTo>
                    <a:pt x="1008" y="710"/>
                  </a:lnTo>
                  <a:lnTo>
                    <a:pt x="1008" y="710"/>
                  </a:lnTo>
                  <a:lnTo>
                    <a:pt x="917" y="321"/>
                  </a:lnTo>
                  <a:lnTo>
                    <a:pt x="917" y="321"/>
                  </a:lnTo>
                  <a:lnTo>
                    <a:pt x="825" y="0"/>
                  </a:lnTo>
                  <a:lnTo>
                    <a:pt x="82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1" name="Google Shape;5161;p66"/>
            <p:cNvSpPr/>
            <p:nvPr/>
          </p:nvSpPr>
          <p:spPr>
            <a:xfrm>
              <a:off x="1114824" y="2252586"/>
              <a:ext cx="54198" cy="18224"/>
            </a:xfrm>
            <a:custGeom>
              <a:avLst/>
              <a:gdLst/>
              <a:ahLst/>
              <a:cxnLst/>
              <a:rect l="l" t="t" r="r" b="b"/>
              <a:pathLst>
                <a:path w="2522" h="848" extrusionOk="0">
                  <a:moveTo>
                    <a:pt x="1513" y="0"/>
                  </a:moveTo>
                  <a:lnTo>
                    <a:pt x="1238" y="23"/>
                  </a:lnTo>
                  <a:lnTo>
                    <a:pt x="986" y="46"/>
                  </a:lnTo>
                  <a:lnTo>
                    <a:pt x="757" y="92"/>
                  </a:lnTo>
                  <a:lnTo>
                    <a:pt x="528" y="138"/>
                  </a:lnTo>
                  <a:lnTo>
                    <a:pt x="345" y="206"/>
                  </a:lnTo>
                  <a:lnTo>
                    <a:pt x="207" y="275"/>
                  </a:lnTo>
                  <a:lnTo>
                    <a:pt x="93" y="344"/>
                  </a:lnTo>
                  <a:lnTo>
                    <a:pt x="24" y="435"/>
                  </a:lnTo>
                  <a:lnTo>
                    <a:pt x="1" y="527"/>
                  </a:lnTo>
                  <a:lnTo>
                    <a:pt x="24" y="596"/>
                  </a:lnTo>
                  <a:lnTo>
                    <a:pt x="93" y="664"/>
                  </a:lnTo>
                  <a:lnTo>
                    <a:pt x="184" y="710"/>
                  </a:lnTo>
                  <a:lnTo>
                    <a:pt x="299" y="756"/>
                  </a:lnTo>
                  <a:lnTo>
                    <a:pt x="459" y="802"/>
                  </a:lnTo>
                  <a:lnTo>
                    <a:pt x="619" y="825"/>
                  </a:lnTo>
                  <a:lnTo>
                    <a:pt x="1032" y="848"/>
                  </a:lnTo>
                  <a:lnTo>
                    <a:pt x="1284" y="848"/>
                  </a:lnTo>
                  <a:lnTo>
                    <a:pt x="1559" y="802"/>
                  </a:lnTo>
                  <a:lnTo>
                    <a:pt x="1788" y="779"/>
                  </a:lnTo>
                  <a:lnTo>
                    <a:pt x="1994" y="710"/>
                  </a:lnTo>
                  <a:lnTo>
                    <a:pt x="2177" y="664"/>
                  </a:lnTo>
                  <a:lnTo>
                    <a:pt x="2315" y="573"/>
                  </a:lnTo>
                  <a:lnTo>
                    <a:pt x="2429" y="504"/>
                  </a:lnTo>
                  <a:lnTo>
                    <a:pt x="2498" y="412"/>
                  </a:lnTo>
                  <a:lnTo>
                    <a:pt x="2521" y="344"/>
                  </a:lnTo>
                  <a:lnTo>
                    <a:pt x="2498" y="275"/>
                  </a:lnTo>
                  <a:lnTo>
                    <a:pt x="2429" y="206"/>
                  </a:lnTo>
                  <a:lnTo>
                    <a:pt x="2338" y="160"/>
                  </a:lnTo>
                  <a:lnTo>
                    <a:pt x="2223" y="92"/>
                  </a:lnTo>
                  <a:lnTo>
                    <a:pt x="2086" y="69"/>
                  </a:lnTo>
                  <a:lnTo>
                    <a:pt x="1903" y="23"/>
                  </a:lnTo>
                  <a:lnTo>
                    <a:pt x="1513" y="0"/>
                  </a:lnTo>
                  <a:close/>
                </a:path>
              </a:pathLst>
            </a:custGeom>
            <a:solidFill>
              <a:srgbClr val="EE8B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2" name="Google Shape;5162;p66"/>
            <p:cNvSpPr/>
            <p:nvPr/>
          </p:nvSpPr>
          <p:spPr>
            <a:xfrm>
              <a:off x="1114824" y="2252586"/>
              <a:ext cx="54198" cy="18224"/>
            </a:xfrm>
            <a:custGeom>
              <a:avLst/>
              <a:gdLst/>
              <a:ahLst/>
              <a:cxnLst/>
              <a:rect l="l" t="t" r="r" b="b"/>
              <a:pathLst>
                <a:path w="2522" h="848" fill="none" extrusionOk="0">
                  <a:moveTo>
                    <a:pt x="1513" y="0"/>
                  </a:moveTo>
                  <a:lnTo>
                    <a:pt x="1513" y="0"/>
                  </a:lnTo>
                  <a:lnTo>
                    <a:pt x="1238" y="23"/>
                  </a:lnTo>
                  <a:lnTo>
                    <a:pt x="1238" y="23"/>
                  </a:lnTo>
                  <a:lnTo>
                    <a:pt x="986" y="46"/>
                  </a:lnTo>
                  <a:lnTo>
                    <a:pt x="757" y="92"/>
                  </a:lnTo>
                  <a:lnTo>
                    <a:pt x="528" y="138"/>
                  </a:lnTo>
                  <a:lnTo>
                    <a:pt x="345" y="206"/>
                  </a:lnTo>
                  <a:lnTo>
                    <a:pt x="207" y="275"/>
                  </a:lnTo>
                  <a:lnTo>
                    <a:pt x="93" y="344"/>
                  </a:lnTo>
                  <a:lnTo>
                    <a:pt x="24" y="435"/>
                  </a:lnTo>
                  <a:lnTo>
                    <a:pt x="1" y="527"/>
                  </a:lnTo>
                  <a:lnTo>
                    <a:pt x="1" y="527"/>
                  </a:lnTo>
                  <a:lnTo>
                    <a:pt x="24" y="596"/>
                  </a:lnTo>
                  <a:lnTo>
                    <a:pt x="93" y="664"/>
                  </a:lnTo>
                  <a:lnTo>
                    <a:pt x="184" y="710"/>
                  </a:lnTo>
                  <a:lnTo>
                    <a:pt x="299" y="756"/>
                  </a:lnTo>
                  <a:lnTo>
                    <a:pt x="459" y="802"/>
                  </a:lnTo>
                  <a:lnTo>
                    <a:pt x="619" y="825"/>
                  </a:lnTo>
                  <a:lnTo>
                    <a:pt x="1032" y="848"/>
                  </a:lnTo>
                  <a:lnTo>
                    <a:pt x="1032" y="848"/>
                  </a:lnTo>
                  <a:lnTo>
                    <a:pt x="1284" y="848"/>
                  </a:lnTo>
                  <a:lnTo>
                    <a:pt x="1284" y="848"/>
                  </a:lnTo>
                  <a:lnTo>
                    <a:pt x="1559" y="802"/>
                  </a:lnTo>
                  <a:lnTo>
                    <a:pt x="1788" y="779"/>
                  </a:lnTo>
                  <a:lnTo>
                    <a:pt x="1994" y="710"/>
                  </a:lnTo>
                  <a:lnTo>
                    <a:pt x="2177" y="664"/>
                  </a:lnTo>
                  <a:lnTo>
                    <a:pt x="2315" y="573"/>
                  </a:lnTo>
                  <a:lnTo>
                    <a:pt x="2429" y="504"/>
                  </a:lnTo>
                  <a:lnTo>
                    <a:pt x="2498" y="412"/>
                  </a:lnTo>
                  <a:lnTo>
                    <a:pt x="2521" y="344"/>
                  </a:lnTo>
                  <a:lnTo>
                    <a:pt x="2521" y="344"/>
                  </a:lnTo>
                  <a:lnTo>
                    <a:pt x="2498" y="275"/>
                  </a:lnTo>
                  <a:lnTo>
                    <a:pt x="2429" y="206"/>
                  </a:lnTo>
                  <a:lnTo>
                    <a:pt x="2338" y="160"/>
                  </a:lnTo>
                  <a:lnTo>
                    <a:pt x="2223" y="92"/>
                  </a:lnTo>
                  <a:lnTo>
                    <a:pt x="2086" y="69"/>
                  </a:lnTo>
                  <a:lnTo>
                    <a:pt x="1903" y="23"/>
                  </a:lnTo>
                  <a:lnTo>
                    <a:pt x="151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3" name="Google Shape;5163;p66"/>
            <p:cNvSpPr/>
            <p:nvPr/>
          </p:nvSpPr>
          <p:spPr>
            <a:xfrm>
              <a:off x="1057726" y="2281124"/>
              <a:ext cx="26605" cy="20716"/>
            </a:xfrm>
            <a:custGeom>
              <a:avLst/>
              <a:gdLst/>
              <a:ahLst/>
              <a:cxnLst/>
              <a:rect l="l" t="t" r="r" b="b"/>
              <a:pathLst>
                <a:path w="1238" h="964" extrusionOk="0">
                  <a:moveTo>
                    <a:pt x="985" y="1"/>
                  </a:moveTo>
                  <a:lnTo>
                    <a:pt x="939" y="24"/>
                  </a:lnTo>
                  <a:lnTo>
                    <a:pt x="894" y="93"/>
                  </a:lnTo>
                  <a:lnTo>
                    <a:pt x="802" y="207"/>
                  </a:lnTo>
                  <a:lnTo>
                    <a:pt x="710" y="322"/>
                  </a:lnTo>
                  <a:lnTo>
                    <a:pt x="596" y="413"/>
                  </a:lnTo>
                  <a:lnTo>
                    <a:pt x="481" y="482"/>
                  </a:lnTo>
                  <a:lnTo>
                    <a:pt x="321" y="551"/>
                  </a:lnTo>
                  <a:lnTo>
                    <a:pt x="160" y="597"/>
                  </a:lnTo>
                  <a:lnTo>
                    <a:pt x="0" y="642"/>
                  </a:lnTo>
                  <a:lnTo>
                    <a:pt x="46" y="642"/>
                  </a:lnTo>
                  <a:lnTo>
                    <a:pt x="160" y="849"/>
                  </a:lnTo>
                  <a:lnTo>
                    <a:pt x="206" y="963"/>
                  </a:lnTo>
                  <a:lnTo>
                    <a:pt x="367" y="917"/>
                  </a:lnTo>
                  <a:lnTo>
                    <a:pt x="527" y="872"/>
                  </a:lnTo>
                  <a:lnTo>
                    <a:pt x="710" y="780"/>
                  </a:lnTo>
                  <a:lnTo>
                    <a:pt x="871" y="665"/>
                  </a:lnTo>
                  <a:lnTo>
                    <a:pt x="1054" y="482"/>
                  </a:lnTo>
                  <a:lnTo>
                    <a:pt x="1146" y="368"/>
                  </a:lnTo>
                  <a:lnTo>
                    <a:pt x="1214" y="253"/>
                  </a:lnTo>
                  <a:lnTo>
                    <a:pt x="1237" y="184"/>
                  </a:lnTo>
                  <a:lnTo>
                    <a:pt x="1214" y="115"/>
                  </a:lnTo>
                  <a:lnTo>
                    <a:pt x="1192" y="47"/>
                  </a:lnTo>
                  <a:lnTo>
                    <a:pt x="1123" y="24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4" name="Google Shape;5164;p66"/>
            <p:cNvSpPr/>
            <p:nvPr/>
          </p:nvSpPr>
          <p:spPr>
            <a:xfrm>
              <a:off x="1010943" y="2269326"/>
              <a:ext cx="56648" cy="56132"/>
            </a:xfrm>
            <a:custGeom>
              <a:avLst/>
              <a:gdLst/>
              <a:ahLst/>
              <a:cxnLst/>
              <a:rect l="l" t="t" r="r" b="b"/>
              <a:pathLst>
                <a:path w="2636" h="2612" extrusionOk="0">
                  <a:moveTo>
                    <a:pt x="1077" y="0"/>
                  </a:moveTo>
                  <a:lnTo>
                    <a:pt x="825" y="46"/>
                  </a:lnTo>
                  <a:lnTo>
                    <a:pt x="619" y="160"/>
                  </a:lnTo>
                  <a:lnTo>
                    <a:pt x="436" y="298"/>
                  </a:lnTo>
                  <a:lnTo>
                    <a:pt x="275" y="481"/>
                  </a:lnTo>
                  <a:lnTo>
                    <a:pt x="138" y="664"/>
                  </a:lnTo>
                  <a:lnTo>
                    <a:pt x="46" y="894"/>
                  </a:lnTo>
                  <a:lnTo>
                    <a:pt x="1" y="1123"/>
                  </a:lnTo>
                  <a:lnTo>
                    <a:pt x="1" y="1375"/>
                  </a:lnTo>
                  <a:lnTo>
                    <a:pt x="46" y="1650"/>
                  </a:lnTo>
                  <a:lnTo>
                    <a:pt x="138" y="1879"/>
                  </a:lnTo>
                  <a:lnTo>
                    <a:pt x="275" y="2108"/>
                  </a:lnTo>
                  <a:lnTo>
                    <a:pt x="459" y="2291"/>
                  </a:lnTo>
                  <a:lnTo>
                    <a:pt x="665" y="2429"/>
                  </a:lnTo>
                  <a:lnTo>
                    <a:pt x="894" y="2543"/>
                  </a:lnTo>
                  <a:lnTo>
                    <a:pt x="1146" y="2589"/>
                  </a:lnTo>
                  <a:lnTo>
                    <a:pt x="1398" y="2612"/>
                  </a:lnTo>
                  <a:lnTo>
                    <a:pt x="1673" y="2566"/>
                  </a:lnTo>
                  <a:lnTo>
                    <a:pt x="1902" y="2452"/>
                  </a:lnTo>
                  <a:lnTo>
                    <a:pt x="2131" y="2314"/>
                  </a:lnTo>
                  <a:lnTo>
                    <a:pt x="2315" y="2154"/>
                  </a:lnTo>
                  <a:lnTo>
                    <a:pt x="2452" y="1948"/>
                  </a:lnTo>
                  <a:lnTo>
                    <a:pt x="2567" y="1718"/>
                  </a:lnTo>
                  <a:lnTo>
                    <a:pt x="2612" y="1466"/>
                  </a:lnTo>
                  <a:lnTo>
                    <a:pt x="2635" y="1191"/>
                  </a:lnTo>
                  <a:lnTo>
                    <a:pt x="2612" y="1123"/>
                  </a:lnTo>
                  <a:lnTo>
                    <a:pt x="2429" y="1169"/>
                  </a:lnTo>
                  <a:lnTo>
                    <a:pt x="2246" y="1191"/>
                  </a:lnTo>
                  <a:lnTo>
                    <a:pt x="2246" y="1214"/>
                  </a:lnTo>
                  <a:lnTo>
                    <a:pt x="2246" y="1398"/>
                  </a:lnTo>
                  <a:lnTo>
                    <a:pt x="2200" y="1581"/>
                  </a:lnTo>
                  <a:lnTo>
                    <a:pt x="2131" y="1741"/>
                  </a:lnTo>
                  <a:lnTo>
                    <a:pt x="2017" y="1902"/>
                  </a:lnTo>
                  <a:lnTo>
                    <a:pt x="1879" y="2016"/>
                  </a:lnTo>
                  <a:lnTo>
                    <a:pt x="1742" y="2108"/>
                  </a:lnTo>
                  <a:lnTo>
                    <a:pt x="1558" y="2177"/>
                  </a:lnTo>
                  <a:lnTo>
                    <a:pt x="1375" y="2222"/>
                  </a:lnTo>
                  <a:lnTo>
                    <a:pt x="1192" y="2200"/>
                  </a:lnTo>
                  <a:lnTo>
                    <a:pt x="1009" y="2177"/>
                  </a:lnTo>
                  <a:lnTo>
                    <a:pt x="848" y="2085"/>
                  </a:lnTo>
                  <a:lnTo>
                    <a:pt x="711" y="1993"/>
                  </a:lnTo>
                  <a:lnTo>
                    <a:pt x="573" y="1856"/>
                  </a:lnTo>
                  <a:lnTo>
                    <a:pt x="482" y="1718"/>
                  </a:lnTo>
                  <a:lnTo>
                    <a:pt x="413" y="1535"/>
                  </a:lnTo>
                  <a:lnTo>
                    <a:pt x="390" y="1352"/>
                  </a:lnTo>
                  <a:lnTo>
                    <a:pt x="390" y="1191"/>
                  </a:lnTo>
                  <a:lnTo>
                    <a:pt x="413" y="1008"/>
                  </a:lnTo>
                  <a:lnTo>
                    <a:pt x="482" y="871"/>
                  </a:lnTo>
                  <a:lnTo>
                    <a:pt x="573" y="733"/>
                  </a:lnTo>
                  <a:lnTo>
                    <a:pt x="665" y="619"/>
                  </a:lnTo>
                  <a:lnTo>
                    <a:pt x="802" y="504"/>
                  </a:lnTo>
                  <a:lnTo>
                    <a:pt x="940" y="435"/>
                  </a:lnTo>
                  <a:lnTo>
                    <a:pt x="1100" y="367"/>
                  </a:lnTo>
                  <a:lnTo>
                    <a:pt x="1146" y="275"/>
                  </a:lnTo>
                  <a:lnTo>
                    <a:pt x="1169" y="183"/>
                  </a:lnTo>
                  <a:lnTo>
                    <a:pt x="1146" y="69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5" name="Google Shape;5165;p66"/>
            <p:cNvSpPr/>
            <p:nvPr/>
          </p:nvSpPr>
          <p:spPr>
            <a:xfrm>
              <a:off x="1013887" y="2052668"/>
              <a:ext cx="260008" cy="198460"/>
            </a:xfrm>
            <a:custGeom>
              <a:avLst/>
              <a:gdLst/>
              <a:ahLst/>
              <a:cxnLst/>
              <a:rect l="l" t="t" r="r" b="b"/>
              <a:pathLst>
                <a:path w="12099" h="9235" extrusionOk="0">
                  <a:moveTo>
                    <a:pt x="4308" y="1"/>
                  </a:moveTo>
                  <a:lnTo>
                    <a:pt x="3965" y="47"/>
                  </a:lnTo>
                  <a:lnTo>
                    <a:pt x="3667" y="93"/>
                  </a:lnTo>
                  <a:lnTo>
                    <a:pt x="3346" y="161"/>
                  </a:lnTo>
                  <a:lnTo>
                    <a:pt x="3048" y="253"/>
                  </a:lnTo>
                  <a:lnTo>
                    <a:pt x="2773" y="345"/>
                  </a:lnTo>
                  <a:lnTo>
                    <a:pt x="2498" y="482"/>
                  </a:lnTo>
                  <a:lnTo>
                    <a:pt x="2223" y="620"/>
                  </a:lnTo>
                  <a:lnTo>
                    <a:pt x="1948" y="757"/>
                  </a:lnTo>
                  <a:lnTo>
                    <a:pt x="1696" y="940"/>
                  </a:lnTo>
                  <a:lnTo>
                    <a:pt x="1467" y="1101"/>
                  </a:lnTo>
                  <a:lnTo>
                    <a:pt x="1238" y="1284"/>
                  </a:lnTo>
                  <a:lnTo>
                    <a:pt x="780" y="1696"/>
                  </a:lnTo>
                  <a:lnTo>
                    <a:pt x="390" y="2109"/>
                  </a:lnTo>
                  <a:lnTo>
                    <a:pt x="299" y="2430"/>
                  </a:lnTo>
                  <a:lnTo>
                    <a:pt x="207" y="2727"/>
                  </a:lnTo>
                  <a:lnTo>
                    <a:pt x="138" y="3048"/>
                  </a:lnTo>
                  <a:lnTo>
                    <a:pt x="93" y="3369"/>
                  </a:lnTo>
                  <a:lnTo>
                    <a:pt x="24" y="4010"/>
                  </a:lnTo>
                  <a:lnTo>
                    <a:pt x="1" y="4652"/>
                  </a:lnTo>
                  <a:lnTo>
                    <a:pt x="24" y="5294"/>
                  </a:lnTo>
                  <a:lnTo>
                    <a:pt x="70" y="5935"/>
                  </a:lnTo>
                  <a:lnTo>
                    <a:pt x="161" y="6577"/>
                  </a:lnTo>
                  <a:lnTo>
                    <a:pt x="276" y="7218"/>
                  </a:lnTo>
                  <a:lnTo>
                    <a:pt x="505" y="7310"/>
                  </a:lnTo>
                  <a:lnTo>
                    <a:pt x="734" y="7401"/>
                  </a:lnTo>
                  <a:lnTo>
                    <a:pt x="940" y="7516"/>
                  </a:lnTo>
                  <a:lnTo>
                    <a:pt x="1124" y="7631"/>
                  </a:lnTo>
                  <a:lnTo>
                    <a:pt x="1307" y="7768"/>
                  </a:lnTo>
                  <a:lnTo>
                    <a:pt x="1467" y="7928"/>
                  </a:lnTo>
                  <a:lnTo>
                    <a:pt x="1765" y="8226"/>
                  </a:lnTo>
                  <a:lnTo>
                    <a:pt x="1834" y="8364"/>
                  </a:lnTo>
                  <a:lnTo>
                    <a:pt x="1903" y="8501"/>
                  </a:lnTo>
                  <a:lnTo>
                    <a:pt x="1994" y="8639"/>
                  </a:lnTo>
                  <a:lnTo>
                    <a:pt x="2109" y="8822"/>
                  </a:lnTo>
                  <a:lnTo>
                    <a:pt x="2292" y="8982"/>
                  </a:lnTo>
                  <a:lnTo>
                    <a:pt x="2475" y="9120"/>
                  </a:lnTo>
                  <a:lnTo>
                    <a:pt x="2590" y="9166"/>
                  </a:lnTo>
                  <a:lnTo>
                    <a:pt x="2705" y="9211"/>
                  </a:lnTo>
                  <a:lnTo>
                    <a:pt x="2819" y="9234"/>
                  </a:lnTo>
                  <a:lnTo>
                    <a:pt x="2911" y="9234"/>
                  </a:lnTo>
                  <a:lnTo>
                    <a:pt x="2979" y="9188"/>
                  </a:lnTo>
                  <a:lnTo>
                    <a:pt x="3025" y="9120"/>
                  </a:lnTo>
                  <a:lnTo>
                    <a:pt x="3071" y="9028"/>
                  </a:lnTo>
                  <a:lnTo>
                    <a:pt x="3071" y="8936"/>
                  </a:lnTo>
                  <a:lnTo>
                    <a:pt x="3071" y="8662"/>
                  </a:lnTo>
                  <a:lnTo>
                    <a:pt x="3025" y="8318"/>
                  </a:lnTo>
                  <a:lnTo>
                    <a:pt x="2934" y="7951"/>
                  </a:lnTo>
                  <a:lnTo>
                    <a:pt x="2773" y="7195"/>
                  </a:lnTo>
                  <a:lnTo>
                    <a:pt x="2750" y="7035"/>
                  </a:lnTo>
                  <a:lnTo>
                    <a:pt x="2750" y="6852"/>
                  </a:lnTo>
                  <a:lnTo>
                    <a:pt x="2773" y="6691"/>
                  </a:lnTo>
                  <a:lnTo>
                    <a:pt x="2819" y="6554"/>
                  </a:lnTo>
                  <a:lnTo>
                    <a:pt x="2865" y="6393"/>
                  </a:lnTo>
                  <a:lnTo>
                    <a:pt x="2911" y="6256"/>
                  </a:lnTo>
                  <a:lnTo>
                    <a:pt x="3071" y="6027"/>
                  </a:lnTo>
                  <a:lnTo>
                    <a:pt x="3209" y="5820"/>
                  </a:lnTo>
                  <a:lnTo>
                    <a:pt x="3346" y="5660"/>
                  </a:lnTo>
                  <a:lnTo>
                    <a:pt x="3506" y="5500"/>
                  </a:lnTo>
                  <a:lnTo>
                    <a:pt x="3529" y="5500"/>
                  </a:lnTo>
                  <a:lnTo>
                    <a:pt x="3827" y="5339"/>
                  </a:lnTo>
                  <a:lnTo>
                    <a:pt x="4171" y="5202"/>
                  </a:lnTo>
                  <a:lnTo>
                    <a:pt x="4560" y="5064"/>
                  </a:lnTo>
                  <a:lnTo>
                    <a:pt x="4996" y="4950"/>
                  </a:lnTo>
                  <a:lnTo>
                    <a:pt x="5133" y="4904"/>
                  </a:lnTo>
                  <a:lnTo>
                    <a:pt x="5225" y="4652"/>
                  </a:lnTo>
                  <a:lnTo>
                    <a:pt x="5271" y="4400"/>
                  </a:lnTo>
                  <a:lnTo>
                    <a:pt x="5316" y="4171"/>
                  </a:lnTo>
                  <a:lnTo>
                    <a:pt x="5316" y="3965"/>
                  </a:lnTo>
                  <a:lnTo>
                    <a:pt x="5316" y="3690"/>
                  </a:lnTo>
                  <a:lnTo>
                    <a:pt x="5294" y="3575"/>
                  </a:lnTo>
                  <a:lnTo>
                    <a:pt x="5271" y="3461"/>
                  </a:lnTo>
                  <a:lnTo>
                    <a:pt x="5294" y="3369"/>
                  </a:lnTo>
                  <a:lnTo>
                    <a:pt x="5339" y="3277"/>
                  </a:lnTo>
                  <a:lnTo>
                    <a:pt x="5408" y="3186"/>
                  </a:lnTo>
                  <a:lnTo>
                    <a:pt x="5523" y="3094"/>
                  </a:lnTo>
                  <a:lnTo>
                    <a:pt x="5637" y="3025"/>
                  </a:lnTo>
                  <a:lnTo>
                    <a:pt x="5798" y="2957"/>
                  </a:lnTo>
                  <a:lnTo>
                    <a:pt x="5981" y="2911"/>
                  </a:lnTo>
                  <a:lnTo>
                    <a:pt x="6393" y="2796"/>
                  </a:lnTo>
                  <a:lnTo>
                    <a:pt x="6874" y="2750"/>
                  </a:lnTo>
                  <a:lnTo>
                    <a:pt x="7401" y="2704"/>
                  </a:lnTo>
                  <a:lnTo>
                    <a:pt x="7951" y="2727"/>
                  </a:lnTo>
                  <a:lnTo>
                    <a:pt x="8501" y="2750"/>
                  </a:lnTo>
                  <a:lnTo>
                    <a:pt x="9051" y="2842"/>
                  </a:lnTo>
                  <a:lnTo>
                    <a:pt x="9601" y="2957"/>
                  </a:lnTo>
                  <a:lnTo>
                    <a:pt x="10082" y="3094"/>
                  </a:lnTo>
                  <a:lnTo>
                    <a:pt x="10311" y="3186"/>
                  </a:lnTo>
                  <a:lnTo>
                    <a:pt x="10517" y="3300"/>
                  </a:lnTo>
                  <a:lnTo>
                    <a:pt x="10701" y="3415"/>
                  </a:lnTo>
                  <a:lnTo>
                    <a:pt x="10861" y="3529"/>
                  </a:lnTo>
                  <a:lnTo>
                    <a:pt x="10999" y="3667"/>
                  </a:lnTo>
                  <a:lnTo>
                    <a:pt x="11113" y="3804"/>
                  </a:lnTo>
                  <a:lnTo>
                    <a:pt x="11205" y="3965"/>
                  </a:lnTo>
                  <a:lnTo>
                    <a:pt x="11251" y="4148"/>
                  </a:lnTo>
                  <a:lnTo>
                    <a:pt x="11480" y="5110"/>
                  </a:lnTo>
                  <a:lnTo>
                    <a:pt x="11617" y="5752"/>
                  </a:lnTo>
                  <a:lnTo>
                    <a:pt x="11686" y="6279"/>
                  </a:lnTo>
                  <a:lnTo>
                    <a:pt x="11709" y="6370"/>
                  </a:lnTo>
                  <a:lnTo>
                    <a:pt x="11732" y="6393"/>
                  </a:lnTo>
                  <a:lnTo>
                    <a:pt x="11869" y="6393"/>
                  </a:lnTo>
                  <a:lnTo>
                    <a:pt x="11915" y="6347"/>
                  </a:lnTo>
                  <a:lnTo>
                    <a:pt x="11961" y="6279"/>
                  </a:lnTo>
                  <a:lnTo>
                    <a:pt x="12007" y="6187"/>
                  </a:lnTo>
                  <a:lnTo>
                    <a:pt x="12030" y="6050"/>
                  </a:lnTo>
                  <a:lnTo>
                    <a:pt x="12075" y="5889"/>
                  </a:lnTo>
                  <a:lnTo>
                    <a:pt x="12075" y="5683"/>
                  </a:lnTo>
                  <a:lnTo>
                    <a:pt x="12098" y="5408"/>
                  </a:lnTo>
                  <a:lnTo>
                    <a:pt x="12075" y="5087"/>
                  </a:lnTo>
                  <a:lnTo>
                    <a:pt x="12007" y="4240"/>
                  </a:lnTo>
                  <a:lnTo>
                    <a:pt x="11961" y="3942"/>
                  </a:lnTo>
                  <a:lnTo>
                    <a:pt x="11892" y="3644"/>
                  </a:lnTo>
                  <a:lnTo>
                    <a:pt x="11778" y="3346"/>
                  </a:lnTo>
                  <a:lnTo>
                    <a:pt x="11640" y="3071"/>
                  </a:lnTo>
                  <a:lnTo>
                    <a:pt x="11480" y="2796"/>
                  </a:lnTo>
                  <a:lnTo>
                    <a:pt x="11296" y="2544"/>
                  </a:lnTo>
                  <a:lnTo>
                    <a:pt x="11090" y="2292"/>
                  </a:lnTo>
                  <a:lnTo>
                    <a:pt x="10861" y="2040"/>
                  </a:lnTo>
                  <a:lnTo>
                    <a:pt x="10586" y="1811"/>
                  </a:lnTo>
                  <a:lnTo>
                    <a:pt x="10311" y="1582"/>
                  </a:lnTo>
                  <a:lnTo>
                    <a:pt x="9990" y="1376"/>
                  </a:lnTo>
                  <a:lnTo>
                    <a:pt x="9670" y="1192"/>
                  </a:lnTo>
                  <a:lnTo>
                    <a:pt x="9326" y="1009"/>
                  </a:lnTo>
                  <a:lnTo>
                    <a:pt x="8959" y="826"/>
                  </a:lnTo>
                  <a:lnTo>
                    <a:pt x="8570" y="688"/>
                  </a:lnTo>
                  <a:lnTo>
                    <a:pt x="8180" y="551"/>
                  </a:lnTo>
                  <a:lnTo>
                    <a:pt x="7768" y="413"/>
                  </a:lnTo>
                  <a:lnTo>
                    <a:pt x="7356" y="322"/>
                  </a:lnTo>
                  <a:lnTo>
                    <a:pt x="6920" y="207"/>
                  </a:lnTo>
                  <a:lnTo>
                    <a:pt x="6462" y="138"/>
                  </a:lnTo>
                  <a:lnTo>
                    <a:pt x="6027" y="70"/>
                  </a:lnTo>
                  <a:lnTo>
                    <a:pt x="5568" y="24"/>
                  </a:lnTo>
                  <a:lnTo>
                    <a:pt x="508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6" name="Google Shape;5166;p66"/>
            <p:cNvSpPr/>
            <p:nvPr/>
          </p:nvSpPr>
          <p:spPr>
            <a:xfrm>
              <a:off x="977956" y="2081228"/>
              <a:ext cx="150194" cy="169900"/>
            </a:xfrm>
            <a:custGeom>
              <a:avLst/>
              <a:gdLst/>
              <a:ahLst/>
              <a:cxnLst/>
              <a:rect l="l" t="t" r="r" b="b"/>
              <a:pathLst>
                <a:path w="6989" h="7906" extrusionOk="0">
                  <a:moveTo>
                    <a:pt x="2292" y="1"/>
                  </a:moveTo>
                  <a:lnTo>
                    <a:pt x="1994" y="299"/>
                  </a:lnTo>
                  <a:lnTo>
                    <a:pt x="1696" y="619"/>
                  </a:lnTo>
                  <a:lnTo>
                    <a:pt x="1329" y="1055"/>
                  </a:lnTo>
                  <a:lnTo>
                    <a:pt x="940" y="1559"/>
                  </a:lnTo>
                  <a:lnTo>
                    <a:pt x="596" y="2086"/>
                  </a:lnTo>
                  <a:lnTo>
                    <a:pt x="436" y="2361"/>
                  </a:lnTo>
                  <a:lnTo>
                    <a:pt x="298" y="2636"/>
                  </a:lnTo>
                  <a:lnTo>
                    <a:pt x="184" y="2911"/>
                  </a:lnTo>
                  <a:lnTo>
                    <a:pt x="92" y="3186"/>
                  </a:lnTo>
                  <a:lnTo>
                    <a:pt x="46" y="3438"/>
                  </a:lnTo>
                  <a:lnTo>
                    <a:pt x="0" y="3712"/>
                  </a:lnTo>
                  <a:lnTo>
                    <a:pt x="0" y="3965"/>
                  </a:lnTo>
                  <a:lnTo>
                    <a:pt x="0" y="4217"/>
                  </a:lnTo>
                  <a:lnTo>
                    <a:pt x="0" y="4469"/>
                  </a:lnTo>
                  <a:lnTo>
                    <a:pt x="23" y="4698"/>
                  </a:lnTo>
                  <a:lnTo>
                    <a:pt x="115" y="5133"/>
                  </a:lnTo>
                  <a:lnTo>
                    <a:pt x="230" y="5477"/>
                  </a:lnTo>
                  <a:lnTo>
                    <a:pt x="298" y="5614"/>
                  </a:lnTo>
                  <a:lnTo>
                    <a:pt x="367" y="5729"/>
                  </a:lnTo>
                  <a:lnTo>
                    <a:pt x="436" y="5820"/>
                  </a:lnTo>
                  <a:lnTo>
                    <a:pt x="527" y="5889"/>
                  </a:lnTo>
                  <a:lnTo>
                    <a:pt x="596" y="5912"/>
                  </a:lnTo>
                  <a:lnTo>
                    <a:pt x="665" y="5889"/>
                  </a:lnTo>
                  <a:lnTo>
                    <a:pt x="848" y="5843"/>
                  </a:lnTo>
                  <a:lnTo>
                    <a:pt x="1031" y="5820"/>
                  </a:lnTo>
                  <a:lnTo>
                    <a:pt x="1467" y="5820"/>
                  </a:lnTo>
                  <a:lnTo>
                    <a:pt x="1810" y="5866"/>
                  </a:lnTo>
                  <a:lnTo>
                    <a:pt x="1948" y="5889"/>
                  </a:lnTo>
                  <a:lnTo>
                    <a:pt x="2177" y="5958"/>
                  </a:lnTo>
                  <a:lnTo>
                    <a:pt x="2406" y="6072"/>
                  </a:lnTo>
                  <a:lnTo>
                    <a:pt x="2612" y="6187"/>
                  </a:lnTo>
                  <a:lnTo>
                    <a:pt x="2796" y="6302"/>
                  </a:lnTo>
                  <a:lnTo>
                    <a:pt x="2979" y="6439"/>
                  </a:lnTo>
                  <a:lnTo>
                    <a:pt x="3139" y="6599"/>
                  </a:lnTo>
                  <a:lnTo>
                    <a:pt x="3437" y="6897"/>
                  </a:lnTo>
                  <a:lnTo>
                    <a:pt x="3506" y="7035"/>
                  </a:lnTo>
                  <a:lnTo>
                    <a:pt x="3575" y="7172"/>
                  </a:lnTo>
                  <a:lnTo>
                    <a:pt x="3666" y="7310"/>
                  </a:lnTo>
                  <a:lnTo>
                    <a:pt x="3781" y="7493"/>
                  </a:lnTo>
                  <a:lnTo>
                    <a:pt x="3964" y="7653"/>
                  </a:lnTo>
                  <a:lnTo>
                    <a:pt x="4147" y="7791"/>
                  </a:lnTo>
                  <a:lnTo>
                    <a:pt x="4262" y="7837"/>
                  </a:lnTo>
                  <a:lnTo>
                    <a:pt x="4377" y="7882"/>
                  </a:lnTo>
                  <a:lnTo>
                    <a:pt x="4491" y="7905"/>
                  </a:lnTo>
                  <a:lnTo>
                    <a:pt x="4583" y="7905"/>
                  </a:lnTo>
                  <a:lnTo>
                    <a:pt x="4651" y="7859"/>
                  </a:lnTo>
                  <a:lnTo>
                    <a:pt x="4697" y="7791"/>
                  </a:lnTo>
                  <a:lnTo>
                    <a:pt x="4743" y="7699"/>
                  </a:lnTo>
                  <a:lnTo>
                    <a:pt x="4743" y="7607"/>
                  </a:lnTo>
                  <a:lnTo>
                    <a:pt x="4743" y="7333"/>
                  </a:lnTo>
                  <a:lnTo>
                    <a:pt x="4697" y="6989"/>
                  </a:lnTo>
                  <a:lnTo>
                    <a:pt x="4606" y="6622"/>
                  </a:lnTo>
                  <a:lnTo>
                    <a:pt x="4445" y="5866"/>
                  </a:lnTo>
                  <a:lnTo>
                    <a:pt x="4422" y="5706"/>
                  </a:lnTo>
                  <a:lnTo>
                    <a:pt x="4422" y="5523"/>
                  </a:lnTo>
                  <a:lnTo>
                    <a:pt x="4445" y="5362"/>
                  </a:lnTo>
                  <a:lnTo>
                    <a:pt x="4491" y="5225"/>
                  </a:lnTo>
                  <a:lnTo>
                    <a:pt x="4537" y="5064"/>
                  </a:lnTo>
                  <a:lnTo>
                    <a:pt x="4583" y="4927"/>
                  </a:lnTo>
                  <a:lnTo>
                    <a:pt x="4743" y="4698"/>
                  </a:lnTo>
                  <a:lnTo>
                    <a:pt x="4881" y="4491"/>
                  </a:lnTo>
                  <a:lnTo>
                    <a:pt x="5018" y="4331"/>
                  </a:lnTo>
                  <a:lnTo>
                    <a:pt x="5178" y="4171"/>
                  </a:lnTo>
                  <a:lnTo>
                    <a:pt x="5201" y="4171"/>
                  </a:lnTo>
                  <a:lnTo>
                    <a:pt x="5499" y="4010"/>
                  </a:lnTo>
                  <a:lnTo>
                    <a:pt x="5843" y="3873"/>
                  </a:lnTo>
                  <a:lnTo>
                    <a:pt x="6232" y="3735"/>
                  </a:lnTo>
                  <a:lnTo>
                    <a:pt x="6668" y="3621"/>
                  </a:lnTo>
                  <a:lnTo>
                    <a:pt x="6805" y="3575"/>
                  </a:lnTo>
                  <a:lnTo>
                    <a:pt x="6897" y="3323"/>
                  </a:lnTo>
                  <a:lnTo>
                    <a:pt x="6943" y="3071"/>
                  </a:lnTo>
                  <a:lnTo>
                    <a:pt x="6988" y="2842"/>
                  </a:lnTo>
                  <a:lnTo>
                    <a:pt x="6988" y="2636"/>
                  </a:lnTo>
                  <a:lnTo>
                    <a:pt x="6714" y="2498"/>
                  </a:lnTo>
                  <a:lnTo>
                    <a:pt x="6278" y="2338"/>
                  </a:lnTo>
                  <a:lnTo>
                    <a:pt x="5728" y="2154"/>
                  </a:lnTo>
                  <a:lnTo>
                    <a:pt x="5064" y="1971"/>
                  </a:lnTo>
                  <a:lnTo>
                    <a:pt x="4720" y="1880"/>
                  </a:lnTo>
                  <a:lnTo>
                    <a:pt x="4354" y="1811"/>
                  </a:lnTo>
                  <a:lnTo>
                    <a:pt x="3964" y="1742"/>
                  </a:lnTo>
                  <a:lnTo>
                    <a:pt x="3598" y="1696"/>
                  </a:lnTo>
                  <a:lnTo>
                    <a:pt x="2864" y="1696"/>
                  </a:lnTo>
                  <a:lnTo>
                    <a:pt x="2521" y="1719"/>
                  </a:lnTo>
                  <a:lnTo>
                    <a:pt x="2177" y="1788"/>
                  </a:lnTo>
                  <a:lnTo>
                    <a:pt x="2223" y="1696"/>
                  </a:lnTo>
                  <a:lnTo>
                    <a:pt x="2269" y="1582"/>
                  </a:lnTo>
                  <a:lnTo>
                    <a:pt x="2337" y="1307"/>
                  </a:lnTo>
                  <a:lnTo>
                    <a:pt x="2360" y="1009"/>
                  </a:lnTo>
                  <a:lnTo>
                    <a:pt x="2360" y="711"/>
                  </a:lnTo>
                  <a:lnTo>
                    <a:pt x="2337" y="207"/>
                  </a:lnTo>
                  <a:lnTo>
                    <a:pt x="229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7" name="Google Shape;5167;p66"/>
            <p:cNvSpPr/>
            <p:nvPr/>
          </p:nvSpPr>
          <p:spPr>
            <a:xfrm>
              <a:off x="1196570" y="2221061"/>
              <a:ext cx="31526" cy="49749"/>
            </a:xfrm>
            <a:custGeom>
              <a:avLst/>
              <a:gdLst/>
              <a:ahLst/>
              <a:cxnLst/>
              <a:rect l="l" t="t" r="r" b="b"/>
              <a:pathLst>
                <a:path w="1467" h="2315" extrusionOk="0">
                  <a:moveTo>
                    <a:pt x="115" y="1"/>
                  </a:moveTo>
                  <a:lnTo>
                    <a:pt x="46" y="24"/>
                  </a:lnTo>
                  <a:lnTo>
                    <a:pt x="23" y="69"/>
                  </a:lnTo>
                  <a:lnTo>
                    <a:pt x="0" y="115"/>
                  </a:lnTo>
                  <a:lnTo>
                    <a:pt x="0" y="184"/>
                  </a:lnTo>
                  <a:lnTo>
                    <a:pt x="92" y="436"/>
                  </a:lnTo>
                  <a:lnTo>
                    <a:pt x="183" y="688"/>
                  </a:lnTo>
                  <a:lnTo>
                    <a:pt x="275" y="894"/>
                  </a:lnTo>
                  <a:lnTo>
                    <a:pt x="413" y="1100"/>
                  </a:lnTo>
                  <a:lnTo>
                    <a:pt x="527" y="1284"/>
                  </a:lnTo>
                  <a:lnTo>
                    <a:pt x="688" y="1444"/>
                  </a:lnTo>
                  <a:lnTo>
                    <a:pt x="848" y="1605"/>
                  </a:lnTo>
                  <a:lnTo>
                    <a:pt x="1031" y="1719"/>
                  </a:lnTo>
                  <a:lnTo>
                    <a:pt x="573" y="2017"/>
                  </a:lnTo>
                  <a:lnTo>
                    <a:pt x="550" y="2063"/>
                  </a:lnTo>
                  <a:lnTo>
                    <a:pt x="527" y="2131"/>
                  </a:lnTo>
                  <a:lnTo>
                    <a:pt x="527" y="2177"/>
                  </a:lnTo>
                  <a:lnTo>
                    <a:pt x="550" y="2246"/>
                  </a:lnTo>
                  <a:lnTo>
                    <a:pt x="596" y="2292"/>
                  </a:lnTo>
                  <a:lnTo>
                    <a:pt x="665" y="2315"/>
                  </a:lnTo>
                  <a:lnTo>
                    <a:pt x="756" y="2269"/>
                  </a:lnTo>
                  <a:lnTo>
                    <a:pt x="1398" y="1857"/>
                  </a:lnTo>
                  <a:lnTo>
                    <a:pt x="1467" y="1788"/>
                  </a:lnTo>
                  <a:lnTo>
                    <a:pt x="1467" y="1719"/>
                  </a:lnTo>
                  <a:lnTo>
                    <a:pt x="1444" y="1627"/>
                  </a:lnTo>
                  <a:lnTo>
                    <a:pt x="1398" y="1582"/>
                  </a:lnTo>
                  <a:lnTo>
                    <a:pt x="1192" y="1467"/>
                  </a:lnTo>
                  <a:lnTo>
                    <a:pt x="1008" y="1330"/>
                  </a:lnTo>
                  <a:lnTo>
                    <a:pt x="848" y="1169"/>
                  </a:lnTo>
                  <a:lnTo>
                    <a:pt x="710" y="1009"/>
                  </a:lnTo>
                  <a:lnTo>
                    <a:pt x="573" y="826"/>
                  </a:lnTo>
                  <a:lnTo>
                    <a:pt x="481" y="596"/>
                  </a:lnTo>
                  <a:lnTo>
                    <a:pt x="367" y="367"/>
                  </a:lnTo>
                  <a:lnTo>
                    <a:pt x="298" y="115"/>
                  </a:lnTo>
                  <a:lnTo>
                    <a:pt x="275" y="47"/>
                  </a:lnTo>
                  <a:lnTo>
                    <a:pt x="229" y="24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8" name="Google Shape;5168;p66"/>
            <p:cNvSpPr/>
            <p:nvPr/>
          </p:nvSpPr>
          <p:spPr>
            <a:xfrm>
              <a:off x="1120733" y="2193489"/>
              <a:ext cx="77815" cy="77815"/>
            </a:xfrm>
            <a:custGeom>
              <a:avLst/>
              <a:gdLst/>
              <a:ahLst/>
              <a:cxnLst/>
              <a:rect l="l" t="t" r="r" b="b"/>
              <a:pathLst>
                <a:path w="3621" h="3621" extrusionOk="0">
                  <a:moveTo>
                    <a:pt x="1811" y="276"/>
                  </a:moveTo>
                  <a:lnTo>
                    <a:pt x="1948" y="299"/>
                  </a:lnTo>
                  <a:lnTo>
                    <a:pt x="2109" y="321"/>
                  </a:lnTo>
                  <a:lnTo>
                    <a:pt x="2246" y="344"/>
                  </a:lnTo>
                  <a:lnTo>
                    <a:pt x="2407" y="390"/>
                  </a:lnTo>
                  <a:lnTo>
                    <a:pt x="2521" y="459"/>
                  </a:lnTo>
                  <a:lnTo>
                    <a:pt x="2659" y="551"/>
                  </a:lnTo>
                  <a:lnTo>
                    <a:pt x="2773" y="619"/>
                  </a:lnTo>
                  <a:lnTo>
                    <a:pt x="2888" y="734"/>
                  </a:lnTo>
                  <a:lnTo>
                    <a:pt x="2979" y="825"/>
                  </a:lnTo>
                  <a:lnTo>
                    <a:pt x="3071" y="963"/>
                  </a:lnTo>
                  <a:lnTo>
                    <a:pt x="3140" y="1078"/>
                  </a:lnTo>
                  <a:lnTo>
                    <a:pt x="3208" y="1215"/>
                  </a:lnTo>
                  <a:lnTo>
                    <a:pt x="3254" y="1352"/>
                  </a:lnTo>
                  <a:lnTo>
                    <a:pt x="3300" y="1490"/>
                  </a:lnTo>
                  <a:lnTo>
                    <a:pt x="3323" y="1650"/>
                  </a:lnTo>
                  <a:lnTo>
                    <a:pt x="3323" y="1811"/>
                  </a:lnTo>
                  <a:lnTo>
                    <a:pt x="3323" y="1948"/>
                  </a:lnTo>
                  <a:lnTo>
                    <a:pt x="3300" y="2109"/>
                  </a:lnTo>
                  <a:lnTo>
                    <a:pt x="3254" y="2246"/>
                  </a:lnTo>
                  <a:lnTo>
                    <a:pt x="3208" y="2406"/>
                  </a:lnTo>
                  <a:lnTo>
                    <a:pt x="3140" y="2521"/>
                  </a:lnTo>
                  <a:lnTo>
                    <a:pt x="3071" y="2658"/>
                  </a:lnTo>
                  <a:lnTo>
                    <a:pt x="2979" y="2773"/>
                  </a:lnTo>
                  <a:lnTo>
                    <a:pt x="2888" y="2888"/>
                  </a:lnTo>
                  <a:lnTo>
                    <a:pt x="2773" y="2979"/>
                  </a:lnTo>
                  <a:lnTo>
                    <a:pt x="2659" y="3071"/>
                  </a:lnTo>
                  <a:lnTo>
                    <a:pt x="2521" y="3140"/>
                  </a:lnTo>
                  <a:lnTo>
                    <a:pt x="2407" y="3208"/>
                  </a:lnTo>
                  <a:lnTo>
                    <a:pt x="2246" y="3254"/>
                  </a:lnTo>
                  <a:lnTo>
                    <a:pt x="2109" y="3300"/>
                  </a:lnTo>
                  <a:lnTo>
                    <a:pt x="1948" y="3323"/>
                  </a:lnTo>
                  <a:lnTo>
                    <a:pt x="1650" y="3323"/>
                  </a:lnTo>
                  <a:lnTo>
                    <a:pt x="1490" y="3300"/>
                  </a:lnTo>
                  <a:lnTo>
                    <a:pt x="1353" y="3254"/>
                  </a:lnTo>
                  <a:lnTo>
                    <a:pt x="1215" y="3208"/>
                  </a:lnTo>
                  <a:lnTo>
                    <a:pt x="1078" y="3140"/>
                  </a:lnTo>
                  <a:lnTo>
                    <a:pt x="963" y="3071"/>
                  </a:lnTo>
                  <a:lnTo>
                    <a:pt x="826" y="2979"/>
                  </a:lnTo>
                  <a:lnTo>
                    <a:pt x="734" y="2888"/>
                  </a:lnTo>
                  <a:lnTo>
                    <a:pt x="619" y="2773"/>
                  </a:lnTo>
                  <a:lnTo>
                    <a:pt x="551" y="2658"/>
                  </a:lnTo>
                  <a:lnTo>
                    <a:pt x="459" y="2521"/>
                  </a:lnTo>
                  <a:lnTo>
                    <a:pt x="390" y="2406"/>
                  </a:lnTo>
                  <a:lnTo>
                    <a:pt x="344" y="2246"/>
                  </a:lnTo>
                  <a:lnTo>
                    <a:pt x="322" y="2109"/>
                  </a:lnTo>
                  <a:lnTo>
                    <a:pt x="299" y="1948"/>
                  </a:lnTo>
                  <a:lnTo>
                    <a:pt x="276" y="1811"/>
                  </a:lnTo>
                  <a:lnTo>
                    <a:pt x="299" y="1650"/>
                  </a:lnTo>
                  <a:lnTo>
                    <a:pt x="322" y="1490"/>
                  </a:lnTo>
                  <a:lnTo>
                    <a:pt x="344" y="1352"/>
                  </a:lnTo>
                  <a:lnTo>
                    <a:pt x="390" y="1215"/>
                  </a:lnTo>
                  <a:lnTo>
                    <a:pt x="459" y="1078"/>
                  </a:lnTo>
                  <a:lnTo>
                    <a:pt x="551" y="963"/>
                  </a:lnTo>
                  <a:lnTo>
                    <a:pt x="619" y="825"/>
                  </a:lnTo>
                  <a:lnTo>
                    <a:pt x="734" y="734"/>
                  </a:lnTo>
                  <a:lnTo>
                    <a:pt x="826" y="619"/>
                  </a:lnTo>
                  <a:lnTo>
                    <a:pt x="963" y="551"/>
                  </a:lnTo>
                  <a:lnTo>
                    <a:pt x="1078" y="459"/>
                  </a:lnTo>
                  <a:lnTo>
                    <a:pt x="1215" y="390"/>
                  </a:lnTo>
                  <a:lnTo>
                    <a:pt x="1353" y="344"/>
                  </a:lnTo>
                  <a:lnTo>
                    <a:pt x="1490" y="321"/>
                  </a:lnTo>
                  <a:lnTo>
                    <a:pt x="1650" y="299"/>
                  </a:lnTo>
                  <a:lnTo>
                    <a:pt x="1811" y="276"/>
                  </a:lnTo>
                  <a:close/>
                  <a:moveTo>
                    <a:pt x="1628" y="1"/>
                  </a:moveTo>
                  <a:lnTo>
                    <a:pt x="1444" y="24"/>
                  </a:lnTo>
                  <a:lnTo>
                    <a:pt x="1261" y="69"/>
                  </a:lnTo>
                  <a:lnTo>
                    <a:pt x="1101" y="138"/>
                  </a:lnTo>
                  <a:lnTo>
                    <a:pt x="940" y="207"/>
                  </a:lnTo>
                  <a:lnTo>
                    <a:pt x="803" y="299"/>
                  </a:lnTo>
                  <a:lnTo>
                    <a:pt x="665" y="413"/>
                  </a:lnTo>
                  <a:lnTo>
                    <a:pt x="528" y="528"/>
                  </a:lnTo>
                  <a:lnTo>
                    <a:pt x="413" y="665"/>
                  </a:lnTo>
                  <a:lnTo>
                    <a:pt x="299" y="803"/>
                  </a:lnTo>
                  <a:lnTo>
                    <a:pt x="207" y="940"/>
                  </a:lnTo>
                  <a:lnTo>
                    <a:pt x="138" y="1100"/>
                  </a:lnTo>
                  <a:lnTo>
                    <a:pt x="70" y="1261"/>
                  </a:lnTo>
                  <a:lnTo>
                    <a:pt x="24" y="1444"/>
                  </a:lnTo>
                  <a:lnTo>
                    <a:pt x="1" y="1627"/>
                  </a:lnTo>
                  <a:lnTo>
                    <a:pt x="1" y="1811"/>
                  </a:lnTo>
                  <a:lnTo>
                    <a:pt x="1" y="1994"/>
                  </a:lnTo>
                  <a:lnTo>
                    <a:pt x="24" y="2177"/>
                  </a:lnTo>
                  <a:lnTo>
                    <a:pt x="70" y="2338"/>
                  </a:lnTo>
                  <a:lnTo>
                    <a:pt x="138" y="2498"/>
                  </a:lnTo>
                  <a:lnTo>
                    <a:pt x="207" y="2658"/>
                  </a:lnTo>
                  <a:lnTo>
                    <a:pt x="299" y="2819"/>
                  </a:lnTo>
                  <a:lnTo>
                    <a:pt x="413" y="2956"/>
                  </a:lnTo>
                  <a:lnTo>
                    <a:pt x="528" y="3071"/>
                  </a:lnTo>
                  <a:lnTo>
                    <a:pt x="665" y="3185"/>
                  </a:lnTo>
                  <a:lnTo>
                    <a:pt x="803" y="3300"/>
                  </a:lnTo>
                  <a:lnTo>
                    <a:pt x="940" y="3392"/>
                  </a:lnTo>
                  <a:lnTo>
                    <a:pt x="1101" y="3460"/>
                  </a:lnTo>
                  <a:lnTo>
                    <a:pt x="1261" y="3529"/>
                  </a:lnTo>
                  <a:lnTo>
                    <a:pt x="1444" y="3575"/>
                  </a:lnTo>
                  <a:lnTo>
                    <a:pt x="1628" y="3598"/>
                  </a:lnTo>
                  <a:lnTo>
                    <a:pt x="1811" y="3621"/>
                  </a:lnTo>
                  <a:lnTo>
                    <a:pt x="1994" y="3598"/>
                  </a:lnTo>
                  <a:lnTo>
                    <a:pt x="2177" y="3575"/>
                  </a:lnTo>
                  <a:lnTo>
                    <a:pt x="2338" y="3529"/>
                  </a:lnTo>
                  <a:lnTo>
                    <a:pt x="2498" y="3460"/>
                  </a:lnTo>
                  <a:lnTo>
                    <a:pt x="2659" y="3392"/>
                  </a:lnTo>
                  <a:lnTo>
                    <a:pt x="2819" y="3300"/>
                  </a:lnTo>
                  <a:lnTo>
                    <a:pt x="2956" y="3185"/>
                  </a:lnTo>
                  <a:lnTo>
                    <a:pt x="3071" y="3071"/>
                  </a:lnTo>
                  <a:lnTo>
                    <a:pt x="3208" y="2956"/>
                  </a:lnTo>
                  <a:lnTo>
                    <a:pt x="3300" y="2819"/>
                  </a:lnTo>
                  <a:lnTo>
                    <a:pt x="3392" y="2658"/>
                  </a:lnTo>
                  <a:lnTo>
                    <a:pt x="3460" y="2498"/>
                  </a:lnTo>
                  <a:lnTo>
                    <a:pt x="3529" y="2338"/>
                  </a:lnTo>
                  <a:lnTo>
                    <a:pt x="3575" y="2177"/>
                  </a:lnTo>
                  <a:lnTo>
                    <a:pt x="3598" y="1994"/>
                  </a:lnTo>
                  <a:lnTo>
                    <a:pt x="3621" y="1811"/>
                  </a:lnTo>
                  <a:lnTo>
                    <a:pt x="3598" y="1627"/>
                  </a:lnTo>
                  <a:lnTo>
                    <a:pt x="3575" y="1444"/>
                  </a:lnTo>
                  <a:lnTo>
                    <a:pt x="3529" y="1261"/>
                  </a:lnTo>
                  <a:lnTo>
                    <a:pt x="3460" y="1100"/>
                  </a:lnTo>
                  <a:lnTo>
                    <a:pt x="3392" y="940"/>
                  </a:lnTo>
                  <a:lnTo>
                    <a:pt x="3300" y="803"/>
                  </a:lnTo>
                  <a:lnTo>
                    <a:pt x="3208" y="665"/>
                  </a:lnTo>
                  <a:lnTo>
                    <a:pt x="3071" y="528"/>
                  </a:lnTo>
                  <a:lnTo>
                    <a:pt x="2956" y="413"/>
                  </a:lnTo>
                  <a:lnTo>
                    <a:pt x="2819" y="299"/>
                  </a:lnTo>
                  <a:lnTo>
                    <a:pt x="2659" y="207"/>
                  </a:lnTo>
                  <a:lnTo>
                    <a:pt x="2498" y="138"/>
                  </a:lnTo>
                  <a:lnTo>
                    <a:pt x="2338" y="69"/>
                  </a:lnTo>
                  <a:lnTo>
                    <a:pt x="2177" y="24"/>
                  </a:lnTo>
                  <a:lnTo>
                    <a:pt x="19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9" name="Google Shape;5169;p66"/>
            <p:cNvSpPr/>
            <p:nvPr/>
          </p:nvSpPr>
          <p:spPr>
            <a:xfrm>
              <a:off x="1212816" y="2193489"/>
              <a:ext cx="77815" cy="77815"/>
            </a:xfrm>
            <a:custGeom>
              <a:avLst/>
              <a:gdLst/>
              <a:ahLst/>
              <a:cxnLst/>
              <a:rect l="l" t="t" r="r" b="b"/>
              <a:pathLst>
                <a:path w="3621" h="3621" extrusionOk="0">
                  <a:moveTo>
                    <a:pt x="1810" y="276"/>
                  </a:moveTo>
                  <a:lnTo>
                    <a:pt x="1948" y="299"/>
                  </a:lnTo>
                  <a:lnTo>
                    <a:pt x="2108" y="321"/>
                  </a:lnTo>
                  <a:lnTo>
                    <a:pt x="2246" y="344"/>
                  </a:lnTo>
                  <a:lnTo>
                    <a:pt x="2406" y="390"/>
                  </a:lnTo>
                  <a:lnTo>
                    <a:pt x="2521" y="459"/>
                  </a:lnTo>
                  <a:lnTo>
                    <a:pt x="2658" y="551"/>
                  </a:lnTo>
                  <a:lnTo>
                    <a:pt x="2773" y="619"/>
                  </a:lnTo>
                  <a:lnTo>
                    <a:pt x="2887" y="734"/>
                  </a:lnTo>
                  <a:lnTo>
                    <a:pt x="2979" y="825"/>
                  </a:lnTo>
                  <a:lnTo>
                    <a:pt x="3070" y="963"/>
                  </a:lnTo>
                  <a:lnTo>
                    <a:pt x="3139" y="1078"/>
                  </a:lnTo>
                  <a:lnTo>
                    <a:pt x="3208" y="1215"/>
                  </a:lnTo>
                  <a:lnTo>
                    <a:pt x="3254" y="1352"/>
                  </a:lnTo>
                  <a:lnTo>
                    <a:pt x="3300" y="1490"/>
                  </a:lnTo>
                  <a:lnTo>
                    <a:pt x="3322" y="1650"/>
                  </a:lnTo>
                  <a:lnTo>
                    <a:pt x="3322" y="1811"/>
                  </a:lnTo>
                  <a:lnTo>
                    <a:pt x="3322" y="1948"/>
                  </a:lnTo>
                  <a:lnTo>
                    <a:pt x="3300" y="2109"/>
                  </a:lnTo>
                  <a:lnTo>
                    <a:pt x="3254" y="2246"/>
                  </a:lnTo>
                  <a:lnTo>
                    <a:pt x="3208" y="2406"/>
                  </a:lnTo>
                  <a:lnTo>
                    <a:pt x="3139" y="2521"/>
                  </a:lnTo>
                  <a:lnTo>
                    <a:pt x="3070" y="2658"/>
                  </a:lnTo>
                  <a:lnTo>
                    <a:pt x="2979" y="2773"/>
                  </a:lnTo>
                  <a:lnTo>
                    <a:pt x="2887" y="2888"/>
                  </a:lnTo>
                  <a:lnTo>
                    <a:pt x="2773" y="2979"/>
                  </a:lnTo>
                  <a:lnTo>
                    <a:pt x="2658" y="3071"/>
                  </a:lnTo>
                  <a:lnTo>
                    <a:pt x="2521" y="3140"/>
                  </a:lnTo>
                  <a:lnTo>
                    <a:pt x="2406" y="3208"/>
                  </a:lnTo>
                  <a:lnTo>
                    <a:pt x="2246" y="3254"/>
                  </a:lnTo>
                  <a:lnTo>
                    <a:pt x="2108" y="3300"/>
                  </a:lnTo>
                  <a:lnTo>
                    <a:pt x="1948" y="3323"/>
                  </a:lnTo>
                  <a:lnTo>
                    <a:pt x="1650" y="3323"/>
                  </a:lnTo>
                  <a:lnTo>
                    <a:pt x="1490" y="3300"/>
                  </a:lnTo>
                  <a:lnTo>
                    <a:pt x="1352" y="3254"/>
                  </a:lnTo>
                  <a:lnTo>
                    <a:pt x="1215" y="3208"/>
                  </a:lnTo>
                  <a:lnTo>
                    <a:pt x="1077" y="3140"/>
                  </a:lnTo>
                  <a:lnTo>
                    <a:pt x="963" y="3071"/>
                  </a:lnTo>
                  <a:lnTo>
                    <a:pt x="825" y="2979"/>
                  </a:lnTo>
                  <a:lnTo>
                    <a:pt x="733" y="2888"/>
                  </a:lnTo>
                  <a:lnTo>
                    <a:pt x="619" y="2773"/>
                  </a:lnTo>
                  <a:lnTo>
                    <a:pt x="550" y="2658"/>
                  </a:lnTo>
                  <a:lnTo>
                    <a:pt x="458" y="2521"/>
                  </a:lnTo>
                  <a:lnTo>
                    <a:pt x="390" y="2406"/>
                  </a:lnTo>
                  <a:lnTo>
                    <a:pt x="344" y="2246"/>
                  </a:lnTo>
                  <a:lnTo>
                    <a:pt x="321" y="2109"/>
                  </a:lnTo>
                  <a:lnTo>
                    <a:pt x="298" y="1948"/>
                  </a:lnTo>
                  <a:lnTo>
                    <a:pt x="275" y="1811"/>
                  </a:lnTo>
                  <a:lnTo>
                    <a:pt x="298" y="1650"/>
                  </a:lnTo>
                  <a:lnTo>
                    <a:pt x="321" y="1490"/>
                  </a:lnTo>
                  <a:lnTo>
                    <a:pt x="344" y="1352"/>
                  </a:lnTo>
                  <a:lnTo>
                    <a:pt x="390" y="1215"/>
                  </a:lnTo>
                  <a:lnTo>
                    <a:pt x="458" y="1078"/>
                  </a:lnTo>
                  <a:lnTo>
                    <a:pt x="550" y="963"/>
                  </a:lnTo>
                  <a:lnTo>
                    <a:pt x="619" y="825"/>
                  </a:lnTo>
                  <a:lnTo>
                    <a:pt x="733" y="734"/>
                  </a:lnTo>
                  <a:lnTo>
                    <a:pt x="825" y="619"/>
                  </a:lnTo>
                  <a:lnTo>
                    <a:pt x="963" y="551"/>
                  </a:lnTo>
                  <a:lnTo>
                    <a:pt x="1077" y="459"/>
                  </a:lnTo>
                  <a:lnTo>
                    <a:pt x="1215" y="390"/>
                  </a:lnTo>
                  <a:lnTo>
                    <a:pt x="1352" y="344"/>
                  </a:lnTo>
                  <a:lnTo>
                    <a:pt x="1490" y="321"/>
                  </a:lnTo>
                  <a:lnTo>
                    <a:pt x="1650" y="299"/>
                  </a:lnTo>
                  <a:lnTo>
                    <a:pt x="1810" y="276"/>
                  </a:lnTo>
                  <a:close/>
                  <a:moveTo>
                    <a:pt x="1627" y="1"/>
                  </a:moveTo>
                  <a:lnTo>
                    <a:pt x="1444" y="24"/>
                  </a:lnTo>
                  <a:lnTo>
                    <a:pt x="1260" y="69"/>
                  </a:lnTo>
                  <a:lnTo>
                    <a:pt x="1100" y="138"/>
                  </a:lnTo>
                  <a:lnTo>
                    <a:pt x="940" y="207"/>
                  </a:lnTo>
                  <a:lnTo>
                    <a:pt x="802" y="299"/>
                  </a:lnTo>
                  <a:lnTo>
                    <a:pt x="665" y="413"/>
                  </a:lnTo>
                  <a:lnTo>
                    <a:pt x="527" y="528"/>
                  </a:lnTo>
                  <a:lnTo>
                    <a:pt x="413" y="665"/>
                  </a:lnTo>
                  <a:lnTo>
                    <a:pt x="298" y="803"/>
                  </a:lnTo>
                  <a:lnTo>
                    <a:pt x="206" y="940"/>
                  </a:lnTo>
                  <a:lnTo>
                    <a:pt x="138" y="1100"/>
                  </a:lnTo>
                  <a:lnTo>
                    <a:pt x="69" y="1261"/>
                  </a:lnTo>
                  <a:lnTo>
                    <a:pt x="23" y="1444"/>
                  </a:lnTo>
                  <a:lnTo>
                    <a:pt x="0" y="1627"/>
                  </a:lnTo>
                  <a:lnTo>
                    <a:pt x="0" y="1811"/>
                  </a:lnTo>
                  <a:lnTo>
                    <a:pt x="0" y="1994"/>
                  </a:lnTo>
                  <a:lnTo>
                    <a:pt x="23" y="2177"/>
                  </a:lnTo>
                  <a:lnTo>
                    <a:pt x="69" y="2338"/>
                  </a:lnTo>
                  <a:lnTo>
                    <a:pt x="138" y="2498"/>
                  </a:lnTo>
                  <a:lnTo>
                    <a:pt x="206" y="2658"/>
                  </a:lnTo>
                  <a:lnTo>
                    <a:pt x="298" y="2819"/>
                  </a:lnTo>
                  <a:lnTo>
                    <a:pt x="413" y="2956"/>
                  </a:lnTo>
                  <a:lnTo>
                    <a:pt x="527" y="3071"/>
                  </a:lnTo>
                  <a:lnTo>
                    <a:pt x="665" y="3185"/>
                  </a:lnTo>
                  <a:lnTo>
                    <a:pt x="802" y="3300"/>
                  </a:lnTo>
                  <a:lnTo>
                    <a:pt x="940" y="3392"/>
                  </a:lnTo>
                  <a:lnTo>
                    <a:pt x="1100" y="3460"/>
                  </a:lnTo>
                  <a:lnTo>
                    <a:pt x="1260" y="3529"/>
                  </a:lnTo>
                  <a:lnTo>
                    <a:pt x="1444" y="3575"/>
                  </a:lnTo>
                  <a:lnTo>
                    <a:pt x="1627" y="3598"/>
                  </a:lnTo>
                  <a:lnTo>
                    <a:pt x="1810" y="3621"/>
                  </a:lnTo>
                  <a:lnTo>
                    <a:pt x="1994" y="3598"/>
                  </a:lnTo>
                  <a:lnTo>
                    <a:pt x="2177" y="3575"/>
                  </a:lnTo>
                  <a:lnTo>
                    <a:pt x="2337" y="3529"/>
                  </a:lnTo>
                  <a:lnTo>
                    <a:pt x="2498" y="3460"/>
                  </a:lnTo>
                  <a:lnTo>
                    <a:pt x="2658" y="3392"/>
                  </a:lnTo>
                  <a:lnTo>
                    <a:pt x="2818" y="3300"/>
                  </a:lnTo>
                  <a:lnTo>
                    <a:pt x="2956" y="3185"/>
                  </a:lnTo>
                  <a:lnTo>
                    <a:pt x="3070" y="3071"/>
                  </a:lnTo>
                  <a:lnTo>
                    <a:pt x="3208" y="2956"/>
                  </a:lnTo>
                  <a:lnTo>
                    <a:pt x="3300" y="2819"/>
                  </a:lnTo>
                  <a:lnTo>
                    <a:pt x="3391" y="2658"/>
                  </a:lnTo>
                  <a:lnTo>
                    <a:pt x="3460" y="2498"/>
                  </a:lnTo>
                  <a:lnTo>
                    <a:pt x="3529" y="2338"/>
                  </a:lnTo>
                  <a:lnTo>
                    <a:pt x="3574" y="2177"/>
                  </a:lnTo>
                  <a:lnTo>
                    <a:pt x="3597" y="1994"/>
                  </a:lnTo>
                  <a:lnTo>
                    <a:pt x="3620" y="1811"/>
                  </a:lnTo>
                  <a:lnTo>
                    <a:pt x="3597" y="1627"/>
                  </a:lnTo>
                  <a:lnTo>
                    <a:pt x="3574" y="1444"/>
                  </a:lnTo>
                  <a:lnTo>
                    <a:pt x="3529" y="1261"/>
                  </a:lnTo>
                  <a:lnTo>
                    <a:pt x="3460" y="1100"/>
                  </a:lnTo>
                  <a:lnTo>
                    <a:pt x="3391" y="940"/>
                  </a:lnTo>
                  <a:lnTo>
                    <a:pt x="3300" y="803"/>
                  </a:lnTo>
                  <a:lnTo>
                    <a:pt x="3208" y="665"/>
                  </a:lnTo>
                  <a:lnTo>
                    <a:pt x="3070" y="528"/>
                  </a:lnTo>
                  <a:lnTo>
                    <a:pt x="2956" y="413"/>
                  </a:lnTo>
                  <a:lnTo>
                    <a:pt x="2818" y="299"/>
                  </a:lnTo>
                  <a:lnTo>
                    <a:pt x="2658" y="207"/>
                  </a:lnTo>
                  <a:lnTo>
                    <a:pt x="2498" y="138"/>
                  </a:lnTo>
                  <a:lnTo>
                    <a:pt x="2337" y="69"/>
                  </a:lnTo>
                  <a:lnTo>
                    <a:pt x="2177" y="24"/>
                  </a:lnTo>
                  <a:lnTo>
                    <a:pt x="19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0" name="Google Shape;5170;p66"/>
            <p:cNvSpPr/>
            <p:nvPr/>
          </p:nvSpPr>
          <p:spPr>
            <a:xfrm>
              <a:off x="1041480" y="2202365"/>
              <a:ext cx="87658" cy="21189"/>
            </a:xfrm>
            <a:custGeom>
              <a:avLst/>
              <a:gdLst/>
              <a:ahLst/>
              <a:cxnLst/>
              <a:rect l="l" t="t" r="r" b="b"/>
              <a:pathLst>
                <a:path w="4079" h="986" extrusionOk="0">
                  <a:moveTo>
                    <a:pt x="2108" y="0"/>
                  </a:moveTo>
                  <a:lnTo>
                    <a:pt x="1787" y="46"/>
                  </a:lnTo>
                  <a:lnTo>
                    <a:pt x="1489" y="92"/>
                  </a:lnTo>
                  <a:lnTo>
                    <a:pt x="1191" y="183"/>
                  </a:lnTo>
                  <a:lnTo>
                    <a:pt x="939" y="252"/>
                  </a:lnTo>
                  <a:lnTo>
                    <a:pt x="710" y="344"/>
                  </a:lnTo>
                  <a:lnTo>
                    <a:pt x="344" y="527"/>
                  </a:lnTo>
                  <a:lnTo>
                    <a:pt x="92" y="687"/>
                  </a:lnTo>
                  <a:lnTo>
                    <a:pt x="0" y="756"/>
                  </a:lnTo>
                  <a:lnTo>
                    <a:pt x="183" y="985"/>
                  </a:lnTo>
                  <a:lnTo>
                    <a:pt x="252" y="917"/>
                  </a:lnTo>
                  <a:lnTo>
                    <a:pt x="458" y="802"/>
                  </a:lnTo>
                  <a:lnTo>
                    <a:pt x="802" y="619"/>
                  </a:lnTo>
                  <a:lnTo>
                    <a:pt x="1031" y="527"/>
                  </a:lnTo>
                  <a:lnTo>
                    <a:pt x="1260" y="458"/>
                  </a:lnTo>
                  <a:lnTo>
                    <a:pt x="1535" y="390"/>
                  </a:lnTo>
                  <a:lnTo>
                    <a:pt x="1833" y="321"/>
                  </a:lnTo>
                  <a:lnTo>
                    <a:pt x="2131" y="298"/>
                  </a:lnTo>
                  <a:lnTo>
                    <a:pt x="2474" y="275"/>
                  </a:lnTo>
                  <a:lnTo>
                    <a:pt x="2818" y="298"/>
                  </a:lnTo>
                  <a:lnTo>
                    <a:pt x="3185" y="344"/>
                  </a:lnTo>
                  <a:lnTo>
                    <a:pt x="3574" y="435"/>
                  </a:lnTo>
                  <a:lnTo>
                    <a:pt x="3987" y="573"/>
                  </a:lnTo>
                  <a:lnTo>
                    <a:pt x="4078" y="298"/>
                  </a:lnTo>
                  <a:lnTo>
                    <a:pt x="3666" y="160"/>
                  </a:lnTo>
                  <a:lnTo>
                    <a:pt x="3253" y="69"/>
                  </a:lnTo>
                  <a:lnTo>
                    <a:pt x="28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1" name="Google Shape;5171;p66"/>
            <p:cNvSpPr/>
            <p:nvPr/>
          </p:nvSpPr>
          <p:spPr>
            <a:xfrm>
              <a:off x="1193110" y="2222543"/>
              <a:ext cx="24649" cy="9370"/>
            </a:xfrm>
            <a:custGeom>
              <a:avLst/>
              <a:gdLst/>
              <a:ahLst/>
              <a:cxnLst/>
              <a:rect l="l" t="t" r="r" b="b"/>
              <a:pathLst>
                <a:path w="1147" h="436" extrusionOk="0">
                  <a:moveTo>
                    <a:pt x="642" y="0"/>
                  </a:moveTo>
                  <a:lnTo>
                    <a:pt x="482" y="23"/>
                  </a:lnTo>
                  <a:lnTo>
                    <a:pt x="344" y="46"/>
                  </a:lnTo>
                  <a:lnTo>
                    <a:pt x="207" y="92"/>
                  </a:lnTo>
                  <a:lnTo>
                    <a:pt x="92" y="138"/>
                  </a:lnTo>
                  <a:lnTo>
                    <a:pt x="1" y="207"/>
                  </a:lnTo>
                  <a:lnTo>
                    <a:pt x="184" y="436"/>
                  </a:lnTo>
                  <a:lnTo>
                    <a:pt x="253" y="390"/>
                  </a:lnTo>
                  <a:lnTo>
                    <a:pt x="344" y="344"/>
                  </a:lnTo>
                  <a:lnTo>
                    <a:pt x="436" y="298"/>
                  </a:lnTo>
                  <a:lnTo>
                    <a:pt x="688" y="298"/>
                  </a:lnTo>
                  <a:lnTo>
                    <a:pt x="826" y="344"/>
                  </a:lnTo>
                  <a:lnTo>
                    <a:pt x="963" y="436"/>
                  </a:lnTo>
                  <a:lnTo>
                    <a:pt x="1146" y="207"/>
                  </a:lnTo>
                  <a:lnTo>
                    <a:pt x="986" y="92"/>
                  </a:lnTo>
                  <a:lnTo>
                    <a:pt x="803" y="23"/>
                  </a:lnTo>
                  <a:lnTo>
                    <a:pt x="6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2" name="Google Shape;5172;p66"/>
            <p:cNvSpPr/>
            <p:nvPr/>
          </p:nvSpPr>
          <p:spPr>
            <a:xfrm>
              <a:off x="1120733" y="2169357"/>
              <a:ext cx="63546" cy="22672"/>
            </a:xfrm>
            <a:custGeom>
              <a:avLst/>
              <a:gdLst/>
              <a:ahLst/>
              <a:cxnLst/>
              <a:rect l="l" t="t" r="r" b="b"/>
              <a:pathLst>
                <a:path w="2957" h="1055" extrusionOk="0">
                  <a:moveTo>
                    <a:pt x="1857" y="1"/>
                  </a:moveTo>
                  <a:lnTo>
                    <a:pt x="1628" y="47"/>
                  </a:lnTo>
                  <a:lnTo>
                    <a:pt x="1398" y="93"/>
                  </a:lnTo>
                  <a:lnTo>
                    <a:pt x="1192" y="161"/>
                  </a:lnTo>
                  <a:lnTo>
                    <a:pt x="1009" y="230"/>
                  </a:lnTo>
                  <a:lnTo>
                    <a:pt x="826" y="322"/>
                  </a:lnTo>
                  <a:lnTo>
                    <a:pt x="528" y="528"/>
                  </a:lnTo>
                  <a:lnTo>
                    <a:pt x="299" y="711"/>
                  </a:lnTo>
                  <a:lnTo>
                    <a:pt x="138" y="895"/>
                  </a:lnTo>
                  <a:lnTo>
                    <a:pt x="1" y="1055"/>
                  </a:lnTo>
                  <a:lnTo>
                    <a:pt x="207" y="1009"/>
                  </a:lnTo>
                  <a:lnTo>
                    <a:pt x="757" y="872"/>
                  </a:lnTo>
                  <a:lnTo>
                    <a:pt x="1101" y="826"/>
                  </a:lnTo>
                  <a:lnTo>
                    <a:pt x="1444" y="780"/>
                  </a:lnTo>
                  <a:lnTo>
                    <a:pt x="1765" y="757"/>
                  </a:lnTo>
                  <a:lnTo>
                    <a:pt x="2063" y="757"/>
                  </a:lnTo>
                  <a:lnTo>
                    <a:pt x="2269" y="803"/>
                  </a:lnTo>
                  <a:lnTo>
                    <a:pt x="2452" y="872"/>
                  </a:lnTo>
                  <a:lnTo>
                    <a:pt x="2590" y="895"/>
                  </a:lnTo>
                  <a:lnTo>
                    <a:pt x="2704" y="872"/>
                  </a:lnTo>
                  <a:lnTo>
                    <a:pt x="2819" y="803"/>
                  </a:lnTo>
                  <a:lnTo>
                    <a:pt x="2888" y="711"/>
                  </a:lnTo>
                  <a:lnTo>
                    <a:pt x="2933" y="597"/>
                  </a:lnTo>
                  <a:lnTo>
                    <a:pt x="2956" y="459"/>
                  </a:lnTo>
                  <a:lnTo>
                    <a:pt x="2911" y="345"/>
                  </a:lnTo>
                  <a:lnTo>
                    <a:pt x="2819" y="253"/>
                  </a:lnTo>
                  <a:lnTo>
                    <a:pt x="2681" y="138"/>
                  </a:lnTo>
                  <a:lnTo>
                    <a:pt x="2521" y="70"/>
                  </a:lnTo>
                  <a:lnTo>
                    <a:pt x="2338" y="24"/>
                  </a:lnTo>
                  <a:lnTo>
                    <a:pt x="2109" y="1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3" name="Google Shape;5173;p66"/>
            <p:cNvSpPr/>
            <p:nvPr/>
          </p:nvSpPr>
          <p:spPr>
            <a:xfrm>
              <a:off x="1212816" y="2169851"/>
              <a:ext cx="53188" cy="22178"/>
            </a:xfrm>
            <a:custGeom>
              <a:avLst/>
              <a:gdLst/>
              <a:ahLst/>
              <a:cxnLst/>
              <a:rect l="l" t="t" r="r" b="b"/>
              <a:pathLst>
                <a:path w="2475" h="1032" extrusionOk="0">
                  <a:moveTo>
                    <a:pt x="642" y="1"/>
                  </a:moveTo>
                  <a:lnTo>
                    <a:pt x="458" y="24"/>
                  </a:lnTo>
                  <a:lnTo>
                    <a:pt x="298" y="93"/>
                  </a:lnTo>
                  <a:lnTo>
                    <a:pt x="161" y="184"/>
                  </a:lnTo>
                  <a:lnTo>
                    <a:pt x="46" y="276"/>
                  </a:lnTo>
                  <a:lnTo>
                    <a:pt x="0" y="390"/>
                  </a:lnTo>
                  <a:lnTo>
                    <a:pt x="0" y="528"/>
                  </a:lnTo>
                  <a:lnTo>
                    <a:pt x="46" y="642"/>
                  </a:lnTo>
                  <a:lnTo>
                    <a:pt x="115" y="734"/>
                  </a:lnTo>
                  <a:lnTo>
                    <a:pt x="206" y="803"/>
                  </a:lnTo>
                  <a:lnTo>
                    <a:pt x="321" y="849"/>
                  </a:lnTo>
                  <a:lnTo>
                    <a:pt x="458" y="826"/>
                  </a:lnTo>
                  <a:lnTo>
                    <a:pt x="642" y="780"/>
                  </a:lnTo>
                  <a:lnTo>
                    <a:pt x="871" y="757"/>
                  </a:lnTo>
                  <a:lnTo>
                    <a:pt x="1146" y="757"/>
                  </a:lnTo>
                  <a:lnTo>
                    <a:pt x="1421" y="780"/>
                  </a:lnTo>
                  <a:lnTo>
                    <a:pt x="1696" y="826"/>
                  </a:lnTo>
                  <a:lnTo>
                    <a:pt x="1948" y="894"/>
                  </a:lnTo>
                  <a:lnTo>
                    <a:pt x="2337" y="986"/>
                  </a:lnTo>
                  <a:lnTo>
                    <a:pt x="2475" y="1032"/>
                  </a:lnTo>
                  <a:lnTo>
                    <a:pt x="2429" y="894"/>
                  </a:lnTo>
                  <a:lnTo>
                    <a:pt x="2337" y="734"/>
                  </a:lnTo>
                  <a:lnTo>
                    <a:pt x="2200" y="551"/>
                  </a:lnTo>
                  <a:lnTo>
                    <a:pt x="2108" y="459"/>
                  </a:lnTo>
                  <a:lnTo>
                    <a:pt x="1994" y="367"/>
                  </a:lnTo>
                  <a:lnTo>
                    <a:pt x="1856" y="276"/>
                  </a:lnTo>
                  <a:lnTo>
                    <a:pt x="1719" y="207"/>
                  </a:lnTo>
                  <a:lnTo>
                    <a:pt x="1535" y="115"/>
                  </a:lnTo>
                  <a:lnTo>
                    <a:pt x="1352" y="70"/>
                  </a:lnTo>
                  <a:lnTo>
                    <a:pt x="1123" y="24"/>
                  </a:lnTo>
                  <a:lnTo>
                    <a:pt x="871" y="1"/>
                  </a:lnTo>
                  <a:close/>
                </a:path>
              </a:pathLst>
            </a:custGeom>
            <a:solidFill>
              <a:srgbClr val="100E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4" name="Google Shape;5174;p66"/>
            <p:cNvSpPr/>
            <p:nvPr/>
          </p:nvSpPr>
          <p:spPr>
            <a:xfrm>
              <a:off x="1014381" y="2224993"/>
              <a:ext cx="50244" cy="47299"/>
            </a:xfrm>
            <a:custGeom>
              <a:avLst/>
              <a:gdLst/>
              <a:ahLst/>
              <a:cxnLst/>
              <a:rect l="l" t="t" r="r" b="b"/>
              <a:pathLst>
                <a:path w="2338" h="2201" extrusionOk="0">
                  <a:moveTo>
                    <a:pt x="161" y="1"/>
                  </a:moveTo>
                  <a:lnTo>
                    <a:pt x="93" y="24"/>
                  </a:lnTo>
                  <a:lnTo>
                    <a:pt x="24" y="70"/>
                  </a:lnTo>
                  <a:lnTo>
                    <a:pt x="1" y="116"/>
                  </a:lnTo>
                  <a:lnTo>
                    <a:pt x="1" y="184"/>
                  </a:lnTo>
                  <a:lnTo>
                    <a:pt x="24" y="253"/>
                  </a:lnTo>
                  <a:lnTo>
                    <a:pt x="47" y="322"/>
                  </a:lnTo>
                  <a:lnTo>
                    <a:pt x="115" y="345"/>
                  </a:lnTo>
                  <a:lnTo>
                    <a:pt x="367" y="436"/>
                  </a:lnTo>
                  <a:lnTo>
                    <a:pt x="642" y="574"/>
                  </a:lnTo>
                  <a:lnTo>
                    <a:pt x="940" y="734"/>
                  </a:lnTo>
                  <a:lnTo>
                    <a:pt x="1261" y="963"/>
                  </a:lnTo>
                  <a:lnTo>
                    <a:pt x="1421" y="1101"/>
                  </a:lnTo>
                  <a:lnTo>
                    <a:pt x="1559" y="1261"/>
                  </a:lnTo>
                  <a:lnTo>
                    <a:pt x="1696" y="1444"/>
                  </a:lnTo>
                  <a:lnTo>
                    <a:pt x="1811" y="1628"/>
                  </a:lnTo>
                  <a:lnTo>
                    <a:pt x="1903" y="1834"/>
                  </a:lnTo>
                  <a:lnTo>
                    <a:pt x="1971" y="2063"/>
                  </a:lnTo>
                  <a:lnTo>
                    <a:pt x="1994" y="2109"/>
                  </a:lnTo>
                  <a:lnTo>
                    <a:pt x="2040" y="2155"/>
                  </a:lnTo>
                  <a:lnTo>
                    <a:pt x="2086" y="2178"/>
                  </a:lnTo>
                  <a:lnTo>
                    <a:pt x="2132" y="2201"/>
                  </a:lnTo>
                  <a:lnTo>
                    <a:pt x="2200" y="2201"/>
                  </a:lnTo>
                  <a:lnTo>
                    <a:pt x="2246" y="2155"/>
                  </a:lnTo>
                  <a:lnTo>
                    <a:pt x="2292" y="2109"/>
                  </a:lnTo>
                  <a:lnTo>
                    <a:pt x="2338" y="2040"/>
                  </a:lnTo>
                  <a:lnTo>
                    <a:pt x="2315" y="1971"/>
                  </a:lnTo>
                  <a:lnTo>
                    <a:pt x="2246" y="1719"/>
                  </a:lnTo>
                  <a:lnTo>
                    <a:pt x="2132" y="1467"/>
                  </a:lnTo>
                  <a:lnTo>
                    <a:pt x="1994" y="1261"/>
                  </a:lnTo>
                  <a:lnTo>
                    <a:pt x="1857" y="1055"/>
                  </a:lnTo>
                  <a:lnTo>
                    <a:pt x="1696" y="872"/>
                  </a:lnTo>
                  <a:lnTo>
                    <a:pt x="1513" y="711"/>
                  </a:lnTo>
                  <a:lnTo>
                    <a:pt x="1353" y="574"/>
                  </a:lnTo>
                  <a:lnTo>
                    <a:pt x="1169" y="459"/>
                  </a:lnTo>
                  <a:lnTo>
                    <a:pt x="826" y="253"/>
                  </a:lnTo>
                  <a:lnTo>
                    <a:pt x="528" y="116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5" name="Google Shape;5175;p66"/>
            <p:cNvSpPr/>
            <p:nvPr/>
          </p:nvSpPr>
          <p:spPr>
            <a:xfrm>
              <a:off x="1022268" y="2240272"/>
              <a:ext cx="27099" cy="18718"/>
            </a:xfrm>
            <a:custGeom>
              <a:avLst/>
              <a:gdLst/>
              <a:ahLst/>
              <a:cxnLst/>
              <a:rect l="l" t="t" r="r" b="b"/>
              <a:pathLst>
                <a:path w="1261" h="871" extrusionOk="0">
                  <a:moveTo>
                    <a:pt x="1077" y="0"/>
                  </a:moveTo>
                  <a:lnTo>
                    <a:pt x="825" y="23"/>
                  </a:lnTo>
                  <a:lnTo>
                    <a:pt x="596" y="92"/>
                  </a:lnTo>
                  <a:lnTo>
                    <a:pt x="413" y="184"/>
                  </a:lnTo>
                  <a:lnTo>
                    <a:pt x="275" y="298"/>
                  </a:lnTo>
                  <a:lnTo>
                    <a:pt x="161" y="413"/>
                  </a:lnTo>
                  <a:lnTo>
                    <a:pt x="92" y="504"/>
                  </a:lnTo>
                  <a:lnTo>
                    <a:pt x="23" y="596"/>
                  </a:lnTo>
                  <a:lnTo>
                    <a:pt x="0" y="665"/>
                  </a:lnTo>
                  <a:lnTo>
                    <a:pt x="0" y="733"/>
                  </a:lnTo>
                  <a:lnTo>
                    <a:pt x="46" y="802"/>
                  </a:lnTo>
                  <a:lnTo>
                    <a:pt x="92" y="848"/>
                  </a:lnTo>
                  <a:lnTo>
                    <a:pt x="161" y="871"/>
                  </a:lnTo>
                  <a:lnTo>
                    <a:pt x="207" y="871"/>
                  </a:lnTo>
                  <a:lnTo>
                    <a:pt x="252" y="848"/>
                  </a:lnTo>
                  <a:lnTo>
                    <a:pt x="298" y="825"/>
                  </a:lnTo>
                  <a:lnTo>
                    <a:pt x="344" y="779"/>
                  </a:lnTo>
                  <a:lnTo>
                    <a:pt x="390" y="711"/>
                  </a:lnTo>
                  <a:lnTo>
                    <a:pt x="505" y="573"/>
                  </a:lnTo>
                  <a:lnTo>
                    <a:pt x="619" y="504"/>
                  </a:lnTo>
                  <a:lnTo>
                    <a:pt x="734" y="436"/>
                  </a:lnTo>
                  <a:lnTo>
                    <a:pt x="894" y="390"/>
                  </a:lnTo>
                  <a:lnTo>
                    <a:pt x="1077" y="367"/>
                  </a:lnTo>
                  <a:lnTo>
                    <a:pt x="1146" y="344"/>
                  </a:lnTo>
                  <a:lnTo>
                    <a:pt x="1215" y="321"/>
                  </a:lnTo>
                  <a:lnTo>
                    <a:pt x="1238" y="252"/>
                  </a:lnTo>
                  <a:lnTo>
                    <a:pt x="1261" y="184"/>
                  </a:lnTo>
                  <a:lnTo>
                    <a:pt x="1238" y="115"/>
                  </a:lnTo>
                  <a:lnTo>
                    <a:pt x="1215" y="46"/>
                  </a:lnTo>
                  <a:lnTo>
                    <a:pt x="1146" y="23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6" name="Google Shape;5176;p66"/>
            <p:cNvSpPr/>
            <p:nvPr/>
          </p:nvSpPr>
          <p:spPr>
            <a:xfrm>
              <a:off x="1043930" y="3007365"/>
              <a:ext cx="772050" cy="457436"/>
            </a:xfrm>
            <a:custGeom>
              <a:avLst/>
              <a:gdLst/>
              <a:ahLst/>
              <a:cxnLst/>
              <a:rect l="l" t="t" r="r" b="b"/>
              <a:pathLst>
                <a:path w="35926" h="21286" extrusionOk="0">
                  <a:moveTo>
                    <a:pt x="16657" y="1"/>
                  </a:moveTo>
                  <a:lnTo>
                    <a:pt x="15580" y="367"/>
                  </a:lnTo>
                  <a:lnTo>
                    <a:pt x="14527" y="665"/>
                  </a:lnTo>
                  <a:lnTo>
                    <a:pt x="13473" y="940"/>
                  </a:lnTo>
                  <a:lnTo>
                    <a:pt x="12465" y="1146"/>
                  </a:lnTo>
                  <a:lnTo>
                    <a:pt x="12167" y="1192"/>
                  </a:lnTo>
                  <a:lnTo>
                    <a:pt x="11479" y="1307"/>
                  </a:lnTo>
                  <a:lnTo>
                    <a:pt x="10792" y="1375"/>
                  </a:lnTo>
                  <a:lnTo>
                    <a:pt x="10128" y="1444"/>
                  </a:lnTo>
                  <a:lnTo>
                    <a:pt x="9440" y="1490"/>
                  </a:lnTo>
                  <a:lnTo>
                    <a:pt x="8776" y="1513"/>
                  </a:lnTo>
                  <a:lnTo>
                    <a:pt x="8134" y="1536"/>
                  </a:lnTo>
                  <a:lnTo>
                    <a:pt x="7470" y="1513"/>
                  </a:lnTo>
                  <a:lnTo>
                    <a:pt x="6828" y="1490"/>
                  </a:lnTo>
                  <a:lnTo>
                    <a:pt x="6187" y="1444"/>
                  </a:lnTo>
                  <a:lnTo>
                    <a:pt x="5568" y="1375"/>
                  </a:lnTo>
                  <a:lnTo>
                    <a:pt x="4949" y="1307"/>
                  </a:lnTo>
                  <a:lnTo>
                    <a:pt x="4308" y="1215"/>
                  </a:lnTo>
                  <a:lnTo>
                    <a:pt x="3712" y="1100"/>
                  </a:lnTo>
                  <a:lnTo>
                    <a:pt x="3094" y="986"/>
                  </a:lnTo>
                  <a:lnTo>
                    <a:pt x="1879" y="711"/>
                  </a:lnTo>
                  <a:lnTo>
                    <a:pt x="1788" y="963"/>
                  </a:lnTo>
                  <a:lnTo>
                    <a:pt x="1513" y="1650"/>
                  </a:lnTo>
                  <a:lnTo>
                    <a:pt x="1329" y="2154"/>
                  </a:lnTo>
                  <a:lnTo>
                    <a:pt x="1146" y="2750"/>
                  </a:lnTo>
                  <a:lnTo>
                    <a:pt x="940" y="3437"/>
                  </a:lnTo>
                  <a:lnTo>
                    <a:pt x="734" y="4216"/>
                  </a:lnTo>
                  <a:lnTo>
                    <a:pt x="665" y="4491"/>
                  </a:lnTo>
                  <a:lnTo>
                    <a:pt x="482" y="5293"/>
                  </a:lnTo>
                  <a:lnTo>
                    <a:pt x="321" y="6187"/>
                  </a:lnTo>
                  <a:lnTo>
                    <a:pt x="184" y="7103"/>
                  </a:lnTo>
                  <a:lnTo>
                    <a:pt x="92" y="8066"/>
                  </a:lnTo>
                  <a:lnTo>
                    <a:pt x="69" y="8340"/>
                  </a:lnTo>
                  <a:lnTo>
                    <a:pt x="23" y="9074"/>
                  </a:lnTo>
                  <a:lnTo>
                    <a:pt x="1" y="9830"/>
                  </a:lnTo>
                  <a:lnTo>
                    <a:pt x="1" y="10586"/>
                  </a:lnTo>
                  <a:lnTo>
                    <a:pt x="46" y="11365"/>
                  </a:lnTo>
                  <a:lnTo>
                    <a:pt x="69" y="11686"/>
                  </a:lnTo>
                  <a:lnTo>
                    <a:pt x="138" y="12304"/>
                  </a:lnTo>
                  <a:lnTo>
                    <a:pt x="207" y="12923"/>
                  </a:lnTo>
                  <a:lnTo>
                    <a:pt x="321" y="13564"/>
                  </a:lnTo>
                  <a:lnTo>
                    <a:pt x="459" y="14183"/>
                  </a:lnTo>
                  <a:lnTo>
                    <a:pt x="619" y="14824"/>
                  </a:lnTo>
                  <a:lnTo>
                    <a:pt x="802" y="15466"/>
                  </a:lnTo>
                  <a:lnTo>
                    <a:pt x="1009" y="16108"/>
                  </a:lnTo>
                  <a:lnTo>
                    <a:pt x="1261" y="16726"/>
                  </a:lnTo>
                  <a:lnTo>
                    <a:pt x="1444" y="17116"/>
                  </a:lnTo>
                  <a:lnTo>
                    <a:pt x="1673" y="17505"/>
                  </a:lnTo>
                  <a:lnTo>
                    <a:pt x="1948" y="17849"/>
                  </a:lnTo>
                  <a:lnTo>
                    <a:pt x="2269" y="18170"/>
                  </a:lnTo>
                  <a:lnTo>
                    <a:pt x="2635" y="18490"/>
                  </a:lnTo>
                  <a:lnTo>
                    <a:pt x="3025" y="18788"/>
                  </a:lnTo>
                  <a:lnTo>
                    <a:pt x="3460" y="19063"/>
                  </a:lnTo>
                  <a:lnTo>
                    <a:pt x="3941" y="19315"/>
                  </a:lnTo>
                  <a:lnTo>
                    <a:pt x="4193" y="19453"/>
                  </a:lnTo>
                  <a:lnTo>
                    <a:pt x="4812" y="19728"/>
                  </a:lnTo>
                  <a:lnTo>
                    <a:pt x="5476" y="19980"/>
                  </a:lnTo>
                  <a:lnTo>
                    <a:pt x="6187" y="20186"/>
                  </a:lnTo>
                  <a:lnTo>
                    <a:pt x="6920" y="20392"/>
                  </a:lnTo>
                  <a:lnTo>
                    <a:pt x="7195" y="20461"/>
                  </a:lnTo>
                  <a:lnTo>
                    <a:pt x="8088" y="20667"/>
                  </a:lnTo>
                  <a:lnTo>
                    <a:pt x="9051" y="20827"/>
                  </a:lnTo>
                  <a:lnTo>
                    <a:pt x="10036" y="20965"/>
                  </a:lnTo>
                  <a:lnTo>
                    <a:pt x="11067" y="21079"/>
                  </a:lnTo>
                  <a:lnTo>
                    <a:pt x="12121" y="21171"/>
                  </a:lnTo>
                  <a:lnTo>
                    <a:pt x="13198" y="21240"/>
                  </a:lnTo>
                  <a:lnTo>
                    <a:pt x="14275" y="21263"/>
                  </a:lnTo>
                  <a:lnTo>
                    <a:pt x="15397" y="21286"/>
                  </a:lnTo>
                  <a:lnTo>
                    <a:pt x="15787" y="21286"/>
                  </a:lnTo>
                  <a:lnTo>
                    <a:pt x="16726" y="21263"/>
                  </a:lnTo>
                  <a:lnTo>
                    <a:pt x="17688" y="21240"/>
                  </a:lnTo>
                  <a:lnTo>
                    <a:pt x="18628" y="21194"/>
                  </a:lnTo>
                  <a:lnTo>
                    <a:pt x="19590" y="21125"/>
                  </a:lnTo>
                  <a:lnTo>
                    <a:pt x="20529" y="21056"/>
                  </a:lnTo>
                  <a:lnTo>
                    <a:pt x="21469" y="20965"/>
                  </a:lnTo>
                  <a:lnTo>
                    <a:pt x="22408" y="20850"/>
                  </a:lnTo>
                  <a:lnTo>
                    <a:pt x="23325" y="20736"/>
                  </a:lnTo>
                  <a:lnTo>
                    <a:pt x="23622" y="20690"/>
                  </a:lnTo>
                  <a:lnTo>
                    <a:pt x="24631" y="20552"/>
                  </a:lnTo>
                  <a:lnTo>
                    <a:pt x="25593" y="20392"/>
                  </a:lnTo>
                  <a:lnTo>
                    <a:pt x="26555" y="20209"/>
                  </a:lnTo>
                  <a:lnTo>
                    <a:pt x="27472" y="20025"/>
                  </a:lnTo>
                  <a:lnTo>
                    <a:pt x="27747" y="19957"/>
                  </a:lnTo>
                  <a:lnTo>
                    <a:pt x="29007" y="19659"/>
                  </a:lnTo>
                  <a:lnTo>
                    <a:pt x="30198" y="19315"/>
                  </a:lnTo>
                  <a:lnTo>
                    <a:pt x="30152" y="18582"/>
                  </a:lnTo>
                  <a:lnTo>
                    <a:pt x="30129" y="17734"/>
                  </a:lnTo>
                  <a:lnTo>
                    <a:pt x="30129" y="16634"/>
                  </a:lnTo>
                  <a:lnTo>
                    <a:pt x="30152" y="16016"/>
                  </a:lnTo>
                  <a:lnTo>
                    <a:pt x="30175" y="15351"/>
                  </a:lnTo>
                  <a:lnTo>
                    <a:pt x="30221" y="14664"/>
                  </a:lnTo>
                  <a:lnTo>
                    <a:pt x="30290" y="13931"/>
                  </a:lnTo>
                  <a:lnTo>
                    <a:pt x="30381" y="13198"/>
                  </a:lnTo>
                  <a:lnTo>
                    <a:pt x="30496" y="12442"/>
                  </a:lnTo>
                  <a:lnTo>
                    <a:pt x="30656" y="11686"/>
                  </a:lnTo>
                  <a:lnTo>
                    <a:pt x="30840" y="10929"/>
                  </a:lnTo>
                  <a:lnTo>
                    <a:pt x="30977" y="10380"/>
                  </a:lnTo>
                  <a:lnTo>
                    <a:pt x="31137" y="9898"/>
                  </a:lnTo>
                  <a:lnTo>
                    <a:pt x="31321" y="9417"/>
                  </a:lnTo>
                  <a:lnTo>
                    <a:pt x="31504" y="8936"/>
                  </a:lnTo>
                  <a:lnTo>
                    <a:pt x="31710" y="8478"/>
                  </a:lnTo>
                  <a:lnTo>
                    <a:pt x="31939" y="8020"/>
                  </a:lnTo>
                  <a:lnTo>
                    <a:pt x="32191" y="7584"/>
                  </a:lnTo>
                  <a:lnTo>
                    <a:pt x="32443" y="7172"/>
                  </a:lnTo>
                  <a:lnTo>
                    <a:pt x="32741" y="6782"/>
                  </a:lnTo>
                  <a:lnTo>
                    <a:pt x="33062" y="6416"/>
                  </a:lnTo>
                  <a:lnTo>
                    <a:pt x="33383" y="6072"/>
                  </a:lnTo>
                  <a:lnTo>
                    <a:pt x="33749" y="5751"/>
                  </a:lnTo>
                  <a:lnTo>
                    <a:pt x="34139" y="5477"/>
                  </a:lnTo>
                  <a:lnTo>
                    <a:pt x="34551" y="5224"/>
                  </a:lnTo>
                  <a:lnTo>
                    <a:pt x="34987" y="4995"/>
                  </a:lnTo>
                  <a:lnTo>
                    <a:pt x="35445" y="4812"/>
                  </a:lnTo>
                  <a:lnTo>
                    <a:pt x="35926" y="4652"/>
                  </a:lnTo>
                  <a:lnTo>
                    <a:pt x="33979" y="4537"/>
                  </a:lnTo>
                  <a:lnTo>
                    <a:pt x="31894" y="4377"/>
                  </a:lnTo>
                  <a:lnTo>
                    <a:pt x="29396" y="4171"/>
                  </a:lnTo>
                  <a:lnTo>
                    <a:pt x="28915" y="4125"/>
                  </a:lnTo>
                  <a:lnTo>
                    <a:pt x="26509" y="3873"/>
                  </a:lnTo>
                  <a:lnTo>
                    <a:pt x="26166" y="3827"/>
                  </a:lnTo>
                  <a:lnTo>
                    <a:pt x="25066" y="3712"/>
                  </a:lnTo>
                  <a:lnTo>
                    <a:pt x="24012" y="3552"/>
                  </a:lnTo>
                  <a:lnTo>
                    <a:pt x="23233" y="3414"/>
                  </a:lnTo>
                  <a:lnTo>
                    <a:pt x="22477" y="3277"/>
                  </a:lnTo>
                  <a:lnTo>
                    <a:pt x="21790" y="3094"/>
                  </a:lnTo>
                  <a:lnTo>
                    <a:pt x="21171" y="2910"/>
                  </a:lnTo>
                  <a:lnTo>
                    <a:pt x="20575" y="2704"/>
                  </a:lnTo>
                  <a:lnTo>
                    <a:pt x="20048" y="2498"/>
                  </a:lnTo>
                  <a:lnTo>
                    <a:pt x="19567" y="2292"/>
                  </a:lnTo>
                  <a:lnTo>
                    <a:pt x="19132" y="2063"/>
                  </a:lnTo>
                  <a:lnTo>
                    <a:pt x="18880" y="1925"/>
                  </a:lnTo>
                  <a:lnTo>
                    <a:pt x="18559" y="1742"/>
                  </a:lnTo>
                  <a:lnTo>
                    <a:pt x="18284" y="1559"/>
                  </a:lnTo>
                  <a:lnTo>
                    <a:pt x="17780" y="1192"/>
                  </a:lnTo>
                  <a:lnTo>
                    <a:pt x="17574" y="1009"/>
                  </a:lnTo>
                  <a:lnTo>
                    <a:pt x="17345" y="803"/>
                  </a:lnTo>
                  <a:lnTo>
                    <a:pt x="17138" y="619"/>
                  </a:lnTo>
                  <a:lnTo>
                    <a:pt x="16864" y="298"/>
                  </a:lnTo>
                  <a:lnTo>
                    <a:pt x="16726" y="69"/>
                  </a:lnTo>
                  <a:lnTo>
                    <a:pt x="16657" y="1"/>
                  </a:lnTo>
                  <a:close/>
                </a:path>
              </a:pathLst>
            </a:custGeom>
            <a:gradFill>
              <a:gsLst>
                <a:gs pos="0">
                  <a:srgbClr val="36D5E6"/>
                </a:gs>
                <a:gs pos="100000">
                  <a:srgbClr val="17788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7" name="Google Shape;5177;p66"/>
            <p:cNvSpPr/>
            <p:nvPr/>
          </p:nvSpPr>
          <p:spPr>
            <a:xfrm>
              <a:off x="1044918" y="3251573"/>
              <a:ext cx="90129" cy="173833"/>
            </a:xfrm>
            <a:custGeom>
              <a:avLst/>
              <a:gdLst/>
              <a:ahLst/>
              <a:cxnLst/>
              <a:rect l="l" t="t" r="r" b="b"/>
              <a:pathLst>
                <a:path w="4194" h="8089" extrusionOk="0">
                  <a:moveTo>
                    <a:pt x="0" y="1"/>
                  </a:moveTo>
                  <a:lnTo>
                    <a:pt x="23" y="322"/>
                  </a:lnTo>
                  <a:lnTo>
                    <a:pt x="459" y="574"/>
                  </a:lnTo>
                  <a:lnTo>
                    <a:pt x="894" y="849"/>
                  </a:lnTo>
                  <a:lnTo>
                    <a:pt x="1283" y="1169"/>
                  </a:lnTo>
                  <a:lnTo>
                    <a:pt x="1673" y="1490"/>
                  </a:lnTo>
                  <a:lnTo>
                    <a:pt x="2017" y="1857"/>
                  </a:lnTo>
                  <a:lnTo>
                    <a:pt x="2337" y="2246"/>
                  </a:lnTo>
                  <a:lnTo>
                    <a:pt x="2635" y="2659"/>
                  </a:lnTo>
                  <a:lnTo>
                    <a:pt x="2910" y="3094"/>
                  </a:lnTo>
                  <a:lnTo>
                    <a:pt x="3071" y="3369"/>
                  </a:lnTo>
                  <a:lnTo>
                    <a:pt x="3208" y="3644"/>
                  </a:lnTo>
                  <a:lnTo>
                    <a:pt x="3437" y="4239"/>
                  </a:lnTo>
                  <a:lnTo>
                    <a:pt x="3643" y="4835"/>
                  </a:lnTo>
                  <a:lnTo>
                    <a:pt x="3781" y="5454"/>
                  </a:lnTo>
                  <a:lnTo>
                    <a:pt x="3872" y="6072"/>
                  </a:lnTo>
                  <a:lnTo>
                    <a:pt x="3918" y="6691"/>
                  </a:lnTo>
                  <a:lnTo>
                    <a:pt x="3918" y="7333"/>
                  </a:lnTo>
                  <a:lnTo>
                    <a:pt x="3895" y="7951"/>
                  </a:lnTo>
                  <a:lnTo>
                    <a:pt x="4147" y="8089"/>
                  </a:lnTo>
                  <a:lnTo>
                    <a:pt x="4193" y="7653"/>
                  </a:lnTo>
                  <a:lnTo>
                    <a:pt x="4193" y="7218"/>
                  </a:lnTo>
                  <a:lnTo>
                    <a:pt x="4193" y="6806"/>
                  </a:lnTo>
                  <a:lnTo>
                    <a:pt x="4170" y="6370"/>
                  </a:lnTo>
                  <a:lnTo>
                    <a:pt x="4124" y="5935"/>
                  </a:lnTo>
                  <a:lnTo>
                    <a:pt x="4056" y="5523"/>
                  </a:lnTo>
                  <a:lnTo>
                    <a:pt x="3964" y="5087"/>
                  </a:lnTo>
                  <a:lnTo>
                    <a:pt x="3872" y="4675"/>
                  </a:lnTo>
                  <a:lnTo>
                    <a:pt x="3735" y="4285"/>
                  </a:lnTo>
                  <a:lnTo>
                    <a:pt x="3598" y="3919"/>
                  </a:lnTo>
                  <a:lnTo>
                    <a:pt x="3460" y="3575"/>
                  </a:lnTo>
                  <a:lnTo>
                    <a:pt x="3277" y="3208"/>
                  </a:lnTo>
                  <a:lnTo>
                    <a:pt x="3093" y="2865"/>
                  </a:lnTo>
                  <a:lnTo>
                    <a:pt x="2887" y="2544"/>
                  </a:lnTo>
                  <a:lnTo>
                    <a:pt x="2658" y="2223"/>
                  </a:lnTo>
                  <a:lnTo>
                    <a:pt x="2429" y="1925"/>
                  </a:lnTo>
                  <a:lnTo>
                    <a:pt x="2177" y="1628"/>
                  </a:lnTo>
                  <a:lnTo>
                    <a:pt x="1902" y="1353"/>
                  </a:lnTo>
                  <a:lnTo>
                    <a:pt x="1604" y="1078"/>
                  </a:lnTo>
                  <a:lnTo>
                    <a:pt x="1329" y="826"/>
                  </a:lnTo>
                  <a:lnTo>
                    <a:pt x="1009" y="597"/>
                  </a:lnTo>
                  <a:lnTo>
                    <a:pt x="688" y="390"/>
                  </a:lnTo>
                  <a:lnTo>
                    <a:pt x="344" y="18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8" name="Google Shape;5178;p66"/>
            <p:cNvSpPr/>
            <p:nvPr/>
          </p:nvSpPr>
          <p:spPr>
            <a:xfrm>
              <a:off x="1192616" y="3095989"/>
              <a:ext cx="483052" cy="351082"/>
            </a:xfrm>
            <a:custGeom>
              <a:avLst/>
              <a:gdLst/>
              <a:ahLst/>
              <a:cxnLst/>
              <a:rect l="l" t="t" r="r" b="b"/>
              <a:pathLst>
                <a:path w="22478" h="16337" extrusionOk="0">
                  <a:moveTo>
                    <a:pt x="21996" y="1"/>
                  </a:moveTo>
                  <a:lnTo>
                    <a:pt x="21652" y="207"/>
                  </a:lnTo>
                  <a:lnTo>
                    <a:pt x="21332" y="436"/>
                  </a:lnTo>
                  <a:lnTo>
                    <a:pt x="21011" y="688"/>
                  </a:lnTo>
                  <a:lnTo>
                    <a:pt x="20713" y="940"/>
                  </a:lnTo>
                  <a:lnTo>
                    <a:pt x="20415" y="1215"/>
                  </a:lnTo>
                  <a:lnTo>
                    <a:pt x="20140" y="1490"/>
                  </a:lnTo>
                  <a:lnTo>
                    <a:pt x="19865" y="1788"/>
                  </a:lnTo>
                  <a:lnTo>
                    <a:pt x="19613" y="2109"/>
                  </a:lnTo>
                  <a:lnTo>
                    <a:pt x="19338" y="2475"/>
                  </a:lnTo>
                  <a:lnTo>
                    <a:pt x="19086" y="2842"/>
                  </a:lnTo>
                  <a:lnTo>
                    <a:pt x="18834" y="3231"/>
                  </a:lnTo>
                  <a:lnTo>
                    <a:pt x="18605" y="3621"/>
                  </a:lnTo>
                  <a:lnTo>
                    <a:pt x="18170" y="4423"/>
                  </a:lnTo>
                  <a:lnTo>
                    <a:pt x="17757" y="5247"/>
                  </a:lnTo>
                  <a:lnTo>
                    <a:pt x="17345" y="6072"/>
                  </a:lnTo>
                  <a:lnTo>
                    <a:pt x="16933" y="6897"/>
                  </a:lnTo>
                  <a:lnTo>
                    <a:pt x="16497" y="7699"/>
                  </a:lnTo>
                  <a:lnTo>
                    <a:pt x="16268" y="8089"/>
                  </a:lnTo>
                  <a:lnTo>
                    <a:pt x="16016" y="8478"/>
                  </a:lnTo>
                  <a:lnTo>
                    <a:pt x="15741" y="8868"/>
                  </a:lnTo>
                  <a:lnTo>
                    <a:pt x="15466" y="9257"/>
                  </a:lnTo>
                  <a:lnTo>
                    <a:pt x="15168" y="9624"/>
                  </a:lnTo>
                  <a:lnTo>
                    <a:pt x="14848" y="9967"/>
                  </a:lnTo>
                  <a:lnTo>
                    <a:pt x="14504" y="10288"/>
                  </a:lnTo>
                  <a:lnTo>
                    <a:pt x="14137" y="10609"/>
                  </a:lnTo>
                  <a:lnTo>
                    <a:pt x="13748" y="10884"/>
                  </a:lnTo>
                  <a:lnTo>
                    <a:pt x="13358" y="11136"/>
                  </a:lnTo>
                  <a:lnTo>
                    <a:pt x="12923" y="11365"/>
                  </a:lnTo>
                  <a:lnTo>
                    <a:pt x="12465" y="11548"/>
                  </a:lnTo>
                  <a:lnTo>
                    <a:pt x="12029" y="11663"/>
                  </a:lnTo>
                  <a:lnTo>
                    <a:pt x="11571" y="11754"/>
                  </a:lnTo>
                  <a:lnTo>
                    <a:pt x="11113" y="11800"/>
                  </a:lnTo>
                  <a:lnTo>
                    <a:pt x="10632" y="11800"/>
                  </a:lnTo>
                  <a:lnTo>
                    <a:pt x="10151" y="11777"/>
                  </a:lnTo>
                  <a:lnTo>
                    <a:pt x="9670" y="11709"/>
                  </a:lnTo>
                  <a:lnTo>
                    <a:pt x="8776" y="11525"/>
                  </a:lnTo>
                  <a:lnTo>
                    <a:pt x="7860" y="11342"/>
                  </a:lnTo>
                  <a:lnTo>
                    <a:pt x="7401" y="11273"/>
                  </a:lnTo>
                  <a:lnTo>
                    <a:pt x="6943" y="11227"/>
                  </a:lnTo>
                  <a:lnTo>
                    <a:pt x="6485" y="11205"/>
                  </a:lnTo>
                  <a:lnTo>
                    <a:pt x="6004" y="11227"/>
                  </a:lnTo>
                  <a:lnTo>
                    <a:pt x="5637" y="11273"/>
                  </a:lnTo>
                  <a:lnTo>
                    <a:pt x="5248" y="11365"/>
                  </a:lnTo>
                  <a:lnTo>
                    <a:pt x="4881" y="11457"/>
                  </a:lnTo>
                  <a:lnTo>
                    <a:pt x="4514" y="11571"/>
                  </a:lnTo>
                  <a:lnTo>
                    <a:pt x="4171" y="11731"/>
                  </a:lnTo>
                  <a:lnTo>
                    <a:pt x="3827" y="11892"/>
                  </a:lnTo>
                  <a:lnTo>
                    <a:pt x="3483" y="12075"/>
                  </a:lnTo>
                  <a:lnTo>
                    <a:pt x="3163" y="12281"/>
                  </a:lnTo>
                  <a:lnTo>
                    <a:pt x="2888" y="12465"/>
                  </a:lnTo>
                  <a:lnTo>
                    <a:pt x="2636" y="12648"/>
                  </a:lnTo>
                  <a:lnTo>
                    <a:pt x="2384" y="12877"/>
                  </a:lnTo>
                  <a:lnTo>
                    <a:pt x="2155" y="13083"/>
                  </a:lnTo>
                  <a:lnTo>
                    <a:pt x="1696" y="13542"/>
                  </a:lnTo>
                  <a:lnTo>
                    <a:pt x="1284" y="14046"/>
                  </a:lnTo>
                  <a:lnTo>
                    <a:pt x="917" y="14573"/>
                  </a:lnTo>
                  <a:lnTo>
                    <a:pt x="574" y="15122"/>
                  </a:lnTo>
                  <a:lnTo>
                    <a:pt x="276" y="15695"/>
                  </a:lnTo>
                  <a:lnTo>
                    <a:pt x="1" y="16268"/>
                  </a:lnTo>
                  <a:lnTo>
                    <a:pt x="276" y="16337"/>
                  </a:lnTo>
                  <a:lnTo>
                    <a:pt x="528" y="15787"/>
                  </a:lnTo>
                  <a:lnTo>
                    <a:pt x="803" y="15260"/>
                  </a:lnTo>
                  <a:lnTo>
                    <a:pt x="1124" y="14756"/>
                  </a:lnTo>
                  <a:lnTo>
                    <a:pt x="1467" y="14252"/>
                  </a:lnTo>
                  <a:lnTo>
                    <a:pt x="1834" y="13794"/>
                  </a:lnTo>
                  <a:lnTo>
                    <a:pt x="2246" y="13358"/>
                  </a:lnTo>
                  <a:lnTo>
                    <a:pt x="2704" y="12946"/>
                  </a:lnTo>
                  <a:lnTo>
                    <a:pt x="3186" y="12579"/>
                  </a:lnTo>
                  <a:lnTo>
                    <a:pt x="3529" y="12350"/>
                  </a:lnTo>
                  <a:lnTo>
                    <a:pt x="3896" y="12167"/>
                  </a:lnTo>
                  <a:lnTo>
                    <a:pt x="4285" y="11984"/>
                  </a:lnTo>
                  <a:lnTo>
                    <a:pt x="4652" y="11823"/>
                  </a:lnTo>
                  <a:lnTo>
                    <a:pt x="5064" y="11686"/>
                  </a:lnTo>
                  <a:lnTo>
                    <a:pt x="5454" y="11594"/>
                  </a:lnTo>
                  <a:lnTo>
                    <a:pt x="5866" y="11525"/>
                  </a:lnTo>
                  <a:lnTo>
                    <a:pt x="6302" y="11479"/>
                  </a:lnTo>
                  <a:lnTo>
                    <a:pt x="6783" y="11479"/>
                  </a:lnTo>
                  <a:lnTo>
                    <a:pt x="7264" y="11525"/>
                  </a:lnTo>
                  <a:lnTo>
                    <a:pt x="7722" y="11594"/>
                  </a:lnTo>
                  <a:lnTo>
                    <a:pt x="8203" y="11686"/>
                  </a:lnTo>
                  <a:lnTo>
                    <a:pt x="9143" y="11869"/>
                  </a:lnTo>
                  <a:lnTo>
                    <a:pt x="9624" y="11961"/>
                  </a:lnTo>
                  <a:lnTo>
                    <a:pt x="10082" y="12052"/>
                  </a:lnTo>
                  <a:lnTo>
                    <a:pt x="10494" y="12075"/>
                  </a:lnTo>
                  <a:lnTo>
                    <a:pt x="10884" y="12098"/>
                  </a:lnTo>
                  <a:lnTo>
                    <a:pt x="11273" y="12075"/>
                  </a:lnTo>
                  <a:lnTo>
                    <a:pt x="11640" y="12006"/>
                  </a:lnTo>
                  <a:lnTo>
                    <a:pt x="12029" y="11938"/>
                  </a:lnTo>
                  <a:lnTo>
                    <a:pt x="12396" y="11846"/>
                  </a:lnTo>
                  <a:lnTo>
                    <a:pt x="12740" y="11709"/>
                  </a:lnTo>
                  <a:lnTo>
                    <a:pt x="13083" y="11571"/>
                  </a:lnTo>
                  <a:lnTo>
                    <a:pt x="13427" y="11388"/>
                  </a:lnTo>
                  <a:lnTo>
                    <a:pt x="13748" y="11205"/>
                  </a:lnTo>
                  <a:lnTo>
                    <a:pt x="14069" y="10998"/>
                  </a:lnTo>
                  <a:lnTo>
                    <a:pt x="14366" y="10746"/>
                  </a:lnTo>
                  <a:lnTo>
                    <a:pt x="14664" y="10517"/>
                  </a:lnTo>
                  <a:lnTo>
                    <a:pt x="14962" y="10242"/>
                  </a:lnTo>
                  <a:lnTo>
                    <a:pt x="15237" y="9944"/>
                  </a:lnTo>
                  <a:lnTo>
                    <a:pt x="15489" y="9647"/>
                  </a:lnTo>
                  <a:lnTo>
                    <a:pt x="15764" y="9303"/>
                  </a:lnTo>
                  <a:lnTo>
                    <a:pt x="16039" y="8936"/>
                  </a:lnTo>
                  <a:lnTo>
                    <a:pt x="16268" y="8570"/>
                  </a:lnTo>
                  <a:lnTo>
                    <a:pt x="16520" y="8180"/>
                  </a:lnTo>
                  <a:lnTo>
                    <a:pt x="16955" y="7424"/>
                  </a:lnTo>
                  <a:lnTo>
                    <a:pt x="17368" y="6622"/>
                  </a:lnTo>
                  <a:lnTo>
                    <a:pt x="18170" y="5018"/>
                  </a:lnTo>
                  <a:lnTo>
                    <a:pt x="18582" y="4216"/>
                  </a:lnTo>
                  <a:lnTo>
                    <a:pt x="19018" y="3437"/>
                  </a:lnTo>
                  <a:lnTo>
                    <a:pt x="19361" y="2910"/>
                  </a:lnTo>
                  <a:lnTo>
                    <a:pt x="19751" y="2406"/>
                  </a:lnTo>
                  <a:lnTo>
                    <a:pt x="20140" y="1948"/>
                  </a:lnTo>
                  <a:lnTo>
                    <a:pt x="20553" y="1490"/>
                  </a:lnTo>
                  <a:lnTo>
                    <a:pt x="21011" y="1078"/>
                  </a:lnTo>
                  <a:lnTo>
                    <a:pt x="21469" y="711"/>
                  </a:lnTo>
                  <a:lnTo>
                    <a:pt x="21973" y="367"/>
                  </a:lnTo>
                  <a:lnTo>
                    <a:pt x="22477" y="47"/>
                  </a:lnTo>
                  <a:lnTo>
                    <a:pt x="2199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9" name="Google Shape;5179;p66"/>
            <p:cNvSpPr/>
            <p:nvPr/>
          </p:nvSpPr>
          <p:spPr>
            <a:xfrm>
              <a:off x="1633282" y="3230406"/>
              <a:ext cx="76354" cy="207314"/>
            </a:xfrm>
            <a:custGeom>
              <a:avLst/>
              <a:gdLst/>
              <a:ahLst/>
              <a:cxnLst/>
              <a:rect l="l" t="t" r="r" b="b"/>
              <a:pathLst>
                <a:path w="3553" h="9647" extrusionOk="0">
                  <a:moveTo>
                    <a:pt x="3552" y="1"/>
                  </a:moveTo>
                  <a:lnTo>
                    <a:pt x="3140" y="436"/>
                  </a:lnTo>
                  <a:lnTo>
                    <a:pt x="2750" y="894"/>
                  </a:lnTo>
                  <a:lnTo>
                    <a:pt x="2384" y="1352"/>
                  </a:lnTo>
                  <a:lnTo>
                    <a:pt x="2040" y="1834"/>
                  </a:lnTo>
                  <a:lnTo>
                    <a:pt x="1719" y="2338"/>
                  </a:lnTo>
                  <a:lnTo>
                    <a:pt x="1421" y="2865"/>
                  </a:lnTo>
                  <a:lnTo>
                    <a:pt x="1146" y="3392"/>
                  </a:lnTo>
                  <a:lnTo>
                    <a:pt x="917" y="3941"/>
                  </a:lnTo>
                  <a:lnTo>
                    <a:pt x="642" y="4629"/>
                  </a:lnTo>
                  <a:lnTo>
                    <a:pt x="436" y="5316"/>
                  </a:lnTo>
                  <a:lnTo>
                    <a:pt x="276" y="6026"/>
                  </a:lnTo>
                  <a:lnTo>
                    <a:pt x="138" y="6737"/>
                  </a:lnTo>
                  <a:lnTo>
                    <a:pt x="47" y="7470"/>
                  </a:lnTo>
                  <a:lnTo>
                    <a:pt x="1" y="8180"/>
                  </a:lnTo>
                  <a:lnTo>
                    <a:pt x="1" y="8913"/>
                  </a:lnTo>
                  <a:lnTo>
                    <a:pt x="47" y="9646"/>
                  </a:lnTo>
                  <a:lnTo>
                    <a:pt x="322" y="9578"/>
                  </a:lnTo>
                  <a:lnTo>
                    <a:pt x="276" y="8890"/>
                  </a:lnTo>
                  <a:lnTo>
                    <a:pt x="276" y="8203"/>
                  </a:lnTo>
                  <a:lnTo>
                    <a:pt x="322" y="7516"/>
                  </a:lnTo>
                  <a:lnTo>
                    <a:pt x="413" y="6828"/>
                  </a:lnTo>
                  <a:lnTo>
                    <a:pt x="528" y="6141"/>
                  </a:lnTo>
                  <a:lnTo>
                    <a:pt x="688" y="5476"/>
                  </a:lnTo>
                  <a:lnTo>
                    <a:pt x="871" y="4812"/>
                  </a:lnTo>
                  <a:lnTo>
                    <a:pt x="1123" y="4148"/>
                  </a:lnTo>
                  <a:lnTo>
                    <a:pt x="1330" y="3666"/>
                  </a:lnTo>
                  <a:lnTo>
                    <a:pt x="1559" y="3185"/>
                  </a:lnTo>
                  <a:lnTo>
                    <a:pt x="1834" y="2704"/>
                  </a:lnTo>
                  <a:lnTo>
                    <a:pt x="2109" y="2246"/>
                  </a:lnTo>
                  <a:lnTo>
                    <a:pt x="2407" y="1811"/>
                  </a:lnTo>
                  <a:lnTo>
                    <a:pt x="2727" y="1375"/>
                  </a:lnTo>
                  <a:lnTo>
                    <a:pt x="3048" y="963"/>
                  </a:lnTo>
                  <a:lnTo>
                    <a:pt x="3415" y="550"/>
                  </a:lnTo>
                  <a:lnTo>
                    <a:pt x="35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0" name="Google Shape;5180;p66"/>
            <p:cNvSpPr/>
            <p:nvPr/>
          </p:nvSpPr>
          <p:spPr>
            <a:xfrm>
              <a:off x="1374805" y="3399787"/>
              <a:ext cx="177271" cy="65007"/>
            </a:xfrm>
            <a:custGeom>
              <a:avLst/>
              <a:gdLst/>
              <a:ahLst/>
              <a:cxnLst/>
              <a:rect l="l" t="t" r="r" b="b"/>
              <a:pathLst>
                <a:path w="8249" h="3025" extrusionOk="0">
                  <a:moveTo>
                    <a:pt x="5705" y="0"/>
                  </a:moveTo>
                  <a:lnTo>
                    <a:pt x="5316" y="46"/>
                  </a:lnTo>
                  <a:lnTo>
                    <a:pt x="4949" y="92"/>
                  </a:lnTo>
                  <a:lnTo>
                    <a:pt x="4468" y="206"/>
                  </a:lnTo>
                  <a:lnTo>
                    <a:pt x="3987" y="344"/>
                  </a:lnTo>
                  <a:lnTo>
                    <a:pt x="3529" y="504"/>
                  </a:lnTo>
                  <a:lnTo>
                    <a:pt x="3093" y="710"/>
                  </a:lnTo>
                  <a:lnTo>
                    <a:pt x="2658" y="940"/>
                  </a:lnTo>
                  <a:lnTo>
                    <a:pt x="2223" y="1169"/>
                  </a:lnTo>
                  <a:lnTo>
                    <a:pt x="1833" y="1444"/>
                  </a:lnTo>
                  <a:lnTo>
                    <a:pt x="1421" y="1741"/>
                  </a:lnTo>
                  <a:lnTo>
                    <a:pt x="1054" y="2039"/>
                  </a:lnTo>
                  <a:lnTo>
                    <a:pt x="688" y="2360"/>
                  </a:lnTo>
                  <a:lnTo>
                    <a:pt x="344" y="2681"/>
                  </a:lnTo>
                  <a:lnTo>
                    <a:pt x="0" y="3025"/>
                  </a:lnTo>
                  <a:lnTo>
                    <a:pt x="390" y="3025"/>
                  </a:lnTo>
                  <a:lnTo>
                    <a:pt x="962" y="2498"/>
                  </a:lnTo>
                  <a:lnTo>
                    <a:pt x="1535" y="1994"/>
                  </a:lnTo>
                  <a:lnTo>
                    <a:pt x="1833" y="1764"/>
                  </a:lnTo>
                  <a:lnTo>
                    <a:pt x="2154" y="1558"/>
                  </a:lnTo>
                  <a:lnTo>
                    <a:pt x="2452" y="1352"/>
                  </a:lnTo>
                  <a:lnTo>
                    <a:pt x="2772" y="1169"/>
                  </a:lnTo>
                  <a:lnTo>
                    <a:pt x="3116" y="985"/>
                  </a:lnTo>
                  <a:lnTo>
                    <a:pt x="3460" y="825"/>
                  </a:lnTo>
                  <a:lnTo>
                    <a:pt x="3804" y="688"/>
                  </a:lnTo>
                  <a:lnTo>
                    <a:pt x="4147" y="550"/>
                  </a:lnTo>
                  <a:lnTo>
                    <a:pt x="4514" y="458"/>
                  </a:lnTo>
                  <a:lnTo>
                    <a:pt x="4880" y="367"/>
                  </a:lnTo>
                  <a:lnTo>
                    <a:pt x="5270" y="321"/>
                  </a:lnTo>
                  <a:lnTo>
                    <a:pt x="5659" y="275"/>
                  </a:lnTo>
                  <a:lnTo>
                    <a:pt x="6163" y="275"/>
                  </a:lnTo>
                  <a:lnTo>
                    <a:pt x="6438" y="298"/>
                  </a:lnTo>
                  <a:lnTo>
                    <a:pt x="6690" y="344"/>
                  </a:lnTo>
                  <a:lnTo>
                    <a:pt x="6942" y="436"/>
                  </a:lnTo>
                  <a:lnTo>
                    <a:pt x="7194" y="527"/>
                  </a:lnTo>
                  <a:lnTo>
                    <a:pt x="7401" y="688"/>
                  </a:lnTo>
                  <a:lnTo>
                    <a:pt x="7607" y="848"/>
                  </a:lnTo>
                  <a:lnTo>
                    <a:pt x="7721" y="1031"/>
                  </a:lnTo>
                  <a:lnTo>
                    <a:pt x="7813" y="1215"/>
                  </a:lnTo>
                  <a:lnTo>
                    <a:pt x="7905" y="1421"/>
                  </a:lnTo>
                  <a:lnTo>
                    <a:pt x="7951" y="1627"/>
                  </a:lnTo>
                  <a:lnTo>
                    <a:pt x="7973" y="1833"/>
                  </a:lnTo>
                  <a:lnTo>
                    <a:pt x="7973" y="2039"/>
                  </a:lnTo>
                  <a:lnTo>
                    <a:pt x="7973" y="2268"/>
                  </a:lnTo>
                  <a:lnTo>
                    <a:pt x="7928" y="2475"/>
                  </a:lnTo>
                  <a:lnTo>
                    <a:pt x="8225" y="2429"/>
                  </a:lnTo>
                  <a:lnTo>
                    <a:pt x="8248" y="2223"/>
                  </a:lnTo>
                  <a:lnTo>
                    <a:pt x="8248" y="1994"/>
                  </a:lnTo>
                  <a:lnTo>
                    <a:pt x="8248" y="1764"/>
                  </a:lnTo>
                  <a:lnTo>
                    <a:pt x="8203" y="1558"/>
                  </a:lnTo>
                  <a:lnTo>
                    <a:pt x="8157" y="1352"/>
                  </a:lnTo>
                  <a:lnTo>
                    <a:pt x="8088" y="1146"/>
                  </a:lnTo>
                  <a:lnTo>
                    <a:pt x="7996" y="940"/>
                  </a:lnTo>
                  <a:lnTo>
                    <a:pt x="7882" y="756"/>
                  </a:lnTo>
                  <a:lnTo>
                    <a:pt x="7744" y="619"/>
                  </a:lnTo>
                  <a:lnTo>
                    <a:pt x="7584" y="481"/>
                  </a:lnTo>
                  <a:lnTo>
                    <a:pt x="7446" y="367"/>
                  </a:lnTo>
                  <a:lnTo>
                    <a:pt x="7263" y="275"/>
                  </a:lnTo>
                  <a:lnTo>
                    <a:pt x="7080" y="184"/>
                  </a:lnTo>
                  <a:lnTo>
                    <a:pt x="6897" y="115"/>
                  </a:lnTo>
                  <a:lnTo>
                    <a:pt x="6713" y="69"/>
                  </a:lnTo>
                  <a:lnTo>
                    <a:pt x="6507" y="46"/>
                  </a:lnTo>
                  <a:lnTo>
                    <a:pt x="6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1" name="Google Shape;5181;p66"/>
            <p:cNvSpPr/>
            <p:nvPr/>
          </p:nvSpPr>
          <p:spPr>
            <a:xfrm>
              <a:off x="1377749" y="3048733"/>
              <a:ext cx="235874" cy="185631"/>
            </a:xfrm>
            <a:custGeom>
              <a:avLst/>
              <a:gdLst/>
              <a:ahLst/>
              <a:cxnLst/>
              <a:rect l="l" t="t" r="r" b="b"/>
              <a:pathLst>
                <a:path w="10976" h="8638" extrusionOk="0">
                  <a:moveTo>
                    <a:pt x="3346" y="0"/>
                  </a:moveTo>
                  <a:lnTo>
                    <a:pt x="2979" y="436"/>
                  </a:lnTo>
                  <a:lnTo>
                    <a:pt x="2635" y="894"/>
                  </a:lnTo>
                  <a:lnTo>
                    <a:pt x="2315" y="1352"/>
                  </a:lnTo>
                  <a:lnTo>
                    <a:pt x="1994" y="1833"/>
                  </a:lnTo>
                  <a:lnTo>
                    <a:pt x="1696" y="2314"/>
                  </a:lnTo>
                  <a:lnTo>
                    <a:pt x="1421" y="2795"/>
                  </a:lnTo>
                  <a:lnTo>
                    <a:pt x="1169" y="3299"/>
                  </a:lnTo>
                  <a:lnTo>
                    <a:pt x="917" y="3826"/>
                  </a:lnTo>
                  <a:lnTo>
                    <a:pt x="665" y="4399"/>
                  </a:lnTo>
                  <a:lnTo>
                    <a:pt x="436" y="4995"/>
                  </a:lnTo>
                  <a:lnTo>
                    <a:pt x="253" y="5614"/>
                  </a:lnTo>
                  <a:lnTo>
                    <a:pt x="92" y="6209"/>
                  </a:lnTo>
                  <a:lnTo>
                    <a:pt x="46" y="6438"/>
                  </a:lnTo>
                  <a:lnTo>
                    <a:pt x="24" y="6667"/>
                  </a:lnTo>
                  <a:lnTo>
                    <a:pt x="1" y="6920"/>
                  </a:lnTo>
                  <a:lnTo>
                    <a:pt x="1" y="7149"/>
                  </a:lnTo>
                  <a:lnTo>
                    <a:pt x="46" y="7378"/>
                  </a:lnTo>
                  <a:lnTo>
                    <a:pt x="92" y="7607"/>
                  </a:lnTo>
                  <a:lnTo>
                    <a:pt x="184" y="7813"/>
                  </a:lnTo>
                  <a:lnTo>
                    <a:pt x="299" y="8019"/>
                  </a:lnTo>
                  <a:lnTo>
                    <a:pt x="390" y="8134"/>
                  </a:lnTo>
                  <a:lnTo>
                    <a:pt x="505" y="8225"/>
                  </a:lnTo>
                  <a:lnTo>
                    <a:pt x="711" y="8409"/>
                  </a:lnTo>
                  <a:lnTo>
                    <a:pt x="963" y="8523"/>
                  </a:lnTo>
                  <a:lnTo>
                    <a:pt x="1215" y="8592"/>
                  </a:lnTo>
                  <a:lnTo>
                    <a:pt x="1490" y="8638"/>
                  </a:lnTo>
                  <a:lnTo>
                    <a:pt x="1765" y="8638"/>
                  </a:lnTo>
                  <a:lnTo>
                    <a:pt x="2063" y="8615"/>
                  </a:lnTo>
                  <a:lnTo>
                    <a:pt x="2361" y="8569"/>
                  </a:lnTo>
                  <a:lnTo>
                    <a:pt x="2658" y="8500"/>
                  </a:lnTo>
                  <a:lnTo>
                    <a:pt x="2956" y="8409"/>
                  </a:lnTo>
                  <a:lnTo>
                    <a:pt x="3231" y="8294"/>
                  </a:lnTo>
                  <a:lnTo>
                    <a:pt x="3529" y="8180"/>
                  </a:lnTo>
                  <a:lnTo>
                    <a:pt x="4033" y="7928"/>
                  </a:lnTo>
                  <a:lnTo>
                    <a:pt x="4468" y="7676"/>
                  </a:lnTo>
                  <a:lnTo>
                    <a:pt x="5064" y="7286"/>
                  </a:lnTo>
                  <a:lnTo>
                    <a:pt x="5660" y="6874"/>
                  </a:lnTo>
                  <a:lnTo>
                    <a:pt x="6233" y="6438"/>
                  </a:lnTo>
                  <a:lnTo>
                    <a:pt x="6783" y="5957"/>
                  </a:lnTo>
                  <a:lnTo>
                    <a:pt x="7332" y="5499"/>
                  </a:lnTo>
                  <a:lnTo>
                    <a:pt x="7859" y="4995"/>
                  </a:lnTo>
                  <a:lnTo>
                    <a:pt x="8913" y="4010"/>
                  </a:lnTo>
                  <a:lnTo>
                    <a:pt x="9944" y="3002"/>
                  </a:lnTo>
                  <a:lnTo>
                    <a:pt x="10975" y="1948"/>
                  </a:lnTo>
                  <a:lnTo>
                    <a:pt x="10632" y="1902"/>
                  </a:lnTo>
                  <a:lnTo>
                    <a:pt x="9509" y="3047"/>
                  </a:lnTo>
                  <a:lnTo>
                    <a:pt x="8363" y="4170"/>
                  </a:lnTo>
                  <a:lnTo>
                    <a:pt x="7768" y="4720"/>
                  </a:lnTo>
                  <a:lnTo>
                    <a:pt x="7172" y="5247"/>
                  </a:lnTo>
                  <a:lnTo>
                    <a:pt x="6553" y="5774"/>
                  </a:lnTo>
                  <a:lnTo>
                    <a:pt x="5935" y="6278"/>
                  </a:lnTo>
                  <a:lnTo>
                    <a:pt x="5477" y="6645"/>
                  </a:lnTo>
                  <a:lnTo>
                    <a:pt x="4950" y="7034"/>
                  </a:lnTo>
                  <a:lnTo>
                    <a:pt x="4423" y="7401"/>
                  </a:lnTo>
                  <a:lnTo>
                    <a:pt x="3850" y="7744"/>
                  </a:lnTo>
                  <a:lnTo>
                    <a:pt x="3552" y="7882"/>
                  </a:lnTo>
                  <a:lnTo>
                    <a:pt x="3277" y="8019"/>
                  </a:lnTo>
                  <a:lnTo>
                    <a:pt x="2956" y="8134"/>
                  </a:lnTo>
                  <a:lnTo>
                    <a:pt x="2658" y="8225"/>
                  </a:lnTo>
                  <a:lnTo>
                    <a:pt x="2361" y="8294"/>
                  </a:lnTo>
                  <a:lnTo>
                    <a:pt x="2040" y="8340"/>
                  </a:lnTo>
                  <a:lnTo>
                    <a:pt x="1742" y="8340"/>
                  </a:lnTo>
                  <a:lnTo>
                    <a:pt x="1421" y="8317"/>
                  </a:lnTo>
                  <a:lnTo>
                    <a:pt x="1238" y="8294"/>
                  </a:lnTo>
                  <a:lnTo>
                    <a:pt x="1078" y="8248"/>
                  </a:lnTo>
                  <a:lnTo>
                    <a:pt x="940" y="8180"/>
                  </a:lnTo>
                  <a:lnTo>
                    <a:pt x="803" y="8111"/>
                  </a:lnTo>
                  <a:lnTo>
                    <a:pt x="688" y="8042"/>
                  </a:lnTo>
                  <a:lnTo>
                    <a:pt x="596" y="7951"/>
                  </a:lnTo>
                  <a:lnTo>
                    <a:pt x="505" y="7836"/>
                  </a:lnTo>
                  <a:lnTo>
                    <a:pt x="436" y="7744"/>
                  </a:lnTo>
                  <a:lnTo>
                    <a:pt x="390" y="7607"/>
                  </a:lnTo>
                  <a:lnTo>
                    <a:pt x="344" y="7492"/>
                  </a:lnTo>
                  <a:lnTo>
                    <a:pt x="299" y="7217"/>
                  </a:lnTo>
                  <a:lnTo>
                    <a:pt x="276" y="6920"/>
                  </a:lnTo>
                  <a:lnTo>
                    <a:pt x="299" y="6599"/>
                  </a:lnTo>
                  <a:lnTo>
                    <a:pt x="344" y="6278"/>
                  </a:lnTo>
                  <a:lnTo>
                    <a:pt x="436" y="5934"/>
                  </a:lnTo>
                  <a:lnTo>
                    <a:pt x="528" y="5614"/>
                  </a:lnTo>
                  <a:lnTo>
                    <a:pt x="619" y="5293"/>
                  </a:lnTo>
                  <a:lnTo>
                    <a:pt x="848" y="4697"/>
                  </a:lnTo>
                  <a:lnTo>
                    <a:pt x="1032" y="4216"/>
                  </a:lnTo>
                  <a:lnTo>
                    <a:pt x="1284" y="3666"/>
                  </a:lnTo>
                  <a:lnTo>
                    <a:pt x="1559" y="3139"/>
                  </a:lnTo>
                  <a:lnTo>
                    <a:pt x="1834" y="2589"/>
                  </a:lnTo>
                  <a:lnTo>
                    <a:pt x="2154" y="2085"/>
                  </a:lnTo>
                  <a:lnTo>
                    <a:pt x="2475" y="1581"/>
                  </a:lnTo>
                  <a:lnTo>
                    <a:pt x="2842" y="1077"/>
                  </a:lnTo>
                  <a:lnTo>
                    <a:pt x="3208" y="596"/>
                  </a:lnTo>
                  <a:lnTo>
                    <a:pt x="3598" y="138"/>
                  </a:lnTo>
                  <a:lnTo>
                    <a:pt x="33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2" name="Google Shape;5182;p66"/>
            <p:cNvSpPr/>
            <p:nvPr/>
          </p:nvSpPr>
          <p:spPr>
            <a:xfrm>
              <a:off x="1045412" y="3029027"/>
              <a:ext cx="380609" cy="235380"/>
            </a:xfrm>
            <a:custGeom>
              <a:avLst/>
              <a:gdLst/>
              <a:ahLst/>
              <a:cxnLst/>
              <a:rect l="l" t="t" r="r" b="b"/>
              <a:pathLst>
                <a:path w="17711" h="10953" extrusionOk="0">
                  <a:moveTo>
                    <a:pt x="17505" y="1"/>
                  </a:moveTo>
                  <a:lnTo>
                    <a:pt x="17092" y="299"/>
                  </a:lnTo>
                  <a:lnTo>
                    <a:pt x="16726" y="619"/>
                  </a:lnTo>
                  <a:lnTo>
                    <a:pt x="16359" y="963"/>
                  </a:lnTo>
                  <a:lnTo>
                    <a:pt x="16016" y="1307"/>
                  </a:lnTo>
                  <a:lnTo>
                    <a:pt x="15695" y="1696"/>
                  </a:lnTo>
                  <a:lnTo>
                    <a:pt x="15374" y="2086"/>
                  </a:lnTo>
                  <a:lnTo>
                    <a:pt x="15099" y="2475"/>
                  </a:lnTo>
                  <a:lnTo>
                    <a:pt x="14824" y="2911"/>
                  </a:lnTo>
                  <a:lnTo>
                    <a:pt x="14503" y="3483"/>
                  </a:lnTo>
                  <a:lnTo>
                    <a:pt x="14206" y="4056"/>
                  </a:lnTo>
                  <a:lnTo>
                    <a:pt x="13931" y="4652"/>
                  </a:lnTo>
                  <a:lnTo>
                    <a:pt x="13701" y="5270"/>
                  </a:lnTo>
                  <a:lnTo>
                    <a:pt x="13449" y="5958"/>
                  </a:lnTo>
                  <a:lnTo>
                    <a:pt x="13243" y="6645"/>
                  </a:lnTo>
                  <a:lnTo>
                    <a:pt x="12991" y="7332"/>
                  </a:lnTo>
                  <a:lnTo>
                    <a:pt x="12877" y="7676"/>
                  </a:lnTo>
                  <a:lnTo>
                    <a:pt x="12739" y="8020"/>
                  </a:lnTo>
                  <a:lnTo>
                    <a:pt x="12556" y="8363"/>
                  </a:lnTo>
                  <a:lnTo>
                    <a:pt x="12373" y="8684"/>
                  </a:lnTo>
                  <a:lnTo>
                    <a:pt x="12166" y="8982"/>
                  </a:lnTo>
                  <a:lnTo>
                    <a:pt x="11937" y="9257"/>
                  </a:lnTo>
                  <a:lnTo>
                    <a:pt x="11685" y="9532"/>
                  </a:lnTo>
                  <a:lnTo>
                    <a:pt x="11410" y="9761"/>
                  </a:lnTo>
                  <a:lnTo>
                    <a:pt x="11112" y="9990"/>
                  </a:lnTo>
                  <a:lnTo>
                    <a:pt x="10815" y="10174"/>
                  </a:lnTo>
                  <a:lnTo>
                    <a:pt x="10517" y="10334"/>
                  </a:lnTo>
                  <a:lnTo>
                    <a:pt x="10173" y="10471"/>
                  </a:lnTo>
                  <a:lnTo>
                    <a:pt x="9829" y="10563"/>
                  </a:lnTo>
                  <a:lnTo>
                    <a:pt x="9486" y="10655"/>
                  </a:lnTo>
                  <a:lnTo>
                    <a:pt x="9119" y="10678"/>
                  </a:lnTo>
                  <a:lnTo>
                    <a:pt x="8753" y="10678"/>
                  </a:lnTo>
                  <a:lnTo>
                    <a:pt x="8386" y="10655"/>
                  </a:lnTo>
                  <a:lnTo>
                    <a:pt x="7996" y="10586"/>
                  </a:lnTo>
                  <a:lnTo>
                    <a:pt x="7653" y="10494"/>
                  </a:lnTo>
                  <a:lnTo>
                    <a:pt x="7332" y="10380"/>
                  </a:lnTo>
                  <a:lnTo>
                    <a:pt x="7011" y="10265"/>
                  </a:lnTo>
                  <a:lnTo>
                    <a:pt x="6713" y="10105"/>
                  </a:lnTo>
                  <a:lnTo>
                    <a:pt x="6118" y="9784"/>
                  </a:lnTo>
                  <a:lnTo>
                    <a:pt x="5522" y="9417"/>
                  </a:lnTo>
                  <a:lnTo>
                    <a:pt x="4399" y="8638"/>
                  </a:lnTo>
                  <a:lnTo>
                    <a:pt x="3804" y="8249"/>
                  </a:lnTo>
                  <a:lnTo>
                    <a:pt x="3231" y="7905"/>
                  </a:lnTo>
                  <a:lnTo>
                    <a:pt x="2841" y="7722"/>
                  </a:lnTo>
                  <a:lnTo>
                    <a:pt x="2452" y="7562"/>
                  </a:lnTo>
                  <a:lnTo>
                    <a:pt x="2062" y="7424"/>
                  </a:lnTo>
                  <a:lnTo>
                    <a:pt x="1650" y="7310"/>
                  </a:lnTo>
                  <a:lnTo>
                    <a:pt x="1260" y="7218"/>
                  </a:lnTo>
                  <a:lnTo>
                    <a:pt x="848" y="7149"/>
                  </a:lnTo>
                  <a:lnTo>
                    <a:pt x="436" y="7103"/>
                  </a:lnTo>
                  <a:lnTo>
                    <a:pt x="23" y="7058"/>
                  </a:lnTo>
                  <a:lnTo>
                    <a:pt x="0" y="7332"/>
                  </a:lnTo>
                  <a:lnTo>
                    <a:pt x="413" y="7378"/>
                  </a:lnTo>
                  <a:lnTo>
                    <a:pt x="848" y="7424"/>
                  </a:lnTo>
                  <a:lnTo>
                    <a:pt x="1260" y="7493"/>
                  </a:lnTo>
                  <a:lnTo>
                    <a:pt x="1673" y="7607"/>
                  </a:lnTo>
                  <a:lnTo>
                    <a:pt x="2085" y="7722"/>
                  </a:lnTo>
                  <a:lnTo>
                    <a:pt x="2498" y="7882"/>
                  </a:lnTo>
                  <a:lnTo>
                    <a:pt x="2887" y="8043"/>
                  </a:lnTo>
                  <a:lnTo>
                    <a:pt x="3277" y="8249"/>
                  </a:lnTo>
                  <a:lnTo>
                    <a:pt x="3849" y="8593"/>
                  </a:lnTo>
                  <a:lnTo>
                    <a:pt x="4399" y="8959"/>
                  </a:lnTo>
                  <a:lnTo>
                    <a:pt x="5522" y="9715"/>
                  </a:lnTo>
                  <a:lnTo>
                    <a:pt x="6072" y="10082"/>
                  </a:lnTo>
                  <a:lnTo>
                    <a:pt x="6668" y="10380"/>
                  </a:lnTo>
                  <a:lnTo>
                    <a:pt x="6965" y="10540"/>
                  </a:lnTo>
                  <a:lnTo>
                    <a:pt x="7286" y="10655"/>
                  </a:lnTo>
                  <a:lnTo>
                    <a:pt x="7584" y="10769"/>
                  </a:lnTo>
                  <a:lnTo>
                    <a:pt x="7928" y="10838"/>
                  </a:lnTo>
                  <a:lnTo>
                    <a:pt x="8226" y="10907"/>
                  </a:lnTo>
                  <a:lnTo>
                    <a:pt x="8523" y="10953"/>
                  </a:lnTo>
                  <a:lnTo>
                    <a:pt x="9142" y="10953"/>
                  </a:lnTo>
                  <a:lnTo>
                    <a:pt x="9440" y="10930"/>
                  </a:lnTo>
                  <a:lnTo>
                    <a:pt x="9738" y="10861"/>
                  </a:lnTo>
                  <a:lnTo>
                    <a:pt x="10036" y="10792"/>
                  </a:lnTo>
                  <a:lnTo>
                    <a:pt x="10333" y="10700"/>
                  </a:lnTo>
                  <a:lnTo>
                    <a:pt x="10608" y="10609"/>
                  </a:lnTo>
                  <a:lnTo>
                    <a:pt x="10883" y="10471"/>
                  </a:lnTo>
                  <a:lnTo>
                    <a:pt x="11158" y="10311"/>
                  </a:lnTo>
                  <a:lnTo>
                    <a:pt x="11410" y="10151"/>
                  </a:lnTo>
                  <a:lnTo>
                    <a:pt x="11639" y="9967"/>
                  </a:lnTo>
                  <a:lnTo>
                    <a:pt x="11869" y="9761"/>
                  </a:lnTo>
                  <a:lnTo>
                    <a:pt x="12098" y="9532"/>
                  </a:lnTo>
                  <a:lnTo>
                    <a:pt x="12304" y="9303"/>
                  </a:lnTo>
                  <a:lnTo>
                    <a:pt x="12487" y="9028"/>
                  </a:lnTo>
                  <a:lnTo>
                    <a:pt x="12670" y="8730"/>
                  </a:lnTo>
                  <a:lnTo>
                    <a:pt x="12854" y="8432"/>
                  </a:lnTo>
                  <a:lnTo>
                    <a:pt x="12991" y="8111"/>
                  </a:lnTo>
                  <a:lnTo>
                    <a:pt x="13266" y="7470"/>
                  </a:lnTo>
                  <a:lnTo>
                    <a:pt x="13495" y="6828"/>
                  </a:lnTo>
                  <a:lnTo>
                    <a:pt x="13931" y="5500"/>
                  </a:lnTo>
                  <a:lnTo>
                    <a:pt x="14160" y="4835"/>
                  </a:lnTo>
                  <a:lnTo>
                    <a:pt x="14435" y="4216"/>
                  </a:lnTo>
                  <a:lnTo>
                    <a:pt x="14732" y="3621"/>
                  </a:lnTo>
                  <a:lnTo>
                    <a:pt x="15053" y="3048"/>
                  </a:lnTo>
                  <a:lnTo>
                    <a:pt x="15420" y="2498"/>
                  </a:lnTo>
                  <a:lnTo>
                    <a:pt x="15809" y="1971"/>
                  </a:lnTo>
                  <a:lnTo>
                    <a:pt x="16245" y="1467"/>
                  </a:lnTo>
                  <a:lnTo>
                    <a:pt x="16703" y="1009"/>
                  </a:lnTo>
                  <a:lnTo>
                    <a:pt x="17184" y="574"/>
                  </a:lnTo>
                  <a:lnTo>
                    <a:pt x="17711" y="184"/>
                  </a:lnTo>
                  <a:lnTo>
                    <a:pt x="1750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3" name="Google Shape;5183;p66"/>
            <p:cNvSpPr/>
            <p:nvPr/>
          </p:nvSpPr>
          <p:spPr>
            <a:xfrm>
              <a:off x="1058220" y="3031992"/>
              <a:ext cx="253582" cy="99971"/>
            </a:xfrm>
            <a:custGeom>
              <a:avLst/>
              <a:gdLst/>
              <a:ahLst/>
              <a:cxnLst/>
              <a:rect l="l" t="t" r="r" b="b"/>
              <a:pathLst>
                <a:path w="11800" h="4652" extrusionOk="0">
                  <a:moveTo>
                    <a:pt x="11800" y="0"/>
                  </a:moveTo>
                  <a:lnTo>
                    <a:pt x="11502" y="46"/>
                  </a:lnTo>
                  <a:lnTo>
                    <a:pt x="11433" y="436"/>
                  </a:lnTo>
                  <a:lnTo>
                    <a:pt x="11295" y="825"/>
                  </a:lnTo>
                  <a:lnTo>
                    <a:pt x="11135" y="1192"/>
                  </a:lnTo>
                  <a:lnTo>
                    <a:pt x="10952" y="1558"/>
                  </a:lnTo>
                  <a:lnTo>
                    <a:pt x="10723" y="1902"/>
                  </a:lnTo>
                  <a:lnTo>
                    <a:pt x="10448" y="2223"/>
                  </a:lnTo>
                  <a:lnTo>
                    <a:pt x="10173" y="2520"/>
                  </a:lnTo>
                  <a:lnTo>
                    <a:pt x="9852" y="2795"/>
                  </a:lnTo>
                  <a:lnTo>
                    <a:pt x="9623" y="2979"/>
                  </a:lnTo>
                  <a:lnTo>
                    <a:pt x="9371" y="3162"/>
                  </a:lnTo>
                  <a:lnTo>
                    <a:pt x="9119" y="3299"/>
                  </a:lnTo>
                  <a:lnTo>
                    <a:pt x="8867" y="3460"/>
                  </a:lnTo>
                  <a:lnTo>
                    <a:pt x="8317" y="3712"/>
                  </a:lnTo>
                  <a:lnTo>
                    <a:pt x="7767" y="3918"/>
                  </a:lnTo>
                  <a:lnTo>
                    <a:pt x="7171" y="4101"/>
                  </a:lnTo>
                  <a:lnTo>
                    <a:pt x="6599" y="4239"/>
                  </a:lnTo>
                  <a:lnTo>
                    <a:pt x="6003" y="4308"/>
                  </a:lnTo>
                  <a:lnTo>
                    <a:pt x="5407" y="4376"/>
                  </a:lnTo>
                  <a:lnTo>
                    <a:pt x="4720" y="4376"/>
                  </a:lnTo>
                  <a:lnTo>
                    <a:pt x="4010" y="4331"/>
                  </a:lnTo>
                  <a:lnTo>
                    <a:pt x="3322" y="4239"/>
                  </a:lnTo>
                  <a:lnTo>
                    <a:pt x="2635" y="4101"/>
                  </a:lnTo>
                  <a:lnTo>
                    <a:pt x="1970" y="3918"/>
                  </a:lnTo>
                  <a:lnTo>
                    <a:pt x="1306" y="3666"/>
                  </a:lnTo>
                  <a:lnTo>
                    <a:pt x="687" y="3391"/>
                  </a:lnTo>
                  <a:lnTo>
                    <a:pt x="69" y="3070"/>
                  </a:lnTo>
                  <a:lnTo>
                    <a:pt x="0" y="3345"/>
                  </a:lnTo>
                  <a:lnTo>
                    <a:pt x="435" y="3574"/>
                  </a:lnTo>
                  <a:lnTo>
                    <a:pt x="894" y="3781"/>
                  </a:lnTo>
                  <a:lnTo>
                    <a:pt x="1329" y="3964"/>
                  </a:lnTo>
                  <a:lnTo>
                    <a:pt x="1810" y="4147"/>
                  </a:lnTo>
                  <a:lnTo>
                    <a:pt x="2268" y="4285"/>
                  </a:lnTo>
                  <a:lnTo>
                    <a:pt x="2749" y="4399"/>
                  </a:lnTo>
                  <a:lnTo>
                    <a:pt x="3253" y="4514"/>
                  </a:lnTo>
                  <a:lnTo>
                    <a:pt x="3735" y="4583"/>
                  </a:lnTo>
                  <a:lnTo>
                    <a:pt x="4193" y="4628"/>
                  </a:lnTo>
                  <a:lnTo>
                    <a:pt x="4674" y="4651"/>
                  </a:lnTo>
                  <a:lnTo>
                    <a:pt x="5155" y="4651"/>
                  </a:lnTo>
                  <a:lnTo>
                    <a:pt x="5636" y="4628"/>
                  </a:lnTo>
                  <a:lnTo>
                    <a:pt x="6117" y="4583"/>
                  </a:lnTo>
                  <a:lnTo>
                    <a:pt x="6599" y="4514"/>
                  </a:lnTo>
                  <a:lnTo>
                    <a:pt x="7080" y="4422"/>
                  </a:lnTo>
                  <a:lnTo>
                    <a:pt x="7561" y="4285"/>
                  </a:lnTo>
                  <a:lnTo>
                    <a:pt x="8019" y="4147"/>
                  </a:lnTo>
                  <a:lnTo>
                    <a:pt x="8454" y="3964"/>
                  </a:lnTo>
                  <a:lnTo>
                    <a:pt x="8890" y="3758"/>
                  </a:lnTo>
                  <a:lnTo>
                    <a:pt x="9325" y="3529"/>
                  </a:lnTo>
                  <a:lnTo>
                    <a:pt x="9715" y="3254"/>
                  </a:lnTo>
                  <a:lnTo>
                    <a:pt x="10081" y="2979"/>
                  </a:lnTo>
                  <a:lnTo>
                    <a:pt x="10448" y="2635"/>
                  </a:lnTo>
                  <a:lnTo>
                    <a:pt x="10768" y="2291"/>
                  </a:lnTo>
                  <a:lnTo>
                    <a:pt x="10975" y="2039"/>
                  </a:lnTo>
                  <a:lnTo>
                    <a:pt x="11135" y="1764"/>
                  </a:lnTo>
                  <a:lnTo>
                    <a:pt x="11295" y="1489"/>
                  </a:lnTo>
                  <a:lnTo>
                    <a:pt x="11456" y="1215"/>
                  </a:lnTo>
                  <a:lnTo>
                    <a:pt x="11570" y="917"/>
                  </a:lnTo>
                  <a:lnTo>
                    <a:pt x="11662" y="619"/>
                  </a:lnTo>
                  <a:lnTo>
                    <a:pt x="11731" y="298"/>
                  </a:lnTo>
                  <a:lnTo>
                    <a:pt x="118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4" name="Google Shape;5184;p66"/>
            <p:cNvSpPr/>
            <p:nvPr/>
          </p:nvSpPr>
          <p:spPr>
            <a:xfrm>
              <a:off x="874076" y="2501715"/>
              <a:ext cx="675538" cy="485996"/>
            </a:xfrm>
            <a:custGeom>
              <a:avLst/>
              <a:gdLst/>
              <a:ahLst/>
              <a:cxnLst/>
              <a:rect l="l" t="t" r="r" b="b"/>
              <a:pathLst>
                <a:path w="31435" h="22615" extrusionOk="0">
                  <a:moveTo>
                    <a:pt x="2795" y="0"/>
                  </a:moveTo>
                  <a:lnTo>
                    <a:pt x="2497" y="46"/>
                  </a:lnTo>
                  <a:lnTo>
                    <a:pt x="2223" y="138"/>
                  </a:lnTo>
                  <a:lnTo>
                    <a:pt x="1925" y="229"/>
                  </a:lnTo>
                  <a:lnTo>
                    <a:pt x="1650" y="367"/>
                  </a:lnTo>
                  <a:lnTo>
                    <a:pt x="1375" y="527"/>
                  </a:lnTo>
                  <a:lnTo>
                    <a:pt x="1123" y="711"/>
                  </a:lnTo>
                  <a:lnTo>
                    <a:pt x="894" y="940"/>
                  </a:lnTo>
                  <a:lnTo>
                    <a:pt x="687" y="1169"/>
                  </a:lnTo>
                  <a:lnTo>
                    <a:pt x="504" y="1398"/>
                  </a:lnTo>
                  <a:lnTo>
                    <a:pt x="367" y="1673"/>
                  </a:lnTo>
                  <a:lnTo>
                    <a:pt x="229" y="1948"/>
                  </a:lnTo>
                  <a:lnTo>
                    <a:pt x="138" y="2223"/>
                  </a:lnTo>
                  <a:lnTo>
                    <a:pt x="46" y="2521"/>
                  </a:lnTo>
                  <a:lnTo>
                    <a:pt x="0" y="2818"/>
                  </a:lnTo>
                  <a:lnTo>
                    <a:pt x="0" y="3116"/>
                  </a:lnTo>
                  <a:lnTo>
                    <a:pt x="0" y="3414"/>
                  </a:lnTo>
                  <a:lnTo>
                    <a:pt x="46" y="3735"/>
                  </a:lnTo>
                  <a:lnTo>
                    <a:pt x="115" y="4033"/>
                  </a:lnTo>
                  <a:lnTo>
                    <a:pt x="229" y="4331"/>
                  </a:lnTo>
                  <a:lnTo>
                    <a:pt x="367" y="4629"/>
                  </a:lnTo>
                  <a:lnTo>
                    <a:pt x="917" y="5614"/>
                  </a:lnTo>
                  <a:lnTo>
                    <a:pt x="1466" y="6576"/>
                  </a:lnTo>
                  <a:lnTo>
                    <a:pt x="2039" y="7538"/>
                  </a:lnTo>
                  <a:lnTo>
                    <a:pt x="2612" y="8501"/>
                  </a:lnTo>
                  <a:lnTo>
                    <a:pt x="3208" y="9463"/>
                  </a:lnTo>
                  <a:lnTo>
                    <a:pt x="3803" y="10402"/>
                  </a:lnTo>
                  <a:lnTo>
                    <a:pt x="4399" y="11365"/>
                  </a:lnTo>
                  <a:lnTo>
                    <a:pt x="5018" y="12304"/>
                  </a:lnTo>
                  <a:lnTo>
                    <a:pt x="6278" y="14183"/>
                  </a:lnTo>
                  <a:lnTo>
                    <a:pt x="6919" y="15099"/>
                  </a:lnTo>
                  <a:lnTo>
                    <a:pt x="7607" y="16039"/>
                  </a:lnTo>
                  <a:lnTo>
                    <a:pt x="8294" y="16955"/>
                  </a:lnTo>
                  <a:lnTo>
                    <a:pt x="9004" y="17871"/>
                  </a:lnTo>
                  <a:lnTo>
                    <a:pt x="9760" y="18788"/>
                  </a:lnTo>
                  <a:lnTo>
                    <a:pt x="10173" y="19246"/>
                  </a:lnTo>
                  <a:lnTo>
                    <a:pt x="10608" y="19727"/>
                  </a:lnTo>
                  <a:lnTo>
                    <a:pt x="11066" y="20208"/>
                  </a:lnTo>
                  <a:lnTo>
                    <a:pt x="11593" y="20690"/>
                  </a:lnTo>
                  <a:lnTo>
                    <a:pt x="11731" y="20827"/>
                  </a:lnTo>
                  <a:lnTo>
                    <a:pt x="11891" y="20942"/>
                  </a:lnTo>
                  <a:lnTo>
                    <a:pt x="12052" y="21079"/>
                  </a:lnTo>
                  <a:lnTo>
                    <a:pt x="12258" y="21217"/>
                  </a:lnTo>
                  <a:lnTo>
                    <a:pt x="12349" y="21285"/>
                  </a:lnTo>
                  <a:lnTo>
                    <a:pt x="12464" y="21377"/>
                  </a:lnTo>
                  <a:lnTo>
                    <a:pt x="12579" y="21446"/>
                  </a:lnTo>
                  <a:lnTo>
                    <a:pt x="12693" y="21514"/>
                  </a:lnTo>
                  <a:lnTo>
                    <a:pt x="12968" y="21675"/>
                  </a:lnTo>
                  <a:lnTo>
                    <a:pt x="13220" y="21812"/>
                  </a:lnTo>
                  <a:lnTo>
                    <a:pt x="13335" y="21858"/>
                  </a:lnTo>
                  <a:lnTo>
                    <a:pt x="13449" y="21904"/>
                  </a:lnTo>
                  <a:lnTo>
                    <a:pt x="13564" y="21950"/>
                  </a:lnTo>
                  <a:lnTo>
                    <a:pt x="13678" y="21996"/>
                  </a:lnTo>
                  <a:lnTo>
                    <a:pt x="13907" y="22064"/>
                  </a:lnTo>
                  <a:lnTo>
                    <a:pt x="14114" y="22133"/>
                  </a:lnTo>
                  <a:lnTo>
                    <a:pt x="14297" y="22179"/>
                  </a:lnTo>
                  <a:lnTo>
                    <a:pt x="14503" y="22248"/>
                  </a:lnTo>
                  <a:lnTo>
                    <a:pt x="14870" y="22316"/>
                  </a:lnTo>
                  <a:lnTo>
                    <a:pt x="15580" y="22431"/>
                  </a:lnTo>
                  <a:lnTo>
                    <a:pt x="16244" y="22523"/>
                  </a:lnTo>
                  <a:lnTo>
                    <a:pt x="16863" y="22568"/>
                  </a:lnTo>
                  <a:lnTo>
                    <a:pt x="17505" y="22591"/>
                  </a:lnTo>
                  <a:lnTo>
                    <a:pt x="18100" y="22614"/>
                  </a:lnTo>
                  <a:lnTo>
                    <a:pt x="18696" y="22614"/>
                  </a:lnTo>
                  <a:lnTo>
                    <a:pt x="19887" y="22591"/>
                  </a:lnTo>
                  <a:lnTo>
                    <a:pt x="21033" y="22523"/>
                  </a:lnTo>
                  <a:lnTo>
                    <a:pt x="22201" y="22431"/>
                  </a:lnTo>
                  <a:lnTo>
                    <a:pt x="23324" y="22316"/>
                  </a:lnTo>
                  <a:lnTo>
                    <a:pt x="24447" y="22179"/>
                  </a:lnTo>
                  <a:lnTo>
                    <a:pt x="25569" y="22018"/>
                  </a:lnTo>
                  <a:lnTo>
                    <a:pt x="26692" y="21835"/>
                  </a:lnTo>
                  <a:lnTo>
                    <a:pt x="27815" y="21629"/>
                  </a:lnTo>
                  <a:lnTo>
                    <a:pt x="28915" y="21400"/>
                  </a:lnTo>
                  <a:lnTo>
                    <a:pt x="29464" y="21285"/>
                  </a:lnTo>
                  <a:lnTo>
                    <a:pt x="30037" y="21171"/>
                  </a:lnTo>
                  <a:lnTo>
                    <a:pt x="30312" y="21056"/>
                  </a:lnTo>
                  <a:lnTo>
                    <a:pt x="30587" y="20919"/>
                  </a:lnTo>
                  <a:lnTo>
                    <a:pt x="30816" y="20735"/>
                  </a:lnTo>
                  <a:lnTo>
                    <a:pt x="31022" y="20529"/>
                  </a:lnTo>
                  <a:lnTo>
                    <a:pt x="31206" y="20277"/>
                  </a:lnTo>
                  <a:lnTo>
                    <a:pt x="31320" y="20002"/>
                  </a:lnTo>
                  <a:lnTo>
                    <a:pt x="31412" y="19727"/>
                  </a:lnTo>
                  <a:lnTo>
                    <a:pt x="31435" y="19407"/>
                  </a:lnTo>
                  <a:lnTo>
                    <a:pt x="31435" y="19223"/>
                  </a:lnTo>
                  <a:lnTo>
                    <a:pt x="31412" y="19040"/>
                  </a:lnTo>
                  <a:lnTo>
                    <a:pt x="31366" y="18857"/>
                  </a:lnTo>
                  <a:lnTo>
                    <a:pt x="31297" y="18696"/>
                  </a:lnTo>
                  <a:lnTo>
                    <a:pt x="31229" y="18536"/>
                  </a:lnTo>
                  <a:lnTo>
                    <a:pt x="31137" y="18375"/>
                  </a:lnTo>
                  <a:lnTo>
                    <a:pt x="31045" y="18238"/>
                  </a:lnTo>
                  <a:lnTo>
                    <a:pt x="30908" y="18101"/>
                  </a:lnTo>
                  <a:lnTo>
                    <a:pt x="30793" y="17986"/>
                  </a:lnTo>
                  <a:lnTo>
                    <a:pt x="30656" y="17871"/>
                  </a:lnTo>
                  <a:lnTo>
                    <a:pt x="30495" y="17780"/>
                  </a:lnTo>
                  <a:lnTo>
                    <a:pt x="30335" y="17711"/>
                  </a:lnTo>
                  <a:lnTo>
                    <a:pt x="30175" y="17642"/>
                  </a:lnTo>
                  <a:lnTo>
                    <a:pt x="29991" y="17597"/>
                  </a:lnTo>
                  <a:lnTo>
                    <a:pt x="29808" y="17551"/>
                  </a:lnTo>
                  <a:lnTo>
                    <a:pt x="29602" y="17551"/>
                  </a:lnTo>
                  <a:lnTo>
                    <a:pt x="27448" y="17528"/>
                  </a:lnTo>
                  <a:lnTo>
                    <a:pt x="25272" y="17482"/>
                  </a:lnTo>
                  <a:lnTo>
                    <a:pt x="23118" y="17436"/>
                  </a:lnTo>
                  <a:lnTo>
                    <a:pt x="20987" y="17344"/>
                  </a:lnTo>
                  <a:lnTo>
                    <a:pt x="19933" y="17276"/>
                  </a:lnTo>
                  <a:lnTo>
                    <a:pt x="18925" y="17207"/>
                  </a:lnTo>
                  <a:lnTo>
                    <a:pt x="17917" y="17092"/>
                  </a:lnTo>
                  <a:lnTo>
                    <a:pt x="17459" y="17024"/>
                  </a:lnTo>
                  <a:lnTo>
                    <a:pt x="17000" y="16932"/>
                  </a:lnTo>
                  <a:lnTo>
                    <a:pt x="16565" y="16840"/>
                  </a:lnTo>
                  <a:lnTo>
                    <a:pt x="16176" y="16749"/>
                  </a:lnTo>
                  <a:lnTo>
                    <a:pt x="16015" y="16703"/>
                  </a:lnTo>
                  <a:lnTo>
                    <a:pt x="15947" y="16680"/>
                  </a:lnTo>
                  <a:lnTo>
                    <a:pt x="15901" y="16634"/>
                  </a:lnTo>
                  <a:lnTo>
                    <a:pt x="15832" y="16611"/>
                  </a:lnTo>
                  <a:lnTo>
                    <a:pt x="15786" y="16588"/>
                  </a:lnTo>
                  <a:lnTo>
                    <a:pt x="15763" y="16588"/>
                  </a:lnTo>
                  <a:lnTo>
                    <a:pt x="15763" y="16577"/>
                  </a:lnTo>
                  <a:lnTo>
                    <a:pt x="15763" y="16577"/>
                  </a:lnTo>
                  <a:lnTo>
                    <a:pt x="15786" y="16588"/>
                  </a:lnTo>
                  <a:lnTo>
                    <a:pt x="15809" y="16588"/>
                  </a:lnTo>
                  <a:lnTo>
                    <a:pt x="15786" y="16565"/>
                  </a:lnTo>
                  <a:lnTo>
                    <a:pt x="15717" y="16497"/>
                  </a:lnTo>
                  <a:lnTo>
                    <a:pt x="15672" y="16428"/>
                  </a:lnTo>
                  <a:lnTo>
                    <a:pt x="15603" y="16382"/>
                  </a:lnTo>
                  <a:lnTo>
                    <a:pt x="15351" y="16107"/>
                  </a:lnTo>
                  <a:lnTo>
                    <a:pt x="15053" y="15764"/>
                  </a:lnTo>
                  <a:lnTo>
                    <a:pt x="14480" y="15007"/>
                  </a:lnTo>
                  <a:lnTo>
                    <a:pt x="13885" y="14183"/>
                  </a:lnTo>
                  <a:lnTo>
                    <a:pt x="13289" y="13335"/>
                  </a:lnTo>
                  <a:lnTo>
                    <a:pt x="12693" y="12464"/>
                  </a:lnTo>
                  <a:lnTo>
                    <a:pt x="11525" y="10677"/>
                  </a:lnTo>
                  <a:lnTo>
                    <a:pt x="10379" y="8844"/>
                  </a:lnTo>
                  <a:lnTo>
                    <a:pt x="9233" y="7011"/>
                  </a:lnTo>
                  <a:lnTo>
                    <a:pt x="8088" y="5155"/>
                  </a:lnTo>
                  <a:lnTo>
                    <a:pt x="6942" y="3323"/>
                  </a:lnTo>
                  <a:lnTo>
                    <a:pt x="6370" y="2383"/>
                  </a:lnTo>
                  <a:lnTo>
                    <a:pt x="5820" y="1467"/>
                  </a:lnTo>
                  <a:lnTo>
                    <a:pt x="5797" y="1467"/>
                  </a:lnTo>
                  <a:lnTo>
                    <a:pt x="5636" y="1215"/>
                  </a:lnTo>
                  <a:lnTo>
                    <a:pt x="5430" y="986"/>
                  </a:lnTo>
                  <a:lnTo>
                    <a:pt x="5224" y="779"/>
                  </a:lnTo>
                  <a:lnTo>
                    <a:pt x="4995" y="596"/>
                  </a:lnTo>
                  <a:lnTo>
                    <a:pt x="4743" y="436"/>
                  </a:lnTo>
                  <a:lnTo>
                    <a:pt x="4491" y="298"/>
                  </a:lnTo>
                  <a:lnTo>
                    <a:pt x="4239" y="184"/>
                  </a:lnTo>
                  <a:lnTo>
                    <a:pt x="3964" y="92"/>
                  </a:lnTo>
                  <a:lnTo>
                    <a:pt x="3666" y="46"/>
                  </a:lnTo>
                  <a:lnTo>
                    <a:pt x="3391" y="0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5" name="Google Shape;5185;p66"/>
            <p:cNvSpPr/>
            <p:nvPr/>
          </p:nvSpPr>
          <p:spPr>
            <a:xfrm>
              <a:off x="1471788" y="2865083"/>
              <a:ext cx="164484" cy="100466"/>
            </a:xfrm>
            <a:custGeom>
              <a:avLst/>
              <a:gdLst/>
              <a:ahLst/>
              <a:cxnLst/>
              <a:rect l="l" t="t" r="r" b="b"/>
              <a:pathLst>
                <a:path w="7654" h="4675" extrusionOk="0">
                  <a:moveTo>
                    <a:pt x="4285" y="0"/>
                  </a:moveTo>
                  <a:lnTo>
                    <a:pt x="3896" y="23"/>
                  </a:lnTo>
                  <a:lnTo>
                    <a:pt x="3140" y="115"/>
                  </a:lnTo>
                  <a:lnTo>
                    <a:pt x="2429" y="229"/>
                  </a:lnTo>
                  <a:lnTo>
                    <a:pt x="1788" y="367"/>
                  </a:lnTo>
                  <a:lnTo>
                    <a:pt x="1261" y="504"/>
                  </a:lnTo>
                  <a:lnTo>
                    <a:pt x="803" y="619"/>
                  </a:lnTo>
                  <a:lnTo>
                    <a:pt x="1" y="4674"/>
                  </a:lnTo>
                  <a:lnTo>
                    <a:pt x="6737" y="4445"/>
                  </a:lnTo>
                  <a:lnTo>
                    <a:pt x="7653" y="1169"/>
                  </a:lnTo>
                  <a:lnTo>
                    <a:pt x="7539" y="1031"/>
                  </a:lnTo>
                  <a:lnTo>
                    <a:pt x="7378" y="894"/>
                  </a:lnTo>
                  <a:lnTo>
                    <a:pt x="7149" y="710"/>
                  </a:lnTo>
                  <a:lnTo>
                    <a:pt x="6851" y="527"/>
                  </a:lnTo>
                  <a:lnTo>
                    <a:pt x="6439" y="367"/>
                  </a:lnTo>
                  <a:lnTo>
                    <a:pt x="6210" y="275"/>
                  </a:lnTo>
                  <a:lnTo>
                    <a:pt x="5935" y="183"/>
                  </a:lnTo>
                  <a:lnTo>
                    <a:pt x="5660" y="115"/>
                  </a:lnTo>
                  <a:lnTo>
                    <a:pt x="5339" y="69"/>
                  </a:lnTo>
                  <a:lnTo>
                    <a:pt x="4996" y="23"/>
                  </a:lnTo>
                  <a:lnTo>
                    <a:pt x="4652" y="0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6" name="Google Shape;5186;p66"/>
            <p:cNvSpPr/>
            <p:nvPr/>
          </p:nvSpPr>
          <p:spPr>
            <a:xfrm>
              <a:off x="1441767" y="2863600"/>
              <a:ext cx="199427" cy="25616"/>
            </a:xfrm>
            <a:custGeom>
              <a:avLst/>
              <a:gdLst/>
              <a:ahLst/>
              <a:cxnLst/>
              <a:rect l="l" t="t" r="r" b="b"/>
              <a:pathLst>
                <a:path w="9280" h="1192" extrusionOk="0">
                  <a:moveTo>
                    <a:pt x="6095" y="0"/>
                  </a:moveTo>
                  <a:lnTo>
                    <a:pt x="5820" y="23"/>
                  </a:lnTo>
                  <a:lnTo>
                    <a:pt x="5568" y="46"/>
                  </a:lnTo>
                  <a:lnTo>
                    <a:pt x="5293" y="92"/>
                  </a:lnTo>
                  <a:lnTo>
                    <a:pt x="4674" y="230"/>
                  </a:lnTo>
                  <a:lnTo>
                    <a:pt x="4033" y="321"/>
                  </a:lnTo>
                  <a:lnTo>
                    <a:pt x="3414" y="413"/>
                  </a:lnTo>
                  <a:lnTo>
                    <a:pt x="2750" y="459"/>
                  </a:lnTo>
                  <a:lnTo>
                    <a:pt x="92" y="482"/>
                  </a:lnTo>
                  <a:lnTo>
                    <a:pt x="46" y="504"/>
                  </a:lnTo>
                  <a:lnTo>
                    <a:pt x="23" y="527"/>
                  </a:lnTo>
                  <a:lnTo>
                    <a:pt x="0" y="596"/>
                  </a:lnTo>
                  <a:lnTo>
                    <a:pt x="0" y="642"/>
                  </a:lnTo>
                  <a:lnTo>
                    <a:pt x="23" y="665"/>
                  </a:lnTo>
                  <a:lnTo>
                    <a:pt x="46" y="688"/>
                  </a:lnTo>
                  <a:lnTo>
                    <a:pt x="2406" y="688"/>
                  </a:lnTo>
                  <a:lnTo>
                    <a:pt x="2979" y="665"/>
                  </a:lnTo>
                  <a:lnTo>
                    <a:pt x="3551" y="619"/>
                  </a:lnTo>
                  <a:lnTo>
                    <a:pt x="4124" y="550"/>
                  </a:lnTo>
                  <a:lnTo>
                    <a:pt x="4697" y="436"/>
                  </a:lnTo>
                  <a:lnTo>
                    <a:pt x="5270" y="321"/>
                  </a:lnTo>
                  <a:lnTo>
                    <a:pt x="5843" y="230"/>
                  </a:lnTo>
                  <a:lnTo>
                    <a:pt x="6140" y="207"/>
                  </a:lnTo>
                  <a:lnTo>
                    <a:pt x="6415" y="207"/>
                  </a:lnTo>
                  <a:lnTo>
                    <a:pt x="6713" y="230"/>
                  </a:lnTo>
                  <a:lnTo>
                    <a:pt x="7011" y="275"/>
                  </a:lnTo>
                  <a:lnTo>
                    <a:pt x="7286" y="344"/>
                  </a:lnTo>
                  <a:lnTo>
                    <a:pt x="7561" y="413"/>
                  </a:lnTo>
                  <a:lnTo>
                    <a:pt x="7836" y="504"/>
                  </a:lnTo>
                  <a:lnTo>
                    <a:pt x="8111" y="619"/>
                  </a:lnTo>
                  <a:lnTo>
                    <a:pt x="8615" y="871"/>
                  </a:lnTo>
                  <a:lnTo>
                    <a:pt x="9119" y="1169"/>
                  </a:lnTo>
                  <a:lnTo>
                    <a:pt x="9165" y="1192"/>
                  </a:lnTo>
                  <a:lnTo>
                    <a:pt x="9211" y="1169"/>
                  </a:lnTo>
                  <a:lnTo>
                    <a:pt x="9234" y="1169"/>
                  </a:lnTo>
                  <a:lnTo>
                    <a:pt x="9256" y="1123"/>
                  </a:lnTo>
                  <a:lnTo>
                    <a:pt x="9279" y="1054"/>
                  </a:lnTo>
                  <a:lnTo>
                    <a:pt x="9256" y="1031"/>
                  </a:lnTo>
                  <a:lnTo>
                    <a:pt x="9234" y="986"/>
                  </a:lnTo>
                  <a:lnTo>
                    <a:pt x="8775" y="734"/>
                  </a:lnTo>
                  <a:lnTo>
                    <a:pt x="8294" y="504"/>
                  </a:lnTo>
                  <a:lnTo>
                    <a:pt x="7836" y="298"/>
                  </a:lnTo>
                  <a:lnTo>
                    <a:pt x="7332" y="161"/>
                  </a:lnTo>
                  <a:lnTo>
                    <a:pt x="6851" y="69"/>
                  </a:lnTo>
                  <a:lnTo>
                    <a:pt x="6599" y="23"/>
                  </a:lnTo>
                  <a:lnTo>
                    <a:pt x="6347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7" name="Google Shape;5187;p66"/>
            <p:cNvSpPr/>
            <p:nvPr/>
          </p:nvSpPr>
          <p:spPr>
            <a:xfrm>
              <a:off x="1181291" y="2857690"/>
              <a:ext cx="33997" cy="34491"/>
            </a:xfrm>
            <a:custGeom>
              <a:avLst/>
              <a:gdLst/>
              <a:ahLst/>
              <a:cxnLst/>
              <a:rect l="l" t="t" r="r" b="b"/>
              <a:pathLst>
                <a:path w="1582" h="1605" extrusionOk="0">
                  <a:moveTo>
                    <a:pt x="1467" y="0"/>
                  </a:moveTo>
                  <a:lnTo>
                    <a:pt x="1444" y="23"/>
                  </a:lnTo>
                  <a:lnTo>
                    <a:pt x="1215" y="161"/>
                  </a:lnTo>
                  <a:lnTo>
                    <a:pt x="986" y="298"/>
                  </a:lnTo>
                  <a:lnTo>
                    <a:pt x="780" y="459"/>
                  </a:lnTo>
                  <a:lnTo>
                    <a:pt x="597" y="619"/>
                  </a:lnTo>
                  <a:lnTo>
                    <a:pt x="413" y="802"/>
                  </a:lnTo>
                  <a:lnTo>
                    <a:pt x="253" y="1009"/>
                  </a:lnTo>
                  <a:lnTo>
                    <a:pt x="138" y="1238"/>
                  </a:lnTo>
                  <a:lnTo>
                    <a:pt x="24" y="1490"/>
                  </a:lnTo>
                  <a:lnTo>
                    <a:pt x="1" y="1513"/>
                  </a:lnTo>
                  <a:lnTo>
                    <a:pt x="24" y="1558"/>
                  </a:lnTo>
                  <a:lnTo>
                    <a:pt x="47" y="1581"/>
                  </a:lnTo>
                  <a:lnTo>
                    <a:pt x="93" y="1604"/>
                  </a:lnTo>
                  <a:lnTo>
                    <a:pt x="161" y="1604"/>
                  </a:lnTo>
                  <a:lnTo>
                    <a:pt x="184" y="1581"/>
                  </a:lnTo>
                  <a:lnTo>
                    <a:pt x="207" y="1536"/>
                  </a:lnTo>
                  <a:lnTo>
                    <a:pt x="322" y="1306"/>
                  </a:lnTo>
                  <a:lnTo>
                    <a:pt x="436" y="1100"/>
                  </a:lnTo>
                  <a:lnTo>
                    <a:pt x="597" y="917"/>
                  </a:lnTo>
                  <a:lnTo>
                    <a:pt x="757" y="757"/>
                  </a:lnTo>
                  <a:lnTo>
                    <a:pt x="940" y="596"/>
                  </a:lnTo>
                  <a:lnTo>
                    <a:pt x="1124" y="459"/>
                  </a:lnTo>
                  <a:lnTo>
                    <a:pt x="1536" y="184"/>
                  </a:lnTo>
                  <a:lnTo>
                    <a:pt x="1582" y="161"/>
                  </a:lnTo>
                  <a:lnTo>
                    <a:pt x="1582" y="138"/>
                  </a:lnTo>
                  <a:lnTo>
                    <a:pt x="1582" y="92"/>
                  </a:lnTo>
                  <a:lnTo>
                    <a:pt x="1582" y="46"/>
                  </a:lnTo>
                  <a:lnTo>
                    <a:pt x="1559" y="23"/>
                  </a:lnTo>
                  <a:lnTo>
                    <a:pt x="1513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8" name="Google Shape;5188;p66"/>
            <p:cNvSpPr/>
            <p:nvPr/>
          </p:nvSpPr>
          <p:spPr>
            <a:xfrm>
              <a:off x="1171943" y="2864094"/>
              <a:ext cx="32514" cy="10358"/>
            </a:xfrm>
            <a:custGeom>
              <a:avLst/>
              <a:gdLst/>
              <a:ahLst/>
              <a:cxnLst/>
              <a:rect l="l" t="t" r="r" b="b"/>
              <a:pathLst>
                <a:path w="1513" h="482" extrusionOk="0">
                  <a:moveTo>
                    <a:pt x="1055" y="0"/>
                  </a:moveTo>
                  <a:lnTo>
                    <a:pt x="871" y="23"/>
                  </a:lnTo>
                  <a:lnTo>
                    <a:pt x="688" y="46"/>
                  </a:lnTo>
                  <a:lnTo>
                    <a:pt x="505" y="92"/>
                  </a:lnTo>
                  <a:lnTo>
                    <a:pt x="344" y="138"/>
                  </a:lnTo>
                  <a:lnTo>
                    <a:pt x="184" y="229"/>
                  </a:lnTo>
                  <a:lnTo>
                    <a:pt x="24" y="321"/>
                  </a:lnTo>
                  <a:lnTo>
                    <a:pt x="1" y="344"/>
                  </a:lnTo>
                  <a:lnTo>
                    <a:pt x="1" y="390"/>
                  </a:lnTo>
                  <a:lnTo>
                    <a:pt x="1" y="413"/>
                  </a:lnTo>
                  <a:lnTo>
                    <a:pt x="24" y="459"/>
                  </a:lnTo>
                  <a:lnTo>
                    <a:pt x="92" y="481"/>
                  </a:lnTo>
                  <a:lnTo>
                    <a:pt x="138" y="481"/>
                  </a:lnTo>
                  <a:lnTo>
                    <a:pt x="184" y="459"/>
                  </a:lnTo>
                  <a:lnTo>
                    <a:pt x="298" y="367"/>
                  </a:lnTo>
                  <a:lnTo>
                    <a:pt x="459" y="321"/>
                  </a:lnTo>
                  <a:lnTo>
                    <a:pt x="596" y="275"/>
                  </a:lnTo>
                  <a:lnTo>
                    <a:pt x="757" y="229"/>
                  </a:lnTo>
                  <a:lnTo>
                    <a:pt x="1100" y="207"/>
                  </a:lnTo>
                  <a:lnTo>
                    <a:pt x="1398" y="229"/>
                  </a:lnTo>
                  <a:lnTo>
                    <a:pt x="1444" y="229"/>
                  </a:lnTo>
                  <a:lnTo>
                    <a:pt x="1490" y="207"/>
                  </a:lnTo>
                  <a:lnTo>
                    <a:pt x="1490" y="184"/>
                  </a:lnTo>
                  <a:lnTo>
                    <a:pt x="1513" y="138"/>
                  </a:lnTo>
                  <a:lnTo>
                    <a:pt x="1467" y="69"/>
                  </a:lnTo>
                  <a:lnTo>
                    <a:pt x="1444" y="46"/>
                  </a:lnTo>
                  <a:lnTo>
                    <a:pt x="1398" y="23"/>
                  </a:lnTo>
                  <a:lnTo>
                    <a:pt x="1055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9" name="Google Shape;5189;p66"/>
            <p:cNvSpPr/>
            <p:nvPr/>
          </p:nvSpPr>
          <p:spPr>
            <a:xfrm>
              <a:off x="1219715" y="2934494"/>
              <a:ext cx="540151" cy="71411"/>
            </a:xfrm>
            <a:custGeom>
              <a:avLst/>
              <a:gdLst/>
              <a:ahLst/>
              <a:cxnLst/>
              <a:rect l="l" t="t" r="r" b="b"/>
              <a:pathLst>
                <a:path w="25135" h="3323" extrusionOk="0">
                  <a:moveTo>
                    <a:pt x="25042" y="1"/>
                  </a:moveTo>
                  <a:lnTo>
                    <a:pt x="69" y="47"/>
                  </a:lnTo>
                  <a:lnTo>
                    <a:pt x="46" y="47"/>
                  </a:lnTo>
                  <a:lnTo>
                    <a:pt x="23" y="69"/>
                  </a:lnTo>
                  <a:lnTo>
                    <a:pt x="0" y="92"/>
                  </a:lnTo>
                  <a:lnTo>
                    <a:pt x="0" y="115"/>
                  </a:lnTo>
                  <a:lnTo>
                    <a:pt x="0" y="3231"/>
                  </a:lnTo>
                  <a:lnTo>
                    <a:pt x="0" y="3254"/>
                  </a:lnTo>
                  <a:lnTo>
                    <a:pt x="23" y="3277"/>
                  </a:lnTo>
                  <a:lnTo>
                    <a:pt x="92" y="3323"/>
                  </a:lnTo>
                  <a:lnTo>
                    <a:pt x="25042" y="3277"/>
                  </a:lnTo>
                  <a:lnTo>
                    <a:pt x="25088" y="3254"/>
                  </a:lnTo>
                  <a:lnTo>
                    <a:pt x="25111" y="3254"/>
                  </a:lnTo>
                  <a:lnTo>
                    <a:pt x="25134" y="3208"/>
                  </a:lnTo>
                  <a:lnTo>
                    <a:pt x="25134" y="3185"/>
                  </a:lnTo>
                  <a:lnTo>
                    <a:pt x="25134" y="92"/>
                  </a:lnTo>
                  <a:lnTo>
                    <a:pt x="25134" y="47"/>
                  </a:lnTo>
                  <a:lnTo>
                    <a:pt x="25111" y="24"/>
                  </a:lnTo>
                  <a:lnTo>
                    <a:pt x="25088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0" name="Google Shape;5190;p66"/>
            <p:cNvSpPr/>
            <p:nvPr/>
          </p:nvSpPr>
          <p:spPr>
            <a:xfrm>
              <a:off x="1527424" y="2547015"/>
              <a:ext cx="433797" cy="458403"/>
            </a:xfrm>
            <a:custGeom>
              <a:avLst/>
              <a:gdLst/>
              <a:ahLst/>
              <a:cxnLst/>
              <a:rect l="l" t="t" r="r" b="b"/>
              <a:pathLst>
                <a:path w="20186" h="21331" extrusionOk="0">
                  <a:moveTo>
                    <a:pt x="18490" y="0"/>
                  </a:moveTo>
                  <a:lnTo>
                    <a:pt x="7241" y="23"/>
                  </a:lnTo>
                  <a:lnTo>
                    <a:pt x="6966" y="46"/>
                  </a:lnTo>
                  <a:lnTo>
                    <a:pt x="6691" y="115"/>
                  </a:lnTo>
                  <a:lnTo>
                    <a:pt x="6439" y="206"/>
                  </a:lnTo>
                  <a:lnTo>
                    <a:pt x="6210" y="367"/>
                  </a:lnTo>
                  <a:lnTo>
                    <a:pt x="6004" y="550"/>
                  </a:lnTo>
                  <a:lnTo>
                    <a:pt x="5843" y="756"/>
                  </a:lnTo>
                  <a:lnTo>
                    <a:pt x="5706" y="985"/>
                  </a:lnTo>
                  <a:lnTo>
                    <a:pt x="5614" y="1260"/>
                  </a:lnTo>
                  <a:lnTo>
                    <a:pt x="1" y="21331"/>
                  </a:lnTo>
                  <a:lnTo>
                    <a:pt x="13450" y="21308"/>
                  </a:lnTo>
                  <a:lnTo>
                    <a:pt x="13610" y="21285"/>
                  </a:lnTo>
                  <a:lnTo>
                    <a:pt x="13794" y="21262"/>
                  </a:lnTo>
                  <a:lnTo>
                    <a:pt x="13954" y="21239"/>
                  </a:lnTo>
                  <a:lnTo>
                    <a:pt x="14114" y="21194"/>
                  </a:lnTo>
                  <a:lnTo>
                    <a:pt x="14275" y="21125"/>
                  </a:lnTo>
                  <a:lnTo>
                    <a:pt x="14435" y="21056"/>
                  </a:lnTo>
                  <a:lnTo>
                    <a:pt x="14710" y="20873"/>
                  </a:lnTo>
                  <a:lnTo>
                    <a:pt x="14962" y="20644"/>
                  </a:lnTo>
                  <a:lnTo>
                    <a:pt x="15077" y="20506"/>
                  </a:lnTo>
                  <a:lnTo>
                    <a:pt x="15168" y="20369"/>
                  </a:lnTo>
                  <a:lnTo>
                    <a:pt x="15260" y="20231"/>
                  </a:lnTo>
                  <a:lnTo>
                    <a:pt x="15352" y="20071"/>
                  </a:lnTo>
                  <a:lnTo>
                    <a:pt x="15397" y="19910"/>
                  </a:lnTo>
                  <a:lnTo>
                    <a:pt x="15466" y="19750"/>
                  </a:lnTo>
                  <a:lnTo>
                    <a:pt x="20140" y="2131"/>
                  </a:lnTo>
                  <a:lnTo>
                    <a:pt x="20186" y="1925"/>
                  </a:lnTo>
                  <a:lnTo>
                    <a:pt x="20186" y="1719"/>
                  </a:lnTo>
                  <a:lnTo>
                    <a:pt x="20186" y="1535"/>
                  </a:lnTo>
                  <a:lnTo>
                    <a:pt x="20163" y="1329"/>
                  </a:lnTo>
                  <a:lnTo>
                    <a:pt x="20094" y="1146"/>
                  </a:lnTo>
                  <a:lnTo>
                    <a:pt x="20026" y="985"/>
                  </a:lnTo>
                  <a:lnTo>
                    <a:pt x="19934" y="802"/>
                  </a:lnTo>
                  <a:lnTo>
                    <a:pt x="19842" y="665"/>
                  </a:lnTo>
                  <a:lnTo>
                    <a:pt x="19705" y="504"/>
                  </a:lnTo>
                  <a:lnTo>
                    <a:pt x="19567" y="390"/>
                  </a:lnTo>
                  <a:lnTo>
                    <a:pt x="19430" y="275"/>
                  </a:lnTo>
                  <a:lnTo>
                    <a:pt x="19269" y="184"/>
                  </a:lnTo>
                  <a:lnTo>
                    <a:pt x="19086" y="92"/>
                  </a:lnTo>
                  <a:lnTo>
                    <a:pt x="18903" y="46"/>
                  </a:lnTo>
                  <a:lnTo>
                    <a:pt x="18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1" name="Google Shape;5191;p66"/>
            <p:cNvSpPr/>
            <p:nvPr/>
          </p:nvSpPr>
          <p:spPr>
            <a:xfrm>
              <a:off x="1733725" y="2748394"/>
              <a:ext cx="75365" cy="76827"/>
            </a:xfrm>
            <a:custGeom>
              <a:avLst/>
              <a:gdLst/>
              <a:ahLst/>
              <a:cxnLst/>
              <a:rect l="l" t="t" r="r" b="b"/>
              <a:pathLst>
                <a:path w="3507" h="3575" extrusionOk="0">
                  <a:moveTo>
                    <a:pt x="2154" y="0"/>
                  </a:moveTo>
                  <a:lnTo>
                    <a:pt x="1994" y="23"/>
                  </a:lnTo>
                  <a:lnTo>
                    <a:pt x="1811" y="69"/>
                  </a:lnTo>
                  <a:lnTo>
                    <a:pt x="1650" y="138"/>
                  </a:lnTo>
                  <a:lnTo>
                    <a:pt x="1467" y="206"/>
                  </a:lnTo>
                  <a:lnTo>
                    <a:pt x="1307" y="298"/>
                  </a:lnTo>
                  <a:lnTo>
                    <a:pt x="986" y="504"/>
                  </a:lnTo>
                  <a:lnTo>
                    <a:pt x="711" y="779"/>
                  </a:lnTo>
                  <a:lnTo>
                    <a:pt x="459" y="1077"/>
                  </a:lnTo>
                  <a:lnTo>
                    <a:pt x="344" y="1237"/>
                  </a:lnTo>
                  <a:lnTo>
                    <a:pt x="253" y="1421"/>
                  </a:lnTo>
                  <a:lnTo>
                    <a:pt x="161" y="1581"/>
                  </a:lnTo>
                  <a:lnTo>
                    <a:pt x="92" y="1764"/>
                  </a:lnTo>
                  <a:lnTo>
                    <a:pt x="47" y="1948"/>
                  </a:lnTo>
                  <a:lnTo>
                    <a:pt x="24" y="2131"/>
                  </a:lnTo>
                  <a:lnTo>
                    <a:pt x="1" y="2314"/>
                  </a:lnTo>
                  <a:lnTo>
                    <a:pt x="1" y="2475"/>
                  </a:lnTo>
                  <a:lnTo>
                    <a:pt x="24" y="2635"/>
                  </a:lnTo>
                  <a:lnTo>
                    <a:pt x="69" y="2772"/>
                  </a:lnTo>
                  <a:lnTo>
                    <a:pt x="115" y="2910"/>
                  </a:lnTo>
                  <a:lnTo>
                    <a:pt x="184" y="3047"/>
                  </a:lnTo>
                  <a:lnTo>
                    <a:pt x="253" y="3162"/>
                  </a:lnTo>
                  <a:lnTo>
                    <a:pt x="344" y="3254"/>
                  </a:lnTo>
                  <a:lnTo>
                    <a:pt x="459" y="3345"/>
                  </a:lnTo>
                  <a:lnTo>
                    <a:pt x="574" y="3414"/>
                  </a:lnTo>
                  <a:lnTo>
                    <a:pt x="711" y="3483"/>
                  </a:lnTo>
                  <a:lnTo>
                    <a:pt x="848" y="3528"/>
                  </a:lnTo>
                  <a:lnTo>
                    <a:pt x="1009" y="3551"/>
                  </a:lnTo>
                  <a:lnTo>
                    <a:pt x="1169" y="3574"/>
                  </a:lnTo>
                  <a:lnTo>
                    <a:pt x="1353" y="3551"/>
                  </a:lnTo>
                  <a:lnTo>
                    <a:pt x="1513" y="3528"/>
                  </a:lnTo>
                  <a:lnTo>
                    <a:pt x="1696" y="3483"/>
                  </a:lnTo>
                  <a:lnTo>
                    <a:pt x="1857" y="3437"/>
                  </a:lnTo>
                  <a:lnTo>
                    <a:pt x="2040" y="3345"/>
                  </a:lnTo>
                  <a:lnTo>
                    <a:pt x="2200" y="3276"/>
                  </a:lnTo>
                  <a:lnTo>
                    <a:pt x="2521" y="3047"/>
                  </a:lnTo>
                  <a:lnTo>
                    <a:pt x="2796" y="2795"/>
                  </a:lnTo>
                  <a:lnTo>
                    <a:pt x="3048" y="2475"/>
                  </a:lnTo>
                  <a:lnTo>
                    <a:pt x="3163" y="2314"/>
                  </a:lnTo>
                  <a:lnTo>
                    <a:pt x="3254" y="2154"/>
                  </a:lnTo>
                  <a:lnTo>
                    <a:pt x="3346" y="1970"/>
                  </a:lnTo>
                  <a:lnTo>
                    <a:pt x="3392" y="1787"/>
                  </a:lnTo>
                  <a:lnTo>
                    <a:pt x="3460" y="1604"/>
                  </a:lnTo>
                  <a:lnTo>
                    <a:pt x="3483" y="1421"/>
                  </a:lnTo>
                  <a:lnTo>
                    <a:pt x="3506" y="1260"/>
                  </a:lnTo>
                  <a:lnTo>
                    <a:pt x="3506" y="1100"/>
                  </a:lnTo>
                  <a:lnTo>
                    <a:pt x="3483" y="939"/>
                  </a:lnTo>
                  <a:lnTo>
                    <a:pt x="3438" y="779"/>
                  </a:lnTo>
                  <a:lnTo>
                    <a:pt x="3392" y="642"/>
                  </a:lnTo>
                  <a:lnTo>
                    <a:pt x="3323" y="527"/>
                  </a:lnTo>
                  <a:lnTo>
                    <a:pt x="3254" y="413"/>
                  </a:lnTo>
                  <a:lnTo>
                    <a:pt x="3163" y="298"/>
                  </a:lnTo>
                  <a:lnTo>
                    <a:pt x="3048" y="206"/>
                  </a:lnTo>
                  <a:lnTo>
                    <a:pt x="2933" y="138"/>
                  </a:lnTo>
                  <a:lnTo>
                    <a:pt x="2796" y="69"/>
                  </a:lnTo>
                  <a:lnTo>
                    <a:pt x="2659" y="23"/>
                  </a:lnTo>
                  <a:lnTo>
                    <a:pt x="2498" y="0"/>
                  </a:lnTo>
                  <a:close/>
                </a:path>
              </a:pathLst>
            </a:custGeom>
            <a:gradFill>
              <a:gsLst>
                <a:gs pos="0">
                  <a:srgbClr val="36D5E6"/>
                </a:gs>
                <a:gs pos="100000">
                  <a:srgbClr val="17788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2" name="Google Shape;5192;p66"/>
            <p:cNvSpPr/>
            <p:nvPr/>
          </p:nvSpPr>
          <p:spPr>
            <a:xfrm>
              <a:off x="1500842" y="2547509"/>
              <a:ext cx="182192" cy="453976"/>
            </a:xfrm>
            <a:custGeom>
              <a:avLst/>
              <a:gdLst/>
              <a:ahLst/>
              <a:cxnLst/>
              <a:rect l="l" t="t" r="r" b="b"/>
              <a:pathLst>
                <a:path w="8478" h="21125" extrusionOk="0">
                  <a:moveTo>
                    <a:pt x="7195" y="0"/>
                  </a:moveTo>
                  <a:lnTo>
                    <a:pt x="6897" y="23"/>
                  </a:lnTo>
                  <a:lnTo>
                    <a:pt x="6645" y="92"/>
                  </a:lnTo>
                  <a:lnTo>
                    <a:pt x="6393" y="183"/>
                  </a:lnTo>
                  <a:lnTo>
                    <a:pt x="6164" y="344"/>
                  </a:lnTo>
                  <a:lnTo>
                    <a:pt x="5958" y="527"/>
                  </a:lnTo>
                  <a:lnTo>
                    <a:pt x="5797" y="733"/>
                  </a:lnTo>
                  <a:lnTo>
                    <a:pt x="5660" y="962"/>
                  </a:lnTo>
                  <a:lnTo>
                    <a:pt x="5545" y="1237"/>
                  </a:lnTo>
                  <a:lnTo>
                    <a:pt x="1" y="21125"/>
                  </a:lnTo>
                  <a:lnTo>
                    <a:pt x="1284" y="21125"/>
                  </a:lnTo>
                  <a:lnTo>
                    <a:pt x="6851" y="1237"/>
                  </a:lnTo>
                  <a:lnTo>
                    <a:pt x="6943" y="962"/>
                  </a:lnTo>
                  <a:lnTo>
                    <a:pt x="7080" y="733"/>
                  </a:lnTo>
                  <a:lnTo>
                    <a:pt x="7241" y="527"/>
                  </a:lnTo>
                  <a:lnTo>
                    <a:pt x="7447" y="344"/>
                  </a:lnTo>
                  <a:lnTo>
                    <a:pt x="7676" y="183"/>
                  </a:lnTo>
                  <a:lnTo>
                    <a:pt x="7928" y="92"/>
                  </a:lnTo>
                  <a:lnTo>
                    <a:pt x="8203" y="23"/>
                  </a:lnTo>
                  <a:lnTo>
                    <a:pt x="8478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3" name="Google Shape;5193;p66"/>
            <p:cNvSpPr/>
            <p:nvPr/>
          </p:nvSpPr>
          <p:spPr>
            <a:xfrm>
              <a:off x="2678086" y="2934494"/>
              <a:ext cx="540151" cy="71411"/>
            </a:xfrm>
            <a:custGeom>
              <a:avLst/>
              <a:gdLst/>
              <a:ahLst/>
              <a:cxnLst/>
              <a:rect l="l" t="t" r="r" b="b"/>
              <a:pathLst>
                <a:path w="25135" h="3323" extrusionOk="0">
                  <a:moveTo>
                    <a:pt x="25043" y="1"/>
                  </a:moveTo>
                  <a:lnTo>
                    <a:pt x="92" y="47"/>
                  </a:lnTo>
                  <a:lnTo>
                    <a:pt x="46" y="47"/>
                  </a:lnTo>
                  <a:lnTo>
                    <a:pt x="23" y="69"/>
                  </a:lnTo>
                  <a:lnTo>
                    <a:pt x="0" y="92"/>
                  </a:lnTo>
                  <a:lnTo>
                    <a:pt x="0" y="115"/>
                  </a:lnTo>
                  <a:lnTo>
                    <a:pt x="0" y="3231"/>
                  </a:lnTo>
                  <a:lnTo>
                    <a:pt x="0" y="3254"/>
                  </a:lnTo>
                  <a:lnTo>
                    <a:pt x="23" y="3277"/>
                  </a:lnTo>
                  <a:lnTo>
                    <a:pt x="92" y="3323"/>
                  </a:lnTo>
                  <a:lnTo>
                    <a:pt x="25066" y="3277"/>
                  </a:lnTo>
                  <a:lnTo>
                    <a:pt x="25088" y="3254"/>
                  </a:lnTo>
                  <a:lnTo>
                    <a:pt x="25111" y="3254"/>
                  </a:lnTo>
                  <a:lnTo>
                    <a:pt x="25134" y="3185"/>
                  </a:lnTo>
                  <a:lnTo>
                    <a:pt x="25134" y="92"/>
                  </a:lnTo>
                  <a:lnTo>
                    <a:pt x="25134" y="47"/>
                  </a:lnTo>
                  <a:lnTo>
                    <a:pt x="25111" y="24"/>
                  </a:lnTo>
                  <a:lnTo>
                    <a:pt x="25088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4" name="Google Shape;5194;p66"/>
            <p:cNvSpPr/>
            <p:nvPr/>
          </p:nvSpPr>
          <p:spPr>
            <a:xfrm>
              <a:off x="2985817" y="2547015"/>
              <a:ext cx="433797" cy="458403"/>
            </a:xfrm>
            <a:custGeom>
              <a:avLst/>
              <a:gdLst/>
              <a:ahLst/>
              <a:cxnLst/>
              <a:rect l="l" t="t" r="r" b="b"/>
              <a:pathLst>
                <a:path w="20186" h="21331" extrusionOk="0">
                  <a:moveTo>
                    <a:pt x="18490" y="0"/>
                  </a:moveTo>
                  <a:lnTo>
                    <a:pt x="7240" y="23"/>
                  </a:lnTo>
                  <a:lnTo>
                    <a:pt x="6965" y="46"/>
                  </a:lnTo>
                  <a:lnTo>
                    <a:pt x="6690" y="115"/>
                  </a:lnTo>
                  <a:lnTo>
                    <a:pt x="6438" y="206"/>
                  </a:lnTo>
                  <a:lnTo>
                    <a:pt x="6209" y="367"/>
                  </a:lnTo>
                  <a:lnTo>
                    <a:pt x="6026" y="550"/>
                  </a:lnTo>
                  <a:lnTo>
                    <a:pt x="5842" y="756"/>
                  </a:lnTo>
                  <a:lnTo>
                    <a:pt x="5705" y="985"/>
                  </a:lnTo>
                  <a:lnTo>
                    <a:pt x="5613" y="1260"/>
                  </a:lnTo>
                  <a:lnTo>
                    <a:pt x="0" y="21331"/>
                  </a:lnTo>
                  <a:lnTo>
                    <a:pt x="0" y="21331"/>
                  </a:lnTo>
                  <a:lnTo>
                    <a:pt x="13449" y="21308"/>
                  </a:lnTo>
                  <a:lnTo>
                    <a:pt x="13632" y="21285"/>
                  </a:lnTo>
                  <a:lnTo>
                    <a:pt x="13793" y="21262"/>
                  </a:lnTo>
                  <a:lnTo>
                    <a:pt x="13976" y="21239"/>
                  </a:lnTo>
                  <a:lnTo>
                    <a:pt x="14136" y="21194"/>
                  </a:lnTo>
                  <a:lnTo>
                    <a:pt x="14297" y="21125"/>
                  </a:lnTo>
                  <a:lnTo>
                    <a:pt x="14434" y="21056"/>
                  </a:lnTo>
                  <a:lnTo>
                    <a:pt x="14732" y="20873"/>
                  </a:lnTo>
                  <a:lnTo>
                    <a:pt x="14961" y="20644"/>
                  </a:lnTo>
                  <a:lnTo>
                    <a:pt x="15076" y="20506"/>
                  </a:lnTo>
                  <a:lnTo>
                    <a:pt x="15190" y="20369"/>
                  </a:lnTo>
                  <a:lnTo>
                    <a:pt x="15259" y="20231"/>
                  </a:lnTo>
                  <a:lnTo>
                    <a:pt x="15351" y="20071"/>
                  </a:lnTo>
                  <a:lnTo>
                    <a:pt x="15420" y="19910"/>
                  </a:lnTo>
                  <a:lnTo>
                    <a:pt x="15465" y="19750"/>
                  </a:lnTo>
                  <a:lnTo>
                    <a:pt x="20139" y="2131"/>
                  </a:lnTo>
                  <a:lnTo>
                    <a:pt x="20185" y="1925"/>
                  </a:lnTo>
                  <a:lnTo>
                    <a:pt x="20185" y="1719"/>
                  </a:lnTo>
                  <a:lnTo>
                    <a:pt x="20185" y="1535"/>
                  </a:lnTo>
                  <a:lnTo>
                    <a:pt x="20162" y="1329"/>
                  </a:lnTo>
                  <a:lnTo>
                    <a:pt x="20116" y="1146"/>
                  </a:lnTo>
                  <a:lnTo>
                    <a:pt x="20048" y="985"/>
                  </a:lnTo>
                  <a:lnTo>
                    <a:pt x="19956" y="802"/>
                  </a:lnTo>
                  <a:lnTo>
                    <a:pt x="19841" y="665"/>
                  </a:lnTo>
                  <a:lnTo>
                    <a:pt x="19727" y="504"/>
                  </a:lnTo>
                  <a:lnTo>
                    <a:pt x="19589" y="390"/>
                  </a:lnTo>
                  <a:lnTo>
                    <a:pt x="19429" y="275"/>
                  </a:lnTo>
                  <a:lnTo>
                    <a:pt x="19269" y="184"/>
                  </a:lnTo>
                  <a:lnTo>
                    <a:pt x="19085" y="92"/>
                  </a:lnTo>
                  <a:lnTo>
                    <a:pt x="18902" y="46"/>
                  </a:lnTo>
                  <a:lnTo>
                    <a:pt x="186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5" name="Google Shape;5195;p66"/>
            <p:cNvSpPr/>
            <p:nvPr/>
          </p:nvSpPr>
          <p:spPr>
            <a:xfrm>
              <a:off x="3192096" y="2748394"/>
              <a:ext cx="75365" cy="76827"/>
            </a:xfrm>
            <a:custGeom>
              <a:avLst/>
              <a:gdLst/>
              <a:ahLst/>
              <a:cxnLst/>
              <a:rect l="l" t="t" r="r" b="b"/>
              <a:pathLst>
                <a:path w="3507" h="3575" extrusionOk="0">
                  <a:moveTo>
                    <a:pt x="2155" y="0"/>
                  </a:moveTo>
                  <a:lnTo>
                    <a:pt x="1994" y="23"/>
                  </a:lnTo>
                  <a:lnTo>
                    <a:pt x="1811" y="69"/>
                  </a:lnTo>
                  <a:lnTo>
                    <a:pt x="1651" y="138"/>
                  </a:lnTo>
                  <a:lnTo>
                    <a:pt x="1490" y="206"/>
                  </a:lnTo>
                  <a:lnTo>
                    <a:pt x="1307" y="298"/>
                  </a:lnTo>
                  <a:lnTo>
                    <a:pt x="1009" y="504"/>
                  </a:lnTo>
                  <a:lnTo>
                    <a:pt x="711" y="779"/>
                  </a:lnTo>
                  <a:lnTo>
                    <a:pt x="459" y="1077"/>
                  </a:lnTo>
                  <a:lnTo>
                    <a:pt x="345" y="1237"/>
                  </a:lnTo>
                  <a:lnTo>
                    <a:pt x="253" y="1421"/>
                  </a:lnTo>
                  <a:lnTo>
                    <a:pt x="184" y="1581"/>
                  </a:lnTo>
                  <a:lnTo>
                    <a:pt x="116" y="1764"/>
                  </a:lnTo>
                  <a:lnTo>
                    <a:pt x="70" y="1948"/>
                  </a:lnTo>
                  <a:lnTo>
                    <a:pt x="24" y="2131"/>
                  </a:lnTo>
                  <a:lnTo>
                    <a:pt x="1" y="2314"/>
                  </a:lnTo>
                  <a:lnTo>
                    <a:pt x="24" y="2475"/>
                  </a:lnTo>
                  <a:lnTo>
                    <a:pt x="24" y="2635"/>
                  </a:lnTo>
                  <a:lnTo>
                    <a:pt x="70" y="2772"/>
                  </a:lnTo>
                  <a:lnTo>
                    <a:pt x="116" y="2910"/>
                  </a:lnTo>
                  <a:lnTo>
                    <a:pt x="184" y="3047"/>
                  </a:lnTo>
                  <a:lnTo>
                    <a:pt x="276" y="3162"/>
                  </a:lnTo>
                  <a:lnTo>
                    <a:pt x="368" y="3254"/>
                  </a:lnTo>
                  <a:lnTo>
                    <a:pt x="459" y="3345"/>
                  </a:lnTo>
                  <a:lnTo>
                    <a:pt x="597" y="3414"/>
                  </a:lnTo>
                  <a:lnTo>
                    <a:pt x="711" y="3483"/>
                  </a:lnTo>
                  <a:lnTo>
                    <a:pt x="872" y="3528"/>
                  </a:lnTo>
                  <a:lnTo>
                    <a:pt x="1009" y="3551"/>
                  </a:lnTo>
                  <a:lnTo>
                    <a:pt x="1192" y="3574"/>
                  </a:lnTo>
                  <a:lnTo>
                    <a:pt x="1353" y="3551"/>
                  </a:lnTo>
                  <a:lnTo>
                    <a:pt x="1536" y="3528"/>
                  </a:lnTo>
                  <a:lnTo>
                    <a:pt x="1696" y="3483"/>
                  </a:lnTo>
                  <a:lnTo>
                    <a:pt x="1880" y="3437"/>
                  </a:lnTo>
                  <a:lnTo>
                    <a:pt x="2040" y="3345"/>
                  </a:lnTo>
                  <a:lnTo>
                    <a:pt x="2200" y="3276"/>
                  </a:lnTo>
                  <a:lnTo>
                    <a:pt x="2521" y="3047"/>
                  </a:lnTo>
                  <a:lnTo>
                    <a:pt x="2796" y="2795"/>
                  </a:lnTo>
                  <a:lnTo>
                    <a:pt x="3048" y="2475"/>
                  </a:lnTo>
                  <a:lnTo>
                    <a:pt x="3163" y="2314"/>
                  </a:lnTo>
                  <a:lnTo>
                    <a:pt x="3254" y="2154"/>
                  </a:lnTo>
                  <a:lnTo>
                    <a:pt x="3346" y="1970"/>
                  </a:lnTo>
                  <a:lnTo>
                    <a:pt x="3415" y="1787"/>
                  </a:lnTo>
                  <a:lnTo>
                    <a:pt x="3461" y="1604"/>
                  </a:lnTo>
                  <a:lnTo>
                    <a:pt x="3484" y="1421"/>
                  </a:lnTo>
                  <a:lnTo>
                    <a:pt x="3506" y="1260"/>
                  </a:lnTo>
                  <a:lnTo>
                    <a:pt x="3506" y="1100"/>
                  </a:lnTo>
                  <a:lnTo>
                    <a:pt x="3484" y="939"/>
                  </a:lnTo>
                  <a:lnTo>
                    <a:pt x="3438" y="779"/>
                  </a:lnTo>
                  <a:lnTo>
                    <a:pt x="3392" y="642"/>
                  </a:lnTo>
                  <a:lnTo>
                    <a:pt x="3323" y="527"/>
                  </a:lnTo>
                  <a:lnTo>
                    <a:pt x="3254" y="413"/>
                  </a:lnTo>
                  <a:lnTo>
                    <a:pt x="3163" y="298"/>
                  </a:lnTo>
                  <a:lnTo>
                    <a:pt x="3048" y="206"/>
                  </a:lnTo>
                  <a:lnTo>
                    <a:pt x="2934" y="138"/>
                  </a:lnTo>
                  <a:lnTo>
                    <a:pt x="2796" y="69"/>
                  </a:lnTo>
                  <a:lnTo>
                    <a:pt x="2659" y="23"/>
                  </a:lnTo>
                  <a:lnTo>
                    <a:pt x="2498" y="0"/>
                  </a:lnTo>
                  <a:close/>
                </a:path>
              </a:pathLst>
            </a:custGeom>
            <a:gradFill>
              <a:gsLst>
                <a:gs pos="0">
                  <a:srgbClr val="36D5E6"/>
                </a:gs>
                <a:gs pos="100000">
                  <a:srgbClr val="17788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6" name="Google Shape;5196;p66"/>
            <p:cNvSpPr/>
            <p:nvPr/>
          </p:nvSpPr>
          <p:spPr>
            <a:xfrm>
              <a:off x="2959213" y="2547509"/>
              <a:ext cx="182214" cy="453976"/>
            </a:xfrm>
            <a:custGeom>
              <a:avLst/>
              <a:gdLst/>
              <a:ahLst/>
              <a:cxnLst/>
              <a:rect l="l" t="t" r="r" b="b"/>
              <a:pathLst>
                <a:path w="8479" h="21125" extrusionOk="0">
                  <a:moveTo>
                    <a:pt x="7195" y="0"/>
                  </a:moveTo>
                  <a:lnTo>
                    <a:pt x="6920" y="23"/>
                  </a:lnTo>
                  <a:lnTo>
                    <a:pt x="6645" y="92"/>
                  </a:lnTo>
                  <a:lnTo>
                    <a:pt x="6393" y="183"/>
                  </a:lnTo>
                  <a:lnTo>
                    <a:pt x="6164" y="344"/>
                  </a:lnTo>
                  <a:lnTo>
                    <a:pt x="5958" y="527"/>
                  </a:lnTo>
                  <a:lnTo>
                    <a:pt x="5797" y="733"/>
                  </a:lnTo>
                  <a:lnTo>
                    <a:pt x="5660" y="962"/>
                  </a:lnTo>
                  <a:lnTo>
                    <a:pt x="5568" y="1237"/>
                  </a:lnTo>
                  <a:lnTo>
                    <a:pt x="1" y="21125"/>
                  </a:lnTo>
                  <a:lnTo>
                    <a:pt x="1284" y="21125"/>
                  </a:lnTo>
                  <a:lnTo>
                    <a:pt x="6851" y="1237"/>
                  </a:lnTo>
                  <a:lnTo>
                    <a:pt x="6943" y="962"/>
                  </a:lnTo>
                  <a:lnTo>
                    <a:pt x="7080" y="733"/>
                  </a:lnTo>
                  <a:lnTo>
                    <a:pt x="7264" y="527"/>
                  </a:lnTo>
                  <a:lnTo>
                    <a:pt x="7447" y="344"/>
                  </a:lnTo>
                  <a:lnTo>
                    <a:pt x="7676" y="183"/>
                  </a:lnTo>
                  <a:lnTo>
                    <a:pt x="7928" y="92"/>
                  </a:lnTo>
                  <a:lnTo>
                    <a:pt x="8203" y="23"/>
                  </a:lnTo>
                  <a:lnTo>
                    <a:pt x="8478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7" name="Google Shape;5197;p66"/>
            <p:cNvSpPr/>
            <p:nvPr/>
          </p:nvSpPr>
          <p:spPr>
            <a:xfrm>
              <a:off x="3404306" y="2778415"/>
              <a:ext cx="144778" cy="220616"/>
            </a:xfrm>
            <a:custGeom>
              <a:avLst/>
              <a:gdLst/>
              <a:ahLst/>
              <a:cxnLst/>
              <a:rect l="l" t="t" r="r" b="b"/>
              <a:pathLst>
                <a:path w="6737" h="10266" extrusionOk="0">
                  <a:moveTo>
                    <a:pt x="1" y="1"/>
                  </a:moveTo>
                  <a:lnTo>
                    <a:pt x="115" y="1352"/>
                  </a:lnTo>
                  <a:lnTo>
                    <a:pt x="138" y="1559"/>
                  </a:lnTo>
                  <a:lnTo>
                    <a:pt x="161" y="1788"/>
                  </a:lnTo>
                  <a:lnTo>
                    <a:pt x="230" y="2590"/>
                  </a:lnTo>
                  <a:lnTo>
                    <a:pt x="230" y="2704"/>
                  </a:lnTo>
                  <a:lnTo>
                    <a:pt x="367" y="4331"/>
                  </a:lnTo>
                  <a:lnTo>
                    <a:pt x="459" y="5362"/>
                  </a:lnTo>
                  <a:lnTo>
                    <a:pt x="459" y="5385"/>
                  </a:lnTo>
                  <a:lnTo>
                    <a:pt x="551" y="6347"/>
                  </a:lnTo>
                  <a:lnTo>
                    <a:pt x="597" y="6783"/>
                  </a:lnTo>
                  <a:lnTo>
                    <a:pt x="620" y="7103"/>
                  </a:lnTo>
                  <a:lnTo>
                    <a:pt x="711" y="8134"/>
                  </a:lnTo>
                  <a:lnTo>
                    <a:pt x="849" y="9876"/>
                  </a:lnTo>
                  <a:lnTo>
                    <a:pt x="894" y="10265"/>
                  </a:lnTo>
                  <a:lnTo>
                    <a:pt x="5820" y="10265"/>
                  </a:lnTo>
                  <a:lnTo>
                    <a:pt x="5981" y="8501"/>
                  </a:lnTo>
                  <a:lnTo>
                    <a:pt x="6118" y="7057"/>
                  </a:lnTo>
                  <a:lnTo>
                    <a:pt x="6141" y="6783"/>
                  </a:lnTo>
                  <a:lnTo>
                    <a:pt x="6164" y="6347"/>
                  </a:lnTo>
                  <a:lnTo>
                    <a:pt x="6256" y="5454"/>
                  </a:lnTo>
                  <a:lnTo>
                    <a:pt x="6256" y="5385"/>
                  </a:lnTo>
                  <a:lnTo>
                    <a:pt x="6370" y="3987"/>
                  </a:lnTo>
                  <a:lnTo>
                    <a:pt x="6485" y="2704"/>
                  </a:lnTo>
                  <a:lnTo>
                    <a:pt x="6508" y="2406"/>
                  </a:lnTo>
                  <a:lnTo>
                    <a:pt x="6577" y="1788"/>
                  </a:lnTo>
                  <a:lnTo>
                    <a:pt x="6599" y="1352"/>
                  </a:lnTo>
                  <a:lnTo>
                    <a:pt x="6645" y="894"/>
                  </a:lnTo>
                  <a:lnTo>
                    <a:pt x="6737" y="1"/>
                  </a:lnTo>
                  <a:close/>
                </a:path>
              </a:pathLst>
            </a:custGeom>
            <a:gradFill>
              <a:gsLst>
                <a:gs pos="0">
                  <a:srgbClr val="61B065"/>
                </a:gs>
                <a:gs pos="100000">
                  <a:srgbClr val="345A3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8" name="Google Shape;5198;p66"/>
            <p:cNvSpPr/>
            <p:nvPr/>
          </p:nvSpPr>
          <p:spPr>
            <a:xfrm>
              <a:off x="3406777" y="2807469"/>
              <a:ext cx="139363" cy="9370"/>
            </a:xfrm>
            <a:custGeom>
              <a:avLst/>
              <a:gdLst/>
              <a:ahLst/>
              <a:cxnLst/>
              <a:rect l="l" t="t" r="r" b="b"/>
              <a:pathLst>
                <a:path w="6485" h="436" extrusionOk="0">
                  <a:moveTo>
                    <a:pt x="0" y="0"/>
                  </a:moveTo>
                  <a:lnTo>
                    <a:pt x="23" y="207"/>
                  </a:lnTo>
                  <a:lnTo>
                    <a:pt x="46" y="436"/>
                  </a:lnTo>
                  <a:lnTo>
                    <a:pt x="6462" y="436"/>
                  </a:lnTo>
                  <a:lnTo>
                    <a:pt x="6484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9" name="Google Shape;5199;p66"/>
            <p:cNvSpPr/>
            <p:nvPr/>
          </p:nvSpPr>
          <p:spPr>
            <a:xfrm>
              <a:off x="3416125" y="2914810"/>
              <a:ext cx="120666" cy="9370"/>
            </a:xfrm>
            <a:custGeom>
              <a:avLst/>
              <a:gdLst/>
              <a:ahLst/>
              <a:cxnLst/>
              <a:rect l="l" t="t" r="r" b="b"/>
              <a:pathLst>
                <a:path w="5615" h="436" extrusionOk="0">
                  <a:moveTo>
                    <a:pt x="1" y="0"/>
                  </a:moveTo>
                  <a:lnTo>
                    <a:pt x="47" y="436"/>
                  </a:lnTo>
                  <a:lnTo>
                    <a:pt x="5591" y="436"/>
                  </a:lnTo>
                  <a:lnTo>
                    <a:pt x="5614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0" name="Google Shape;5200;p66"/>
            <p:cNvSpPr/>
            <p:nvPr/>
          </p:nvSpPr>
          <p:spPr>
            <a:xfrm>
              <a:off x="3409249" y="2836523"/>
              <a:ext cx="134420" cy="57615"/>
            </a:xfrm>
            <a:custGeom>
              <a:avLst/>
              <a:gdLst/>
              <a:ahLst/>
              <a:cxnLst/>
              <a:rect l="l" t="t" r="r" b="b"/>
              <a:pathLst>
                <a:path w="6255" h="2681" extrusionOk="0">
                  <a:moveTo>
                    <a:pt x="0" y="0"/>
                  </a:moveTo>
                  <a:lnTo>
                    <a:pt x="137" y="1627"/>
                  </a:lnTo>
                  <a:lnTo>
                    <a:pt x="229" y="2658"/>
                  </a:lnTo>
                  <a:lnTo>
                    <a:pt x="229" y="2681"/>
                  </a:lnTo>
                  <a:lnTo>
                    <a:pt x="6026" y="2681"/>
                  </a:lnTo>
                  <a:lnTo>
                    <a:pt x="6140" y="1283"/>
                  </a:lnTo>
                  <a:lnTo>
                    <a:pt x="6255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1" name="Google Shape;5201;p66"/>
            <p:cNvSpPr/>
            <p:nvPr/>
          </p:nvSpPr>
          <p:spPr>
            <a:xfrm>
              <a:off x="3396935" y="2749855"/>
              <a:ext cx="159542" cy="28582"/>
            </a:xfrm>
            <a:custGeom>
              <a:avLst/>
              <a:gdLst/>
              <a:ahLst/>
              <a:cxnLst/>
              <a:rect l="l" t="t" r="r" b="b"/>
              <a:pathLst>
                <a:path w="7424" h="1330" extrusionOk="0">
                  <a:moveTo>
                    <a:pt x="0" y="1"/>
                  </a:moveTo>
                  <a:lnTo>
                    <a:pt x="0" y="1330"/>
                  </a:lnTo>
                  <a:lnTo>
                    <a:pt x="7424" y="1330"/>
                  </a:lnTo>
                  <a:lnTo>
                    <a:pt x="7424" y="1"/>
                  </a:lnTo>
                  <a:close/>
                </a:path>
              </a:pathLst>
            </a:custGeom>
            <a:gradFill>
              <a:gsLst>
                <a:gs pos="0">
                  <a:srgbClr val="61B065"/>
                </a:gs>
                <a:gs pos="100000">
                  <a:srgbClr val="345A3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2" name="Google Shape;5202;p66"/>
            <p:cNvSpPr/>
            <p:nvPr/>
          </p:nvSpPr>
          <p:spPr>
            <a:xfrm>
              <a:off x="3408754" y="2726238"/>
              <a:ext cx="135408" cy="23639"/>
            </a:xfrm>
            <a:custGeom>
              <a:avLst/>
              <a:gdLst/>
              <a:ahLst/>
              <a:cxnLst/>
              <a:rect l="l" t="t" r="r" b="b"/>
              <a:pathLst>
                <a:path w="6301" h="1100" extrusionOk="0">
                  <a:moveTo>
                    <a:pt x="92" y="0"/>
                  </a:moveTo>
                  <a:lnTo>
                    <a:pt x="23" y="23"/>
                  </a:lnTo>
                  <a:lnTo>
                    <a:pt x="0" y="69"/>
                  </a:lnTo>
                  <a:lnTo>
                    <a:pt x="0" y="1100"/>
                  </a:lnTo>
                  <a:lnTo>
                    <a:pt x="6301" y="1100"/>
                  </a:lnTo>
                  <a:lnTo>
                    <a:pt x="6301" y="69"/>
                  </a:lnTo>
                  <a:lnTo>
                    <a:pt x="6278" y="23"/>
                  </a:lnTo>
                  <a:lnTo>
                    <a:pt x="6232" y="0"/>
                  </a:lnTo>
                  <a:close/>
                </a:path>
              </a:pathLst>
            </a:custGeom>
            <a:solidFill>
              <a:srgbClr val="025F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3" name="Google Shape;5203;p66"/>
            <p:cNvSpPr/>
            <p:nvPr/>
          </p:nvSpPr>
          <p:spPr>
            <a:xfrm>
              <a:off x="1210839" y="3043318"/>
              <a:ext cx="453009" cy="1258025"/>
            </a:xfrm>
            <a:custGeom>
              <a:avLst/>
              <a:gdLst/>
              <a:ahLst/>
              <a:cxnLst/>
              <a:rect l="l" t="t" r="r" b="b"/>
              <a:pathLst>
                <a:path w="21080" h="58540" extrusionOk="0">
                  <a:moveTo>
                    <a:pt x="1284" y="0"/>
                  </a:moveTo>
                  <a:lnTo>
                    <a:pt x="1055" y="23"/>
                  </a:lnTo>
                  <a:lnTo>
                    <a:pt x="803" y="69"/>
                  </a:lnTo>
                  <a:lnTo>
                    <a:pt x="596" y="161"/>
                  </a:lnTo>
                  <a:lnTo>
                    <a:pt x="390" y="298"/>
                  </a:lnTo>
                  <a:lnTo>
                    <a:pt x="230" y="481"/>
                  </a:lnTo>
                  <a:lnTo>
                    <a:pt x="115" y="665"/>
                  </a:lnTo>
                  <a:lnTo>
                    <a:pt x="24" y="871"/>
                  </a:lnTo>
                  <a:lnTo>
                    <a:pt x="1" y="1100"/>
                  </a:lnTo>
                  <a:lnTo>
                    <a:pt x="1" y="1352"/>
                  </a:lnTo>
                  <a:lnTo>
                    <a:pt x="46" y="1581"/>
                  </a:lnTo>
                  <a:lnTo>
                    <a:pt x="18742" y="57715"/>
                  </a:lnTo>
                  <a:lnTo>
                    <a:pt x="18834" y="57898"/>
                  </a:lnTo>
                  <a:lnTo>
                    <a:pt x="18926" y="58058"/>
                  </a:lnTo>
                  <a:lnTo>
                    <a:pt x="19040" y="58196"/>
                  </a:lnTo>
                  <a:lnTo>
                    <a:pt x="19201" y="58333"/>
                  </a:lnTo>
                  <a:lnTo>
                    <a:pt x="19361" y="58425"/>
                  </a:lnTo>
                  <a:lnTo>
                    <a:pt x="19521" y="58494"/>
                  </a:lnTo>
                  <a:lnTo>
                    <a:pt x="19705" y="58539"/>
                  </a:lnTo>
                  <a:lnTo>
                    <a:pt x="20071" y="58539"/>
                  </a:lnTo>
                  <a:lnTo>
                    <a:pt x="20277" y="58494"/>
                  </a:lnTo>
                  <a:lnTo>
                    <a:pt x="20484" y="58379"/>
                  </a:lnTo>
                  <a:lnTo>
                    <a:pt x="20690" y="58242"/>
                  </a:lnTo>
                  <a:lnTo>
                    <a:pt x="20850" y="58081"/>
                  </a:lnTo>
                  <a:lnTo>
                    <a:pt x="20965" y="57875"/>
                  </a:lnTo>
                  <a:lnTo>
                    <a:pt x="21056" y="57669"/>
                  </a:lnTo>
                  <a:lnTo>
                    <a:pt x="21079" y="57440"/>
                  </a:lnTo>
                  <a:lnTo>
                    <a:pt x="21079" y="57211"/>
                  </a:lnTo>
                  <a:lnTo>
                    <a:pt x="21033" y="56959"/>
                  </a:lnTo>
                  <a:lnTo>
                    <a:pt x="2338" y="825"/>
                  </a:lnTo>
                  <a:lnTo>
                    <a:pt x="2223" y="596"/>
                  </a:lnTo>
                  <a:lnTo>
                    <a:pt x="2086" y="413"/>
                  </a:lnTo>
                  <a:lnTo>
                    <a:pt x="1925" y="252"/>
                  </a:lnTo>
                  <a:lnTo>
                    <a:pt x="1719" y="138"/>
                  </a:lnTo>
                  <a:lnTo>
                    <a:pt x="1513" y="46"/>
                  </a:lnTo>
                  <a:lnTo>
                    <a:pt x="1284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rgbClr val="9E7B7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4" name="Google Shape;5204;p66"/>
            <p:cNvSpPr/>
            <p:nvPr/>
          </p:nvSpPr>
          <p:spPr>
            <a:xfrm>
              <a:off x="984360" y="3043318"/>
              <a:ext cx="453482" cy="1258025"/>
            </a:xfrm>
            <a:custGeom>
              <a:avLst/>
              <a:gdLst/>
              <a:ahLst/>
              <a:cxnLst/>
              <a:rect l="l" t="t" r="r" b="b"/>
              <a:pathLst>
                <a:path w="21102" h="58540" extrusionOk="0">
                  <a:moveTo>
                    <a:pt x="19796" y="0"/>
                  </a:moveTo>
                  <a:lnTo>
                    <a:pt x="19590" y="46"/>
                  </a:lnTo>
                  <a:lnTo>
                    <a:pt x="19361" y="138"/>
                  </a:lnTo>
                  <a:lnTo>
                    <a:pt x="19177" y="252"/>
                  </a:lnTo>
                  <a:lnTo>
                    <a:pt x="18994" y="413"/>
                  </a:lnTo>
                  <a:lnTo>
                    <a:pt x="18857" y="596"/>
                  </a:lnTo>
                  <a:lnTo>
                    <a:pt x="18765" y="825"/>
                  </a:lnTo>
                  <a:lnTo>
                    <a:pt x="69" y="56959"/>
                  </a:lnTo>
                  <a:lnTo>
                    <a:pt x="0" y="57211"/>
                  </a:lnTo>
                  <a:lnTo>
                    <a:pt x="0" y="57440"/>
                  </a:lnTo>
                  <a:lnTo>
                    <a:pt x="46" y="57669"/>
                  </a:lnTo>
                  <a:lnTo>
                    <a:pt x="138" y="57875"/>
                  </a:lnTo>
                  <a:lnTo>
                    <a:pt x="252" y="58081"/>
                  </a:lnTo>
                  <a:lnTo>
                    <a:pt x="413" y="58242"/>
                  </a:lnTo>
                  <a:lnTo>
                    <a:pt x="596" y="58379"/>
                  </a:lnTo>
                  <a:lnTo>
                    <a:pt x="825" y="58494"/>
                  </a:lnTo>
                  <a:lnTo>
                    <a:pt x="1008" y="58539"/>
                  </a:lnTo>
                  <a:lnTo>
                    <a:pt x="1398" y="58539"/>
                  </a:lnTo>
                  <a:lnTo>
                    <a:pt x="1558" y="58494"/>
                  </a:lnTo>
                  <a:lnTo>
                    <a:pt x="1742" y="58425"/>
                  </a:lnTo>
                  <a:lnTo>
                    <a:pt x="1902" y="58333"/>
                  </a:lnTo>
                  <a:lnTo>
                    <a:pt x="2039" y="58196"/>
                  </a:lnTo>
                  <a:lnTo>
                    <a:pt x="2154" y="58058"/>
                  </a:lnTo>
                  <a:lnTo>
                    <a:pt x="2269" y="57898"/>
                  </a:lnTo>
                  <a:lnTo>
                    <a:pt x="2337" y="57715"/>
                  </a:lnTo>
                  <a:lnTo>
                    <a:pt x="21033" y="1581"/>
                  </a:lnTo>
                  <a:lnTo>
                    <a:pt x="21102" y="1352"/>
                  </a:lnTo>
                  <a:lnTo>
                    <a:pt x="21102" y="1100"/>
                  </a:lnTo>
                  <a:lnTo>
                    <a:pt x="21056" y="871"/>
                  </a:lnTo>
                  <a:lnTo>
                    <a:pt x="20964" y="665"/>
                  </a:lnTo>
                  <a:lnTo>
                    <a:pt x="20850" y="481"/>
                  </a:lnTo>
                  <a:lnTo>
                    <a:pt x="20689" y="298"/>
                  </a:lnTo>
                  <a:lnTo>
                    <a:pt x="20506" y="161"/>
                  </a:lnTo>
                  <a:lnTo>
                    <a:pt x="20277" y="69"/>
                  </a:lnTo>
                  <a:lnTo>
                    <a:pt x="20048" y="23"/>
                  </a:lnTo>
                  <a:lnTo>
                    <a:pt x="19796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rgbClr val="9E7B7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5" name="Google Shape;5205;p66"/>
            <p:cNvSpPr/>
            <p:nvPr/>
          </p:nvSpPr>
          <p:spPr>
            <a:xfrm>
              <a:off x="3283685" y="3798097"/>
              <a:ext cx="373733" cy="51726"/>
            </a:xfrm>
            <a:custGeom>
              <a:avLst/>
              <a:gdLst/>
              <a:ahLst/>
              <a:cxnLst/>
              <a:rect l="l" t="t" r="r" b="b"/>
              <a:pathLst>
                <a:path w="17391" h="2407" extrusionOk="0">
                  <a:moveTo>
                    <a:pt x="1215" y="1"/>
                  </a:moveTo>
                  <a:lnTo>
                    <a:pt x="963" y="24"/>
                  </a:lnTo>
                  <a:lnTo>
                    <a:pt x="734" y="92"/>
                  </a:lnTo>
                  <a:lnTo>
                    <a:pt x="528" y="207"/>
                  </a:lnTo>
                  <a:lnTo>
                    <a:pt x="367" y="367"/>
                  </a:lnTo>
                  <a:lnTo>
                    <a:pt x="207" y="528"/>
                  </a:lnTo>
                  <a:lnTo>
                    <a:pt x="92" y="734"/>
                  </a:lnTo>
                  <a:lnTo>
                    <a:pt x="23" y="963"/>
                  </a:lnTo>
                  <a:lnTo>
                    <a:pt x="1" y="1215"/>
                  </a:lnTo>
                  <a:lnTo>
                    <a:pt x="23" y="1444"/>
                  </a:lnTo>
                  <a:lnTo>
                    <a:pt x="92" y="1673"/>
                  </a:lnTo>
                  <a:lnTo>
                    <a:pt x="207" y="1879"/>
                  </a:lnTo>
                  <a:lnTo>
                    <a:pt x="367" y="2063"/>
                  </a:lnTo>
                  <a:lnTo>
                    <a:pt x="528" y="2200"/>
                  </a:lnTo>
                  <a:lnTo>
                    <a:pt x="734" y="2315"/>
                  </a:lnTo>
                  <a:lnTo>
                    <a:pt x="963" y="2384"/>
                  </a:lnTo>
                  <a:lnTo>
                    <a:pt x="1215" y="2406"/>
                  </a:lnTo>
                  <a:lnTo>
                    <a:pt x="16199" y="2406"/>
                  </a:lnTo>
                  <a:lnTo>
                    <a:pt x="16428" y="2384"/>
                  </a:lnTo>
                  <a:lnTo>
                    <a:pt x="16657" y="2315"/>
                  </a:lnTo>
                  <a:lnTo>
                    <a:pt x="16863" y="2200"/>
                  </a:lnTo>
                  <a:lnTo>
                    <a:pt x="17047" y="2063"/>
                  </a:lnTo>
                  <a:lnTo>
                    <a:pt x="17184" y="1879"/>
                  </a:lnTo>
                  <a:lnTo>
                    <a:pt x="17299" y="1673"/>
                  </a:lnTo>
                  <a:lnTo>
                    <a:pt x="17368" y="1444"/>
                  </a:lnTo>
                  <a:lnTo>
                    <a:pt x="17390" y="1215"/>
                  </a:lnTo>
                  <a:lnTo>
                    <a:pt x="17368" y="963"/>
                  </a:lnTo>
                  <a:lnTo>
                    <a:pt x="17299" y="734"/>
                  </a:lnTo>
                  <a:lnTo>
                    <a:pt x="17184" y="528"/>
                  </a:lnTo>
                  <a:lnTo>
                    <a:pt x="17047" y="367"/>
                  </a:lnTo>
                  <a:lnTo>
                    <a:pt x="16863" y="207"/>
                  </a:lnTo>
                  <a:lnTo>
                    <a:pt x="16657" y="92"/>
                  </a:lnTo>
                  <a:lnTo>
                    <a:pt x="16428" y="24"/>
                  </a:lnTo>
                  <a:lnTo>
                    <a:pt x="16199" y="1"/>
                  </a:lnTo>
                  <a:close/>
                </a:path>
              </a:pathLst>
            </a:custGeom>
            <a:solidFill>
              <a:srgbClr val="5C5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6" name="Google Shape;5206;p66"/>
            <p:cNvSpPr/>
            <p:nvPr/>
          </p:nvSpPr>
          <p:spPr>
            <a:xfrm>
              <a:off x="3359500" y="3043318"/>
              <a:ext cx="453503" cy="1258025"/>
            </a:xfrm>
            <a:custGeom>
              <a:avLst/>
              <a:gdLst/>
              <a:ahLst/>
              <a:cxnLst/>
              <a:rect l="l" t="t" r="r" b="b"/>
              <a:pathLst>
                <a:path w="21103" h="58540" extrusionOk="0">
                  <a:moveTo>
                    <a:pt x="1307" y="0"/>
                  </a:moveTo>
                  <a:lnTo>
                    <a:pt x="1078" y="23"/>
                  </a:lnTo>
                  <a:lnTo>
                    <a:pt x="826" y="69"/>
                  </a:lnTo>
                  <a:lnTo>
                    <a:pt x="597" y="161"/>
                  </a:lnTo>
                  <a:lnTo>
                    <a:pt x="413" y="298"/>
                  </a:lnTo>
                  <a:lnTo>
                    <a:pt x="253" y="481"/>
                  </a:lnTo>
                  <a:lnTo>
                    <a:pt x="138" y="665"/>
                  </a:lnTo>
                  <a:lnTo>
                    <a:pt x="47" y="871"/>
                  </a:lnTo>
                  <a:lnTo>
                    <a:pt x="1" y="1100"/>
                  </a:lnTo>
                  <a:lnTo>
                    <a:pt x="24" y="1352"/>
                  </a:lnTo>
                  <a:lnTo>
                    <a:pt x="70" y="1581"/>
                  </a:lnTo>
                  <a:lnTo>
                    <a:pt x="18766" y="57715"/>
                  </a:lnTo>
                  <a:lnTo>
                    <a:pt x="18857" y="57898"/>
                  </a:lnTo>
                  <a:lnTo>
                    <a:pt x="18949" y="58058"/>
                  </a:lnTo>
                  <a:lnTo>
                    <a:pt x="19063" y="58196"/>
                  </a:lnTo>
                  <a:lnTo>
                    <a:pt x="19224" y="58333"/>
                  </a:lnTo>
                  <a:lnTo>
                    <a:pt x="19361" y="58425"/>
                  </a:lnTo>
                  <a:lnTo>
                    <a:pt x="19545" y="58494"/>
                  </a:lnTo>
                  <a:lnTo>
                    <a:pt x="19728" y="58539"/>
                  </a:lnTo>
                  <a:lnTo>
                    <a:pt x="20094" y="58539"/>
                  </a:lnTo>
                  <a:lnTo>
                    <a:pt x="20278" y="58494"/>
                  </a:lnTo>
                  <a:lnTo>
                    <a:pt x="20507" y="58379"/>
                  </a:lnTo>
                  <a:lnTo>
                    <a:pt x="20713" y="58242"/>
                  </a:lnTo>
                  <a:lnTo>
                    <a:pt x="20851" y="58081"/>
                  </a:lnTo>
                  <a:lnTo>
                    <a:pt x="20988" y="57875"/>
                  </a:lnTo>
                  <a:lnTo>
                    <a:pt x="21057" y="57669"/>
                  </a:lnTo>
                  <a:lnTo>
                    <a:pt x="21103" y="57440"/>
                  </a:lnTo>
                  <a:lnTo>
                    <a:pt x="21103" y="57211"/>
                  </a:lnTo>
                  <a:lnTo>
                    <a:pt x="21057" y="56959"/>
                  </a:lnTo>
                  <a:lnTo>
                    <a:pt x="2338" y="825"/>
                  </a:lnTo>
                  <a:lnTo>
                    <a:pt x="2246" y="596"/>
                  </a:lnTo>
                  <a:lnTo>
                    <a:pt x="2109" y="413"/>
                  </a:lnTo>
                  <a:lnTo>
                    <a:pt x="1948" y="252"/>
                  </a:lnTo>
                  <a:lnTo>
                    <a:pt x="1742" y="138"/>
                  </a:lnTo>
                  <a:lnTo>
                    <a:pt x="1536" y="46"/>
                  </a:lnTo>
                  <a:lnTo>
                    <a:pt x="1307" y="0"/>
                  </a:lnTo>
                  <a:close/>
                </a:path>
              </a:pathLst>
            </a:custGeom>
            <a:gradFill>
              <a:gsLst>
                <a:gs pos="0">
                  <a:srgbClr val="E4C8BE"/>
                </a:gs>
                <a:gs pos="100000">
                  <a:srgbClr val="B77C68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7" name="Google Shape;5207;p66"/>
            <p:cNvSpPr/>
            <p:nvPr/>
          </p:nvSpPr>
          <p:spPr>
            <a:xfrm>
              <a:off x="3133515" y="3043318"/>
              <a:ext cx="453503" cy="1258025"/>
            </a:xfrm>
            <a:custGeom>
              <a:avLst/>
              <a:gdLst/>
              <a:ahLst/>
              <a:cxnLst/>
              <a:rect l="l" t="t" r="r" b="b"/>
              <a:pathLst>
                <a:path w="21103" h="58540" extrusionOk="0">
                  <a:moveTo>
                    <a:pt x="19796" y="0"/>
                  </a:moveTo>
                  <a:lnTo>
                    <a:pt x="19567" y="46"/>
                  </a:lnTo>
                  <a:lnTo>
                    <a:pt x="19361" y="138"/>
                  </a:lnTo>
                  <a:lnTo>
                    <a:pt x="19155" y="252"/>
                  </a:lnTo>
                  <a:lnTo>
                    <a:pt x="18994" y="413"/>
                  </a:lnTo>
                  <a:lnTo>
                    <a:pt x="18857" y="596"/>
                  </a:lnTo>
                  <a:lnTo>
                    <a:pt x="18765" y="825"/>
                  </a:lnTo>
                  <a:lnTo>
                    <a:pt x="69" y="56959"/>
                  </a:lnTo>
                  <a:lnTo>
                    <a:pt x="0" y="57211"/>
                  </a:lnTo>
                  <a:lnTo>
                    <a:pt x="0" y="57440"/>
                  </a:lnTo>
                  <a:lnTo>
                    <a:pt x="46" y="57669"/>
                  </a:lnTo>
                  <a:lnTo>
                    <a:pt x="115" y="57875"/>
                  </a:lnTo>
                  <a:lnTo>
                    <a:pt x="253" y="58081"/>
                  </a:lnTo>
                  <a:lnTo>
                    <a:pt x="413" y="58242"/>
                  </a:lnTo>
                  <a:lnTo>
                    <a:pt x="596" y="58379"/>
                  </a:lnTo>
                  <a:lnTo>
                    <a:pt x="825" y="58494"/>
                  </a:lnTo>
                  <a:lnTo>
                    <a:pt x="1009" y="58539"/>
                  </a:lnTo>
                  <a:lnTo>
                    <a:pt x="1375" y="58539"/>
                  </a:lnTo>
                  <a:lnTo>
                    <a:pt x="1558" y="58494"/>
                  </a:lnTo>
                  <a:lnTo>
                    <a:pt x="1742" y="58425"/>
                  </a:lnTo>
                  <a:lnTo>
                    <a:pt x="1902" y="58333"/>
                  </a:lnTo>
                  <a:lnTo>
                    <a:pt x="2040" y="58196"/>
                  </a:lnTo>
                  <a:lnTo>
                    <a:pt x="2154" y="58058"/>
                  </a:lnTo>
                  <a:lnTo>
                    <a:pt x="2269" y="57898"/>
                  </a:lnTo>
                  <a:lnTo>
                    <a:pt x="2337" y="57715"/>
                  </a:lnTo>
                  <a:lnTo>
                    <a:pt x="21033" y="1581"/>
                  </a:lnTo>
                  <a:lnTo>
                    <a:pt x="21102" y="1352"/>
                  </a:lnTo>
                  <a:lnTo>
                    <a:pt x="21102" y="1100"/>
                  </a:lnTo>
                  <a:lnTo>
                    <a:pt x="21056" y="871"/>
                  </a:lnTo>
                  <a:lnTo>
                    <a:pt x="20965" y="665"/>
                  </a:lnTo>
                  <a:lnTo>
                    <a:pt x="20850" y="481"/>
                  </a:lnTo>
                  <a:lnTo>
                    <a:pt x="20690" y="298"/>
                  </a:lnTo>
                  <a:lnTo>
                    <a:pt x="20506" y="161"/>
                  </a:lnTo>
                  <a:lnTo>
                    <a:pt x="20277" y="69"/>
                  </a:lnTo>
                  <a:lnTo>
                    <a:pt x="20048" y="23"/>
                  </a:lnTo>
                  <a:lnTo>
                    <a:pt x="19796" y="0"/>
                  </a:lnTo>
                  <a:close/>
                </a:path>
              </a:pathLst>
            </a:custGeom>
            <a:gradFill>
              <a:gsLst>
                <a:gs pos="0">
                  <a:srgbClr val="E4C8BE"/>
                </a:gs>
                <a:gs pos="100000">
                  <a:srgbClr val="B77C68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8" name="Google Shape;5208;p66"/>
            <p:cNvSpPr/>
            <p:nvPr/>
          </p:nvSpPr>
          <p:spPr>
            <a:xfrm>
              <a:off x="1102037" y="2999006"/>
              <a:ext cx="2600226" cy="114241"/>
            </a:xfrm>
            <a:custGeom>
              <a:avLst/>
              <a:gdLst/>
              <a:ahLst/>
              <a:cxnLst/>
              <a:rect l="l" t="t" r="r" b="b"/>
              <a:pathLst>
                <a:path w="120997" h="5316" extrusionOk="0">
                  <a:moveTo>
                    <a:pt x="0" y="0"/>
                  </a:moveTo>
                  <a:lnTo>
                    <a:pt x="0" y="5316"/>
                  </a:lnTo>
                  <a:lnTo>
                    <a:pt x="120996" y="5316"/>
                  </a:lnTo>
                  <a:lnTo>
                    <a:pt x="120996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rgbClr val="9E7B7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9" name="Google Shape;5209;p66"/>
            <p:cNvSpPr/>
            <p:nvPr/>
          </p:nvSpPr>
          <p:spPr>
            <a:xfrm>
              <a:off x="1102037" y="3071877"/>
              <a:ext cx="2600226" cy="12314"/>
            </a:xfrm>
            <a:custGeom>
              <a:avLst/>
              <a:gdLst/>
              <a:ahLst/>
              <a:cxnLst/>
              <a:rect l="l" t="t" r="r" b="b"/>
              <a:pathLst>
                <a:path w="120997" h="573" extrusionOk="0">
                  <a:moveTo>
                    <a:pt x="0" y="0"/>
                  </a:moveTo>
                  <a:lnTo>
                    <a:pt x="0" y="573"/>
                  </a:lnTo>
                  <a:lnTo>
                    <a:pt x="120996" y="573"/>
                  </a:lnTo>
                  <a:lnTo>
                    <a:pt x="12099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10" name="Google Shape;5210;p66"/>
          <p:cNvGrpSpPr/>
          <p:nvPr/>
        </p:nvGrpSpPr>
        <p:grpSpPr>
          <a:xfrm>
            <a:off x="5279905" y="1588790"/>
            <a:ext cx="611648" cy="365223"/>
            <a:chOff x="4504125" y="1762525"/>
            <a:chExt cx="985575" cy="588500"/>
          </a:xfrm>
        </p:grpSpPr>
        <p:sp>
          <p:nvSpPr>
            <p:cNvPr id="5211" name="Google Shape;5211;p66"/>
            <p:cNvSpPr/>
            <p:nvPr/>
          </p:nvSpPr>
          <p:spPr>
            <a:xfrm>
              <a:off x="4691775" y="2150600"/>
              <a:ext cx="87950" cy="105425"/>
            </a:xfrm>
            <a:custGeom>
              <a:avLst/>
              <a:gdLst/>
              <a:ahLst/>
              <a:cxnLst/>
              <a:rect l="l" t="t" r="r" b="b"/>
              <a:pathLst>
                <a:path w="3518" h="4217" extrusionOk="0">
                  <a:moveTo>
                    <a:pt x="1910" y="0"/>
                  </a:moveTo>
                  <a:lnTo>
                    <a:pt x="1" y="4216"/>
                  </a:lnTo>
                  <a:lnTo>
                    <a:pt x="3517" y="1607"/>
                  </a:lnTo>
                  <a:lnTo>
                    <a:pt x="3498" y="1569"/>
                  </a:lnTo>
                  <a:lnTo>
                    <a:pt x="191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2" name="Google Shape;5212;p66"/>
            <p:cNvSpPr/>
            <p:nvPr/>
          </p:nvSpPr>
          <p:spPr>
            <a:xfrm>
              <a:off x="4504125" y="1762525"/>
              <a:ext cx="985575" cy="310100"/>
            </a:xfrm>
            <a:custGeom>
              <a:avLst/>
              <a:gdLst/>
              <a:ahLst/>
              <a:cxnLst/>
              <a:rect l="l" t="t" r="r" b="b"/>
              <a:pathLst>
                <a:path w="39423" h="12404" extrusionOk="0">
                  <a:moveTo>
                    <a:pt x="39422" y="0"/>
                  </a:moveTo>
                  <a:lnTo>
                    <a:pt x="0" y="4859"/>
                  </a:lnTo>
                  <a:lnTo>
                    <a:pt x="6372" y="12403"/>
                  </a:lnTo>
                  <a:lnTo>
                    <a:pt x="39422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EFEFE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3" name="Google Shape;5213;p66"/>
            <p:cNvSpPr/>
            <p:nvPr/>
          </p:nvSpPr>
          <p:spPr>
            <a:xfrm>
              <a:off x="4663425" y="1762525"/>
              <a:ext cx="826275" cy="588500"/>
            </a:xfrm>
            <a:custGeom>
              <a:avLst/>
              <a:gdLst/>
              <a:ahLst/>
              <a:cxnLst/>
              <a:rect l="l" t="t" r="r" b="b"/>
              <a:pathLst>
                <a:path w="33051" h="235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4632" y="17092"/>
                  </a:lnTo>
                  <a:lnTo>
                    <a:pt x="10513" y="23540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4" name="Google Shape;5214;p66"/>
            <p:cNvSpPr/>
            <p:nvPr/>
          </p:nvSpPr>
          <p:spPr>
            <a:xfrm>
              <a:off x="4663425" y="1762525"/>
              <a:ext cx="826275" cy="493500"/>
            </a:xfrm>
            <a:custGeom>
              <a:avLst/>
              <a:gdLst/>
              <a:ahLst/>
              <a:cxnLst/>
              <a:rect l="l" t="t" r="r" b="b"/>
              <a:pathLst>
                <a:path w="33051" h="197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15" name="Google Shape;5215;p66"/>
          <p:cNvGrpSpPr/>
          <p:nvPr/>
        </p:nvGrpSpPr>
        <p:grpSpPr>
          <a:xfrm flipH="1">
            <a:off x="110742" y="3542694"/>
            <a:ext cx="611638" cy="609195"/>
            <a:chOff x="778525" y="3588975"/>
            <a:chExt cx="1073425" cy="1068950"/>
          </a:xfrm>
        </p:grpSpPr>
        <p:sp>
          <p:nvSpPr>
            <p:cNvPr id="5216" name="Google Shape;5216;p66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17" name="Google Shape;5217;p66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5218" name="Google Shape;5218;p66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9" name="Google Shape;5219;p66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0" name="Google Shape;5220;p66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1" name="Google Shape;5221;p66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2" name="Google Shape;5222;p66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3" name="Google Shape;5223;p66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4" name="Google Shape;5224;p66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5" name="Google Shape;5225;p66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6" name="Google Shape;5226;p66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7" name="Google Shape;5227;p66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8" name="Google Shape;5228;p66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9" name="Google Shape;5229;p66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230" name="Google Shape;5230;p66"/>
          <p:cNvGrpSpPr/>
          <p:nvPr/>
        </p:nvGrpSpPr>
        <p:grpSpPr>
          <a:xfrm flipH="1">
            <a:off x="8637154" y="3839606"/>
            <a:ext cx="560435" cy="558099"/>
            <a:chOff x="778525" y="3588975"/>
            <a:chExt cx="1073425" cy="1068950"/>
          </a:xfrm>
        </p:grpSpPr>
        <p:sp>
          <p:nvSpPr>
            <p:cNvPr id="5231" name="Google Shape;5231;p66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32" name="Google Shape;5232;p66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5233" name="Google Shape;5233;p66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4" name="Google Shape;5234;p66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5" name="Google Shape;5235;p66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6" name="Google Shape;5236;p66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7" name="Google Shape;5237;p66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8" name="Google Shape;5238;p66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9" name="Google Shape;5239;p66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0" name="Google Shape;5240;p66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1" name="Google Shape;5241;p66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2" name="Google Shape;5242;p66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3" name="Google Shape;5243;p66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4" name="Google Shape;5244;p66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245" name="Google Shape;5245;p66"/>
          <p:cNvGrpSpPr/>
          <p:nvPr/>
        </p:nvGrpSpPr>
        <p:grpSpPr>
          <a:xfrm>
            <a:off x="4891785" y="3721786"/>
            <a:ext cx="930353" cy="829089"/>
            <a:chOff x="2236010" y="3967511"/>
            <a:chExt cx="930353" cy="829089"/>
          </a:xfrm>
        </p:grpSpPr>
        <p:sp>
          <p:nvSpPr>
            <p:cNvPr id="5246" name="Google Shape;5246;p66"/>
            <p:cNvSpPr/>
            <p:nvPr/>
          </p:nvSpPr>
          <p:spPr>
            <a:xfrm>
              <a:off x="2265825" y="4694000"/>
              <a:ext cx="767100" cy="1026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47" name="Google Shape;5247;p66"/>
            <p:cNvGrpSpPr/>
            <p:nvPr/>
          </p:nvGrpSpPr>
          <p:grpSpPr>
            <a:xfrm>
              <a:off x="2236010" y="3967511"/>
              <a:ext cx="930353" cy="794959"/>
              <a:chOff x="1627375" y="-1981850"/>
              <a:chExt cx="1305575" cy="1115575"/>
            </a:xfrm>
          </p:grpSpPr>
          <p:sp>
            <p:nvSpPr>
              <p:cNvPr id="5248" name="Google Shape;5248;p66"/>
              <p:cNvSpPr/>
              <p:nvPr/>
            </p:nvSpPr>
            <p:spPr>
              <a:xfrm>
                <a:off x="1627375" y="-1981850"/>
                <a:ext cx="1115075" cy="1115575"/>
              </a:xfrm>
              <a:custGeom>
                <a:avLst/>
                <a:gdLst/>
                <a:ahLst/>
                <a:cxnLst/>
                <a:rect l="l" t="t" r="r" b="b"/>
                <a:pathLst>
                  <a:path w="44603" h="44623" extrusionOk="0">
                    <a:moveTo>
                      <a:pt x="21725" y="1"/>
                    </a:moveTo>
                    <a:lnTo>
                      <a:pt x="21158" y="39"/>
                    </a:lnTo>
                    <a:lnTo>
                      <a:pt x="20590" y="57"/>
                    </a:lnTo>
                    <a:lnTo>
                      <a:pt x="20023" y="114"/>
                    </a:lnTo>
                    <a:lnTo>
                      <a:pt x="19456" y="190"/>
                    </a:lnTo>
                    <a:lnTo>
                      <a:pt x="18908" y="265"/>
                    </a:lnTo>
                    <a:lnTo>
                      <a:pt x="18359" y="341"/>
                    </a:lnTo>
                    <a:lnTo>
                      <a:pt x="17811" y="455"/>
                    </a:lnTo>
                    <a:lnTo>
                      <a:pt x="17263" y="568"/>
                    </a:lnTo>
                    <a:lnTo>
                      <a:pt x="16733" y="700"/>
                    </a:lnTo>
                    <a:lnTo>
                      <a:pt x="16204" y="852"/>
                    </a:lnTo>
                    <a:lnTo>
                      <a:pt x="15674" y="1003"/>
                    </a:lnTo>
                    <a:lnTo>
                      <a:pt x="15145" y="1173"/>
                    </a:lnTo>
                    <a:lnTo>
                      <a:pt x="14634" y="1362"/>
                    </a:lnTo>
                    <a:lnTo>
                      <a:pt x="14124" y="1551"/>
                    </a:lnTo>
                    <a:lnTo>
                      <a:pt x="13613" y="1759"/>
                    </a:lnTo>
                    <a:lnTo>
                      <a:pt x="13122" y="1967"/>
                    </a:lnTo>
                    <a:lnTo>
                      <a:pt x="12630" y="2194"/>
                    </a:lnTo>
                    <a:lnTo>
                      <a:pt x="12139" y="2440"/>
                    </a:lnTo>
                    <a:lnTo>
                      <a:pt x="11666" y="2686"/>
                    </a:lnTo>
                    <a:lnTo>
                      <a:pt x="11193" y="2950"/>
                    </a:lnTo>
                    <a:lnTo>
                      <a:pt x="10740" y="3234"/>
                    </a:lnTo>
                    <a:lnTo>
                      <a:pt x="10286" y="3517"/>
                    </a:lnTo>
                    <a:lnTo>
                      <a:pt x="9832" y="3820"/>
                    </a:lnTo>
                    <a:lnTo>
                      <a:pt x="9397" y="4123"/>
                    </a:lnTo>
                    <a:lnTo>
                      <a:pt x="8962" y="4425"/>
                    </a:lnTo>
                    <a:lnTo>
                      <a:pt x="8527" y="4765"/>
                    </a:lnTo>
                    <a:lnTo>
                      <a:pt x="8111" y="5087"/>
                    </a:lnTo>
                    <a:lnTo>
                      <a:pt x="7696" y="5446"/>
                    </a:lnTo>
                    <a:lnTo>
                      <a:pt x="7298" y="5805"/>
                    </a:lnTo>
                    <a:lnTo>
                      <a:pt x="6920" y="6165"/>
                    </a:lnTo>
                    <a:lnTo>
                      <a:pt x="6523" y="6543"/>
                    </a:lnTo>
                    <a:lnTo>
                      <a:pt x="6164" y="6921"/>
                    </a:lnTo>
                    <a:lnTo>
                      <a:pt x="5786" y="7318"/>
                    </a:lnTo>
                    <a:lnTo>
                      <a:pt x="5427" y="7715"/>
                    </a:lnTo>
                    <a:lnTo>
                      <a:pt x="5086" y="8112"/>
                    </a:lnTo>
                    <a:lnTo>
                      <a:pt x="4746" y="8528"/>
                    </a:lnTo>
                    <a:lnTo>
                      <a:pt x="4425" y="8963"/>
                    </a:lnTo>
                    <a:lnTo>
                      <a:pt x="4103" y="9398"/>
                    </a:lnTo>
                    <a:lnTo>
                      <a:pt x="3801" y="9833"/>
                    </a:lnTo>
                    <a:lnTo>
                      <a:pt x="3517" y="10286"/>
                    </a:lnTo>
                    <a:lnTo>
                      <a:pt x="3233" y="10740"/>
                    </a:lnTo>
                    <a:lnTo>
                      <a:pt x="2950" y="11213"/>
                    </a:lnTo>
                    <a:lnTo>
                      <a:pt x="2685" y="11685"/>
                    </a:lnTo>
                    <a:lnTo>
                      <a:pt x="2439" y="12158"/>
                    </a:lnTo>
                    <a:lnTo>
                      <a:pt x="2193" y="12631"/>
                    </a:lnTo>
                    <a:lnTo>
                      <a:pt x="1967" y="13122"/>
                    </a:lnTo>
                    <a:lnTo>
                      <a:pt x="1740" y="13633"/>
                    </a:lnTo>
                    <a:lnTo>
                      <a:pt x="1551" y="14125"/>
                    </a:lnTo>
                    <a:lnTo>
                      <a:pt x="1343" y="14635"/>
                    </a:lnTo>
                    <a:lnTo>
                      <a:pt x="1172" y="15164"/>
                    </a:lnTo>
                    <a:lnTo>
                      <a:pt x="1002" y="15675"/>
                    </a:lnTo>
                    <a:lnTo>
                      <a:pt x="832" y="16204"/>
                    </a:lnTo>
                    <a:lnTo>
                      <a:pt x="700" y="16734"/>
                    </a:lnTo>
                    <a:lnTo>
                      <a:pt x="567" y="17263"/>
                    </a:lnTo>
                    <a:lnTo>
                      <a:pt x="454" y="17811"/>
                    </a:lnTo>
                    <a:lnTo>
                      <a:pt x="341" y="18360"/>
                    </a:lnTo>
                    <a:lnTo>
                      <a:pt x="246" y="18908"/>
                    </a:lnTo>
                    <a:lnTo>
                      <a:pt x="170" y="19475"/>
                    </a:lnTo>
                    <a:lnTo>
                      <a:pt x="114" y="20024"/>
                    </a:lnTo>
                    <a:lnTo>
                      <a:pt x="57" y="20591"/>
                    </a:lnTo>
                    <a:lnTo>
                      <a:pt x="19" y="21158"/>
                    </a:lnTo>
                    <a:lnTo>
                      <a:pt x="0" y="21725"/>
                    </a:lnTo>
                    <a:lnTo>
                      <a:pt x="0" y="22311"/>
                    </a:lnTo>
                    <a:lnTo>
                      <a:pt x="0" y="22879"/>
                    </a:lnTo>
                    <a:lnTo>
                      <a:pt x="19" y="23465"/>
                    </a:lnTo>
                    <a:lnTo>
                      <a:pt x="57" y="24032"/>
                    </a:lnTo>
                    <a:lnTo>
                      <a:pt x="114" y="24599"/>
                    </a:lnTo>
                    <a:lnTo>
                      <a:pt x="170" y="25147"/>
                    </a:lnTo>
                    <a:lnTo>
                      <a:pt x="246" y="25715"/>
                    </a:lnTo>
                    <a:lnTo>
                      <a:pt x="341" y="26263"/>
                    </a:lnTo>
                    <a:lnTo>
                      <a:pt x="454" y="26811"/>
                    </a:lnTo>
                    <a:lnTo>
                      <a:pt x="567" y="27341"/>
                    </a:lnTo>
                    <a:lnTo>
                      <a:pt x="700" y="27889"/>
                    </a:lnTo>
                    <a:lnTo>
                      <a:pt x="832" y="28418"/>
                    </a:lnTo>
                    <a:lnTo>
                      <a:pt x="1002" y="28948"/>
                    </a:lnTo>
                    <a:lnTo>
                      <a:pt x="1172" y="29458"/>
                    </a:lnTo>
                    <a:lnTo>
                      <a:pt x="1343" y="29988"/>
                    </a:lnTo>
                    <a:lnTo>
                      <a:pt x="1551" y="30498"/>
                    </a:lnTo>
                    <a:lnTo>
                      <a:pt x="1740" y="30990"/>
                    </a:lnTo>
                    <a:lnTo>
                      <a:pt x="1967" y="31481"/>
                    </a:lnTo>
                    <a:lnTo>
                      <a:pt x="2193" y="31973"/>
                    </a:lnTo>
                    <a:lnTo>
                      <a:pt x="2439" y="32465"/>
                    </a:lnTo>
                    <a:lnTo>
                      <a:pt x="2685" y="32937"/>
                    </a:lnTo>
                    <a:lnTo>
                      <a:pt x="2950" y="33410"/>
                    </a:lnTo>
                    <a:lnTo>
                      <a:pt x="3233" y="33883"/>
                    </a:lnTo>
                    <a:lnTo>
                      <a:pt x="3517" y="34336"/>
                    </a:lnTo>
                    <a:lnTo>
                      <a:pt x="3801" y="34790"/>
                    </a:lnTo>
                    <a:lnTo>
                      <a:pt x="4103" y="35225"/>
                    </a:lnTo>
                    <a:lnTo>
                      <a:pt x="4425" y="35660"/>
                    </a:lnTo>
                    <a:lnTo>
                      <a:pt x="4746" y="36076"/>
                    </a:lnTo>
                    <a:lnTo>
                      <a:pt x="5086" y="36492"/>
                    </a:lnTo>
                    <a:lnTo>
                      <a:pt x="5427" y="36908"/>
                    </a:lnTo>
                    <a:lnTo>
                      <a:pt x="5786" y="37305"/>
                    </a:lnTo>
                    <a:lnTo>
                      <a:pt x="6164" y="37702"/>
                    </a:lnTo>
                    <a:lnTo>
                      <a:pt x="6523" y="38080"/>
                    </a:lnTo>
                    <a:lnTo>
                      <a:pt x="6920" y="38458"/>
                    </a:lnTo>
                    <a:lnTo>
                      <a:pt x="7298" y="38817"/>
                    </a:lnTo>
                    <a:lnTo>
                      <a:pt x="7696" y="39177"/>
                    </a:lnTo>
                    <a:lnTo>
                      <a:pt x="8111" y="39517"/>
                    </a:lnTo>
                    <a:lnTo>
                      <a:pt x="8527" y="39857"/>
                    </a:lnTo>
                    <a:lnTo>
                      <a:pt x="8962" y="40179"/>
                    </a:lnTo>
                    <a:lnTo>
                      <a:pt x="9397" y="40500"/>
                    </a:lnTo>
                    <a:lnTo>
                      <a:pt x="9832" y="40803"/>
                    </a:lnTo>
                    <a:lnTo>
                      <a:pt x="10286" y="41105"/>
                    </a:lnTo>
                    <a:lnTo>
                      <a:pt x="10740" y="41389"/>
                    </a:lnTo>
                    <a:lnTo>
                      <a:pt x="11193" y="41654"/>
                    </a:lnTo>
                    <a:lnTo>
                      <a:pt x="11666" y="41918"/>
                    </a:lnTo>
                    <a:lnTo>
                      <a:pt x="12139" y="42183"/>
                    </a:lnTo>
                    <a:lnTo>
                      <a:pt x="12630" y="42410"/>
                    </a:lnTo>
                    <a:lnTo>
                      <a:pt x="13122" y="42656"/>
                    </a:lnTo>
                    <a:lnTo>
                      <a:pt x="13613" y="42864"/>
                    </a:lnTo>
                    <a:lnTo>
                      <a:pt x="14124" y="43072"/>
                    </a:lnTo>
                    <a:lnTo>
                      <a:pt x="14634" y="43261"/>
                    </a:lnTo>
                    <a:lnTo>
                      <a:pt x="15145" y="43450"/>
                    </a:lnTo>
                    <a:lnTo>
                      <a:pt x="15674" y="43620"/>
                    </a:lnTo>
                    <a:lnTo>
                      <a:pt x="16204" y="43771"/>
                    </a:lnTo>
                    <a:lnTo>
                      <a:pt x="16733" y="43922"/>
                    </a:lnTo>
                    <a:lnTo>
                      <a:pt x="17263" y="44055"/>
                    </a:lnTo>
                    <a:lnTo>
                      <a:pt x="17811" y="44168"/>
                    </a:lnTo>
                    <a:lnTo>
                      <a:pt x="18359" y="44263"/>
                    </a:lnTo>
                    <a:lnTo>
                      <a:pt x="18908" y="44357"/>
                    </a:lnTo>
                    <a:lnTo>
                      <a:pt x="19456" y="44433"/>
                    </a:lnTo>
                    <a:lnTo>
                      <a:pt x="20023" y="44509"/>
                    </a:lnTo>
                    <a:lnTo>
                      <a:pt x="20590" y="44546"/>
                    </a:lnTo>
                    <a:lnTo>
                      <a:pt x="21158" y="44584"/>
                    </a:lnTo>
                    <a:lnTo>
                      <a:pt x="21725" y="44603"/>
                    </a:lnTo>
                    <a:lnTo>
                      <a:pt x="22311" y="44622"/>
                    </a:lnTo>
                    <a:lnTo>
                      <a:pt x="22878" y="44603"/>
                    </a:lnTo>
                    <a:lnTo>
                      <a:pt x="23445" y="44584"/>
                    </a:lnTo>
                    <a:lnTo>
                      <a:pt x="24013" y="44546"/>
                    </a:lnTo>
                    <a:lnTo>
                      <a:pt x="24580" y="44509"/>
                    </a:lnTo>
                    <a:lnTo>
                      <a:pt x="25147" y="44433"/>
                    </a:lnTo>
                    <a:lnTo>
                      <a:pt x="25695" y="44357"/>
                    </a:lnTo>
                    <a:lnTo>
                      <a:pt x="26244" y="44263"/>
                    </a:lnTo>
                    <a:lnTo>
                      <a:pt x="26792" y="44168"/>
                    </a:lnTo>
                    <a:lnTo>
                      <a:pt x="27340" y="44055"/>
                    </a:lnTo>
                    <a:lnTo>
                      <a:pt x="27870" y="43922"/>
                    </a:lnTo>
                    <a:lnTo>
                      <a:pt x="28418" y="43771"/>
                    </a:lnTo>
                    <a:lnTo>
                      <a:pt x="28928" y="43620"/>
                    </a:lnTo>
                    <a:lnTo>
                      <a:pt x="29458" y="43450"/>
                    </a:lnTo>
                    <a:lnTo>
                      <a:pt x="29968" y="43261"/>
                    </a:lnTo>
                    <a:lnTo>
                      <a:pt x="30479" y="43072"/>
                    </a:lnTo>
                    <a:lnTo>
                      <a:pt x="30989" y="42864"/>
                    </a:lnTo>
                    <a:lnTo>
                      <a:pt x="31481" y="42656"/>
                    </a:lnTo>
                    <a:lnTo>
                      <a:pt x="31972" y="42410"/>
                    </a:lnTo>
                    <a:lnTo>
                      <a:pt x="32464" y="42183"/>
                    </a:lnTo>
                    <a:lnTo>
                      <a:pt x="32937" y="41918"/>
                    </a:lnTo>
                    <a:lnTo>
                      <a:pt x="33409" y="41654"/>
                    </a:lnTo>
                    <a:lnTo>
                      <a:pt x="33863" y="41389"/>
                    </a:lnTo>
                    <a:lnTo>
                      <a:pt x="34336" y="41105"/>
                    </a:lnTo>
                    <a:lnTo>
                      <a:pt x="34771" y="40803"/>
                    </a:lnTo>
                    <a:lnTo>
                      <a:pt x="35225" y="40500"/>
                    </a:lnTo>
                    <a:lnTo>
                      <a:pt x="35659" y="40179"/>
                    </a:lnTo>
                    <a:lnTo>
                      <a:pt x="36075" y="39857"/>
                    </a:lnTo>
                    <a:lnTo>
                      <a:pt x="36491" y="39517"/>
                    </a:lnTo>
                    <a:lnTo>
                      <a:pt x="36907" y="39177"/>
                    </a:lnTo>
                    <a:lnTo>
                      <a:pt x="37304" y="38817"/>
                    </a:lnTo>
                    <a:lnTo>
                      <a:pt x="37701" y="38458"/>
                    </a:lnTo>
                    <a:lnTo>
                      <a:pt x="38080" y="38080"/>
                    </a:lnTo>
                    <a:lnTo>
                      <a:pt x="38458" y="37702"/>
                    </a:lnTo>
                    <a:lnTo>
                      <a:pt x="38817" y="37305"/>
                    </a:lnTo>
                    <a:lnTo>
                      <a:pt x="39176" y="36908"/>
                    </a:lnTo>
                    <a:lnTo>
                      <a:pt x="39517" y="36492"/>
                    </a:lnTo>
                    <a:lnTo>
                      <a:pt x="39857" y="36076"/>
                    </a:lnTo>
                    <a:lnTo>
                      <a:pt x="40178" y="35660"/>
                    </a:lnTo>
                    <a:lnTo>
                      <a:pt x="40500" y="35225"/>
                    </a:lnTo>
                    <a:lnTo>
                      <a:pt x="40802" y="34790"/>
                    </a:lnTo>
                    <a:lnTo>
                      <a:pt x="41105" y="34336"/>
                    </a:lnTo>
                    <a:lnTo>
                      <a:pt x="41388" y="33883"/>
                    </a:lnTo>
                    <a:lnTo>
                      <a:pt x="41653" y="33410"/>
                    </a:lnTo>
                    <a:lnTo>
                      <a:pt x="41918" y="32937"/>
                    </a:lnTo>
                    <a:lnTo>
                      <a:pt x="42164" y="32465"/>
                    </a:lnTo>
                    <a:lnTo>
                      <a:pt x="42409" y="31973"/>
                    </a:lnTo>
                    <a:lnTo>
                      <a:pt x="42636" y="31481"/>
                    </a:lnTo>
                    <a:lnTo>
                      <a:pt x="42863" y="30990"/>
                    </a:lnTo>
                    <a:lnTo>
                      <a:pt x="43071" y="30498"/>
                    </a:lnTo>
                    <a:lnTo>
                      <a:pt x="43260" y="29988"/>
                    </a:lnTo>
                    <a:lnTo>
                      <a:pt x="43430" y="29458"/>
                    </a:lnTo>
                    <a:lnTo>
                      <a:pt x="43600" y="28948"/>
                    </a:lnTo>
                    <a:lnTo>
                      <a:pt x="43771" y="28418"/>
                    </a:lnTo>
                    <a:lnTo>
                      <a:pt x="43903" y="27889"/>
                    </a:lnTo>
                    <a:lnTo>
                      <a:pt x="44035" y="27341"/>
                    </a:lnTo>
                    <a:lnTo>
                      <a:pt x="44149" y="26811"/>
                    </a:lnTo>
                    <a:lnTo>
                      <a:pt x="44262" y="26263"/>
                    </a:lnTo>
                    <a:lnTo>
                      <a:pt x="44357" y="25715"/>
                    </a:lnTo>
                    <a:lnTo>
                      <a:pt x="44432" y="25147"/>
                    </a:lnTo>
                    <a:lnTo>
                      <a:pt x="44489" y="24599"/>
                    </a:lnTo>
                    <a:lnTo>
                      <a:pt x="44546" y="24032"/>
                    </a:lnTo>
                    <a:lnTo>
                      <a:pt x="44584" y="23465"/>
                    </a:lnTo>
                    <a:lnTo>
                      <a:pt x="44603" y="22879"/>
                    </a:lnTo>
                    <a:lnTo>
                      <a:pt x="44603" y="22311"/>
                    </a:lnTo>
                    <a:lnTo>
                      <a:pt x="44603" y="21725"/>
                    </a:lnTo>
                    <a:lnTo>
                      <a:pt x="44584" y="21158"/>
                    </a:lnTo>
                    <a:lnTo>
                      <a:pt x="44546" y="20591"/>
                    </a:lnTo>
                    <a:lnTo>
                      <a:pt x="44489" y="20024"/>
                    </a:lnTo>
                    <a:lnTo>
                      <a:pt x="44432" y="19475"/>
                    </a:lnTo>
                    <a:lnTo>
                      <a:pt x="44357" y="18908"/>
                    </a:lnTo>
                    <a:lnTo>
                      <a:pt x="44262" y="18360"/>
                    </a:lnTo>
                    <a:lnTo>
                      <a:pt x="44149" y="17811"/>
                    </a:lnTo>
                    <a:lnTo>
                      <a:pt x="44035" y="17263"/>
                    </a:lnTo>
                    <a:lnTo>
                      <a:pt x="43903" y="16734"/>
                    </a:lnTo>
                    <a:lnTo>
                      <a:pt x="43771" y="16204"/>
                    </a:lnTo>
                    <a:lnTo>
                      <a:pt x="43600" y="15675"/>
                    </a:lnTo>
                    <a:lnTo>
                      <a:pt x="43430" y="15164"/>
                    </a:lnTo>
                    <a:lnTo>
                      <a:pt x="43260" y="14635"/>
                    </a:lnTo>
                    <a:lnTo>
                      <a:pt x="43071" y="14125"/>
                    </a:lnTo>
                    <a:lnTo>
                      <a:pt x="42863" y="13633"/>
                    </a:lnTo>
                    <a:lnTo>
                      <a:pt x="42636" y="13122"/>
                    </a:lnTo>
                    <a:lnTo>
                      <a:pt x="42409" y="12631"/>
                    </a:lnTo>
                    <a:lnTo>
                      <a:pt x="42164" y="12158"/>
                    </a:lnTo>
                    <a:lnTo>
                      <a:pt x="41918" y="11685"/>
                    </a:lnTo>
                    <a:lnTo>
                      <a:pt x="41653" y="11213"/>
                    </a:lnTo>
                    <a:lnTo>
                      <a:pt x="41388" y="10740"/>
                    </a:lnTo>
                    <a:lnTo>
                      <a:pt x="41105" y="10286"/>
                    </a:lnTo>
                    <a:lnTo>
                      <a:pt x="40802" y="9833"/>
                    </a:lnTo>
                    <a:lnTo>
                      <a:pt x="40500" y="9398"/>
                    </a:lnTo>
                    <a:lnTo>
                      <a:pt x="40178" y="8963"/>
                    </a:lnTo>
                    <a:lnTo>
                      <a:pt x="39857" y="8528"/>
                    </a:lnTo>
                    <a:lnTo>
                      <a:pt x="39517" y="8112"/>
                    </a:lnTo>
                    <a:lnTo>
                      <a:pt x="39176" y="7715"/>
                    </a:lnTo>
                    <a:lnTo>
                      <a:pt x="38817" y="7318"/>
                    </a:lnTo>
                    <a:lnTo>
                      <a:pt x="38458" y="6921"/>
                    </a:lnTo>
                    <a:lnTo>
                      <a:pt x="38080" y="6543"/>
                    </a:lnTo>
                    <a:lnTo>
                      <a:pt x="37701" y="6165"/>
                    </a:lnTo>
                    <a:lnTo>
                      <a:pt x="37304" y="5805"/>
                    </a:lnTo>
                    <a:lnTo>
                      <a:pt x="36907" y="5446"/>
                    </a:lnTo>
                    <a:lnTo>
                      <a:pt x="36491" y="5087"/>
                    </a:lnTo>
                    <a:lnTo>
                      <a:pt x="36075" y="4765"/>
                    </a:lnTo>
                    <a:lnTo>
                      <a:pt x="35659" y="4425"/>
                    </a:lnTo>
                    <a:lnTo>
                      <a:pt x="35225" y="4123"/>
                    </a:lnTo>
                    <a:lnTo>
                      <a:pt x="34771" y="3820"/>
                    </a:lnTo>
                    <a:lnTo>
                      <a:pt x="34336" y="3517"/>
                    </a:lnTo>
                    <a:lnTo>
                      <a:pt x="33863" y="3234"/>
                    </a:lnTo>
                    <a:lnTo>
                      <a:pt x="33409" y="2950"/>
                    </a:lnTo>
                    <a:lnTo>
                      <a:pt x="32937" y="2686"/>
                    </a:lnTo>
                    <a:lnTo>
                      <a:pt x="32464" y="2440"/>
                    </a:lnTo>
                    <a:lnTo>
                      <a:pt x="31972" y="2194"/>
                    </a:lnTo>
                    <a:lnTo>
                      <a:pt x="31481" y="1967"/>
                    </a:lnTo>
                    <a:lnTo>
                      <a:pt x="30989" y="1759"/>
                    </a:lnTo>
                    <a:lnTo>
                      <a:pt x="30479" y="1551"/>
                    </a:lnTo>
                    <a:lnTo>
                      <a:pt x="29968" y="1362"/>
                    </a:lnTo>
                    <a:lnTo>
                      <a:pt x="29458" y="1173"/>
                    </a:lnTo>
                    <a:lnTo>
                      <a:pt x="28928" y="1003"/>
                    </a:lnTo>
                    <a:lnTo>
                      <a:pt x="28418" y="852"/>
                    </a:lnTo>
                    <a:lnTo>
                      <a:pt x="27870" y="700"/>
                    </a:lnTo>
                    <a:lnTo>
                      <a:pt x="27340" y="568"/>
                    </a:lnTo>
                    <a:lnTo>
                      <a:pt x="26792" y="455"/>
                    </a:lnTo>
                    <a:lnTo>
                      <a:pt x="26244" y="341"/>
                    </a:lnTo>
                    <a:lnTo>
                      <a:pt x="25695" y="265"/>
                    </a:lnTo>
                    <a:lnTo>
                      <a:pt x="25147" y="190"/>
                    </a:lnTo>
                    <a:lnTo>
                      <a:pt x="24580" y="114"/>
                    </a:lnTo>
                    <a:lnTo>
                      <a:pt x="24013" y="57"/>
                    </a:lnTo>
                    <a:lnTo>
                      <a:pt x="23445" y="39"/>
                    </a:lnTo>
                    <a:lnTo>
                      <a:pt x="22878" y="1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9" name="Google Shape;5249;p66"/>
              <p:cNvSpPr/>
              <p:nvPr/>
            </p:nvSpPr>
            <p:spPr>
              <a:xfrm>
                <a:off x="1764450" y="-1858000"/>
                <a:ext cx="854150" cy="854625"/>
              </a:xfrm>
              <a:custGeom>
                <a:avLst/>
                <a:gdLst/>
                <a:ahLst/>
                <a:cxnLst/>
                <a:rect l="l" t="t" r="r" b="b"/>
                <a:pathLst>
                  <a:path w="34166" h="34185" extrusionOk="0">
                    <a:moveTo>
                      <a:pt x="17093" y="0"/>
                    </a:moveTo>
                    <a:lnTo>
                      <a:pt x="16204" y="19"/>
                    </a:lnTo>
                    <a:lnTo>
                      <a:pt x="15334" y="95"/>
                    </a:lnTo>
                    <a:lnTo>
                      <a:pt x="14483" y="208"/>
                    </a:lnTo>
                    <a:lnTo>
                      <a:pt x="13651" y="360"/>
                    </a:lnTo>
                    <a:lnTo>
                      <a:pt x="12820" y="549"/>
                    </a:lnTo>
                    <a:lnTo>
                      <a:pt x="12006" y="776"/>
                    </a:lnTo>
                    <a:lnTo>
                      <a:pt x="11212" y="1040"/>
                    </a:lnTo>
                    <a:lnTo>
                      <a:pt x="10437" y="1343"/>
                    </a:lnTo>
                    <a:lnTo>
                      <a:pt x="9681" y="1683"/>
                    </a:lnTo>
                    <a:lnTo>
                      <a:pt x="8944" y="2061"/>
                    </a:lnTo>
                    <a:lnTo>
                      <a:pt x="8225" y="2477"/>
                    </a:lnTo>
                    <a:lnTo>
                      <a:pt x="7525" y="2931"/>
                    </a:lnTo>
                    <a:lnTo>
                      <a:pt x="6864" y="3404"/>
                    </a:lnTo>
                    <a:lnTo>
                      <a:pt x="6221" y="3914"/>
                    </a:lnTo>
                    <a:lnTo>
                      <a:pt x="5597" y="4444"/>
                    </a:lnTo>
                    <a:lnTo>
                      <a:pt x="5011" y="5011"/>
                    </a:lnTo>
                    <a:lnTo>
                      <a:pt x="4444" y="5597"/>
                    </a:lnTo>
                    <a:lnTo>
                      <a:pt x="3895" y="6221"/>
                    </a:lnTo>
                    <a:lnTo>
                      <a:pt x="3404" y="6864"/>
                    </a:lnTo>
                    <a:lnTo>
                      <a:pt x="2912" y="7544"/>
                    </a:lnTo>
                    <a:lnTo>
                      <a:pt x="2477" y="8225"/>
                    </a:lnTo>
                    <a:lnTo>
                      <a:pt x="2061" y="8944"/>
                    </a:lnTo>
                    <a:lnTo>
                      <a:pt x="1683" y="9681"/>
                    </a:lnTo>
                    <a:lnTo>
                      <a:pt x="1343" y="10437"/>
                    </a:lnTo>
                    <a:lnTo>
                      <a:pt x="1040" y="11213"/>
                    </a:lnTo>
                    <a:lnTo>
                      <a:pt x="776" y="12007"/>
                    </a:lnTo>
                    <a:lnTo>
                      <a:pt x="530" y="12820"/>
                    </a:lnTo>
                    <a:lnTo>
                      <a:pt x="341" y="13652"/>
                    </a:lnTo>
                    <a:lnTo>
                      <a:pt x="189" y="14483"/>
                    </a:lnTo>
                    <a:lnTo>
                      <a:pt x="95" y="15334"/>
                    </a:lnTo>
                    <a:lnTo>
                      <a:pt x="19" y="16204"/>
                    </a:lnTo>
                    <a:lnTo>
                      <a:pt x="0" y="17093"/>
                    </a:lnTo>
                    <a:lnTo>
                      <a:pt x="19" y="17962"/>
                    </a:lnTo>
                    <a:lnTo>
                      <a:pt x="95" y="18832"/>
                    </a:lnTo>
                    <a:lnTo>
                      <a:pt x="189" y="19683"/>
                    </a:lnTo>
                    <a:lnTo>
                      <a:pt x="341" y="20534"/>
                    </a:lnTo>
                    <a:lnTo>
                      <a:pt x="530" y="21366"/>
                    </a:lnTo>
                    <a:lnTo>
                      <a:pt x="776" y="22179"/>
                    </a:lnTo>
                    <a:lnTo>
                      <a:pt x="1040" y="22973"/>
                    </a:lnTo>
                    <a:lnTo>
                      <a:pt x="1343" y="23748"/>
                    </a:lnTo>
                    <a:lnTo>
                      <a:pt x="1683" y="24504"/>
                    </a:lnTo>
                    <a:lnTo>
                      <a:pt x="2061" y="25242"/>
                    </a:lnTo>
                    <a:lnTo>
                      <a:pt x="2477" y="25941"/>
                    </a:lnTo>
                    <a:lnTo>
                      <a:pt x="2912" y="26641"/>
                    </a:lnTo>
                    <a:lnTo>
                      <a:pt x="3404" y="27322"/>
                    </a:lnTo>
                    <a:lnTo>
                      <a:pt x="3895" y="27964"/>
                    </a:lnTo>
                    <a:lnTo>
                      <a:pt x="4444" y="28569"/>
                    </a:lnTo>
                    <a:lnTo>
                      <a:pt x="5011" y="29174"/>
                    </a:lnTo>
                    <a:lnTo>
                      <a:pt x="5597" y="29742"/>
                    </a:lnTo>
                    <a:lnTo>
                      <a:pt x="6221" y="30271"/>
                    </a:lnTo>
                    <a:lnTo>
                      <a:pt x="6864" y="30782"/>
                    </a:lnTo>
                    <a:lnTo>
                      <a:pt x="7525" y="31254"/>
                    </a:lnTo>
                    <a:lnTo>
                      <a:pt x="8225" y="31708"/>
                    </a:lnTo>
                    <a:lnTo>
                      <a:pt x="8944" y="32105"/>
                    </a:lnTo>
                    <a:lnTo>
                      <a:pt x="9681" y="32483"/>
                    </a:lnTo>
                    <a:lnTo>
                      <a:pt x="10437" y="32824"/>
                    </a:lnTo>
                    <a:lnTo>
                      <a:pt x="11212" y="33145"/>
                    </a:lnTo>
                    <a:lnTo>
                      <a:pt x="12006" y="33410"/>
                    </a:lnTo>
                    <a:lnTo>
                      <a:pt x="12820" y="33637"/>
                    </a:lnTo>
                    <a:lnTo>
                      <a:pt x="13651" y="33826"/>
                    </a:lnTo>
                    <a:lnTo>
                      <a:pt x="14483" y="33977"/>
                    </a:lnTo>
                    <a:lnTo>
                      <a:pt x="15334" y="34090"/>
                    </a:lnTo>
                    <a:lnTo>
                      <a:pt x="16204" y="34147"/>
                    </a:lnTo>
                    <a:lnTo>
                      <a:pt x="17093" y="34185"/>
                    </a:lnTo>
                    <a:lnTo>
                      <a:pt x="17962" y="34147"/>
                    </a:lnTo>
                    <a:lnTo>
                      <a:pt x="18832" y="34090"/>
                    </a:lnTo>
                    <a:lnTo>
                      <a:pt x="19683" y="33977"/>
                    </a:lnTo>
                    <a:lnTo>
                      <a:pt x="20534" y="33826"/>
                    </a:lnTo>
                    <a:lnTo>
                      <a:pt x="21347" y="33637"/>
                    </a:lnTo>
                    <a:lnTo>
                      <a:pt x="22160" y="33410"/>
                    </a:lnTo>
                    <a:lnTo>
                      <a:pt x="22954" y="33145"/>
                    </a:lnTo>
                    <a:lnTo>
                      <a:pt x="23729" y="32824"/>
                    </a:lnTo>
                    <a:lnTo>
                      <a:pt x="24485" y="32483"/>
                    </a:lnTo>
                    <a:lnTo>
                      <a:pt x="25223" y="32105"/>
                    </a:lnTo>
                    <a:lnTo>
                      <a:pt x="25941" y="31708"/>
                    </a:lnTo>
                    <a:lnTo>
                      <a:pt x="26641" y="31254"/>
                    </a:lnTo>
                    <a:lnTo>
                      <a:pt x="27303" y="30782"/>
                    </a:lnTo>
                    <a:lnTo>
                      <a:pt x="27945" y="30271"/>
                    </a:lnTo>
                    <a:lnTo>
                      <a:pt x="28569" y="29742"/>
                    </a:lnTo>
                    <a:lnTo>
                      <a:pt x="29174" y="29174"/>
                    </a:lnTo>
                    <a:lnTo>
                      <a:pt x="29723" y="28569"/>
                    </a:lnTo>
                    <a:lnTo>
                      <a:pt x="30271" y="27964"/>
                    </a:lnTo>
                    <a:lnTo>
                      <a:pt x="30781" y="27322"/>
                    </a:lnTo>
                    <a:lnTo>
                      <a:pt x="31254" y="26641"/>
                    </a:lnTo>
                    <a:lnTo>
                      <a:pt x="31689" y="25941"/>
                    </a:lnTo>
                    <a:lnTo>
                      <a:pt x="32105" y="25242"/>
                    </a:lnTo>
                    <a:lnTo>
                      <a:pt x="32483" y="24504"/>
                    </a:lnTo>
                    <a:lnTo>
                      <a:pt x="32823" y="23748"/>
                    </a:lnTo>
                    <a:lnTo>
                      <a:pt x="33126" y="22973"/>
                    </a:lnTo>
                    <a:lnTo>
                      <a:pt x="33410" y="22179"/>
                    </a:lnTo>
                    <a:lnTo>
                      <a:pt x="33636" y="21366"/>
                    </a:lnTo>
                    <a:lnTo>
                      <a:pt x="33826" y="20534"/>
                    </a:lnTo>
                    <a:lnTo>
                      <a:pt x="33977" y="19683"/>
                    </a:lnTo>
                    <a:lnTo>
                      <a:pt x="34090" y="18832"/>
                    </a:lnTo>
                    <a:lnTo>
                      <a:pt x="34147" y="17962"/>
                    </a:lnTo>
                    <a:lnTo>
                      <a:pt x="34166" y="17093"/>
                    </a:lnTo>
                    <a:lnTo>
                      <a:pt x="34147" y="16204"/>
                    </a:lnTo>
                    <a:lnTo>
                      <a:pt x="34090" y="15334"/>
                    </a:lnTo>
                    <a:lnTo>
                      <a:pt x="33977" y="14483"/>
                    </a:lnTo>
                    <a:lnTo>
                      <a:pt x="33826" y="13652"/>
                    </a:lnTo>
                    <a:lnTo>
                      <a:pt x="33636" y="12820"/>
                    </a:lnTo>
                    <a:lnTo>
                      <a:pt x="33410" y="12007"/>
                    </a:lnTo>
                    <a:lnTo>
                      <a:pt x="33126" y="11213"/>
                    </a:lnTo>
                    <a:lnTo>
                      <a:pt x="32823" y="10437"/>
                    </a:lnTo>
                    <a:lnTo>
                      <a:pt x="32483" y="9681"/>
                    </a:lnTo>
                    <a:lnTo>
                      <a:pt x="32105" y="8944"/>
                    </a:lnTo>
                    <a:lnTo>
                      <a:pt x="31689" y="8225"/>
                    </a:lnTo>
                    <a:lnTo>
                      <a:pt x="31254" y="7544"/>
                    </a:lnTo>
                    <a:lnTo>
                      <a:pt x="30781" y="6864"/>
                    </a:lnTo>
                    <a:lnTo>
                      <a:pt x="30271" y="6221"/>
                    </a:lnTo>
                    <a:lnTo>
                      <a:pt x="29723" y="5597"/>
                    </a:lnTo>
                    <a:lnTo>
                      <a:pt x="29174" y="5011"/>
                    </a:lnTo>
                    <a:lnTo>
                      <a:pt x="28569" y="4444"/>
                    </a:lnTo>
                    <a:lnTo>
                      <a:pt x="27945" y="3914"/>
                    </a:lnTo>
                    <a:lnTo>
                      <a:pt x="27303" y="3404"/>
                    </a:lnTo>
                    <a:lnTo>
                      <a:pt x="26641" y="2931"/>
                    </a:lnTo>
                    <a:lnTo>
                      <a:pt x="25941" y="2477"/>
                    </a:lnTo>
                    <a:lnTo>
                      <a:pt x="25223" y="2061"/>
                    </a:lnTo>
                    <a:lnTo>
                      <a:pt x="24485" y="1683"/>
                    </a:lnTo>
                    <a:lnTo>
                      <a:pt x="23729" y="1343"/>
                    </a:lnTo>
                    <a:lnTo>
                      <a:pt x="22954" y="1040"/>
                    </a:lnTo>
                    <a:lnTo>
                      <a:pt x="22160" y="776"/>
                    </a:lnTo>
                    <a:lnTo>
                      <a:pt x="21347" y="549"/>
                    </a:lnTo>
                    <a:lnTo>
                      <a:pt x="20534" y="360"/>
                    </a:lnTo>
                    <a:lnTo>
                      <a:pt x="19683" y="208"/>
                    </a:lnTo>
                    <a:lnTo>
                      <a:pt x="18832" y="95"/>
                    </a:lnTo>
                    <a:lnTo>
                      <a:pt x="17962" y="19"/>
                    </a:lnTo>
                    <a:lnTo>
                      <a:pt x="170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0" name="Google Shape;5250;p66"/>
              <p:cNvSpPr/>
              <p:nvPr/>
            </p:nvSpPr>
            <p:spPr>
              <a:xfrm>
                <a:off x="1875050" y="-1734150"/>
                <a:ext cx="619725" cy="619700"/>
              </a:xfrm>
              <a:custGeom>
                <a:avLst/>
                <a:gdLst/>
                <a:ahLst/>
                <a:cxnLst/>
                <a:rect l="l" t="t" r="r" b="b"/>
                <a:pathLst>
                  <a:path w="24789" h="24788" extrusionOk="0">
                    <a:moveTo>
                      <a:pt x="12404" y="0"/>
                    </a:moveTo>
                    <a:lnTo>
                      <a:pt x="11761" y="19"/>
                    </a:lnTo>
                    <a:lnTo>
                      <a:pt x="11137" y="76"/>
                    </a:lnTo>
                    <a:lnTo>
                      <a:pt x="10513" y="151"/>
                    </a:lnTo>
                    <a:lnTo>
                      <a:pt x="9889" y="265"/>
                    </a:lnTo>
                    <a:lnTo>
                      <a:pt x="9303" y="397"/>
                    </a:lnTo>
                    <a:lnTo>
                      <a:pt x="8717" y="567"/>
                    </a:lnTo>
                    <a:lnTo>
                      <a:pt x="8131" y="756"/>
                    </a:lnTo>
                    <a:lnTo>
                      <a:pt x="7564" y="983"/>
                    </a:lnTo>
                    <a:lnTo>
                      <a:pt x="7015" y="1229"/>
                    </a:lnTo>
                    <a:lnTo>
                      <a:pt x="6486" y="1513"/>
                    </a:lnTo>
                    <a:lnTo>
                      <a:pt x="5975" y="1796"/>
                    </a:lnTo>
                    <a:lnTo>
                      <a:pt x="5465" y="2118"/>
                    </a:lnTo>
                    <a:lnTo>
                      <a:pt x="4973" y="2477"/>
                    </a:lnTo>
                    <a:lnTo>
                      <a:pt x="4520" y="2836"/>
                    </a:lnTo>
                    <a:lnTo>
                      <a:pt x="4066" y="3233"/>
                    </a:lnTo>
                    <a:lnTo>
                      <a:pt x="3631" y="3630"/>
                    </a:lnTo>
                    <a:lnTo>
                      <a:pt x="3215" y="4065"/>
                    </a:lnTo>
                    <a:lnTo>
                      <a:pt x="2837" y="4519"/>
                    </a:lnTo>
                    <a:lnTo>
                      <a:pt x="2459" y="4992"/>
                    </a:lnTo>
                    <a:lnTo>
                      <a:pt x="2118" y="5464"/>
                    </a:lnTo>
                    <a:lnTo>
                      <a:pt x="1797" y="5975"/>
                    </a:lnTo>
                    <a:lnTo>
                      <a:pt x="1494" y="6485"/>
                    </a:lnTo>
                    <a:lnTo>
                      <a:pt x="1230" y="7034"/>
                    </a:lnTo>
                    <a:lnTo>
                      <a:pt x="984" y="7582"/>
                    </a:lnTo>
                    <a:lnTo>
                      <a:pt x="757" y="8149"/>
                    </a:lnTo>
                    <a:lnTo>
                      <a:pt x="568" y="8716"/>
                    </a:lnTo>
                    <a:lnTo>
                      <a:pt x="398" y="9303"/>
                    </a:lnTo>
                    <a:lnTo>
                      <a:pt x="246" y="9908"/>
                    </a:lnTo>
                    <a:lnTo>
                      <a:pt x="152" y="10513"/>
                    </a:lnTo>
                    <a:lnTo>
                      <a:pt x="57" y="11137"/>
                    </a:lnTo>
                    <a:lnTo>
                      <a:pt x="20" y="11761"/>
                    </a:lnTo>
                    <a:lnTo>
                      <a:pt x="1" y="12403"/>
                    </a:lnTo>
                    <a:lnTo>
                      <a:pt x="20" y="13046"/>
                    </a:lnTo>
                    <a:lnTo>
                      <a:pt x="57" y="13670"/>
                    </a:lnTo>
                    <a:lnTo>
                      <a:pt x="152" y="14294"/>
                    </a:lnTo>
                    <a:lnTo>
                      <a:pt x="246" y="14899"/>
                    </a:lnTo>
                    <a:lnTo>
                      <a:pt x="398" y="15504"/>
                    </a:lnTo>
                    <a:lnTo>
                      <a:pt x="568" y="16090"/>
                    </a:lnTo>
                    <a:lnTo>
                      <a:pt x="757" y="16658"/>
                    </a:lnTo>
                    <a:lnTo>
                      <a:pt x="984" y="17225"/>
                    </a:lnTo>
                    <a:lnTo>
                      <a:pt x="1230" y="17773"/>
                    </a:lnTo>
                    <a:lnTo>
                      <a:pt x="1494" y="18302"/>
                    </a:lnTo>
                    <a:lnTo>
                      <a:pt x="1797" y="18832"/>
                    </a:lnTo>
                    <a:lnTo>
                      <a:pt x="2118" y="19323"/>
                    </a:lnTo>
                    <a:lnTo>
                      <a:pt x="2459" y="19815"/>
                    </a:lnTo>
                    <a:lnTo>
                      <a:pt x="2837" y="20288"/>
                    </a:lnTo>
                    <a:lnTo>
                      <a:pt x="3215" y="20742"/>
                    </a:lnTo>
                    <a:lnTo>
                      <a:pt x="3631" y="21157"/>
                    </a:lnTo>
                    <a:lnTo>
                      <a:pt x="4066" y="21573"/>
                    </a:lnTo>
                    <a:lnTo>
                      <a:pt x="4520" y="21971"/>
                    </a:lnTo>
                    <a:lnTo>
                      <a:pt x="4973" y="22330"/>
                    </a:lnTo>
                    <a:lnTo>
                      <a:pt x="5465" y="22670"/>
                    </a:lnTo>
                    <a:lnTo>
                      <a:pt x="5975" y="22991"/>
                    </a:lnTo>
                    <a:lnTo>
                      <a:pt x="6486" y="23294"/>
                    </a:lnTo>
                    <a:lnTo>
                      <a:pt x="7015" y="23578"/>
                    </a:lnTo>
                    <a:lnTo>
                      <a:pt x="7564" y="23823"/>
                    </a:lnTo>
                    <a:lnTo>
                      <a:pt x="8131" y="24050"/>
                    </a:lnTo>
                    <a:lnTo>
                      <a:pt x="8717" y="24239"/>
                    </a:lnTo>
                    <a:lnTo>
                      <a:pt x="9303" y="24410"/>
                    </a:lnTo>
                    <a:lnTo>
                      <a:pt x="9889" y="24542"/>
                    </a:lnTo>
                    <a:lnTo>
                      <a:pt x="10513" y="24655"/>
                    </a:lnTo>
                    <a:lnTo>
                      <a:pt x="11137" y="24731"/>
                    </a:lnTo>
                    <a:lnTo>
                      <a:pt x="11761" y="24788"/>
                    </a:lnTo>
                    <a:lnTo>
                      <a:pt x="13028" y="24788"/>
                    </a:lnTo>
                    <a:lnTo>
                      <a:pt x="13671" y="24731"/>
                    </a:lnTo>
                    <a:lnTo>
                      <a:pt x="14276" y="24655"/>
                    </a:lnTo>
                    <a:lnTo>
                      <a:pt x="14900" y="24542"/>
                    </a:lnTo>
                    <a:lnTo>
                      <a:pt x="15486" y="24410"/>
                    </a:lnTo>
                    <a:lnTo>
                      <a:pt x="16072" y="24239"/>
                    </a:lnTo>
                    <a:lnTo>
                      <a:pt x="16658" y="24050"/>
                    </a:lnTo>
                    <a:lnTo>
                      <a:pt x="17225" y="23823"/>
                    </a:lnTo>
                    <a:lnTo>
                      <a:pt x="17774" y="23578"/>
                    </a:lnTo>
                    <a:lnTo>
                      <a:pt x="18303" y="23294"/>
                    </a:lnTo>
                    <a:lnTo>
                      <a:pt x="18813" y="22991"/>
                    </a:lnTo>
                    <a:lnTo>
                      <a:pt x="19324" y="22670"/>
                    </a:lnTo>
                    <a:lnTo>
                      <a:pt x="19816" y="22330"/>
                    </a:lnTo>
                    <a:lnTo>
                      <a:pt x="20288" y="21971"/>
                    </a:lnTo>
                    <a:lnTo>
                      <a:pt x="20723" y="21573"/>
                    </a:lnTo>
                    <a:lnTo>
                      <a:pt x="21158" y="21157"/>
                    </a:lnTo>
                    <a:lnTo>
                      <a:pt x="21574" y="20742"/>
                    </a:lnTo>
                    <a:lnTo>
                      <a:pt x="21952" y="20288"/>
                    </a:lnTo>
                    <a:lnTo>
                      <a:pt x="22330" y="19815"/>
                    </a:lnTo>
                    <a:lnTo>
                      <a:pt x="22671" y="19323"/>
                    </a:lnTo>
                    <a:lnTo>
                      <a:pt x="22992" y="18832"/>
                    </a:lnTo>
                    <a:lnTo>
                      <a:pt x="23294" y="18302"/>
                    </a:lnTo>
                    <a:lnTo>
                      <a:pt x="23559" y="17773"/>
                    </a:lnTo>
                    <a:lnTo>
                      <a:pt x="23824" y="17225"/>
                    </a:lnTo>
                    <a:lnTo>
                      <a:pt x="24032" y="16658"/>
                    </a:lnTo>
                    <a:lnTo>
                      <a:pt x="24240" y="16090"/>
                    </a:lnTo>
                    <a:lnTo>
                      <a:pt x="24391" y="15504"/>
                    </a:lnTo>
                    <a:lnTo>
                      <a:pt x="24542" y="14899"/>
                    </a:lnTo>
                    <a:lnTo>
                      <a:pt x="24656" y="14294"/>
                    </a:lnTo>
                    <a:lnTo>
                      <a:pt x="24731" y="13670"/>
                    </a:lnTo>
                    <a:lnTo>
                      <a:pt x="24769" y="13046"/>
                    </a:lnTo>
                    <a:lnTo>
                      <a:pt x="24788" y="12403"/>
                    </a:lnTo>
                    <a:lnTo>
                      <a:pt x="24769" y="11761"/>
                    </a:lnTo>
                    <a:lnTo>
                      <a:pt x="24731" y="11137"/>
                    </a:lnTo>
                    <a:lnTo>
                      <a:pt x="24656" y="10513"/>
                    </a:lnTo>
                    <a:lnTo>
                      <a:pt x="24542" y="9908"/>
                    </a:lnTo>
                    <a:lnTo>
                      <a:pt x="24391" y="9303"/>
                    </a:lnTo>
                    <a:lnTo>
                      <a:pt x="24240" y="8716"/>
                    </a:lnTo>
                    <a:lnTo>
                      <a:pt x="24032" y="8149"/>
                    </a:lnTo>
                    <a:lnTo>
                      <a:pt x="23824" y="7582"/>
                    </a:lnTo>
                    <a:lnTo>
                      <a:pt x="23559" y="7034"/>
                    </a:lnTo>
                    <a:lnTo>
                      <a:pt x="23294" y="6485"/>
                    </a:lnTo>
                    <a:lnTo>
                      <a:pt x="22992" y="5975"/>
                    </a:lnTo>
                    <a:lnTo>
                      <a:pt x="22671" y="5464"/>
                    </a:lnTo>
                    <a:lnTo>
                      <a:pt x="22330" y="4992"/>
                    </a:lnTo>
                    <a:lnTo>
                      <a:pt x="21952" y="4519"/>
                    </a:lnTo>
                    <a:lnTo>
                      <a:pt x="21574" y="4065"/>
                    </a:lnTo>
                    <a:lnTo>
                      <a:pt x="21158" y="3630"/>
                    </a:lnTo>
                    <a:lnTo>
                      <a:pt x="20723" y="3233"/>
                    </a:lnTo>
                    <a:lnTo>
                      <a:pt x="20288" y="2836"/>
                    </a:lnTo>
                    <a:lnTo>
                      <a:pt x="19816" y="2477"/>
                    </a:lnTo>
                    <a:lnTo>
                      <a:pt x="19324" y="2118"/>
                    </a:lnTo>
                    <a:lnTo>
                      <a:pt x="18813" y="1796"/>
                    </a:lnTo>
                    <a:lnTo>
                      <a:pt x="18303" y="1513"/>
                    </a:lnTo>
                    <a:lnTo>
                      <a:pt x="17774" y="1229"/>
                    </a:lnTo>
                    <a:lnTo>
                      <a:pt x="17225" y="983"/>
                    </a:lnTo>
                    <a:lnTo>
                      <a:pt x="16658" y="756"/>
                    </a:lnTo>
                    <a:lnTo>
                      <a:pt x="16072" y="567"/>
                    </a:lnTo>
                    <a:lnTo>
                      <a:pt x="15486" y="397"/>
                    </a:lnTo>
                    <a:lnTo>
                      <a:pt x="14900" y="265"/>
                    </a:lnTo>
                    <a:lnTo>
                      <a:pt x="14276" y="151"/>
                    </a:lnTo>
                    <a:lnTo>
                      <a:pt x="13671" y="76"/>
                    </a:lnTo>
                    <a:lnTo>
                      <a:pt x="13028" y="19"/>
                    </a:lnTo>
                    <a:lnTo>
                      <a:pt x="1240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1" name="Google Shape;5251;p66"/>
              <p:cNvSpPr/>
              <p:nvPr/>
            </p:nvSpPr>
            <p:spPr>
              <a:xfrm>
                <a:off x="1974325" y="-1634425"/>
                <a:ext cx="421175" cy="420725"/>
              </a:xfrm>
              <a:custGeom>
                <a:avLst/>
                <a:gdLst/>
                <a:ahLst/>
                <a:cxnLst/>
                <a:rect l="l" t="t" r="r" b="b"/>
                <a:pathLst>
                  <a:path w="16847" h="16829" extrusionOk="0">
                    <a:moveTo>
                      <a:pt x="7998" y="1"/>
                    </a:moveTo>
                    <a:lnTo>
                      <a:pt x="7563" y="38"/>
                    </a:lnTo>
                    <a:lnTo>
                      <a:pt x="7147" y="95"/>
                    </a:lnTo>
                    <a:lnTo>
                      <a:pt x="6731" y="171"/>
                    </a:lnTo>
                    <a:lnTo>
                      <a:pt x="6315" y="265"/>
                    </a:lnTo>
                    <a:lnTo>
                      <a:pt x="5918" y="379"/>
                    </a:lnTo>
                    <a:lnTo>
                      <a:pt x="5521" y="511"/>
                    </a:lnTo>
                    <a:lnTo>
                      <a:pt x="5143" y="662"/>
                    </a:lnTo>
                    <a:lnTo>
                      <a:pt x="4765" y="814"/>
                    </a:lnTo>
                    <a:lnTo>
                      <a:pt x="4406" y="1003"/>
                    </a:lnTo>
                    <a:lnTo>
                      <a:pt x="4065" y="1211"/>
                    </a:lnTo>
                    <a:lnTo>
                      <a:pt x="3725" y="1438"/>
                    </a:lnTo>
                    <a:lnTo>
                      <a:pt x="3385" y="1664"/>
                    </a:lnTo>
                    <a:lnTo>
                      <a:pt x="3063" y="1910"/>
                    </a:lnTo>
                    <a:lnTo>
                      <a:pt x="2761" y="2175"/>
                    </a:lnTo>
                    <a:lnTo>
                      <a:pt x="2477" y="2459"/>
                    </a:lnTo>
                    <a:lnTo>
                      <a:pt x="2193" y="2742"/>
                    </a:lnTo>
                    <a:lnTo>
                      <a:pt x="1929" y="3064"/>
                    </a:lnTo>
                    <a:lnTo>
                      <a:pt x="1683" y="3366"/>
                    </a:lnTo>
                    <a:lnTo>
                      <a:pt x="1437" y="3706"/>
                    </a:lnTo>
                    <a:lnTo>
                      <a:pt x="1229" y="4047"/>
                    </a:lnTo>
                    <a:lnTo>
                      <a:pt x="1021" y="4406"/>
                    </a:lnTo>
                    <a:lnTo>
                      <a:pt x="832" y="4765"/>
                    </a:lnTo>
                    <a:lnTo>
                      <a:pt x="662" y="5143"/>
                    </a:lnTo>
                    <a:lnTo>
                      <a:pt x="511" y="5522"/>
                    </a:lnTo>
                    <a:lnTo>
                      <a:pt x="378" y="5900"/>
                    </a:lnTo>
                    <a:lnTo>
                      <a:pt x="265" y="6316"/>
                    </a:lnTo>
                    <a:lnTo>
                      <a:pt x="170" y="6713"/>
                    </a:lnTo>
                    <a:lnTo>
                      <a:pt x="95" y="7129"/>
                    </a:lnTo>
                    <a:lnTo>
                      <a:pt x="38" y="7545"/>
                    </a:lnTo>
                    <a:lnTo>
                      <a:pt x="19" y="7980"/>
                    </a:lnTo>
                    <a:lnTo>
                      <a:pt x="0" y="8414"/>
                    </a:lnTo>
                    <a:lnTo>
                      <a:pt x="19" y="8849"/>
                    </a:lnTo>
                    <a:lnTo>
                      <a:pt x="38" y="9265"/>
                    </a:lnTo>
                    <a:lnTo>
                      <a:pt x="95" y="9700"/>
                    </a:lnTo>
                    <a:lnTo>
                      <a:pt x="170" y="10116"/>
                    </a:lnTo>
                    <a:lnTo>
                      <a:pt x="265" y="10513"/>
                    </a:lnTo>
                    <a:lnTo>
                      <a:pt x="378" y="10910"/>
                    </a:lnTo>
                    <a:lnTo>
                      <a:pt x="511" y="11307"/>
                    </a:lnTo>
                    <a:lnTo>
                      <a:pt x="662" y="11685"/>
                    </a:lnTo>
                    <a:lnTo>
                      <a:pt x="832" y="12064"/>
                    </a:lnTo>
                    <a:lnTo>
                      <a:pt x="1021" y="12423"/>
                    </a:lnTo>
                    <a:lnTo>
                      <a:pt x="1229" y="12782"/>
                    </a:lnTo>
                    <a:lnTo>
                      <a:pt x="1437" y="13122"/>
                    </a:lnTo>
                    <a:lnTo>
                      <a:pt x="1683" y="13444"/>
                    </a:lnTo>
                    <a:lnTo>
                      <a:pt x="1929" y="13765"/>
                    </a:lnTo>
                    <a:lnTo>
                      <a:pt x="2193" y="14068"/>
                    </a:lnTo>
                    <a:lnTo>
                      <a:pt x="2477" y="14370"/>
                    </a:lnTo>
                    <a:lnTo>
                      <a:pt x="2761" y="14654"/>
                    </a:lnTo>
                    <a:lnTo>
                      <a:pt x="3063" y="14919"/>
                    </a:lnTo>
                    <a:lnTo>
                      <a:pt x="3385" y="15164"/>
                    </a:lnTo>
                    <a:lnTo>
                      <a:pt x="3725" y="15391"/>
                    </a:lnTo>
                    <a:lnTo>
                      <a:pt x="4065" y="15618"/>
                    </a:lnTo>
                    <a:lnTo>
                      <a:pt x="4406" y="15826"/>
                    </a:lnTo>
                    <a:lnTo>
                      <a:pt x="4765" y="15996"/>
                    </a:lnTo>
                    <a:lnTo>
                      <a:pt x="5143" y="16166"/>
                    </a:lnTo>
                    <a:lnTo>
                      <a:pt x="5521" y="16318"/>
                    </a:lnTo>
                    <a:lnTo>
                      <a:pt x="5918" y="16450"/>
                    </a:lnTo>
                    <a:lnTo>
                      <a:pt x="6315" y="16563"/>
                    </a:lnTo>
                    <a:lnTo>
                      <a:pt x="6731" y="16658"/>
                    </a:lnTo>
                    <a:lnTo>
                      <a:pt x="7147" y="16734"/>
                    </a:lnTo>
                    <a:lnTo>
                      <a:pt x="7563" y="16790"/>
                    </a:lnTo>
                    <a:lnTo>
                      <a:pt x="7998" y="16828"/>
                    </a:lnTo>
                    <a:lnTo>
                      <a:pt x="8849" y="16828"/>
                    </a:lnTo>
                    <a:lnTo>
                      <a:pt x="9284" y="16790"/>
                    </a:lnTo>
                    <a:lnTo>
                      <a:pt x="9700" y="16734"/>
                    </a:lnTo>
                    <a:lnTo>
                      <a:pt x="10116" y="16658"/>
                    </a:lnTo>
                    <a:lnTo>
                      <a:pt x="10532" y="16563"/>
                    </a:lnTo>
                    <a:lnTo>
                      <a:pt x="10929" y="16450"/>
                    </a:lnTo>
                    <a:lnTo>
                      <a:pt x="11326" y="16318"/>
                    </a:lnTo>
                    <a:lnTo>
                      <a:pt x="11704" y="16166"/>
                    </a:lnTo>
                    <a:lnTo>
                      <a:pt x="12082" y="15996"/>
                    </a:lnTo>
                    <a:lnTo>
                      <a:pt x="12441" y="15826"/>
                    </a:lnTo>
                    <a:lnTo>
                      <a:pt x="12800" y="15618"/>
                    </a:lnTo>
                    <a:lnTo>
                      <a:pt x="13141" y="15391"/>
                    </a:lnTo>
                    <a:lnTo>
                      <a:pt x="13462" y="15164"/>
                    </a:lnTo>
                    <a:lnTo>
                      <a:pt x="13784" y="14919"/>
                    </a:lnTo>
                    <a:lnTo>
                      <a:pt x="14086" y="14654"/>
                    </a:lnTo>
                    <a:lnTo>
                      <a:pt x="14389" y="14370"/>
                    </a:lnTo>
                    <a:lnTo>
                      <a:pt x="14653" y="14068"/>
                    </a:lnTo>
                    <a:lnTo>
                      <a:pt x="14918" y="13765"/>
                    </a:lnTo>
                    <a:lnTo>
                      <a:pt x="15183" y="13444"/>
                    </a:lnTo>
                    <a:lnTo>
                      <a:pt x="15410" y="13122"/>
                    </a:lnTo>
                    <a:lnTo>
                      <a:pt x="15637" y="12782"/>
                    </a:lnTo>
                    <a:lnTo>
                      <a:pt x="15826" y="12423"/>
                    </a:lnTo>
                    <a:lnTo>
                      <a:pt x="16015" y="12064"/>
                    </a:lnTo>
                    <a:lnTo>
                      <a:pt x="16185" y="11685"/>
                    </a:lnTo>
                    <a:lnTo>
                      <a:pt x="16336" y="11307"/>
                    </a:lnTo>
                    <a:lnTo>
                      <a:pt x="16468" y="10910"/>
                    </a:lnTo>
                    <a:lnTo>
                      <a:pt x="16582" y="10513"/>
                    </a:lnTo>
                    <a:lnTo>
                      <a:pt x="16676" y="10116"/>
                    </a:lnTo>
                    <a:lnTo>
                      <a:pt x="16752" y="9700"/>
                    </a:lnTo>
                    <a:lnTo>
                      <a:pt x="16809" y="9265"/>
                    </a:lnTo>
                    <a:lnTo>
                      <a:pt x="16828" y="8849"/>
                    </a:lnTo>
                    <a:lnTo>
                      <a:pt x="16847" y="8414"/>
                    </a:lnTo>
                    <a:lnTo>
                      <a:pt x="16828" y="7980"/>
                    </a:lnTo>
                    <a:lnTo>
                      <a:pt x="16809" y="7545"/>
                    </a:lnTo>
                    <a:lnTo>
                      <a:pt x="16752" y="7129"/>
                    </a:lnTo>
                    <a:lnTo>
                      <a:pt x="16676" y="6713"/>
                    </a:lnTo>
                    <a:lnTo>
                      <a:pt x="16582" y="6316"/>
                    </a:lnTo>
                    <a:lnTo>
                      <a:pt x="16468" y="5900"/>
                    </a:lnTo>
                    <a:lnTo>
                      <a:pt x="16336" y="5522"/>
                    </a:lnTo>
                    <a:lnTo>
                      <a:pt x="16185" y="5143"/>
                    </a:lnTo>
                    <a:lnTo>
                      <a:pt x="16015" y="4765"/>
                    </a:lnTo>
                    <a:lnTo>
                      <a:pt x="15826" y="4406"/>
                    </a:lnTo>
                    <a:lnTo>
                      <a:pt x="15637" y="4047"/>
                    </a:lnTo>
                    <a:lnTo>
                      <a:pt x="15410" y="3706"/>
                    </a:lnTo>
                    <a:lnTo>
                      <a:pt x="15183" y="3366"/>
                    </a:lnTo>
                    <a:lnTo>
                      <a:pt x="14918" y="3064"/>
                    </a:lnTo>
                    <a:lnTo>
                      <a:pt x="14653" y="2742"/>
                    </a:lnTo>
                    <a:lnTo>
                      <a:pt x="14389" y="2459"/>
                    </a:lnTo>
                    <a:lnTo>
                      <a:pt x="14086" y="2175"/>
                    </a:lnTo>
                    <a:lnTo>
                      <a:pt x="13784" y="1910"/>
                    </a:lnTo>
                    <a:lnTo>
                      <a:pt x="13462" y="1664"/>
                    </a:lnTo>
                    <a:lnTo>
                      <a:pt x="13141" y="1438"/>
                    </a:lnTo>
                    <a:lnTo>
                      <a:pt x="12800" y="1211"/>
                    </a:lnTo>
                    <a:lnTo>
                      <a:pt x="12441" y="1003"/>
                    </a:lnTo>
                    <a:lnTo>
                      <a:pt x="12082" y="814"/>
                    </a:lnTo>
                    <a:lnTo>
                      <a:pt x="11704" y="662"/>
                    </a:lnTo>
                    <a:lnTo>
                      <a:pt x="11326" y="511"/>
                    </a:lnTo>
                    <a:lnTo>
                      <a:pt x="10929" y="379"/>
                    </a:lnTo>
                    <a:lnTo>
                      <a:pt x="10532" y="265"/>
                    </a:lnTo>
                    <a:lnTo>
                      <a:pt x="10116" y="171"/>
                    </a:lnTo>
                    <a:lnTo>
                      <a:pt x="9700" y="95"/>
                    </a:lnTo>
                    <a:lnTo>
                      <a:pt x="9284" y="38"/>
                    </a:lnTo>
                    <a:lnTo>
                      <a:pt x="88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2" name="Google Shape;5252;p66"/>
              <p:cNvSpPr/>
              <p:nvPr/>
            </p:nvSpPr>
            <p:spPr>
              <a:xfrm>
                <a:off x="2074050" y="-1535150"/>
                <a:ext cx="221725" cy="222175"/>
              </a:xfrm>
              <a:custGeom>
                <a:avLst/>
                <a:gdLst/>
                <a:ahLst/>
                <a:cxnLst/>
                <a:rect l="l" t="t" r="r" b="b"/>
                <a:pathLst>
                  <a:path w="8869" h="8887" extrusionOk="0">
                    <a:moveTo>
                      <a:pt x="4444" y="0"/>
                    </a:moveTo>
                    <a:lnTo>
                      <a:pt x="4198" y="19"/>
                    </a:lnTo>
                    <a:lnTo>
                      <a:pt x="3990" y="19"/>
                    </a:lnTo>
                    <a:lnTo>
                      <a:pt x="3536" y="95"/>
                    </a:lnTo>
                    <a:lnTo>
                      <a:pt x="3120" y="208"/>
                    </a:lnTo>
                    <a:lnTo>
                      <a:pt x="2704" y="359"/>
                    </a:lnTo>
                    <a:lnTo>
                      <a:pt x="2326" y="548"/>
                    </a:lnTo>
                    <a:lnTo>
                      <a:pt x="1948" y="756"/>
                    </a:lnTo>
                    <a:lnTo>
                      <a:pt x="1608" y="1021"/>
                    </a:lnTo>
                    <a:lnTo>
                      <a:pt x="1305" y="1305"/>
                    </a:lnTo>
                    <a:lnTo>
                      <a:pt x="1003" y="1626"/>
                    </a:lnTo>
                    <a:lnTo>
                      <a:pt x="757" y="1967"/>
                    </a:lnTo>
                    <a:lnTo>
                      <a:pt x="530" y="2326"/>
                    </a:lnTo>
                    <a:lnTo>
                      <a:pt x="341" y="2723"/>
                    </a:lnTo>
                    <a:lnTo>
                      <a:pt x="190" y="3120"/>
                    </a:lnTo>
                    <a:lnTo>
                      <a:pt x="95" y="3555"/>
                    </a:lnTo>
                    <a:lnTo>
                      <a:pt x="20" y="3990"/>
                    </a:lnTo>
                    <a:lnTo>
                      <a:pt x="1" y="4217"/>
                    </a:lnTo>
                    <a:lnTo>
                      <a:pt x="1" y="4443"/>
                    </a:lnTo>
                    <a:lnTo>
                      <a:pt x="1" y="4670"/>
                    </a:lnTo>
                    <a:lnTo>
                      <a:pt x="20" y="4897"/>
                    </a:lnTo>
                    <a:lnTo>
                      <a:pt x="95" y="5332"/>
                    </a:lnTo>
                    <a:lnTo>
                      <a:pt x="190" y="5767"/>
                    </a:lnTo>
                    <a:lnTo>
                      <a:pt x="341" y="6164"/>
                    </a:lnTo>
                    <a:lnTo>
                      <a:pt x="530" y="6561"/>
                    </a:lnTo>
                    <a:lnTo>
                      <a:pt x="757" y="6920"/>
                    </a:lnTo>
                    <a:lnTo>
                      <a:pt x="1003" y="7261"/>
                    </a:lnTo>
                    <a:lnTo>
                      <a:pt x="1305" y="7582"/>
                    </a:lnTo>
                    <a:lnTo>
                      <a:pt x="1608" y="7866"/>
                    </a:lnTo>
                    <a:lnTo>
                      <a:pt x="1948" y="8130"/>
                    </a:lnTo>
                    <a:lnTo>
                      <a:pt x="2326" y="8338"/>
                    </a:lnTo>
                    <a:lnTo>
                      <a:pt x="2704" y="8527"/>
                    </a:lnTo>
                    <a:lnTo>
                      <a:pt x="3120" y="8679"/>
                    </a:lnTo>
                    <a:lnTo>
                      <a:pt x="3536" y="8792"/>
                    </a:lnTo>
                    <a:lnTo>
                      <a:pt x="3990" y="8849"/>
                    </a:lnTo>
                    <a:lnTo>
                      <a:pt x="4198" y="8868"/>
                    </a:lnTo>
                    <a:lnTo>
                      <a:pt x="4444" y="8887"/>
                    </a:lnTo>
                    <a:lnTo>
                      <a:pt x="4671" y="8868"/>
                    </a:lnTo>
                    <a:lnTo>
                      <a:pt x="4898" y="8849"/>
                    </a:lnTo>
                    <a:lnTo>
                      <a:pt x="5333" y="8792"/>
                    </a:lnTo>
                    <a:lnTo>
                      <a:pt x="5748" y="8679"/>
                    </a:lnTo>
                    <a:lnTo>
                      <a:pt x="6164" y="8527"/>
                    </a:lnTo>
                    <a:lnTo>
                      <a:pt x="6543" y="8338"/>
                    </a:lnTo>
                    <a:lnTo>
                      <a:pt x="6921" y="8130"/>
                    </a:lnTo>
                    <a:lnTo>
                      <a:pt x="7261" y="7866"/>
                    </a:lnTo>
                    <a:lnTo>
                      <a:pt x="7582" y="7582"/>
                    </a:lnTo>
                    <a:lnTo>
                      <a:pt x="7866" y="7261"/>
                    </a:lnTo>
                    <a:lnTo>
                      <a:pt x="8112" y="6920"/>
                    </a:lnTo>
                    <a:lnTo>
                      <a:pt x="8339" y="6561"/>
                    </a:lnTo>
                    <a:lnTo>
                      <a:pt x="8528" y="6164"/>
                    </a:lnTo>
                    <a:lnTo>
                      <a:pt x="8679" y="5767"/>
                    </a:lnTo>
                    <a:lnTo>
                      <a:pt x="8793" y="5332"/>
                    </a:lnTo>
                    <a:lnTo>
                      <a:pt x="8849" y="4897"/>
                    </a:lnTo>
                    <a:lnTo>
                      <a:pt x="8868" y="4670"/>
                    </a:lnTo>
                    <a:lnTo>
                      <a:pt x="8868" y="4443"/>
                    </a:lnTo>
                    <a:lnTo>
                      <a:pt x="8868" y="4217"/>
                    </a:lnTo>
                    <a:lnTo>
                      <a:pt x="8849" y="3990"/>
                    </a:lnTo>
                    <a:lnTo>
                      <a:pt x="8793" y="3555"/>
                    </a:lnTo>
                    <a:lnTo>
                      <a:pt x="8679" y="3120"/>
                    </a:lnTo>
                    <a:lnTo>
                      <a:pt x="8528" y="2723"/>
                    </a:lnTo>
                    <a:lnTo>
                      <a:pt x="8339" y="2326"/>
                    </a:lnTo>
                    <a:lnTo>
                      <a:pt x="8112" y="1967"/>
                    </a:lnTo>
                    <a:lnTo>
                      <a:pt x="7866" y="1626"/>
                    </a:lnTo>
                    <a:lnTo>
                      <a:pt x="7582" y="1305"/>
                    </a:lnTo>
                    <a:lnTo>
                      <a:pt x="7261" y="1021"/>
                    </a:lnTo>
                    <a:lnTo>
                      <a:pt x="6921" y="756"/>
                    </a:lnTo>
                    <a:lnTo>
                      <a:pt x="6543" y="548"/>
                    </a:lnTo>
                    <a:lnTo>
                      <a:pt x="6164" y="359"/>
                    </a:lnTo>
                    <a:lnTo>
                      <a:pt x="5748" y="208"/>
                    </a:lnTo>
                    <a:lnTo>
                      <a:pt x="5333" y="95"/>
                    </a:lnTo>
                    <a:lnTo>
                      <a:pt x="4898" y="19"/>
                    </a:lnTo>
                    <a:lnTo>
                      <a:pt x="4671" y="19"/>
                    </a:lnTo>
                    <a:lnTo>
                      <a:pt x="444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3" name="Google Shape;5253;p66"/>
              <p:cNvSpPr/>
              <p:nvPr/>
            </p:nvSpPr>
            <p:spPr>
              <a:xfrm>
                <a:off x="2192700" y="-1659475"/>
                <a:ext cx="515250" cy="237775"/>
              </a:xfrm>
              <a:custGeom>
                <a:avLst/>
                <a:gdLst/>
                <a:ahLst/>
                <a:cxnLst/>
                <a:rect l="l" t="t" r="r" b="b"/>
                <a:pathLst>
                  <a:path w="20610" h="9511" extrusionOk="0">
                    <a:moveTo>
                      <a:pt x="19815" y="1"/>
                    </a:moveTo>
                    <a:lnTo>
                      <a:pt x="0" y="9114"/>
                    </a:lnTo>
                    <a:lnTo>
                      <a:pt x="152" y="9511"/>
                    </a:lnTo>
                    <a:lnTo>
                      <a:pt x="20609" y="1040"/>
                    </a:lnTo>
                    <a:lnTo>
                      <a:pt x="19815" y="1"/>
                    </a:lnTo>
                    <a:close/>
                  </a:path>
                </a:pathLst>
              </a:custGeom>
              <a:gradFill>
                <a:gsLst>
                  <a:gs pos="0">
                    <a:srgbClr val="575757"/>
                  </a:gs>
                  <a:gs pos="100000">
                    <a:srgbClr val="16161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4" name="Google Shape;5254;p66"/>
              <p:cNvSpPr/>
              <p:nvPr/>
            </p:nvSpPr>
            <p:spPr>
              <a:xfrm>
                <a:off x="2620475" y="-1822550"/>
                <a:ext cx="312475" cy="245350"/>
              </a:xfrm>
              <a:custGeom>
                <a:avLst/>
                <a:gdLst/>
                <a:ahLst/>
                <a:cxnLst/>
                <a:rect l="l" t="t" r="r" b="b"/>
                <a:pathLst>
                  <a:path w="12499" h="9814" extrusionOk="0">
                    <a:moveTo>
                      <a:pt x="8509" y="1"/>
                    </a:moveTo>
                    <a:lnTo>
                      <a:pt x="1078" y="4803"/>
                    </a:lnTo>
                    <a:lnTo>
                      <a:pt x="0" y="8358"/>
                    </a:lnTo>
                    <a:lnTo>
                      <a:pt x="3820" y="9813"/>
                    </a:lnTo>
                    <a:lnTo>
                      <a:pt x="12498" y="5862"/>
                    </a:lnTo>
                    <a:lnTo>
                      <a:pt x="8376" y="4160"/>
                    </a:lnTo>
                    <a:lnTo>
                      <a:pt x="8509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0B9"/>
                  </a:gs>
                  <a:gs pos="100000">
                    <a:srgbClr val="F9D03C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255" name="Google Shape;5255;p66"/>
          <p:cNvGrpSpPr/>
          <p:nvPr/>
        </p:nvGrpSpPr>
        <p:grpSpPr>
          <a:xfrm>
            <a:off x="4668255" y="2389127"/>
            <a:ext cx="611648" cy="365223"/>
            <a:chOff x="4504125" y="1762525"/>
            <a:chExt cx="985575" cy="588500"/>
          </a:xfrm>
        </p:grpSpPr>
        <p:sp>
          <p:nvSpPr>
            <p:cNvPr id="5256" name="Google Shape;5256;p66"/>
            <p:cNvSpPr/>
            <p:nvPr/>
          </p:nvSpPr>
          <p:spPr>
            <a:xfrm>
              <a:off x="4691775" y="2150600"/>
              <a:ext cx="87950" cy="105425"/>
            </a:xfrm>
            <a:custGeom>
              <a:avLst/>
              <a:gdLst/>
              <a:ahLst/>
              <a:cxnLst/>
              <a:rect l="l" t="t" r="r" b="b"/>
              <a:pathLst>
                <a:path w="3518" h="4217" extrusionOk="0">
                  <a:moveTo>
                    <a:pt x="1910" y="0"/>
                  </a:moveTo>
                  <a:lnTo>
                    <a:pt x="1" y="4216"/>
                  </a:lnTo>
                  <a:lnTo>
                    <a:pt x="3517" y="1607"/>
                  </a:lnTo>
                  <a:lnTo>
                    <a:pt x="3498" y="1569"/>
                  </a:lnTo>
                  <a:lnTo>
                    <a:pt x="191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7" name="Google Shape;5257;p66"/>
            <p:cNvSpPr/>
            <p:nvPr/>
          </p:nvSpPr>
          <p:spPr>
            <a:xfrm>
              <a:off x="4504125" y="1762525"/>
              <a:ext cx="985575" cy="310100"/>
            </a:xfrm>
            <a:custGeom>
              <a:avLst/>
              <a:gdLst/>
              <a:ahLst/>
              <a:cxnLst/>
              <a:rect l="l" t="t" r="r" b="b"/>
              <a:pathLst>
                <a:path w="39423" h="12404" extrusionOk="0">
                  <a:moveTo>
                    <a:pt x="39422" y="0"/>
                  </a:moveTo>
                  <a:lnTo>
                    <a:pt x="0" y="4859"/>
                  </a:lnTo>
                  <a:lnTo>
                    <a:pt x="6372" y="12403"/>
                  </a:lnTo>
                  <a:lnTo>
                    <a:pt x="39422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EFEFE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8" name="Google Shape;5258;p66"/>
            <p:cNvSpPr/>
            <p:nvPr/>
          </p:nvSpPr>
          <p:spPr>
            <a:xfrm>
              <a:off x="4663425" y="1762525"/>
              <a:ext cx="826275" cy="588500"/>
            </a:xfrm>
            <a:custGeom>
              <a:avLst/>
              <a:gdLst/>
              <a:ahLst/>
              <a:cxnLst/>
              <a:rect l="l" t="t" r="r" b="b"/>
              <a:pathLst>
                <a:path w="33051" h="235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4632" y="17092"/>
                  </a:lnTo>
                  <a:lnTo>
                    <a:pt x="10513" y="23540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9" name="Google Shape;5259;p66"/>
            <p:cNvSpPr/>
            <p:nvPr/>
          </p:nvSpPr>
          <p:spPr>
            <a:xfrm>
              <a:off x="4663425" y="1762525"/>
              <a:ext cx="826275" cy="493500"/>
            </a:xfrm>
            <a:custGeom>
              <a:avLst/>
              <a:gdLst/>
              <a:ahLst/>
              <a:cxnLst/>
              <a:rect l="l" t="t" r="r" b="b"/>
              <a:pathLst>
                <a:path w="33051" h="197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avatars.mds.yandex.net/i?id=ee0cb77661b01c4eb190b0c12e1e2b13999332f4-4055819-images-thumbs&amp;n=1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76" b="18306"/>
          <a:stretch/>
        </p:blipFill>
        <p:spPr bwMode="auto">
          <a:xfrm>
            <a:off x="713229" y="594831"/>
            <a:ext cx="7758335" cy="1596571"/>
          </a:xfrm>
          <a:prstGeom prst="rect">
            <a:avLst/>
          </a:pr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26" name="Google Shape;3326;p49"/>
          <p:cNvGrpSpPr/>
          <p:nvPr/>
        </p:nvGrpSpPr>
        <p:grpSpPr>
          <a:xfrm>
            <a:off x="1019053" y="2956621"/>
            <a:ext cx="7122332" cy="573648"/>
            <a:chOff x="1119355" y="481275"/>
            <a:chExt cx="5295736" cy="573648"/>
          </a:xfrm>
        </p:grpSpPr>
        <p:sp>
          <p:nvSpPr>
            <p:cNvPr id="3327" name="Google Shape;3327;p49"/>
            <p:cNvSpPr/>
            <p:nvPr/>
          </p:nvSpPr>
          <p:spPr>
            <a:xfrm flipH="1">
              <a:off x="5678780" y="481275"/>
              <a:ext cx="736311" cy="573648"/>
            </a:xfrm>
            <a:custGeom>
              <a:avLst/>
              <a:gdLst/>
              <a:ahLst/>
              <a:cxnLst/>
              <a:rect l="l" t="t" r="r" b="b"/>
              <a:pathLst>
                <a:path w="52332" h="40771" extrusionOk="0">
                  <a:moveTo>
                    <a:pt x="0" y="0"/>
                  </a:moveTo>
                  <a:lnTo>
                    <a:pt x="16432" y="20386"/>
                  </a:lnTo>
                  <a:lnTo>
                    <a:pt x="0" y="40771"/>
                  </a:lnTo>
                  <a:lnTo>
                    <a:pt x="52331" y="40771"/>
                  </a:lnTo>
                  <a:lnTo>
                    <a:pt x="5233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49"/>
            <p:cNvSpPr/>
            <p:nvPr/>
          </p:nvSpPr>
          <p:spPr>
            <a:xfrm>
              <a:off x="1119355" y="481275"/>
              <a:ext cx="736311" cy="573648"/>
            </a:xfrm>
            <a:custGeom>
              <a:avLst/>
              <a:gdLst/>
              <a:ahLst/>
              <a:cxnLst/>
              <a:rect l="l" t="t" r="r" b="b"/>
              <a:pathLst>
                <a:path w="52332" h="40771" extrusionOk="0">
                  <a:moveTo>
                    <a:pt x="0" y="0"/>
                  </a:moveTo>
                  <a:lnTo>
                    <a:pt x="16432" y="20386"/>
                  </a:lnTo>
                  <a:lnTo>
                    <a:pt x="0" y="40771"/>
                  </a:lnTo>
                  <a:lnTo>
                    <a:pt x="52331" y="40771"/>
                  </a:lnTo>
                  <a:lnTo>
                    <a:pt x="5233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49"/>
            <p:cNvSpPr/>
            <p:nvPr/>
          </p:nvSpPr>
          <p:spPr>
            <a:xfrm>
              <a:off x="1849808" y="481299"/>
              <a:ext cx="4286400" cy="573600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31" name="Google Shape;3331;p49"/>
          <p:cNvSpPr txBox="1">
            <a:spLocks noGrp="1"/>
          </p:cNvSpPr>
          <p:nvPr>
            <p:ph type="title"/>
          </p:nvPr>
        </p:nvSpPr>
        <p:spPr>
          <a:xfrm>
            <a:off x="1348312" y="2786245"/>
            <a:ext cx="6463814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Кейс: ПАО «ВымпелКом» (Билайн)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32" name="Google Shape;3332;p49"/>
          <p:cNvSpPr/>
          <p:nvPr/>
        </p:nvSpPr>
        <p:spPr>
          <a:xfrm rot="10800000">
            <a:off x="6994511" y="-11"/>
            <a:ext cx="2182839" cy="978588"/>
          </a:xfrm>
          <a:custGeom>
            <a:avLst/>
            <a:gdLst/>
            <a:ahLst/>
            <a:cxnLst/>
            <a:rect l="l" t="t" r="r" b="b"/>
            <a:pathLst>
              <a:path w="70545" h="31626" extrusionOk="0">
                <a:moveTo>
                  <a:pt x="10365" y="1"/>
                </a:moveTo>
                <a:lnTo>
                  <a:pt x="9853" y="20"/>
                </a:lnTo>
                <a:lnTo>
                  <a:pt x="9360" y="39"/>
                </a:lnTo>
                <a:lnTo>
                  <a:pt x="8868" y="76"/>
                </a:lnTo>
                <a:lnTo>
                  <a:pt x="8375" y="152"/>
                </a:lnTo>
                <a:lnTo>
                  <a:pt x="7882" y="209"/>
                </a:lnTo>
                <a:lnTo>
                  <a:pt x="7390" y="304"/>
                </a:lnTo>
                <a:lnTo>
                  <a:pt x="6916" y="399"/>
                </a:lnTo>
                <a:lnTo>
                  <a:pt x="6423" y="512"/>
                </a:lnTo>
                <a:lnTo>
                  <a:pt x="5950" y="645"/>
                </a:lnTo>
                <a:lnTo>
                  <a:pt x="5457" y="778"/>
                </a:lnTo>
                <a:lnTo>
                  <a:pt x="4983" y="929"/>
                </a:lnTo>
                <a:lnTo>
                  <a:pt x="4510" y="1100"/>
                </a:lnTo>
                <a:lnTo>
                  <a:pt x="4055" y="1270"/>
                </a:lnTo>
                <a:lnTo>
                  <a:pt x="3581" y="1441"/>
                </a:lnTo>
                <a:lnTo>
                  <a:pt x="2653" y="1858"/>
                </a:lnTo>
                <a:lnTo>
                  <a:pt x="1762" y="2293"/>
                </a:lnTo>
                <a:lnTo>
                  <a:pt x="872" y="2767"/>
                </a:lnTo>
                <a:lnTo>
                  <a:pt x="0" y="3279"/>
                </a:lnTo>
                <a:lnTo>
                  <a:pt x="0" y="31625"/>
                </a:lnTo>
                <a:lnTo>
                  <a:pt x="70545" y="31625"/>
                </a:lnTo>
                <a:lnTo>
                  <a:pt x="70488" y="31247"/>
                </a:lnTo>
                <a:lnTo>
                  <a:pt x="70412" y="30849"/>
                </a:lnTo>
                <a:lnTo>
                  <a:pt x="70317" y="30470"/>
                </a:lnTo>
                <a:lnTo>
                  <a:pt x="70222" y="30091"/>
                </a:lnTo>
                <a:lnTo>
                  <a:pt x="70090" y="29712"/>
                </a:lnTo>
                <a:lnTo>
                  <a:pt x="69976" y="29333"/>
                </a:lnTo>
                <a:lnTo>
                  <a:pt x="69825" y="28973"/>
                </a:lnTo>
                <a:lnTo>
                  <a:pt x="69673" y="28613"/>
                </a:lnTo>
                <a:lnTo>
                  <a:pt x="69483" y="28196"/>
                </a:lnTo>
                <a:lnTo>
                  <a:pt x="69275" y="27798"/>
                </a:lnTo>
                <a:lnTo>
                  <a:pt x="69048" y="27381"/>
                </a:lnTo>
                <a:lnTo>
                  <a:pt x="68801" y="27002"/>
                </a:lnTo>
                <a:lnTo>
                  <a:pt x="68536" y="26604"/>
                </a:lnTo>
                <a:lnTo>
                  <a:pt x="68252" y="26225"/>
                </a:lnTo>
                <a:lnTo>
                  <a:pt x="67968" y="25865"/>
                </a:lnTo>
                <a:lnTo>
                  <a:pt x="67664" y="25505"/>
                </a:lnTo>
                <a:lnTo>
                  <a:pt x="67323" y="25164"/>
                </a:lnTo>
                <a:lnTo>
                  <a:pt x="67001" y="24823"/>
                </a:lnTo>
                <a:lnTo>
                  <a:pt x="66641" y="24501"/>
                </a:lnTo>
                <a:lnTo>
                  <a:pt x="66281" y="24217"/>
                </a:lnTo>
                <a:lnTo>
                  <a:pt x="65902" y="23932"/>
                </a:lnTo>
                <a:lnTo>
                  <a:pt x="65523" y="23667"/>
                </a:lnTo>
                <a:lnTo>
                  <a:pt x="65125" y="23421"/>
                </a:lnTo>
                <a:lnTo>
                  <a:pt x="64727" y="23193"/>
                </a:lnTo>
                <a:lnTo>
                  <a:pt x="64311" y="22985"/>
                </a:lnTo>
                <a:lnTo>
                  <a:pt x="63894" y="22796"/>
                </a:lnTo>
                <a:lnTo>
                  <a:pt x="63458" y="22644"/>
                </a:lnTo>
                <a:lnTo>
                  <a:pt x="63022" y="22511"/>
                </a:lnTo>
                <a:lnTo>
                  <a:pt x="62586" y="22417"/>
                </a:lnTo>
                <a:lnTo>
                  <a:pt x="62131" y="22341"/>
                </a:lnTo>
                <a:lnTo>
                  <a:pt x="61677" y="22284"/>
                </a:lnTo>
                <a:lnTo>
                  <a:pt x="61222" y="22265"/>
                </a:lnTo>
                <a:lnTo>
                  <a:pt x="60767" y="22284"/>
                </a:lnTo>
                <a:lnTo>
                  <a:pt x="60312" y="22322"/>
                </a:lnTo>
                <a:lnTo>
                  <a:pt x="59839" y="22398"/>
                </a:lnTo>
                <a:lnTo>
                  <a:pt x="59384" y="22511"/>
                </a:lnTo>
                <a:lnTo>
                  <a:pt x="58910" y="22663"/>
                </a:lnTo>
                <a:lnTo>
                  <a:pt x="58456" y="22833"/>
                </a:lnTo>
                <a:lnTo>
                  <a:pt x="57982" y="23061"/>
                </a:lnTo>
                <a:lnTo>
                  <a:pt x="57527" y="23326"/>
                </a:lnTo>
                <a:lnTo>
                  <a:pt x="57432" y="22663"/>
                </a:lnTo>
                <a:lnTo>
                  <a:pt x="57319" y="22038"/>
                </a:lnTo>
                <a:lnTo>
                  <a:pt x="57186" y="21412"/>
                </a:lnTo>
                <a:lnTo>
                  <a:pt x="57015" y="20806"/>
                </a:lnTo>
                <a:lnTo>
                  <a:pt x="56826" y="20219"/>
                </a:lnTo>
                <a:lnTo>
                  <a:pt x="56599" y="19669"/>
                </a:lnTo>
                <a:lnTo>
                  <a:pt x="56352" y="19120"/>
                </a:lnTo>
                <a:lnTo>
                  <a:pt x="56068" y="18589"/>
                </a:lnTo>
                <a:lnTo>
                  <a:pt x="55746" y="18077"/>
                </a:lnTo>
                <a:lnTo>
                  <a:pt x="55405" y="17585"/>
                </a:lnTo>
                <a:lnTo>
                  <a:pt x="55045" y="17111"/>
                </a:lnTo>
                <a:lnTo>
                  <a:pt x="54647" y="16656"/>
                </a:lnTo>
                <a:lnTo>
                  <a:pt x="54211" y="16220"/>
                </a:lnTo>
                <a:lnTo>
                  <a:pt x="53756" y="15804"/>
                </a:lnTo>
                <a:lnTo>
                  <a:pt x="53264" y="15406"/>
                </a:lnTo>
                <a:lnTo>
                  <a:pt x="52752" y="15046"/>
                </a:lnTo>
                <a:lnTo>
                  <a:pt x="52089" y="14553"/>
                </a:lnTo>
                <a:lnTo>
                  <a:pt x="51407" y="14098"/>
                </a:lnTo>
                <a:lnTo>
                  <a:pt x="50706" y="13662"/>
                </a:lnTo>
                <a:lnTo>
                  <a:pt x="50005" y="13265"/>
                </a:lnTo>
                <a:lnTo>
                  <a:pt x="49285" y="12905"/>
                </a:lnTo>
                <a:lnTo>
                  <a:pt x="48546" y="12544"/>
                </a:lnTo>
                <a:lnTo>
                  <a:pt x="47807" y="12222"/>
                </a:lnTo>
                <a:lnTo>
                  <a:pt x="47049" y="11938"/>
                </a:lnTo>
                <a:lnTo>
                  <a:pt x="46291" y="11673"/>
                </a:lnTo>
                <a:lnTo>
                  <a:pt x="45533" y="11445"/>
                </a:lnTo>
                <a:lnTo>
                  <a:pt x="44756" y="11237"/>
                </a:lnTo>
                <a:lnTo>
                  <a:pt x="43979" y="11067"/>
                </a:lnTo>
                <a:lnTo>
                  <a:pt x="43202" y="10915"/>
                </a:lnTo>
                <a:lnTo>
                  <a:pt x="42406" y="10782"/>
                </a:lnTo>
                <a:lnTo>
                  <a:pt x="41629" y="10688"/>
                </a:lnTo>
                <a:lnTo>
                  <a:pt x="40834" y="10631"/>
                </a:lnTo>
                <a:lnTo>
                  <a:pt x="40057" y="10593"/>
                </a:lnTo>
                <a:lnTo>
                  <a:pt x="39261" y="10593"/>
                </a:lnTo>
                <a:lnTo>
                  <a:pt x="38465" y="10612"/>
                </a:lnTo>
                <a:lnTo>
                  <a:pt x="37688" y="10669"/>
                </a:lnTo>
                <a:lnTo>
                  <a:pt x="36911" y="10744"/>
                </a:lnTo>
                <a:lnTo>
                  <a:pt x="36134" y="10858"/>
                </a:lnTo>
                <a:lnTo>
                  <a:pt x="35358" y="10991"/>
                </a:lnTo>
                <a:lnTo>
                  <a:pt x="34581" y="11161"/>
                </a:lnTo>
                <a:lnTo>
                  <a:pt x="33823" y="11370"/>
                </a:lnTo>
                <a:lnTo>
                  <a:pt x="33084" y="11597"/>
                </a:lnTo>
                <a:lnTo>
                  <a:pt x="32345" y="11862"/>
                </a:lnTo>
                <a:lnTo>
                  <a:pt x="31606" y="12147"/>
                </a:lnTo>
                <a:lnTo>
                  <a:pt x="30886" y="12469"/>
                </a:lnTo>
                <a:lnTo>
                  <a:pt x="30166" y="12829"/>
                </a:lnTo>
                <a:lnTo>
                  <a:pt x="29465" y="13208"/>
                </a:lnTo>
                <a:lnTo>
                  <a:pt x="28782" y="13625"/>
                </a:lnTo>
                <a:lnTo>
                  <a:pt x="28574" y="13037"/>
                </a:lnTo>
                <a:lnTo>
                  <a:pt x="28366" y="12450"/>
                </a:lnTo>
                <a:lnTo>
                  <a:pt x="28119" y="11881"/>
                </a:lnTo>
                <a:lnTo>
                  <a:pt x="27873" y="11332"/>
                </a:lnTo>
                <a:lnTo>
                  <a:pt x="27589" y="10782"/>
                </a:lnTo>
                <a:lnTo>
                  <a:pt x="27305" y="10252"/>
                </a:lnTo>
                <a:lnTo>
                  <a:pt x="27001" y="9721"/>
                </a:lnTo>
                <a:lnTo>
                  <a:pt x="26698" y="9210"/>
                </a:lnTo>
                <a:lnTo>
                  <a:pt x="26357" y="8717"/>
                </a:lnTo>
                <a:lnTo>
                  <a:pt x="26016" y="8224"/>
                </a:lnTo>
                <a:lnTo>
                  <a:pt x="25656" y="7751"/>
                </a:lnTo>
                <a:lnTo>
                  <a:pt x="25296" y="7277"/>
                </a:lnTo>
                <a:lnTo>
                  <a:pt x="24898" y="6822"/>
                </a:lnTo>
                <a:lnTo>
                  <a:pt x="24500" y="6386"/>
                </a:lnTo>
                <a:lnTo>
                  <a:pt x="24102" y="5950"/>
                </a:lnTo>
                <a:lnTo>
                  <a:pt x="23666" y="5534"/>
                </a:lnTo>
                <a:lnTo>
                  <a:pt x="23231" y="5136"/>
                </a:lnTo>
                <a:lnTo>
                  <a:pt x="22795" y="4757"/>
                </a:lnTo>
                <a:lnTo>
                  <a:pt x="22340" y="4378"/>
                </a:lnTo>
                <a:lnTo>
                  <a:pt x="21866" y="4018"/>
                </a:lnTo>
                <a:lnTo>
                  <a:pt x="21374" y="3658"/>
                </a:lnTo>
                <a:lnTo>
                  <a:pt x="20881" y="3317"/>
                </a:lnTo>
                <a:lnTo>
                  <a:pt x="20369" y="2995"/>
                </a:lnTo>
                <a:lnTo>
                  <a:pt x="19858" y="2691"/>
                </a:lnTo>
                <a:lnTo>
                  <a:pt x="19346" y="2407"/>
                </a:lnTo>
                <a:lnTo>
                  <a:pt x="18797" y="2123"/>
                </a:lnTo>
                <a:lnTo>
                  <a:pt x="18247" y="1858"/>
                </a:lnTo>
                <a:lnTo>
                  <a:pt x="17698" y="1611"/>
                </a:lnTo>
                <a:lnTo>
                  <a:pt x="17129" y="1365"/>
                </a:lnTo>
                <a:lnTo>
                  <a:pt x="16561" y="1157"/>
                </a:lnTo>
                <a:lnTo>
                  <a:pt x="15973" y="948"/>
                </a:lnTo>
                <a:lnTo>
                  <a:pt x="15386" y="759"/>
                </a:lnTo>
                <a:lnTo>
                  <a:pt x="14893" y="607"/>
                </a:lnTo>
                <a:lnTo>
                  <a:pt x="14382" y="474"/>
                </a:lnTo>
                <a:lnTo>
                  <a:pt x="13870" y="342"/>
                </a:lnTo>
                <a:lnTo>
                  <a:pt x="13378" y="247"/>
                </a:lnTo>
                <a:lnTo>
                  <a:pt x="12866" y="171"/>
                </a:lnTo>
                <a:lnTo>
                  <a:pt x="12354" y="95"/>
                </a:lnTo>
                <a:lnTo>
                  <a:pt x="11862" y="58"/>
                </a:lnTo>
                <a:lnTo>
                  <a:pt x="11350" y="20"/>
                </a:lnTo>
                <a:lnTo>
                  <a:pt x="10857" y="1"/>
                </a:lnTo>
                <a:close/>
              </a:path>
            </a:pathLst>
          </a:custGeom>
          <a:solidFill>
            <a:srgbClr val="FFFFFF">
              <a:alpha val="3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3" name="Google Shape;3333;p49"/>
          <p:cNvSpPr/>
          <p:nvPr/>
        </p:nvSpPr>
        <p:spPr>
          <a:xfrm rot="5400000">
            <a:off x="-547425" y="547385"/>
            <a:ext cx="1984431" cy="889639"/>
          </a:xfrm>
          <a:custGeom>
            <a:avLst/>
            <a:gdLst/>
            <a:ahLst/>
            <a:cxnLst/>
            <a:rect l="l" t="t" r="r" b="b"/>
            <a:pathLst>
              <a:path w="70545" h="31626" extrusionOk="0">
                <a:moveTo>
                  <a:pt x="10365" y="1"/>
                </a:moveTo>
                <a:lnTo>
                  <a:pt x="9853" y="20"/>
                </a:lnTo>
                <a:lnTo>
                  <a:pt x="9360" y="39"/>
                </a:lnTo>
                <a:lnTo>
                  <a:pt x="8868" y="76"/>
                </a:lnTo>
                <a:lnTo>
                  <a:pt x="8375" y="152"/>
                </a:lnTo>
                <a:lnTo>
                  <a:pt x="7882" y="209"/>
                </a:lnTo>
                <a:lnTo>
                  <a:pt x="7390" y="304"/>
                </a:lnTo>
                <a:lnTo>
                  <a:pt x="6916" y="399"/>
                </a:lnTo>
                <a:lnTo>
                  <a:pt x="6423" y="512"/>
                </a:lnTo>
                <a:lnTo>
                  <a:pt x="5950" y="645"/>
                </a:lnTo>
                <a:lnTo>
                  <a:pt x="5457" y="778"/>
                </a:lnTo>
                <a:lnTo>
                  <a:pt x="4983" y="929"/>
                </a:lnTo>
                <a:lnTo>
                  <a:pt x="4510" y="1100"/>
                </a:lnTo>
                <a:lnTo>
                  <a:pt x="4055" y="1270"/>
                </a:lnTo>
                <a:lnTo>
                  <a:pt x="3581" y="1441"/>
                </a:lnTo>
                <a:lnTo>
                  <a:pt x="2653" y="1858"/>
                </a:lnTo>
                <a:lnTo>
                  <a:pt x="1762" y="2293"/>
                </a:lnTo>
                <a:lnTo>
                  <a:pt x="872" y="2767"/>
                </a:lnTo>
                <a:lnTo>
                  <a:pt x="0" y="3279"/>
                </a:lnTo>
                <a:lnTo>
                  <a:pt x="0" y="31625"/>
                </a:lnTo>
                <a:lnTo>
                  <a:pt x="70545" y="31625"/>
                </a:lnTo>
                <a:lnTo>
                  <a:pt x="70488" y="31247"/>
                </a:lnTo>
                <a:lnTo>
                  <a:pt x="70412" y="30849"/>
                </a:lnTo>
                <a:lnTo>
                  <a:pt x="70317" y="30470"/>
                </a:lnTo>
                <a:lnTo>
                  <a:pt x="70222" y="30091"/>
                </a:lnTo>
                <a:lnTo>
                  <a:pt x="70090" y="29712"/>
                </a:lnTo>
                <a:lnTo>
                  <a:pt x="69976" y="29333"/>
                </a:lnTo>
                <a:lnTo>
                  <a:pt x="69825" y="28973"/>
                </a:lnTo>
                <a:lnTo>
                  <a:pt x="69673" y="28613"/>
                </a:lnTo>
                <a:lnTo>
                  <a:pt x="69483" y="28196"/>
                </a:lnTo>
                <a:lnTo>
                  <a:pt x="69275" y="27798"/>
                </a:lnTo>
                <a:lnTo>
                  <a:pt x="69048" y="27381"/>
                </a:lnTo>
                <a:lnTo>
                  <a:pt x="68801" y="27002"/>
                </a:lnTo>
                <a:lnTo>
                  <a:pt x="68536" y="26604"/>
                </a:lnTo>
                <a:lnTo>
                  <a:pt x="68252" y="26225"/>
                </a:lnTo>
                <a:lnTo>
                  <a:pt x="67968" y="25865"/>
                </a:lnTo>
                <a:lnTo>
                  <a:pt x="67664" y="25505"/>
                </a:lnTo>
                <a:lnTo>
                  <a:pt x="67323" y="25164"/>
                </a:lnTo>
                <a:lnTo>
                  <a:pt x="67001" y="24823"/>
                </a:lnTo>
                <a:lnTo>
                  <a:pt x="66641" y="24501"/>
                </a:lnTo>
                <a:lnTo>
                  <a:pt x="66281" y="24217"/>
                </a:lnTo>
                <a:lnTo>
                  <a:pt x="65902" y="23932"/>
                </a:lnTo>
                <a:lnTo>
                  <a:pt x="65523" y="23667"/>
                </a:lnTo>
                <a:lnTo>
                  <a:pt x="65125" y="23421"/>
                </a:lnTo>
                <a:lnTo>
                  <a:pt x="64727" y="23193"/>
                </a:lnTo>
                <a:lnTo>
                  <a:pt x="64311" y="22985"/>
                </a:lnTo>
                <a:lnTo>
                  <a:pt x="63894" y="22796"/>
                </a:lnTo>
                <a:lnTo>
                  <a:pt x="63458" y="22644"/>
                </a:lnTo>
                <a:lnTo>
                  <a:pt x="63022" y="22511"/>
                </a:lnTo>
                <a:lnTo>
                  <a:pt x="62586" y="22417"/>
                </a:lnTo>
                <a:lnTo>
                  <a:pt x="62131" y="22341"/>
                </a:lnTo>
                <a:lnTo>
                  <a:pt x="61677" y="22284"/>
                </a:lnTo>
                <a:lnTo>
                  <a:pt x="61222" y="22265"/>
                </a:lnTo>
                <a:lnTo>
                  <a:pt x="60767" y="22284"/>
                </a:lnTo>
                <a:lnTo>
                  <a:pt x="60312" y="22322"/>
                </a:lnTo>
                <a:lnTo>
                  <a:pt x="59839" y="22398"/>
                </a:lnTo>
                <a:lnTo>
                  <a:pt x="59384" y="22511"/>
                </a:lnTo>
                <a:lnTo>
                  <a:pt x="58910" y="22663"/>
                </a:lnTo>
                <a:lnTo>
                  <a:pt x="58456" y="22833"/>
                </a:lnTo>
                <a:lnTo>
                  <a:pt x="57982" y="23061"/>
                </a:lnTo>
                <a:lnTo>
                  <a:pt x="57527" y="23326"/>
                </a:lnTo>
                <a:lnTo>
                  <a:pt x="57432" y="22663"/>
                </a:lnTo>
                <a:lnTo>
                  <a:pt x="57319" y="22038"/>
                </a:lnTo>
                <a:lnTo>
                  <a:pt x="57186" y="21412"/>
                </a:lnTo>
                <a:lnTo>
                  <a:pt x="57015" y="20806"/>
                </a:lnTo>
                <a:lnTo>
                  <a:pt x="56826" y="20219"/>
                </a:lnTo>
                <a:lnTo>
                  <a:pt x="56599" y="19669"/>
                </a:lnTo>
                <a:lnTo>
                  <a:pt x="56352" y="19120"/>
                </a:lnTo>
                <a:lnTo>
                  <a:pt x="56068" y="18589"/>
                </a:lnTo>
                <a:lnTo>
                  <a:pt x="55746" y="18077"/>
                </a:lnTo>
                <a:lnTo>
                  <a:pt x="55405" y="17585"/>
                </a:lnTo>
                <a:lnTo>
                  <a:pt x="55045" y="17111"/>
                </a:lnTo>
                <a:lnTo>
                  <a:pt x="54647" y="16656"/>
                </a:lnTo>
                <a:lnTo>
                  <a:pt x="54211" y="16220"/>
                </a:lnTo>
                <a:lnTo>
                  <a:pt x="53756" y="15804"/>
                </a:lnTo>
                <a:lnTo>
                  <a:pt x="53264" y="15406"/>
                </a:lnTo>
                <a:lnTo>
                  <a:pt x="52752" y="15046"/>
                </a:lnTo>
                <a:lnTo>
                  <a:pt x="52089" y="14553"/>
                </a:lnTo>
                <a:lnTo>
                  <a:pt x="51407" y="14098"/>
                </a:lnTo>
                <a:lnTo>
                  <a:pt x="50706" y="13662"/>
                </a:lnTo>
                <a:lnTo>
                  <a:pt x="50005" y="13265"/>
                </a:lnTo>
                <a:lnTo>
                  <a:pt x="49285" y="12905"/>
                </a:lnTo>
                <a:lnTo>
                  <a:pt x="48546" y="12544"/>
                </a:lnTo>
                <a:lnTo>
                  <a:pt x="47807" y="12222"/>
                </a:lnTo>
                <a:lnTo>
                  <a:pt x="47049" y="11938"/>
                </a:lnTo>
                <a:lnTo>
                  <a:pt x="46291" y="11673"/>
                </a:lnTo>
                <a:lnTo>
                  <a:pt x="45533" y="11445"/>
                </a:lnTo>
                <a:lnTo>
                  <a:pt x="44756" y="11237"/>
                </a:lnTo>
                <a:lnTo>
                  <a:pt x="43979" y="11067"/>
                </a:lnTo>
                <a:lnTo>
                  <a:pt x="43202" y="10915"/>
                </a:lnTo>
                <a:lnTo>
                  <a:pt x="42406" y="10782"/>
                </a:lnTo>
                <a:lnTo>
                  <a:pt x="41629" y="10688"/>
                </a:lnTo>
                <a:lnTo>
                  <a:pt x="40834" y="10631"/>
                </a:lnTo>
                <a:lnTo>
                  <a:pt x="40057" y="10593"/>
                </a:lnTo>
                <a:lnTo>
                  <a:pt x="39261" y="10593"/>
                </a:lnTo>
                <a:lnTo>
                  <a:pt x="38465" y="10612"/>
                </a:lnTo>
                <a:lnTo>
                  <a:pt x="37688" y="10669"/>
                </a:lnTo>
                <a:lnTo>
                  <a:pt x="36911" y="10744"/>
                </a:lnTo>
                <a:lnTo>
                  <a:pt x="36134" y="10858"/>
                </a:lnTo>
                <a:lnTo>
                  <a:pt x="35358" y="10991"/>
                </a:lnTo>
                <a:lnTo>
                  <a:pt x="34581" y="11161"/>
                </a:lnTo>
                <a:lnTo>
                  <a:pt x="33823" y="11370"/>
                </a:lnTo>
                <a:lnTo>
                  <a:pt x="33084" y="11597"/>
                </a:lnTo>
                <a:lnTo>
                  <a:pt x="32345" y="11862"/>
                </a:lnTo>
                <a:lnTo>
                  <a:pt x="31606" y="12147"/>
                </a:lnTo>
                <a:lnTo>
                  <a:pt x="30886" y="12469"/>
                </a:lnTo>
                <a:lnTo>
                  <a:pt x="30166" y="12829"/>
                </a:lnTo>
                <a:lnTo>
                  <a:pt x="29465" y="13208"/>
                </a:lnTo>
                <a:lnTo>
                  <a:pt x="28782" y="13625"/>
                </a:lnTo>
                <a:lnTo>
                  <a:pt x="28574" y="13037"/>
                </a:lnTo>
                <a:lnTo>
                  <a:pt x="28366" y="12450"/>
                </a:lnTo>
                <a:lnTo>
                  <a:pt x="28119" y="11881"/>
                </a:lnTo>
                <a:lnTo>
                  <a:pt x="27873" y="11332"/>
                </a:lnTo>
                <a:lnTo>
                  <a:pt x="27589" y="10782"/>
                </a:lnTo>
                <a:lnTo>
                  <a:pt x="27305" y="10252"/>
                </a:lnTo>
                <a:lnTo>
                  <a:pt x="27001" y="9721"/>
                </a:lnTo>
                <a:lnTo>
                  <a:pt x="26698" y="9210"/>
                </a:lnTo>
                <a:lnTo>
                  <a:pt x="26357" y="8717"/>
                </a:lnTo>
                <a:lnTo>
                  <a:pt x="26016" y="8224"/>
                </a:lnTo>
                <a:lnTo>
                  <a:pt x="25656" y="7751"/>
                </a:lnTo>
                <a:lnTo>
                  <a:pt x="25296" y="7277"/>
                </a:lnTo>
                <a:lnTo>
                  <a:pt x="24898" y="6822"/>
                </a:lnTo>
                <a:lnTo>
                  <a:pt x="24500" y="6386"/>
                </a:lnTo>
                <a:lnTo>
                  <a:pt x="24102" y="5950"/>
                </a:lnTo>
                <a:lnTo>
                  <a:pt x="23666" y="5534"/>
                </a:lnTo>
                <a:lnTo>
                  <a:pt x="23231" y="5136"/>
                </a:lnTo>
                <a:lnTo>
                  <a:pt x="22795" y="4757"/>
                </a:lnTo>
                <a:lnTo>
                  <a:pt x="22340" y="4378"/>
                </a:lnTo>
                <a:lnTo>
                  <a:pt x="21866" y="4018"/>
                </a:lnTo>
                <a:lnTo>
                  <a:pt x="21374" y="3658"/>
                </a:lnTo>
                <a:lnTo>
                  <a:pt x="20881" y="3317"/>
                </a:lnTo>
                <a:lnTo>
                  <a:pt x="20369" y="2995"/>
                </a:lnTo>
                <a:lnTo>
                  <a:pt x="19858" y="2691"/>
                </a:lnTo>
                <a:lnTo>
                  <a:pt x="19346" y="2407"/>
                </a:lnTo>
                <a:lnTo>
                  <a:pt x="18797" y="2123"/>
                </a:lnTo>
                <a:lnTo>
                  <a:pt x="18247" y="1858"/>
                </a:lnTo>
                <a:lnTo>
                  <a:pt x="17698" y="1611"/>
                </a:lnTo>
                <a:lnTo>
                  <a:pt x="17129" y="1365"/>
                </a:lnTo>
                <a:lnTo>
                  <a:pt x="16561" y="1157"/>
                </a:lnTo>
                <a:lnTo>
                  <a:pt x="15973" y="948"/>
                </a:lnTo>
                <a:lnTo>
                  <a:pt x="15386" y="759"/>
                </a:lnTo>
                <a:lnTo>
                  <a:pt x="14893" y="607"/>
                </a:lnTo>
                <a:lnTo>
                  <a:pt x="14382" y="474"/>
                </a:lnTo>
                <a:lnTo>
                  <a:pt x="13870" y="342"/>
                </a:lnTo>
                <a:lnTo>
                  <a:pt x="13378" y="247"/>
                </a:lnTo>
                <a:lnTo>
                  <a:pt x="12866" y="171"/>
                </a:lnTo>
                <a:lnTo>
                  <a:pt x="12354" y="95"/>
                </a:lnTo>
                <a:lnTo>
                  <a:pt x="11862" y="58"/>
                </a:lnTo>
                <a:lnTo>
                  <a:pt x="11350" y="20"/>
                </a:lnTo>
                <a:lnTo>
                  <a:pt x="10857" y="1"/>
                </a:lnTo>
                <a:close/>
              </a:path>
            </a:pathLst>
          </a:custGeom>
          <a:solidFill>
            <a:srgbClr val="FFFFFF">
              <a:alpha val="3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34" name="Google Shape;3334;p49"/>
          <p:cNvGrpSpPr/>
          <p:nvPr/>
        </p:nvGrpSpPr>
        <p:grpSpPr>
          <a:xfrm>
            <a:off x="407405" y="451290"/>
            <a:ext cx="611648" cy="365223"/>
            <a:chOff x="4504125" y="1762525"/>
            <a:chExt cx="985575" cy="588500"/>
          </a:xfrm>
        </p:grpSpPr>
        <p:sp>
          <p:nvSpPr>
            <p:cNvPr id="3335" name="Google Shape;3335;p49"/>
            <p:cNvSpPr/>
            <p:nvPr/>
          </p:nvSpPr>
          <p:spPr>
            <a:xfrm>
              <a:off x="4691775" y="2150600"/>
              <a:ext cx="87950" cy="105425"/>
            </a:xfrm>
            <a:custGeom>
              <a:avLst/>
              <a:gdLst/>
              <a:ahLst/>
              <a:cxnLst/>
              <a:rect l="l" t="t" r="r" b="b"/>
              <a:pathLst>
                <a:path w="3518" h="4217" extrusionOk="0">
                  <a:moveTo>
                    <a:pt x="1910" y="0"/>
                  </a:moveTo>
                  <a:lnTo>
                    <a:pt x="1" y="4216"/>
                  </a:lnTo>
                  <a:lnTo>
                    <a:pt x="3517" y="1607"/>
                  </a:lnTo>
                  <a:lnTo>
                    <a:pt x="3498" y="1569"/>
                  </a:lnTo>
                  <a:lnTo>
                    <a:pt x="191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49"/>
            <p:cNvSpPr/>
            <p:nvPr/>
          </p:nvSpPr>
          <p:spPr>
            <a:xfrm>
              <a:off x="4504125" y="1762525"/>
              <a:ext cx="985575" cy="310100"/>
            </a:xfrm>
            <a:custGeom>
              <a:avLst/>
              <a:gdLst/>
              <a:ahLst/>
              <a:cxnLst/>
              <a:rect l="l" t="t" r="r" b="b"/>
              <a:pathLst>
                <a:path w="39423" h="12404" extrusionOk="0">
                  <a:moveTo>
                    <a:pt x="39422" y="0"/>
                  </a:moveTo>
                  <a:lnTo>
                    <a:pt x="0" y="4859"/>
                  </a:lnTo>
                  <a:lnTo>
                    <a:pt x="6372" y="12403"/>
                  </a:lnTo>
                  <a:lnTo>
                    <a:pt x="39422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EFEFE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49"/>
            <p:cNvSpPr/>
            <p:nvPr/>
          </p:nvSpPr>
          <p:spPr>
            <a:xfrm>
              <a:off x="4663425" y="1762525"/>
              <a:ext cx="826275" cy="588500"/>
            </a:xfrm>
            <a:custGeom>
              <a:avLst/>
              <a:gdLst/>
              <a:ahLst/>
              <a:cxnLst/>
              <a:rect l="l" t="t" r="r" b="b"/>
              <a:pathLst>
                <a:path w="33051" h="235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4632" y="17092"/>
                  </a:lnTo>
                  <a:lnTo>
                    <a:pt x="10513" y="23540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49"/>
            <p:cNvSpPr/>
            <p:nvPr/>
          </p:nvSpPr>
          <p:spPr>
            <a:xfrm>
              <a:off x="4663425" y="1762525"/>
              <a:ext cx="826275" cy="493500"/>
            </a:xfrm>
            <a:custGeom>
              <a:avLst/>
              <a:gdLst/>
              <a:ahLst/>
              <a:cxnLst/>
              <a:rect l="l" t="t" r="r" b="b"/>
              <a:pathLst>
                <a:path w="33051" h="197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9" name="Google Shape;3339;p49"/>
          <p:cNvGrpSpPr/>
          <p:nvPr/>
        </p:nvGrpSpPr>
        <p:grpSpPr>
          <a:xfrm>
            <a:off x="322530" y="1119565"/>
            <a:ext cx="611648" cy="365223"/>
            <a:chOff x="4504125" y="1762525"/>
            <a:chExt cx="985575" cy="588500"/>
          </a:xfrm>
        </p:grpSpPr>
        <p:sp>
          <p:nvSpPr>
            <p:cNvPr id="3340" name="Google Shape;3340;p49"/>
            <p:cNvSpPr/>
            <p:nvPr/>
          </p:nvSpPr>
          <p:spPr>
            <a:xfrm>
              <a:off x="4691775" y="2150600"/>
              <a:ext cx="87950" cy="105425"/>
            </a:xfrm>
            <a:custGeom>
              <a:avLst/>
              <a:gdLst/>
              <a:ahLst/>
              <a:cxnLst/>
              <a:rect l="l" t="t" r="r" b="b"/>
              <a:pathLst>
                <a:path w="3518" h="4217" extrusionOk="0">
                  <a:moveTo>
                    <a:pt x="1910" y="0"/>
                  </a:moveTo>
                  <a:lnTo>
                    <a:pt x="1" y="4216"/>
                  </a:lnTo>
                  <a:lnTo>
                    <a:pt x="3517" y="1607"/>
                  </a:lnTo>
                  <a:lnTo>
                    <a:pt x="3498" y="1569"/>
                  </a:lnTo>
                  <a:lnTo>
                    <a:pt x="191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49"/>
            <p:cNvSpPr/>
            <p:nvPr/>
          </p:nvSpPr>
          <p:spPr>
            <a:xfrm>
              <a:off x="4504125" y="1762525"/>
              <a:ext cx="985575" cy="310100"/>
            </a:xfrm>
            <a:custGeom>
              <a:avLst/>
              <a:gdLst/>
              <a:ahLst/>
              <a:cxnLst/>
              <a:rect l="l" t="t" r="r" b="b"/>
              <a:pathLst>
                <a:path w="39423" h="12404" extrusionOk="0">
                  <a:moveTo>
                    <a:pt x="39422" y="0"/>
                  </a:moveTo>
                  <a:lnTo>
                    <a:pt x="0" y="4859"/>
                  </a:lnTo>
                  <a:lnTo>
                    <a:pt x="6372" y="12403"/>
                  </a:lnTo>
                  <a:lnTo>
                    <a:pt x="39422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EFEFE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49"/>
            <p:cNvSpPr/>
            <p:nvPr/>
          </p:nvSpPr>
          <p:spPr>
            <a:xfrm>
              <a:off x="4663425" y="1762525"/>
              <a:ext cx="826275" cy="588500"/>
            </a:xfrm>
            <a:custGeom>
              <a:avLst/>
              <a:gdLst/>
              <a:ahLst/>
              <a:cxnLst/>
              <a:rect l="l" t="t" r="r" b="b"/>
              <a:pathLst>
                <a:path w="33051" h="235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4632" y="17092"/>
                  </a:lnTo>
                  <a:lnTo>
                    <a:pt x="10513" y="23540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49"/>
            <p:cNvSpPr/>
            <p:nvPr/>
          </p:nvSpPr>
          <p:spPr>
            <a:xfrm>
              <a:off x="4663425" y="1762525"/>
              <a:ext cx="826275" cy="493500"/>
            </a:xfrm>
            <a:custGeom>
              <a:avLst/>
              <a:gdLst/>
              <a:ahLst/>
              <a:cxnLst/>
              <a:rect l="l" t="t" r="r" b="b"/>
              <a:pathLst>
                <a:path w="33051" h="197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4" name="Picture 8" descr="Picture backgroun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8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9972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С начала года билайн защитил от влияния мошенников около 4 млн клиентов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0"/>
            <a:ext cx="9432826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3436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7" name="Google Shape;4367;p58"/>
          <p:cNvGrpSpPr/>
          <p:nvPr/>
        </p:nvGrpSpPr>
        <p:grpSpPr>
          <a:xfrm>
            <a:off x="1314532" y="481275"/>
            <a:ext cx="6514936" cy="573648"/>
            <a:chOff x="1119355" y="481275"/>
            <a:chExt cx="6514936" cy="573648"/>
          </a:xfrm>
        </p:grpSpPr>
        <p:sp>
          <p:nvSpPr>
            <p:cNvPr id="4368" name="Google Shape;4368;p58"/>
            <p:cNvSpPr/>
            <p:nvPr/>
          </p:nvSpPr>
          <p:spPr>
            <a:xfrm flipH="1">
              <a:off x="6897980" y="481275"/>
              <a:ext cx="736311" cy="573648"/>
            </a:xfrm>
            <a:custGeom>
              <a:avLst/>
              <a:gdLst/>
              <a:ahLst/>
              <a:cxnLst/>
              <a:rect l="l" t="t" r="r" b="b"/>
              <a:pathLst>
                <a:path w="52332" h="40771" extrusionOk="0">
                  <a:moveTo>
                    <a:pt x="0" y="0"/>
                  </a:moveTo>
                  <a:lnTo>
                    <a:pt x="16432" y="20386"/>
                  </a:lnTo>
                  <a:lnTo>
                    <a:pt x="0" y="40771"/>
                  </a:lnTo>
                  <a:lnTo>
                    <a:pt x="52331" y="40771"/>
                  </a:lnTo>
                  <a:lnTo>
                    <a:pt x="5233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58"/>
            <p:cNvSpPr/>
            <p:nvPr/>
          </p:nvSpPr>
          <p:spPr>
            <a:xfrm>
              <a:off x="1119355" y="481275"/>
              <a:ext cx="736311" cy="573648"/>
            </a:xfrm>
            <a:custGeom>
              <a:avLst/>
              <a:gdLst/>
              <a:ahLst/>
              <a:cxnLst/>
              <a:rect l="l" t="t" r="r" b="b"/>
              <a:pathLst>
                <a:path w="52332" h="40771" extrusionOk="0">
                  <a:moveTo>
                    <a:pt x="0" y="0"/>
                  </a:moveTo>
                  <a:lnTo>
                    <a:pt x="16432" y="20386"/>
                  </a:lnTo>
                  <a:lnTo>
                    <a:pt x="0" y="40771"/>
                  </a:lnTo>
                  <a:lnTo>
                    <a:pt x="52331" y="40771"/>
                  </a:lnTo>
                  <a:lnTo>
                    <a:pt x="5233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58"/>
            <p:cNvSpPr/>
            <p:nvPr/>
          </p:nvSpPr>
          <p:spPr>
            <a:xfrm>
              <a:off x="1849800" y="481300"/>
              <a:ext cx="5444400" cy="573600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71" name="Google Shape;4371;p5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за первый месяц: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73" name="Google Shape;4373;p58"/>
          <p:cNvSpPr txBox="1"/>
          <p:nvPr/>
        </p:nvSpPr>
        <p:spPr>
          <a:xfrm>
            <a:off x="713163" y="3745232"/>
            <a:ext cx="1691700" cy="79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ru-RU" sz="1600" b="1" dirty="0">
                <a:solidFill>
                  <a:schemeClr val="tx1"/>
                </a:solidFill>
              </a:rPr>
              <a:t>Рост новых подключений:</a:t>
            </a:r>
            <a:r>
              <a:rPr lang="ru-RU" sz="1600" dirty="0">
                <a:solidFill>
                  <a:schemeClr val="tx1"/>
                </a:solidFill>
              </a:rPr>
              <a:t> +10%</a:t>
            </a:r>
            <a:endParaRPr lang="en-US" sz="1600" dirty="0">
              <a:solidFill>
                <a:schemeClr val="tx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375" name="Google Shape;4375;p58"/>
          <p:cNvSpPr txBox="1"/>
          <p:nvPr/>
        </p:nvSpPr>
        <p:spPr>
          <a:xfrm>
            <a:off x="3726150" y="1353731"/>
            <a:ext cx="1691700" cy="761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600" b="1" dirty="0">
                <a:solidFill>
                  <a:schemeClr val="tx1"/>
                </a:solidFill>
              </a:rPr>
              <a:t>Увеличение среднего </a:t>
            </a:r>
            <a:r>
              <a:rPr lang="ru-RU" sz="1600" b="1" dirty="0" smtClean="0">
                <a:solidFill>
                  <a:schemeClr val="tx1"/>
                </a:solidFill>
              </a:rPr>
              <a:t>чека:</a:t>
            </a:r>
            <a:r>
              <a:rPr lang="ru-RU" sz="1600" dirty="0">
                <a:solidFill>
                  <a:schemeClr val="tx1"/>
                </a:solidFill>
              </a:rPr>
              <a:t> +5.2%</a:t>
            </a:r>
            <a:endParaRPr sz="1600" dirty="0">
              <a:solidFill>
                <a:schemeClr val="tx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377" name="Google Shape;4377;p58"/>
          <p:cNvSpPr txBox="1"/>
          <p:nvPr/>
        </p:nvSpPr>
        <p:spPr>
          <a:xfrm>
            <a:off x="6721169" y="3583445"/>
            <a:ext cx="1695300" cy="1194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1600" b="1" dirty="0">
                <a:solidFill>
                  <a:schemeClr val="tx1"/>
                </a:solidFill>
              </a:rPr>
              <a:t>Снижение оттока </a:t>
            </a:r>
            <a:r>
              <a:rPr lang="ru-RU" sz="1600" b="1" dirty="0" smtClean="0">
                <a:solidFill>
                  <a:schemeClr val="tx1"/>
                </a:solidFill>
              </a:rPr>
              <a:t>клиентов:</a:t>
            </a:r>
            <a:r>
              <a:rPr lang="ru-RU" sz="1600" dirty="0">
                <a:solidFill>
                  <a:schemeClr val="tx1"/>
                </a:solidFill>
              </a:rPr>
              <a:t> -3.1%</a:t>
            </a:r>
            <a:endParaRPr sz="1600" dirty="0">
              <a:solidFill>
                <a:schemeClr val="tx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378" name="Google Shape;4378;p58"/>
          <p:cNvSpPr/>
          <p:nvPr/>
        </p:nvSpPr>
        <p:spPr>
          <a:xfrm>
            <a:off x="2491703" y="3745232"/>
            <a:ext cx="714300" cy="7143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9" name="Google Shape;4379;p58"/>
          <p:cNvSpPr/>
          <p:nvPr/>
        </p:nvSpPr>
        <p:spPr>
          <a:xfrm>
            <a:off x="4214850" y="2192381"/>
            <a:ext cx="714300" cy="7143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0" name="Google Shape;4380;p58"/>
          <p:cNvSpPr/>
          <p:nvPr/>
        </p:nvSpPr>
        <p:spPr>
          <a:xfrm>
            <a:off x="5945034" y="3745232"/>
            <a:ext cx="714300" cy="7143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81" name="Google Shape;4381;p58"/>
          <p:cNvCxnSpPr>
            <a:stCxn id="4378" idx="0"/>
            <a:endCxn id="4379" idx="2"/>
          </p:cNvCxnSpPr>
          <p:nvPr/>
        </p:nvCxnSpPr>
        <p:spPr>
          <a:xfrm rot="-5400000">
            <a:off x="2933903" y="2464382"/>
            <a:ext cx="1195800" cy="13659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82" name="Google Shape;4382;p58"/>
          <p:cNvCxnSpPr>
            <a:stCxn id="4379" idx="6"/>
            <a:endCxn id="4380" idx="0"/>
          </p:cNvCxnSpPr>
          <p:nvPr/>
        </p:nvCxnSpPr>
        <p:spPr>
          <a:xfrm>
            <a:off x="4929150" y="2549531"/>
            <a:ext cx="1373100" cy="11958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383" name="Google Shape;4383;p58"/>
          <p:cNvGrpSpPr/>
          <p:nvPr/>
        </p:nvGrpSpPr>
        <p:grpSpPr>
          <a:xfrm>
            <a:off x="2642276" y="3873794"/>
            <a:ext cx="413154" cy="457175"/>
            <a:chOff x="261500" y="2602550"/>
            <a:chExt cx="463125" cy="510525"/>
          </a:xfrm>
        </p:grpSpPr>
        <p:sp>
          <p:nvSpPr>
            <p:cNvPr id="4384" name="Google Shape;4384;p58"/>
            <p:cNvSpPr/>
            <p:nvPr/>
          </p:nvSpPr>
          <p:spPr>
            <a:xfrm>
              <a:off x="494000" y="2797775"/>
              <a:ext cx="47400" cy="59425"/>
            </a:xfrm>
            <a:custGeom>
              <a:avLst/>
              <a:gdLst/>
              <a:ahLst/>
              <a:cxnLst/>
              <a:rect l="l" t="t" r="r" b="b"/>
              <a:pathLst>
                <a:path w="1896" h="2377" extrusionOk="0">
                  <a:moveTo>
                    <a:pt x="0" y="1"/>
                  </a:moveTo>
                  <a:lnTo>
                    <a:pt x="0" y="2376"/>
                  </a:lnTo>
                  <a:lnTo>
                    <a:pt x="1036" y="2376"/>
                  </a:lnTo>
                  <a:lnTo>
                    <a:pt x="1213" y="2351"/>
                  </a:lnTo>
                  <a:lnTo>
                    <a:pt x="1365" y="2301"/>
                  </a:lnTo>
                  <a:lnTo>
                    <a:pt x="1516" y="2225"/>
                  </a:lnTo>
                  <a:lnTo>
                    <a:pt x="1643" y="2124"/>
                  </a:lnTo>
                  <a:lnTo>
                    <a:pt x="1744" y="1997"/>
                  </a:lnTo>
                  <a:lnTo>
                    <a:pt x="1820" y="1846"/>
                  </a:lnTo>
                  <a:lnTo>
                    <a:pt x="1870" y="1694"/>
                  </a:lnTo>
                  <a:lnTo>
                    <a:pt x="1896" y="1517"/>
                  </a:lnTo>
                  <a:lnTo>
                    <a:pt x="1896" y="860"/>
                  </a:lnTo>
                  <a:lnTo>
                    <a:pt x="1870" y="708"/>
                  </a:lnTo>
                  <a:lnTo>
                    <a:pt x="1820" y="532"/>
                  </a:lnTo>
                  <a:lnTo>
                    <a:pt x="1744" y="380"/>
                  </a:lnTo>
                  <a:lnTo>
                    <a:pt x="1643" y="254"/>
                  </a:lnTo>
                  <a:lnTo>
                    <a:pt x="1516" y="152"/>
                  </a:lnTo>
                  <a:lnTo>
                    <a:pt x="1365" y="77"/>
                  </a:lnTo>
                  <a:lnTo>
                    <a:pt x="1213" y="26"/>
                  </a:lnTo>
                  <a:lnTo>
                    <a:pt x="1036" y="1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58"/>
            <p:cNvSpPr/>
            <p:nvPr/>
          </p:nvSpPr>
          <p:spPr>
            <a:xfrm>
              <a:off x="312675" y="2797775"/>
              <a:ext cx="46775" cy="59425"/>
            </a:xfrm>
            <a:custGeom>
              <a:avLst/>
              <a:gdLst/>
              <a:ahLst/>
              <a:cxnLst/>
              <a:rect l="l" t="t" r="r" b="b"/>
              <a:pathLst>
                <a:path w="1871" h="2377" extrusionOk="0">
                  <a:moveTo>
                    <a:pt x="859" y="1"/>
                  </a:moveTo>
                  <a:lnTo>
                    <a:pt x="682" y="26"/>
                  </a:lnTo>
                  <a:lnTo>
                    <a:pt x="506" y="77"/>
                  </a:lnTo>
                  <a:lnTo>
                    <a:pt x="379" y="152"/>
                  </a:lnTo>
                  <a:lnTo>
                    <a:pt x="253" y="254"/>
                  </a:lnTo>
                  <a:lnTo>
                    <a:pt x="126" y="380"/>
                  </a:lnTo>
                  <a:lnTo>
                    <a:pt x="51" y="532"/>
                  </a:lnTo>
                  <a:lnTo>
                    <a:pt x="0" y="708"/>
                  </a:lnTo>
                  <a:lnTo>
                    <a:pt x="0" y="860"/>
                  </a:lnTo>
                  <a:lnTo>
                    <a:pt x="0" y="1517"/>
                  </a:lnTo>
                  <a:lnTo>
                    <a:pt x="0" y="1694"/>
                  </a:lnTo>
                  <a:lnTo>
                    <a:pt x="51" y="1846"/>
                  </a:lnTo>
                  <a:lnTo>
                    <a:pt x="126" y="1997"/>
                  </a:lnTo>
                  <a:lnTo>
                    <a:pt x="253" y="2124"/>
                  </a:lnTo>
                  <a:lnTo>
                    <a:pt x="379" y="2225"/>
                  </a:lnTo>
                  <a:lnTo>
                    <a:pt x="506" y="2301"/>
                  </a:lnTo>
                  <a:lnTo>
                    <a:pt x="682" y="2351"/>
                  </a:lnTo>
                  <a:lnTo>
                    <a:pt x="859" y="2376"/>
                  </a:lnTo>
                  <a:lnTo>
                    <a:pt x="1870" y="2376"/>
                  </a:lnTo>
                  <a:lnTo>
                    <a:pt x="1870" y="1"/>
                  </a:lnTo>
                  <a:close/>
                </a:path>
              </a:pathLst>
            </a:custGeom>
            <a:solidFill>
              <a:srgbClr val="F8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58"/>
            <p:cNvSpPr/>
            <p:nvPr/>
          </p:nvSpPr>
          <p:spPr>
            <a:xfrm>
              <a:off x="564750" y="2602550"/>
              <a:ext cx="159875" cy="223050"/>
            </a:xfrm>
            <a:custGeom>
              <a:avLst/>
              <a:gdLst/>
              <a:ahLst/>
              <a:cxnLst/>
              <a:rect l="l" t="t" r="r" b="b"/>
              <a:pathLst>
                <a:path w="6395" h="8922" extrusionOk="0">
                  <a:moveTo>
                    <a:pt x="3134" y="1"/>
                  </a:moveTo>
                  <a:lnTo>
                    <a:pt x="2806" y="26"/>
                  </a:lnTo>
                  <a:lnTo>
                    <a:pt x="2503" y="77"/>
                  </a:lnTo>
                  <a:lnTo>
                    <a:pt x="2199" y="152"/>
                  </a:lnTo>
                  <a:lnTo>
                    <a:pt x="1921" y="279"/>
                  </a:lnTo>
                  <a:lnTo>
                    <a:pt x="1643" y="405"/>
                  </a:lnTo>
                  <a:lnTo>
                    <a:pt x="1391" y="582"/>
                  </a:lnTo>
                  <a:lnTo>
                    <a:pt x="1138" y="759"/>
                  </a:lnTo>
                  <a:lnTo>
                    <a:pt x="936" y="961"/>
                  </a:lnTo>
                  <a:lnTo>
                    <a:pt x="733" y="1189"/>
                  </a:lnTo>
                  <a:lnTo>
                    <a:pt x="557" y="1416"/>
                  </a:lnTo>
                  <a:lnTo>
                    <a:pt x="380" y="1694"/>
                  </a:lnTo>
                  <a:lnTo>
                    <a:pt x="253" y="1947"/>
                  </a:lnTo>
                  <a:lnTo>
                    <a:pt x="152" y="2250"/>
                  </a:lnTo>
                  <a:lnTo>
                    <a:pt x="76" y="2553"/>
                  </a:lnTo>
                  <a:lnTo>
                    <a:pt x="26" y="2857"/>
                  </a:lnTo>
                  <a:lnTo>
                    <a:pt x="1" y="3160"/>
                  </a:lnTo>
                  <a:lnTo>
                    <a:pt x="26" y="3539"/>
                  </a:lnTo>
                  <a:lnTo>
                    <a:pt x="76" y="3918"/>
                  </a:lnTo>
                  <a:lnTo>
                    <a:pt x="178" y="4272"/>
                  </a:lnTo>
                  <a:lnTo>
                    <a:pt x="329" y="4600"/>
                  </a:lnTo>
                  <a:lnTo>
                    <a:pt x="506" y="4904"/>
                  </a:lnTo>
                  <a:lnTo>
                    <a:pt x="708" y="5207"/>
                  </a:lnTo>
                  <a:lnTo>
                    <a:pt x="936" y="5460"/>
                  </a:lnTo>
                  <a:lnTo>
                    <a:pt x="1214" y="5687"/>
                  </a:lnTo>
                  <a:lnTo>
                    <a:pt x="1365" y="5839"/>
                  </a:lnTo>
                  <a:lnTo>
                    <a:pt x="1517" y="5990"/>
                  </a:lnTo>
                  <a:lnTo>
                    <a:pt x="1643" y="6167"/>
                  </a:lnTo>
                  <a:lnTo>
                    <a:pt x="1744" y="6369"/>
                  </a:lnTo>
                  <a:lnTo>
                    <a:pt x="1820" y="6546"/>
                  </a:lnTo>
                  <a:lnTo>
                    <a:pt x="1871" y="6748"/>
                  </a:lnTo>
                  <a:lnTo>
                    <a:pt x="1921" y="6976"/>
                  </a:lnTo>
                  <a:lnTo>
                    <a:pt x="1921" y="7178"/>
                  </a:lnTo>
                  <a:lnTo>
                    <a:pt x="1921" y="7936"/>
                  </a:lnTo>
                  <a:lnTo>
                    <a:pt x="1947" y="8138"/>
                  </a:lnTo>
                  <a:lnTo>
                    <a:pt x="1997" y="8341"/>
                  </a:lnTo>
                  <a:lnTo>
                    <a:pt x="2098" y="8492"/>
                  </a:lnTo>
                  <a:lnTo>
                    <a:pt x="2225" y="8644"/>
                  </a:lnTo>
                  <a:lnTo>
                    <a:pt x="2351" y="8770"/>
                  </a:lnTo>
                  <a:lnTo>
                    <a:pt x="2528" y="8846"/>
                  </a:lnTo>
                  <a:lnTo>
                    <a:pt x="2705" y="8922"/>
                  </a:lnTo>
                  <a:lnTo>
                    <a:pt x="3690" y="8922"/>
                  </a:lnTo>
                  <a:lnTo>
                    <a:pt x="3867" y="8846"/>
                  </a:lnTo>
                  <a:lnTo>
                    <a:pt x="4044" y="8770"/>
                  </a:lnTo>
                  <a:lnTo>
                    <a:pt x="4196" y="8644"/>
                  </a:lnTo>
                  <a:lnTo>
                    <a:pt x="4322" y="8492"/>
                  </a:lnTo>
                  <a:lnTo>
                    <a:pt x="4398" y="8341"/>
                  </a:lnTo>
                  <a:lnTo>
                    <a:pt x="4448" y="8138"/>
                  </a:lnTo>
                  <a:lnTo>
                    <a:pt x="4474" y="7936"/>
                  </a:lnTo>
                  <a:lnTo>
                    <a:pt x="4474" y="7178"/>
                  </a:lnTo>
                  <a:lnTo>
                    <a:pt x="4499" y="6976"/>
                  </a:lnTo>
                  <a:lnTo>
                    <a:pt x="4524" y="6774"/>
                  </a:lnTo>
                  <a:lnTo>
                    <a:pt x="4575" y="6546"/>
                  </a:lnTo>
                  <a:lnTo>
                    <a:pt x="4651" y="6369"/>
                  </a:lnTo>
                  <a:lnTo>
                    <a:pt x="4752" y="6167"/>
                  </a:lnTo>
                  <a:lnTo>
                    <a:pt x="4878" y="6016"/>
                  </a:lnTo>
                  <a:lnTo>
                    <a:pt x="5030" y="5839"/>
                  </a:lnTo>
                  <a:lnTo>
                    <a:pt x="5181" y="5712"/>
                  </a:lnTo>
                  <a:lnTo>
                    <a:pt x="5459" y="5460"/>
                  </a:lnTo>
                  <a:lnTo>
                    <a:pt x="5687" y="5207"/>
                  </a:lnTo>
                  <a:lnTo>
                    <a:pt x="5889" y="4929"/>
                  </a:lnTo>
                  <a:lnTo>
                    <a:pt x="6066" y="4600"/>
                  </a:lnTo>
                  <a:lnTo>
                    <a:pt x="6218" y="4272"/>
                  </a:lnTo>
                  <a:lnTo>
                    <a:pt x="6319" y="3943"/>
                  </a:lnTo>
                  <a:lnTo>
                    <a:pt x="6369" y="3564"/>
                  </a:lnTo>
                  <a:lnTo>
                    <a:pt x="6394" y="3210"/>
                  </a:lnTo>
                  <a:lnTo>
                    <a:pt x="6369" y="2857"/>
                  </a:lnTo>
                  <a:lnTo>
                    <a:pt x="6319" y="2553"/>
                  </a:lnTo>
                  <a:lnTo>
                    <a:pt x="6243" y="2225"/>
                  </a:lnTo>
                  <a:lnTo>
                    <a:pt x="6142" y="1947"/>
                  </a:lnTo>
                  <a:lnTo>
                    <a:pt x="5990" y="1644"/>
                  </a:lnTo>
                  <a:lnTo>
                    <a:pt x="5838" y="1391"/>
                  </a:lnTo>
                  <a:lnTo>
                    <a:pt x="5636" y="1138"/>
                  </a:lnTo>
                  <a:lnTo>
                    <a:pt x="5434" y="911"/>
                  </a:lnTo>
                  <a:lnTo>
                    <a:pt x="5207" y="708"/>
                  </a:lnTo>
                  <a:lnTo>
                    <a:pt x="4954" y="532"/>
                  </a:lnTo>
                  <a:lnTo>
                    <a:pt x="4676" y="355"/>
                  </a:lnTo>
                  <a:lnTo>
                    <a:pt x="4398" y="228"/>
                  </a:lnTo>
                  <a:lnTo>
                    <a:pt x="4095" y="127"/>
                  </a:lnTo>
                  <a:lnTo>
                    <a:pt x="3791" y="51"/>
                  </a:lnTo>
                  <a:lnTo>
                    <a:pt x="3463" y="1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58"/>
            <p:cNvSpPr/>
            <p:nvPr/>
          </p:nvSpPr>
          <p:spPr>
            <a:xfrm>
              <a:off x="636775" y="2722600"/>
              <a:ext cx="15825" cy="74575"/>
            </a:xfrm>
            <a:custGeom>
              <a:avLst/>
              <a:gdLst/>
              <a:ahLst/>
              <a:cxnLst/>
              <a:rect l="l" t="t" r="r" b="b"/>
              <a:pathLst>
                <a:path w="633" h="2983" extrusionOk="0">
                  <a:moveTo>
                    <a:pt x="329" y="0"/>
                  </a:moveTo>
                  <a:lnTo>
                    <a:pt x="203" y="26"/>
                  </a:lnTo>
                  <a:lnTo>
                    <a:pt x="102" y="102"/>
                  </a:lnTo>
                  <a:lnTo>
                    <a:pt x="26" y="203"/>
                  </a:lnTo>
                  <a:lnTo>
                    <a:pt x="1" y="304"/>
                  </a:lnTo>
                  <a:lnTo>
                    <a:pt x="1" y="2679"/>
                  </a:lnTo>
                  <a:lnTo>
                    <a:pt x="26" y="2806"/>
                  </a:lnTo>
                  <a:lnTo>
                    <a:pt x="102" y="2907"/>
                  </a:lnTo>
                  <a:lnTo>
                    <a:pt x="203" y="2957"/>
                  </a:lnTo>
                  <a:lnTo>
                    <a:pt x="329" y="2983"/>
                  </a:lnTo>
                  <a:lnTo>
                    <a:pt x="430" y="2957"/>
                  </a:lnTo>
                  <a:lnTo>
                    <a:pt x="531" y="2907"/>
                  </a:lnTo>
                  <a:lnTo>
                    <a:pt x="607" y="2806"/>
                  </a:lnTo>
                  <a:lnTo>
                    <a:pt x="632" y="2679"/>
                  </a:lnTo>
                  <a:lnTo>
                    <a:pt x="632" y="304"/>
                  </a:lnTo>
                  <a:lnTo>
                    <a:pt x="607" y="203"/>
                  </a:lnTo>
                  <a:lnTo>
                    <a:pt x="531" y="102"/>
                  </a:lnTo>
                  <a:lnTo>
                    <a:pt x="430" y="26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58"/>
            <p:cNvSpPr/>
            <p:nvPr/>
          </p:nvSpPr>
          <p:spPr>
            <a:xfrm>
              <a:off x="612775" y="2789575"/>
              <a:ext cx="63825" cy="36025"/>
            </a:xfrm>
            <a:custGeom>
              <a:avLst/>
              <a:gdLst/>
              <a:ahLst/>
              <a:cxnLst/>
              <a:rect l="l" t="t" r="r" b="b"/>
              <a:pathLst>
                <a:path w="2553" h="1441" extrusionOk="0">
                  <a:moveTo>
                    <a:pt x="0" y="0"/>
                  </a:moveTo>
                  <a:lnTo>
                    <a:pt x="0" y="455"/>
                  </a:lnTo>
                  <a:lnTo>
                    <a:pt x="26" y="657"/>
                  </a:lnTo>
                  <a:lnTo>
                    <a:pt x="76" y="860"/>
                  </a:lnTo>
                  <a:lnTo>
                    <a:pt x="177" y="1011"/>
                  </a:lnTo>
                  <a:lnTo>
                    <a:pt x="304" y="1163"/>
                  </a:lnTo>
                  <a:lnTo>
                    <a:pt x="430" y="1289"/>
                  </a:lnTo>
                  <a:lnTo>
                    <a:pt x="607" y="1365"/>
                  </a:lnTo>
                  <a:lnTo>
                    <a:pt x="784" y="1441"/>
                  </a:lnTo>
                  <a:lnTo>
                    <a:pt x="1769" y="1441"/>
                  </a:lnTo>
                  <a:lnTo>
                    <a:pt x="1946" y="1365"/>
                  </a:lnTo>
                  <a:lnTo>
                    <a:pt x="2123" y="1289"/>
                  </a:lnTo>
                  <a:lnTo>
                    <a:pt x="2275" y="1163"/>
                  </a:lnTo>
                  <a:lnTo>
                    <a:pt x="2401" y="1011"/>
                  </a:lnTo>
                  <a:lnTo>
                    <a:pt x="2477" y="860"/>
                  </a:lnTo>
                  <a:lnTo>
                    <a:pt x="2527" y="657"/>
                  </a:lnTo>
                  <a:lnTo>
                    <a:pt x="2553" y="455"/>
                  </a:lnTo>
                  <a:lnTo>
                    <a:pt x="25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58"/>
            <p:cNvSpPr/>
            <p:nvPr/>
          </p:nvSpPr>
          <p:spPr>
            <a:xfrm>
              <a:off x="261500" y="2973425"/>
              <a:ext cx="330450" cy="139650"/>
            </a:xfrm>
            <a:custGeom>
              <a:avLst/>
              <a:gdLst/>
              <a:ahLst/>
              <a:cxnLst/>
              <a:rect l="l" t="t" r="r" b="b"/>
              <a:pathLst>
                <a:path w="13218" h="5586" extrusionOk="0">
                  <a:moveTo>
                    <a:pt x="4802" y="0"/>
                  </a:moveTo>
                  <a:lnTo>
                    <a:pt x="4574" y="531"/>
                  </a:lnTo>
                  <a:lnTo>
                    <a:pt x="4069" y="253"/>
                  </a:lnTo>
                  <a:lnTo>
                    <a:pt x="1137" y="1264"/>
                  </a:lnTo>
                  <a:lnTo>
                    <a:pt x="910" y="1365"/>
                  </a:lnTo>
                  <a:lnTo>
                    <a:pt x="682" y="1517"/>
                  </a:lnTo>
                  <a:lnTo>
                    <a:pt x="480" y="1668"/>
                  </a:lnTo>
                  <a:lnTo>
                    <a:pt x="303" y="1870"/>
                  </a:lnTo>
                  <a:lnTo>
                    <a:pt x="177" y="2098"/>
                  </a:lnTo>
                  <a:lnTo>
                    <a:pt x="76" y="2351"/>
                  </a:lnTo>
                  <a:lnTo>
                    <a:pt x="25" y="2603"/>
                  </a:lnTo>
                  <a:lnTo>
                    <a:pt x="0" y="2856"/>
                  </a:lnTo>
                  <a:lnTo>
                    <a:pt x="0" y="5585"/>
                  </a:lnTo>
                  <a:lnTo>
                    <a:pt x="5332" y="5585"/>
                  </a:lnTo>
                  <a:lnTo>
                    <a:pt x="6166" y="5181"/>
                  </a:lnTo>
                  <a:lnTo>
                    <a:pt x="7152" y="5181"/>
                  </a:lnTo>
                  <a:lnTo>
                    <a:pt x="7885" y="5585"/>
                  </a:lnTo>
                  <a:lnTo>
                    <a:pt x="13217" y="5585"/>
                  </a:lnTo>
                  <a:lnTo>
                    <a:pt x="13217" y="2856"/>
                  </a:lnTo>
                  <a:lnTo>
                    <a:pt x="13217" y="2603"/>
                  </a:lnTo>
                  <a:lnTo>
                    <a:pt x="13141" y="2351"/>
                  </a:lnTo>
                  <a:lnTo>
                    <a:pt x="13040" y="2098"/>
                  </a:lnTo>
                  <a:lnTo>
                    <a:pt x="12914" y="1870"/>
                  </a:lnTo>
                  <a:lnTo>
                    <a:pt x="12737" y="1668"/>
                  </a:lnTo>
                  <a:lnTo>
                    <a:pt x="12560" y="1517"/>
                  </a:lnTo>
                  <a:lnTo>
                    <a:pt x="12333" y="1365"/>
                  </a:lnTo>
                  <a:lnTo>
                    <a:pt x="12080" y="1264"/>
                  </a:lnTo>
                  <a:lnTo>
                    <a:pt x="9174" y="253"/>
                  </a:lnTo>
                  <a:lnTo>
                    <a:pt x="8719" y="430"/>
                  </a:lnTo>
                  <a:lnTo>
                    <a:pt x="8416" y="0"/>
                  </a:lnTo>
                  <a:close/>
                </a:path>
              </a:pathLst>
            </a:custGeom>
            <a:solidFill>
              <a:srgbClr val="60B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58"/>
            <p:cNvSpPr/>
            <p:nvPr/>
          </p:nvSpPr>
          <p:spPr>
            <a:xfrm>
              <a:off x="394800" y="3007550"/>
              <a:ext cx="63825" cy="48025"/>
            </a:xfrm>
            <a:custGeom>
              <a:avLst/>
              <a:gdLst/>
              <a:ahLst/>
              <a:cxnLst/>
              <a:rect l="l" t="t" r="r" b="b"/>
              <a:pathLst>
                <a:path w="2553" h="1921" extrusionOk="0">
                  <a:moveTo>
                    <a:pt x="1289" y="0"/>
                  </a:moveTo>
                  <a:lnTo>
                    <a:pt x="380" y="177"/>
                  </a:lnTo>
                  <a:lnTo>
                    <a:pt x="0" y="783"/>
                  </a:lnTo>
                  <a:lnTo>
                    <a:pt x="632" y="1921"/>
                  </a:lnTo>
                  <a:lnTo>
                    <a:pt x="1921" y="1921"/>
                  </a:lnTo>
                  <a:lnTo>
                    <a:pt x="2553" y="783"/>
                  </a:lnTo>
                  <a:lnTo>
                    <a:pt x="2250" y="101"/>
                  </a:lnTo>
                  <a:lnTo>
                    <a:pt x="1289" y="0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58"/>
            <p:cNvSpPr/>
            <p:nvPr/>
          </p:nvSpPr>
          <p:spPr>
            <a:xfrm>
              <a:off x="394800" y="3055550"/>
              <a:ext cx="63825" cy="57525"/>
            </a:xfrm>
            <a:custGeom>
              <a:avLst/>
              <a:gdLst/>
              <a:ahLst/>
              <a:cxnLst/>
              <a:rect l="l" t="t" r="r" b="b"/>
              <a:pathLst>
                <a:path w="2553" h="2301" extrusionOk="0">
                  <a:moveTo>
                    <a:pt x="632" y="1"/>
                  </a:moveTo>
                  <a:lnTo>
                    <a:pt x="0" y="2300"/>
                  </a:lnTo>
                  <a:lnTo>
                    <a:pt x="2553" y="2300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58"/>
            <p:cNvSpPr/>
            <p:nvPr/>
          </p:nvSpPr>
          <p:spPr>
            <a:xfrm>
              <a:off x="381525" y="2898250"/>
              <a:ext cx="90375" cy="109325"/>
            </a:xfrm>
            <a:custGeom>
              <a:avLst/>
              <a:gdLst/>
              <a:ahLst/>
              <a:cxnLst/>
              <a:rect l="l" t="t" r="r" b="b"/>
              <a:pathLst>
                <a:path w="3615" h="4373" extrusionOk="0">
                  <a:moveTo>
                    <a:pt x="1" y="0"/>
                  </a:moveTo>
                  <a:lnTo>
                    <a:pt x="1" y="1390"/>
                  </a:lnTo>
                  <a:lnTo>
                    <a:pt x="1" y="3007"/>
                  </a:lnTo>
                  <a:lnTo>
                    <a:pt x="1820" y="4372"/>
                  </a:lnTo>
                  <a:lnTo>
                    <a:pt x="3615" y="3007"/>
                  </a:lnTo>
                  <a:lnTo>
                    <a:pt x="3615" y="0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58"/>
            <p:cNvSpPr/>
            <p:nvPr/>
          </p:nvSpPr>
          <p:spPr>
            <a:xfrm>
              <a:off x="349300" y="2737775"/>
              <a:ext cx="154825" cy="207250"/>
            </a:xfrm>
            <a:custGeom>
              <a:avLst/>
              <a:gdLst/>
              <a:ahLst/>
              <a:cxnLst/>
              <a:rect l="l" t="t" r="r" b="b"/>
              <a:pathLst>
                <a:path w="6193" h="8290" extrusionOk="0">
                  <a:moveTo>
                    <a:pt x="885" y="0"/>
                  </a:moveTo>
                  <a:lnTo>
                    <a:pt x="708" y="25"/>
                  </a:lnTo>
                  <a:lnTo>
                    <a:pt x="532" y="76"/>
                  </a:lnTo>
                  <a:lnTo>
                    <a:pt x="380" y="152"/>
                  </a:lnTo>
                  <a:lnTo>
                    <a:pt x="254" y="253"/>
                  </a:lnTo>
                  <a:lnTo>
                    <a:pt x="152" y="379"/>
                  </a:lnTo>
                  <a:lnTo>
                    <a:pt x="77" y="531"/>
                  </a:lnTo>
                  <a:lnTo>
                    <a:pt x="26" y="708"/>
                  </a:lnTo>
                  <a:lnTo>
                    <a:pt x="1" y="885"/>
                  </a:lnTo>
                  <a:lnTo>
                    <a:pt x="1" y="5433"/>
                  </a:lnTo>
                  <a:lnTo>
                    <a:pt x="26" y="5711"/>
                  </a:lnTo>
                  <a:lnTo>
                    <a:pt x="51" y="6015"/>
                  </a:lnTo>
                  <a:lnTo>
                    <a:pt x="127" y="6267"/>
                  </a:lnTo>
                  <a:lnTo>
                    <a:pt x="228" y="6545"/>
                  </a:lnTo>
                  <a:lnTo>
                    <a:pt x="355" y="6798"/>
                  </a:lnTo>
                  <a:lnTo>
                    <a:pt x="481" y="7026"/>
                  </a:lnTo>
                  <a:lnTo>
                    <a:pt x="658" y="7253"/>
                  </a:lnTo>
                  <a:lnTo>
                    <a:pt x="835" y="7455"/>
                  </a:lnTo>
                  <a:lnTo>
                    <a:pt x="1037" y="7632"/>
                  </a:lnTo>
                  <a:lnTo>
                    <a:pt x="1264" y="7809"/>
                  </a:lnTo>
                  <a:lnTo>
                    <a:pt x="1492" y="7935"/>
                  </a:lnTo>
                  <a:lnTo>
                    <a:pt x="1745" y="8062"/>
                  </a:lnTo>
                  <a:lnTo>
                    <a:pt x="2023" y="8163"/>
                  </a:lnTo>
                  <a:lnTo>
                    <a:pt x="2301" y="8239"/>
                  </a:lnTo>
                  <a:lnTo>
                    <a:pt x="2579" y="8264"/>
                  </a:lnTo>
                  <a:lnTo>
                    <a:pt x="2857" y="8289"/>
                  </a:lnTo>
                  <a:lnTo>
                    <a:pt x="3337" y="8289"/>
                  </a:lnTo>
                  <a:lnTo>
                    <a:pt x="3640" y="8264"/>
                  </a:lnTo>
                  <a:lnTo>
                    <a:pt x="3918" y="8239"/>
                  </a:lnTo>
                  <a:lnTo>
                    <a:pt x="4196" y="8163"/>
                  </a:lnTo>
                  <a:lnTo>
                    <a:pt x="4449" y="8062"/>
                  </a:lnTo>
                  <a:lnTo>
                    <a:pt x="4701" y="7935"/>
                  </a:lnTo>
                  <a:lnTo>
                    <a:pt x="4929" y="7809"/>
                  </a:lnTo>
                  <a:lnTo>
                    <a:pt x="5156" y="7632"/>
                  </a:lnTo>
                  <a:lnTo>
                    <a:pt x="5359" y="7455"/>
                  </a:lnTo>
                  <a:lnTo>
                    <a:pt x="5535" y="7253"/>
                  </a:lnTo>
                  <a:lnTo>
                    <a:pt x="5712" y="7026"/>
                  </a:lnTo>
                  <a:lnTo>
                    <a:pt x="5864" y="6798"/>
                  </a:lnTo>
                  <a:lnTo>
                    <a:pt x="5965" y="6545"/>
                  </a:lnTo>
                  <a:lnTo>
                    <a:pt x="6066" y="6267"/>
                  </a:lnTo>
                  <a:lnTo>
                    <a:pt x="6142" y="6015"/>
                  </a:lnTo>
                  <a:lnTo>
                    <a:pt x="6192" y="5711"/>
                  </a:lnTo>
                  <a:lnTo>
                    <a:pt x="6192" y="5433"/>
                  </a:lnTo>
                  <a:lnTo>
                    <a:pt x="6192" y="885"/>
                  </a:lnTo>
                  <a:lnTo>
                    <a:pt x="6167" y="708"/>
                  </a:lnTo>
                  <a:lnTo>
                    <a:pt x="6117" y="531"/>
                  </a:lnTo>
                  <a:lnTo>
                    <a:pt x="6041" y="379"/>
                  </a:lnTo>
                  <a:lnTo>
                    <a:pt x="5940" y="253"/>
                  </a:lnTo>
                  <a:lnTo>
                    <a:pt x="5813" y="152"/>
                  </a:lnTo>
                  <a:lnTo>
                    <a:pt x="5662" y="76"/>
                  </a:lnTo>
                  <a:lnTo>
                    <a:pt x="5485" y="25"/>
                  </a:lnTo>
                  <a:lnTo>
                    <a:pt x="5333" y="0"/>
                  </a:ln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58"/>
            <p:cNvSpPr/>
            <p:nvPr/>
          </p:nvSpPr>
          <p:spPr>
            <a:xfrm>
              <a:off x="385950" y="2820525"/>
              <a:ext cx="15200" cy="25300"/>
            </a:xfrm>
            <a:custGeom>
              <a:avLst/>
              <a:gdLst/>
              <a:ahLst/>
              <a:cxnLst/>
              <a:rect l="l" t="t" r="r" b="b"/>
              <a:pathLst>
                <a:path w="608" h="1012" extrusionOk="0">
                  <a:moveTo>
                    <a:pt x="304" y="1"/>
                  </a:moveTo>
                  <a:lnTo>
                    <a:pt x="178" y="26"/>
                  </a:lnTo>
                  <a:lnTo>
                    <a:pt x="76" y="76"/>
                  </a:lnTo>
                  <a:lnTo>
                    <a:pt x="26" y="178"/>
                  </a:lnTo>
                  <a:lnTo>
                    <a:pt x="1" y="304"/>
                  </a:lnTo>
                  <a:lnTo>
                    <a:pt x="1" y="708"/>
                  </a:lnTo>
                  <a:lnTo>
                    <a:pt x="26" y="835"/>
                  </a:lnTo>
                  <a:lnTo>
                    <a:pt x="76" y="910"/>
                  </a:lnTo>
                  <a:lnTo>
                    <a:pt x="178" y="986"/>
                  </a:lnTo>
                  <a:lnTo>
                    <a:pt x="304" y="1011"/>
                  </a:lnTo>
                  <a:lnTo>
                    <a:pt x="430" y="986"/>
                  </a:lnTo>
                  <a:lnTo>
                    <a:pt x="531" y="910"/>
                  </a:lnTo>
                  <a:lnTo>
                    <a:pt x="582" y="835"/>
                  </a:lnTo>
                  <a:lnTo>
                    <a:pt x="607" y="708"/>
                  </a:lnTo>
                  <a:lnTo>
                    <a:pt x="607" y="304"/>
                  </a:lnTo>
                  <a:lnTo>
                    <a:pt x="582" y="178"/>
                  </a:lnTo>
                  <a:lnTo>
                    <a:pt x="531" y="76"/>
                  </a:lnTo>
                  <a:lnTo>
                    <a:pt x="430" y="26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58"/>
            <p:cNvSpPr/>
            <p:nvPr/>
          </p:nvSpPr>
          <p:spPr>
            <a:xfrm>
              <a:off x="452300" y="2820525"/>
              <a:ext cx="15175" cy="25300"/>
            </a:xfrm>
            <a:custGeom>
              <a:avLst/>
              <a:gdLst/>
              <a:ahLst/>
              <a:cxnLst/>
              <a:rect l="l" t="t" r="r" b="b"/>
              <a:pathLst>
                <a:path w="607" h="1012" extrusionOk="0">
                  <a:moveTo>
                    <a:pt x="303" y="1"/>
                  </a:moveTo>
                  <a:lnTo>
                    <a:pt x="177" y="26"/>
                  </a:lnTo>
                  <a:lnTo>
                    <a:pt x="101" y="76"/>
                  </a:lnTo>
                  <a:lnTo>
                    <a:pt x="25" y="178"/>
                  </a:lnTo>
                  <a:lnTo>
                    <a:pt x="0" y="304"/>
                  </a:lnTo>
                  <a:lnTo>
                    <a:pt x="0" y="708"/>
                  </a:lnTo>
                  <a:lnTo>
                    <a:pt x="25" y="835"/>
                  </a:lnTo>
                  <a:lnTo>
                    <a:pt x="101" y="910"/>
                  </a:lnTo>
                  <a:lnTo>
                    <a:pt x="177" y="986"/>
                  </a:lnTo>
                  <a:lnTo>
                    <a:pt x="303" y="1011"/>
                  </a:lnTo>
                  <a:lnTo>
                    <a:pt x="430" y="986"/>
                  </a:lnTo>
                  <a:lnTo>
                    <a:pt x="531" y="910"/>
                  </a:lnTo>
                  <a:lnTo>
                    <a:pt x="581" y="835"/>
                  </a:lnTo>
                  <a:lnTo>
                    <a:pt x="607" y="708"/>
                  </a:lnTo>
                  <a:lnTo>
                    <a:pt x="607" y="304"/>
                  </a:lnTo>
                  <a:lnTo>
                    <a:pt x="581" y="178"/>
                  </a:lnTo>
                  <a:lnTo>
                    <a:pt x="531" y="76"/>
                  </a:lnTo>
                  <a:lnTo>
                    <a:pt x="430" y="26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58"/>
            <p:cNvSpPr/>
            <p:nvPr/>
          </p:nvSpPr>
          <p:spPr>
            <a:xfrm>
              <a:off x="399850" y="2872325"/>
              <a:ext cx="53725" cy="34775"/>
            </a:xfrm>
            <a:custGeom>
              <a:avLst/>
              <a:gdLst/>
              <a:ahLst/>
              <a:cxnLst/>
              <a:rect l="l" t="t" r="r" b="b"/>
              <a:pathLst>
                <a:path w="2149" h="1391" extrusionOk="0">
                  <a:moveTo>
                    <a:pt x="304" y="1"/>
                  </a:moveTo>
                  <a:lnTo>
                    <a:pt x="178" y="26"/>
                  </a:lnTo>
                  <a:lnTo>
                    <a:pt x="76" y="102"/>
                  </a:lnTo>
                  <a:lnTo>
                    <a:pt x="26" y="178"/>
                  </a:lnTo>
                  <a:lnTo>
                    <a:pt x="1" y="304"/>
                  </a:lnTo>
                  <a:lnTo>
                    <a:pt x="26" y="532"/>
                  </a:lnTo>
                  <a:lnTo>
                    <a:pt x="76" y="734"/>
                  </a:lnTo>
                  <a:lnTo>
                    <a:pt x="178" y="911"/>
                  </a:lnTo>
                  <a:lnTo>
                    <a:pt x="304" y="1062"/>
                  </a:lnTo>
                  <a:lnTo>
                    <a:pt x="481" y="1214"/>
                  </a:lnTo>
                  <a:lnTo>
                    <a:pt x="658" y="1315"/>
                  </a:lnTo>
                  <a:lnTo>
                    <a:pt x="860" y="1366"/>
                  </a:lnTo>
                  <a:lnTo>
                    <a:pt x="1087" y="1391"/>
                  </a:lnTo>
                  <a:lnTo>
                    <a:pt x="1289" y="1366"/>
                  </a:lnTo>
                  <a:lnTo>
                    <a:pt x="1492" y="1315"/>
                  </a:lnTo>
                  <a:lnTo>
                    <a:pt x="1694" y="1214"/>
                  </a:lnTo>
                  <a:lnTo>
                    <a:pt x="1845" y="1062"/>
                  </a:lnTo>
                  <a:lnTo>
                    <a:pt x="1972" y="911"/>
                  </a:lnTo>
                  <a:lnTo>
                    <a:pt x="2073" y="734"/>
                  </a:lnTo>
                  <a:lnTo>
                    <a:pt x="2149" y="532"/>
                  </a:lnTo>
                  <a:lnTo>
                    <a:pt x="2149" y="304"/>
                  </a:lnTo>
                  <a:lnTo>
                    <a:pt x="2149" y="178"/>
                  </a:lnTo>
                  <a:lnTo>
                    <a:pt x="2073" y="102"/>
                  </a:lnTo>
                  <a:lnTo>
                    <a:pt x="1972" y="26"/>
                  </a:lnTo>
                  <a:lnTo>
                    <a:pt x="1845" y="1"/>
                  </a:lnTo>
                  <a:lnTo>
                    <a:pt x="1744" y="26"/>
                  </a:lnTo>
                  <a:lnTo>
                    <a:pt x="1643" y="102"/>
                  </a:lnTo>
                  <a:lnTo>
                    <a:pt x="1567" y="178"/>
                  </a:lnTo>
                  <a:lnTo>
                    <a:pt x="1542" y="304"/>
                  </a:lnTo>
                  <a:lnTo>
                    <a:pt x="1542" y="405"/>
                  </a:lnTo>
                  <a:lnTo>
                    <a:pt x="1517" y="481"/>
                  </a:lnTo>
                  <a:lnTo>
                    <a:pt x="1466" y="582"/>
                  </a:lnTo>
                  <a:lnTo>
                    <a:pt x="1416" y="633"/>
                  </a:lnTo>
                  <a:lnTo>
                    <a:pt x="1340" y="683"/>
                  </a:lnTo>
                  <a:lnTo>
                    <a:pt x="1264" y="734"/>
                  </a:lnTo>
                  <a:lnTo>
                    <a:pt x="1163" y="759"/>
                  </a:lnTo>
                  <a:lnTo>
                    <a:pt x="1087" y="784"/>
                  </a:lnTo>
                  <a:lnTo>
                    <a:pt x="986" y="759"/>
                  </a:lnTo>
                  <a:lnTo>
                    <a:pt x="910" y="734"/>
                  </a:lnTo>
                  <a:lnTo>
                    <a:pt x="809" y="683"/>
                  </a:lnTo>
                  <a:lnTo>
                    <a:pt x="759" y="633"/>
                  </a:lnTo>
                  <a:lnTo>
                    <a:pt x="683" y="582"/>
                  </a:lnTo>
                  <a:lnTo>
                    <a:pt x="658" y="481"/>
                  </a:lnTo>
                  <a:lnTo>
                    <a:pt x="632" y="405"/>
                  </a:lnTo>
                  <a:lnTo>
                    <a:pt x="607" y="304"/>
                  </a:lnTo>
                  <a:lnTo>
                    <a:pt x="582" y="178"/>
                  </a:lnTo>
                  <a:lnTo>
                    <a:pt x="531" y="102"/>
                  </a:lnTo>
                  <a:lnTo>
                    <a:pt x="430" y="26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F8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58"/>
            <p:cNvSpPr/>
            <p:nvPr/>
          </p:nvSpPr>
          <p:spPr>
            <a:xfrm>
              <a:off x="306975" y="3073250"/>
              <a:ext cx="15825" cy="39825"/>
            </a:xfrm>
            <a:custGeom>
              <a:avLst/>
              <a:gdLst/>
              <a:ahLst/>
              <a:cxnLst/>
              <a:rect l="l" t="t" r="r" b="b"/>
              <a:pathLst>
                <a:path w="633" h="1593" extrusionOk="0">
                  <a:moveTo>
                    <a:pt x="329" y="0"/>
                  </a:moveTo>
                  <a:lnTo>
                    <a:pt x="203" y="26"/>
                  </a:lnTo>
                  <a:lnTo>
                    <a:pt x="102" y="101"/>
                  </a:lnTo>
                  <a:lnTo>
                    <a:pt x="26" y="202"/>
                  </a:lnTo>
                  <a:lnTo>
                    <a:pt x="1" y="304"/>
                  </a:lnTo>
                  <a:lnTo>
                    <a:pt x="1" y="1592"/>
                  </a:lnTo>
                  <a:lnTo>
                    <a:pt x="632" y="1592"/>
                  </a:lnTo>
                  <a:lnTo>
                    <a:pt x="632" y="304"/>
                  </a:lnTo>
                  <a:lnTo>
                    <a:pt x="607" y="202"/>
                  </a:lnTo>
                  <a:lnTo>
                    <a:pt x="531" y="101"/>
                  </a:lnTo>
                  <a:lnTo>
                    <a:pt x="430" y="26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60B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58"/>
            <p:cNvSpPr/>
            <p:nvPr/>
          </p:nvSpPr>
          <p:spPr>
            <a:xfrm>
              <a:off x="530625" y="3073250"/>
              <a:ext cx="15825" cy="39825"/>
            </a:xfrm>
            <a:custGeom>
              <a:avLst/>
              <a:gdLst/>
              <a:ahLst/>
              <a:cxnLst/>
              <a:rect l="l" t="t" r="r" b="b"/>
              <a:pathLst>
                <a:path w="633" h="1593" extrusionOk="0">
                  <a:moveTo>
                    <a:pt x="329" y="0"/>
                  </a:moveTo>
                  <a:lnTo>
                    <a:pt x="203" y="26"/>
                  </a:lnTo>
                  <a:lnTo>
                    <a:pt x="102" y="101"/>
                  </a:lnTo>
                  <a:lnTo>
                    <a:pt x="26" y="202"/>
                  </a:lnTo>
                  <a:lnTo>
                    <a:pt x="1" y="304"/>
                  </a:lnTo>
                  <a:lnTo>
                    <a:pt x="1" y="1592"/>
                  </a:lnTo>
                  <a:lnTo>
                    <a:pt x="633" y="1592"/>
                  </a:lnTo>
                  <a:lnTo>
                    <a:pt x="633" y="304"/>
                  </a:lnTo>
                  <a:lnTo>
                    <a:pt x="607" y="202"/>
                  </a:lnTo>
                  <a:lnTo>
                    <a:pt x="532" y="101"/>
                  </a:lnTo>
                  <a:lnTo>
                    <a:pt x="431" y="26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60B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58"/>
            <p:cNvSpPr/>
            <p:nvPr/>
          </p:nvSpPr>
          <p:spPr>
            <a:xfrm>
              <a:off x="363200" y="2973425"/>
              <a:ext cx="63850" cy="67625"/>
            </a:xfrm>
            <a:custGeom>
              <a:avLst/>
              <a:gdLst/>
              <a:ahLst/>
              <a:cxnLst/>
              <a:rect l="l" t="t" r="r" b="b"/>
              <a:pathLst>
                <a:path w="2554" h="2705" extrusionOk="0">
                  <a:moveTo>
                    <a:pt x="734" y="0"/>
                  </a:moveTo>
                  <a:lnTo>
                    <a:pt x="1" y="253"/>
                  </a:lnTo>
                  <a:lnTo>
                    <a:pt x="1" y="2426"/>
                  </a:lnTo>
                  <a:lnTo>
                    <a:pt x="1" y="2502"/>
                  </a:lnTo>
                  <a:lnTo>
                    <a:pt x="26" y="2578"/>
                  </a:lnTo>
                  <a:lnTo>
                    <a:pt x="77" y="2629"/>
                  </a:lnTo>
                  <a:lnTo>
                    <a:pt x="127" y="2679"/>
                  </a:lnTo>
                  <a:lnTo>
                    <a:pt x="203" y="2704"/>
                  </a:lnTo>
                  <a:lnTo>
                    <a:pt x="329" y="2704"/>
                  </a:lnTo>
                  <a:lnTo>
                    <a:pt x="405" y="2679"/>
                  </a:lnTo>
                  <a:lnTo>
                    <a:pt x="2553" y="1365"/>
                  </a:lnTo>
                  <a:lnTo>
                    <a:pt x="7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58"/>
            <p:cNvSpPr/>
            <p:nvPr/>
          </p:nvSpPr>
          <p:spPr>
            <a:xfrm>
              <a:off x="427025" y="2973425"/>
              <a:ext cx="63825" cy="67625"/>
            </a:xfrm>
            <a:custGeom>
              <a:avLst/>
              <a:gdLst/>
              <a:ahLst/>
              <a:cxnLst/>
              <a:rect l="l" t="t" r="r" b="b"/>
              <a:pathLst>
                <a:path w="2553" h="2705" extrusionOk="0">
                  <a:moveTo>
                    <a:pt x="1795" y="0"/>
                  </a:moveTo>
                  <a:lnTo>
                    <a:pt x="0" y="1365"/>
                  </a:lnTo>
                  <a:lnTo>
                    <a:pt x="2123" y="2679"/>
                  </a:lnTo>
                  <a:lnTo>
                    <a:pt x="2199" y="2704"/>
                  </a:lnTo>
                  <a:lnTo>
                    <a:pt x="2351" y="2704"/>
                  </a:lnTo>
                  <a:lnTo>
                    <a:pt x="2401" y="2679"/>
                  </a:lnTo>
                  <a:lnTo>
                    <a:pt x="2452" y="2629"/>
                  </a:lnTo>
                  <a:lnTo>
                    <a:pt x="2502" y="2578"/>
                  </a:lnTo>
                  <a:lnTo>
                    <a:pt x="2528" y="2502"/>
                  </a:lnTo>
                  <a:lnTo>
                    <a:pt x="2553" y="2426"/>
                  </a:lnTo>
                  <a:lnTo>
                    <a:pt x="2553" y="253"/>
                  </a:lnTo>
                  <a:lnTo>
                    <a:pt x="17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58"/>
            <p:cNvSpPr/>
            <p:nvPr/>
          </p:nvSpPr>
          <p:spPr>
            <a:xfrm>
              <a:off x="605200" y="2782000"/>
              <a:ext cx="78975" cy="15175"/>
            </a:xfrm>
            <a:custGeom>
              <a:avLst/>
              <a:gdLst/>
              <a:ahLst/>
              <a:cxnLst/>
              <a:rect l="l" t="t" r="r" b="b"/>
              <a:pathLst>
                <a:path w="3159" h="607" extrusionOk="0">
                  <a:moveTo>
                    <a:pt x="303" y="0"/>
                  </a:moveTo>
                  <a:lnTo>
                    <a:pt x="177" y="25"/>
                  </a:lnTo>
                  <a:lnTo>
                    <a:pt x="76" y="101"/>
                  </a:lnTo>
                  <a:lnTo>
                    <a:pt x="25" y="177"/>
                  </a:lnTo>
                  <a:lnTo>
                    <a:pt x="0" y="303"/>
                  </a:lnTo>
                  <a:lnTo>
                    <a:pt x="25" y="430"/>
                  </a:lnTo>
                  <a:lnTo>
                    <a:pt x="76" y="531"/>
                  </a:lnTo>
                  <a:lnTo>
                    <a:pt x="177" y="581"/>
                  </a:lnTo>
                  <a:lnTo>
                    <a:pt x="303" y="607"/>
                  </a:lnTo>
                  <a:lnTo>
                    <a:pt x="2856" y="607"/>
                  </a:lnTo>
                  <a:lnTo>
                    <a:pt x="2982" y="581"/>
                  </a:lnTo>
                  <a:lnTo>
                    <a:pt x="3083" y="531"/>
                  </a:lnTo>
                  <a:lnTo>
                    <a:pt x="3134" y="430"/>
                  </a:lnTo>
                  <a:lnTo>
                    <a:pt x="3159" y="303"/>
                  </a:lnTo>
                  <a:lnTo>
                    <a:pt x="3134" y="177"/>
                  </a:lnTo>
                  <a:lnTo>
                    <a:pt x="3083" y="101"/>
                  </a:lnTo>
                  <a:lnTo>
                    <a:pt x="2982" y="25"/>
                  </a:lnTo>
                  <a:lnTo>
                    <a:pt x="28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58"/>
            <p:cNvSpPr/>
            <p:nvPr/>
          </p:nvSpPr>
          <p:spPr>
            <a:xfrm>
              <a:off x="596975" y="2634150"/>
              <a:ext cx="96050" cy="96050"/>
            </a:xfrm>
            <a:custGeom>
              <a:avLst/>
              <a:gdLst/>
              <a:ahLst/>
              <a:cxnLst/>
              <a:rect l="l" t="t" r="r" b="b"/>
              <a:pathLst>
                <a:path w="3842" h="3842" extrusionOk="0">
                  <a:moveTo>
                    <a:pt x="1921" y="0"/>
                  </a:moveTo>
                  <a:lnTo>
                    <a:pt x="1770" y="26"/>
                  </a:lnTo>
                  <a:lnTo>
                    <a:pt x="1668" y="51"/>
                  </a:lnTo>
                  <a:lnTo>
                    <a:pt x="1542" y="127"/>
                  </a:lnTo>
                  <a:lnTo>
                    <a:pt x="1466" y="203"/>
                  </a:lnTo>
                  <a:lnTo>
                    <a:pt x="1390" y="278"/>
                  </a:lnTo>
                  <a:lnTo>
                    <a:pt x="1315" y="405"/>
                  </a:lnTo>
                  <a:lnTo>
                    <a:pt x="1289" y="531"/>
                  </a:lnTo>
                  <a:lnTo>
                    <a:pt x="1264" y="658"/>
                  </a:lnTo>
                  <a:lnTo>
                    <a:pt x="1264" y="1289"/>
                  </a:lnTo>
                  <a:lnTo>
                    <a:pt x="506" y="1289"/>
                  </a:lnTo>
                  <a:lnTo>
                    <a:pt x="380" y="1340"/>
                  </a:lnTo>
                  <a:lnTo>
                    <a:pt x="278" y="1390"/>
                  </a:lnTo>
                  <a:lnTo>
                    <a:pt x="177" y="1466"/>
                  </a:lnTo>
                  <a:lnTo>
                    <a:pt x="102" y="1567"/>
                  </a:lnTo>
                  <a:lnTo>
                    <a:pt x="51" y="1668"/>
                  </a:lnTo>
                  <a:lnTo>
                    <a:pt x="0" y="1795"/>
                  </a:lnTo>
                  <a:lnTo>
                    <a:pt x="0" y="1921"/>
                  </a:lnTo>
                  <a:lnTo>
                    <a:pt x="0" y="2047"/>
                  </a:lnTo>
                  <a:lnTo>
                    <a:pt x="51" y="2174"/>
                  </a:lnTo>
                  <a:lnTo>
                    <a:pt x="102" y="2275"/>
                  </a:lnTo>
                  <a:lnTo>
                    <a:pt x="177" y="2376"/>
                  </a:lnTo>
                  <a:lnTo>
                    <a:pt x="278" y="2452"/>
                  </a:lnTo>
                  <a:lnTo>
                    <a:pt x="380" y="2528"/>
                  </a:lnTo>
                  <a:lnTo>
                    <a:pt x="506" y="2553"/>
                  </a:lnTo>
                  <a:lnTo>
                    <a:pt x="632" y="2578"/>
                  </a:lnTo>
                  <a:lnTo>
                    <a:pt x="1264" y="2578"/>
                  </a:lnTo>
                  <a:lnTo>
                    <a:pt x="1264" y="3210"/>
                  </a:lnTo>
                  <a:lnTo>
                    <a:pt x="1289" y="3336"/>
                  </a:lnTo>
                  <a:lnTo>
                    <a:pt x="1315" y="3463"/>
                  </a:lnTo>
                  <a:lnTo>
                    <a:pt x="1390" y="3564"/>
                  </a:lnTo>
                  <a:lnTo>
                    <a:pt x="1466" y="3665"/>
                  </a:lnTo>
                  <a:lnTo>
                    <a:pt x="1542" y="3741"/>
                  </a:lnTo>
                  <a:lnTo>
                    <a:pt x="1668" y="3791"/>
                  </a:lnTo>
                  <a:lnTo>
                    <a:pt x="1770" y="3842"/>
                  </a:lnTo>
                  <a:lnTo>
                    <a:pt x="2048" y="3842"/>
                  </a:lnTo>
                  <a:lnTo>
                    <a:pt x="2174" y="3791"/>
                  </a:lnTo>
                  <a:lnTo>
                    <a:pt x="2275" y="3741"/>
                  </a:lnTo>
                  <a:lnTo>
                    <a:pt x="2376" y="3665"/>
                  </a:lnTo>
                  <a:lnTo>
                    <a:pt x="2452" y="3564"/>
                  </a:lnTo>
                  <a:lnTo>
                    <a:pt x="2502" y="3463"/>
                  </a:lnTo>
                  <a:lnTo>
                    <a:pt x="2553" y="3336"/>
                  </a:lnTo>
                  <a:lnTo>
                    <a:pt x="2553" y="3210"/>
                  </a:lnTo>
                  <a:lnTo>
                    <a:pt x="2553" y="2578"/>
                  </a:lnTo>
                  <a:lnTo>
                    <a:pt x="3185" y="2578"/>
                  </a:lnTo>
                  <a:lnTo>
                    <a:pt x="3311" y="2553"/>
                  </a:lnTo>
                  <a:lnTo>
                    <a:pt x="3437" y="2528"/>
                  </a:lnTo>
                  <a:lnTo>
                    <a:pt x="3539" y="2452"/>
                  </a:lnTo>
                  <a:lnTo>
                    <a:pt x="3640" y="2376"/>
                  </a:lnTo>
                  <a:lnTo>
                    <a:pt x="3715" y="2275"/>
                  </a:lnTo>
                  <a:lnTo>
                    <a:pt x="3791" y="2174"/>
                  </a:lnTo>
                  <a:lnTo>
                    <a:pt x="3817" y="2047"/>
                  </a:lnTo>
                  <a:lnTo>
                    <a:pt x="3842" y="1921"/>
                  </a:lnTo>
                  <a:lnTo>
                    <a:pt x="3817" y="1795"/>
                  </a:lnTo>
                  <a:lnTo>
                    <a:pt x="3791" y="1668"/>
                  </a:lnTo>
                  <a:lnTo>
                    <a:pt x="3715" y="1567"/>
                  </a:lnTo>
                  <a:lnTo>
                    <a:pt x="3640" y="1466"/>
                  </a:lnTo>
                  <a:lnTo>
                    <a:pt x="3539" y="1390"/>
                  </a:lnTo>
                  <a:lnTo>
                    <a:pt x="3437" y="1340"/>
                  </a:lnTo>
                  <a:lnTo>
                    <a:pt x="3311" y="1289"/>
                  </a:lnTo>
                  <a:lnTo>
                    <a:pt x="2553" y="1289"/>
                  </a:lnTo>
                  <a:lnTo>
                    <a:pt x="2553" y="658"/>
                  </a:lnTo>
                  <a:lnTo>
                    <a:pt x="2553" y="531"/>
                  </a:lnTo>
                  <a:lnTo>
                    <a:pt x="2502" y="405"/>
                  </a:lnTo>
                  <a:lnTo>
                    <a:pt x="2452" y="278"/>
                  </a:lnTo>
                  <a:lnTo>
                    <a:pt x="2376" y="203"/>
                  </a:lnTo>
                  <a:lnTo>
                    <a:pt x="2275" y="127"/>
                  </a:lnTo>
                  <a:lnTo>
                    <a:pt x="2174" y="51"/>
                  </a:lnTo>
                  <a:lnTo>
                    <a:pt x="2048" y="26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58"/>
            <p:cNvSpPr/>
            <p:nvPr/>
          </p:nvSpPr>
          <p:spPr>
            <a:xfrm>
              <a:off x="333525" y="2694175"/>
              <a:ext cx="186400" cy="103625"/>
            </a:xfrm>
            <a:custGeom>
              <a:avLst/>
              <a:gdLst/>
              <a:ahLst/>
              <a:cxnLst/>
              <a:rect l="l" t="t" r="r" b="b"/>
              <a:pathLst>
                <a:path w="7456" h="4145" extrusionOk="0">
                  <a:moveTo>
                    <a:pt x="2477" y="0"/>
                  </a:moveTo>
                  <a:lnTo>
                    <a:pt x="2224" y="26"/>
                  </a:lnTo>
                  <a:lnTo>
                    <a:pt x="1971" y="51"/>
                  </a:lnTo>
                  <a:lnTo>
                    <a:pt x="1744" y="127"/>
                  </a:lnTo>
                  <a:lnTo>
                    <a:pt x="1516" y="202"/>
                  </a:lnTo>
                  <a:lnTo>
                    <a:pt x="1289" y="304"/>
                  </a:lnTo>
                  <a:lnTo>
                    <a:pt x="1087" y="430"/>
                  </a:lnTo>
                  <a:lnTo>
                    <a:pt x="910" y="582"/>
                  </a:lnTo>
                  <a:lnTo>
                    <a:pt x="733" y="733"/>
                  </a:lnTo>
                  <a:lnTo>
                    <a:pt x="581" y="910"/>
                  </a:lnTo>
                  <a:lnTo>
                    <a:pt x="430" y="1087"/>
                  </a:lnTo>
                  <a:lnTo>
                    <a:pt x="303" y="1289"/>
                  </a:lnTo>
                  <a:lnTo>
                    <a:pt x="202" y="1517"/>
                  </a:lnTo>
                  <a:lnTo>
                    <a:pt x="126" y="1744"/>
                  </a:lnTo>
                  <a:lnTo>
                    <a:pt x="51" y="1971"/>
                  </a:lnTo>
                  <a:lnTo>
                    <a:pt x="25" y="2224"/>
                  </a:lnTo>
                  <a:lnTo>
                    <a:pt x="0" y="2477"/>
                  </a:lnTo>
                  <a:lnTo>
                    <a:pt x="0" y="4145"/>
                  </a:lnTo>
                  <a:lnTo>
                    <a:pt x="2325" y="4145"/>
                  </a:lnTo>
                  <a:lnTo>
                    <a:pt x="2578" y="4094"/>
                  </a:lnTo>
                  <a:lnTo>
                    <a:pt x="2831" y="4018"/>
                  </a:lnTo>
                  <a:lnTo>
                    <a:pt x="3058" y="3892"/>
                  </a:lnTo>
                  <a:lnTo>
                    <a:pt x="3285" y="3766"/>
                  </a:lnTo>
                  <a:lnTo>
                    <a:pt x="3462" y="3589"/>
                  </a:lnTo>
                  <a:lnTo>
                    <a:pt x="3639" y="3387"/>
                  </a:lnTo>
                  <a:lnTo>
                    <a:pt x="3816" y="3184"/>
                  </a:lnTo>
                  <a:lnTo>
                    <a:pt x="4473" y="2098"/>
                  </a:lnTo>
                  <a:lnTo>
                    <a:pt x="4675" y="2704"/>
                  </a:lnTo>
                  <a:lnTo>
                    <a:pt x="4802" y="3008"/>
                  </a:lnTo>
                  <a:lnTo>
                    <a:pt x="4953" y="3286"/>
                  </a:lnTo>
                  <a:lnTo>
                    <a:pt x="5181" y="3538"/>
                  </a:lnTo>
                  <a:lnTo>
                    <a:pt x="5408" y="3766"/>
                  </a:lnTo>
                  <a:lnTo>
                    <a:pt x="5686" y="3917"/>
                  </a:lnTo>
                  <a:lnTo>
                    <a:pt x="5990" y="4044"/>
                  </a:lnTo>
                  <a:lnTo>
                    <a:pt x="6293" y="4120"/>
                  </a:lnTo>
                  <a:lnTo>
                    <a:pt x="6621" y="4145"/>
                  </a:lnTo>
                  <a:lnTo>
                    <a:pt x="7455" y="4145"/>
                  </a:lnTo>
                  <a:lnTo>
                    <a:pt x="7455" y="2477"/>
                  </a:lnTo>
                  <a:lnTo>
                    <a:pt x="7455" y="2224"/>
                  </a:lnTo>
                  <a:lnTo>
                    <a:pt x="7405" y="1971"/>
                  </a:lnTo>
                  <a:lnTo>
                    <a:pt x="7354" y="1744"/>
                  </a:lnTo>
                  <a:lnTo>
                    <a:pt x="7253" y="1517"/>
                  </a:lnTo>
                  <a:lnTo>
                    <a:pt x="7152" y="1289"/>
                  </a:lnTo>
                  <a:lnTo>
                    <a:pt x="7026" y="1087"/>
                  </a:lnTo>
                  <a:lnTo>
                    <a:pt x="6899" y="910"/>
                  </a:lnTo>
                  <a:lnTo>
                    <a:pt x="6748" y="733"/>
                  </a:lnTo>
                  <a:lnTo>
                    <a:pt x="6571" y="582"/>
                  </a:lnTo>
                  <a:lnTo>
                    <a:pt x="6369" y="430"/>
                  </a:lnTo>
                  <a:lnTo>
                    <a:pt x="6166" y="304"/>
                  </a:lnTo>
                  <a:lnTo>
                    <a:pt x="5939" y="202"/>
                  </a:lnTo>
                  <a:lnTo>
                    <a:pt x="5712" y="127"/>
                  </a:lnTo>
                  <a:lnTo>
                    <a:pt x="5484" y="51"/>
                  </a:lnTo>
                  <a:lnTo>
                    <a:pt x="5231" y="26"/>
                  </a:lnTo>
                  <a:lnTo>
                    <a:pt x="4979" y="0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04" name="Google Shape;4404;p58"/>
          <p:cNvGrpSpPr/>
          <p:nvPr/>
        </p:nvGrpSpPr>
        <p:grpSpPr>
          <a:xfrm>
            <a:off x="4364854" y="2320943"/>
            <a:ext cx="414291" cy="457175"/>
            <a:chOff x="998175" y="2602550"/>
            <a:chExt cx="464400" cy="510525"/>
          </a:xfrm>
        </p:grpSpPr>
        <p:sp>
          <p:nvSpPr>
            <p:cNvPr id="4405" name="Google Shape;4405;p58"/>
            <p:cNvSpPr/>
            <p:nvPr/>
          </p:nvSpPr>
          <p:spPr>
            <a:xfrm>
              <a:off x="1164950" y="2602550"/>
              <a:ext cx="255925" cy="256550"/>
            </a:xfrm>
            <a:custGeom>
              <a:avLst/>
              <a:gdLst/>
              <a:ahLst/>
              <a:cxnLst/>
              <a:rect l="l" t="t" r="r" b="b"/>
              <a:pathLst>
                <a:path w="10237" h="10262" extrusionOk="0">
                  <a:moveTo>
                    <a:pt x="5106" y="1"/>
                  </a:moveTo>
                  <a:lnTo>
                    <a:pt x="4600" y="26"/>
                  </a:lnTo>
                  <a:lnTo>
                    <a:pt x="4095" y="102"/>
                  </a:lnTo>
                  <a:lnTo>
                    <a:pt x="3590" y="228"/>
                  </a:lnTo>
                  <a:lnTo>
                    <a:pt x="3109" y="405"/>
                  </a:lnTo>
                  <a:lnTo>
                    <a:pt x="2680" y="633"/>
                  </a:lnTo>
                  <a:lnTo>
                    <a:pt x="2250" y="885"/>
                  </a:lnTo>
                  <a:lnTo>
                    <a:pt x="1846" y="1163"/>
                  </a:lnTo>
                  <a:lnTo>
                    <a:pt x="1492" y="1492"/>
                  </a:lnTo>
                  <a:lnTo>
                    <a:pt x="1163" y="1871"/>
                  </a:lnTo>
                  <a:lnTo>
                    <a:pt x="860" y="2275"/>
                  </a:lnTo>
                  <a:lnTo>
                    <a:pt x="607" y="2680"/>
                  </a:lnTo>
                  <a:lnTo>
                    <a:pt x="405" y="3135"/>
                  </a:lnTo>
                  <a:lnTo>
                    <a:pt x="228" y="3615"/>
                  </a:lnTo>
                  <a:lnTo>
                    <a:pt x="102" y="4095"/>
                  </a:lnTo>
                  <a:lnTo>
                    <a:pt x="26" y="4600"/>
                  </a:lnTo>
                  <a:lnTo>
                    <a:pt x="1" y="5131"/>
                  </a:lnTo>
                  <a:lnTo>
                    <a:pt x="26" y="5662"/>
                  </a:lnTo>
                  <a:lnTo>
                    <a:pt x="102" y="6167"/>
                  </a:lnTo>
                  <a:lnTo>
                    <a:pt x="228" y="6647"/>
                  </a:lnTo>
                  <a:lnTo>
                    <a:pt x="405" y="7127"/>
                  </a:lnTo>
                  <a:lnTo>
                    <a:pt x="607" y="7582"/>
                  </a:lnTo>
                  <a:lnTo>
                    <a:pt x="860" y="7987"/>
                  </a:lnTo>
                  <a:lnTo>
                    <a:pt x="1163" y="8391"/>
                  </a:lnTo>
                  <a:lnTo>
                    <a:pt x="1492" y="8745"/>
                  </a:lnTo>
                  <a:lnTo>
                    <a:pt x="1846" y="9073"/>
                  </a:lnTo>
                  <a:lnTo>
                    <a:pt x="2250" y="9377"/>
                  </a:lnTo>
                  <a:lnTo>
                    <a:pt x="2680" y="9629"/>
                  </a:lnTo>
                  <a:lnTo>
                    <a:pt x="3109" y="9857"/>
                  </a:lnTo>
                  <a:lnTo>
                    <a:pt x="3590" y="10034"/>
                  </a:lnTo>
                  <a:lnTo>
                    <a:pt x="4095" y="10160"/>
                  </a:lnTo>
                  <a:lnTo>
                    <a:pt x="4600" y="10236"/>
                  </a:lnTo>
                  <a:lnTo>
                    <a:pt x="5106" y="10261"/>
                  </a:lnTo>
                  <a:lnTo>
                    <a:pt x="5637" y="10236"/>
                  </a:lnTo>
                  <a:lnTo>
                    <a:pt x="6142" y="10160"/>
                  </a:lnTo>
                  <a:lnTo>
                    <a:pt x="6647" y="10034"/>
                  </a:lnTo>
                  <a:lnTo>
                    <a:pt x="7102" y="9857"/>
                  </a:lnTo>
                  <a:lnTo>
                    <a:pt x="7557" y="9629"/>
                  </a:lnTo>
                  <a:lnTo>
                    <a:pt x="7987" y="9377"/>
                  </a:lnTo>
                  <a:lnTo>
                    <a:pt x="8366" y="9073"/>
                  </a:lnTo>
                  <a:lnTo>
                    <a:pt x="8745" y="8745"/>
                  </a:lnTo>
                  <a:lnTo>
                    <a:pt x="9074" y="8391"/>
                  </a:lnTo>
                  <a:lnTo>
                    <a:pt x="9377" y="7987"/>
                  </a:lnTo>
                  <a:lnTo>
                    <a:pt x="9630" y="7582"/>
                  </a:lnTo>
                  <a:lnTo>
                    <a:pt x="9832" y="7127"/>
                  </a:lnTo>
                  <a:lnTo>
                    <a:pt x="10009" y="6647"/>
                  </a:lnTo>
                  <a:lnTo>
                    <a:pt x="10135" y="6167"/>
                  </a:lnTo>
                  <a:lnTo>
                    <a:pt x="10211" y="5662"/>
                  </a:lnTo>
                  <a:lnTo>
                    <a:pt x="10236" y="5131"/>
                  </a:lnTo>
                  <a:lnTo>
                    <a:pt x="10211" y="4600"/>
                  </a:lnTo>
                  <a:lnTo>
                    <a:pt x="10135" y="4095"/>
                  </a:lnTo>
                  <a:lnTo>
                    <a:pt x="10009" y="3615"/>
                  </a:lnTo>
                  <a:lnTo>
                    <a:pt x="9832" y="3135"/>
                  </a:lnTo>
                  <a:lnTo>
                    <a:pt x="9630" y="2680"/>
                  </a:lnTo>
                  <a:lnTo>
                    <a:pt x="9377" y="2275"/>
                  </a:lnTo>
                  <a:lnTo>
                    <a:pt x="9074" y="1871"/>
                  </a:lnTo>
                  <a:lnTo>
                    <a:pt x="8745" y="1492"/>
                  </a:lnTo>
                  <a:lnTo>
                    <a:pt x="8366" y="1163"/>
                  </a:lnTo>
                  <a:lnTo>
                    <a:pt x="7987" y="885"/>
                  </a:lnTo>
                  <a:lnTo>
                    <a:pt x="7557" y="633"/>
                  </a:lnTo>
                  <a:lnTo>
                    <a:pt x="7102" y="405"/>
                  </a:lnTo>
                  <a:lnTo>
                    <a:pt x="6647" y="228"/>
                  </a:lnTo>
                  <a:lnTo>
                    <a:pt x="6142" y="102"/>
                  </a:lnTo>
                  <a:lnTo>
                    <a:pt x="5637" y="26"/>
                  </a:lnTo>
                  <a:lnTo>
                    <a:pt x="5106" y="1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58"/>
            <p:cNvSpPr/>
            <p:nvPr/>
          </p:nvSpPr>
          <p:spPr>
            <a:xfrm>
              <a:off x="1197175" y="2634775"/>
              <a:ext cx="191475" cy="192100"/>
            </a:xfrm>
            <a:custGeom>
              <a:avLst/>
              <a:gdLst/>
              <a:ahLst/>
              <a:cxnLst/>
              <a:rect l="l" t="t" r="r" b="b"/>
              <a:pathLst>
                <a:path w="7659" h="7684" extrusionOk="0">
                  <a:moveTo>
                    <a:pt x="3514" y="1"/>
                  </a:moveTo>
                  <a:lnTo>
                    <a:pt x="3135" y="51"/>
                  </a:lnTo>
                  <a:lnTo>
                    <a:pt x="2781" y="127"/>
                  </a:lnTo>
                  <a:lnTo>
                    <a:pt x="2427" y="253"/>
                  </a:lnTo>
                  <a:lnTo>
                    <a:pt x="2073" y="405"/>
                  </a:lnTo>
                  <a:lnTo>
                    <a:pt x="1871" y="531"/>
                  </a:lnTo>
                  <a:lnTo>
                    <a:pt x="1669" y="658"/>
                  </a:lnTo>
                  <a:lnTo>
                    <a:pt x="1467" y="809"/>
                  </a:lnTo>
                  <a:lnTo>
                    <a:pt x="1290" y="961"/>
                  </a:lnTo>
                  <a:lnTo>
                    <a:pt x="936" y="1290"/>
                  </a:lnTo>
                  <a:lnTo>
                    <a:pt x="784" y="1492"/>
                  </a:lnTo>
                  <a:lnTo>
                    <a:pt x="633" y="1669"/>
                  </a:lnTo>
                  <a:lnTo>
                    <a:pt x="506" y="1896"/>
                  </a:lnTo>
                  <a:lnTo>
                    <a:pt x="405" y="2098"/>
                  </a:lnTo>
                  <a:lnTo>
                    <a:pt x="279" y="2326"/>
                  </a:lnTo>
                  <a:lnTo>
                    <a:pt x="203" y="2553"/>
                  </a:lnTo>
                  <a:lnTo>
                    <a:pt x="127" y="2781"/>
                  </a:lnTo>
                  <a:lnTo>
                    <a:pt x="77" y="3033"/>
                  </a:lnTo>
                  <a:lnTo>
                    <a:pt x="26" y="3286"/>
                  </a:lnTo>
                  <a:lnTo>
                    <a:pt x="1" y="3539"/>
                  </a:lnTo>
                  <a:lnTo>
                    <a:pt x="1" y="3564"/>
                  </a:lnTo>
                  <a:lnTo>
                    <a:pt x="51" y="3615"/>
                  </a:lnTo>
                  <a:lnTo>
                    <a:pt x="178" y="3690"/>
                  </a:lnTo>
                  <a:lnTo>
                    <a:pt x="329" y="3766"/>
                  </a:lnTo>
                  <a:lnTo>
                    <a:pt x="355" y="3791"/>
                  </a:lnTo>
                  <a:lnTo>
                    <a:pt x="380" y="3842"/>
                  </a:lnTo>
                  <a:lnTo>
                    <a:pt x="355" y="3867"/>
                  </a:lnTo>
                  <a:lnTo>
                    <a:pt x="329" y="3918"/>
                  </a:lnTo>
                  <a:lnTo>
                    <a:pt x="178" y="3994"/>
                  </a:lnTo>
                  <a:lnTo>
                    <a:pt x="51" y="4069"/>
                  </a:lnTo>
                  <a:lnTo>
                    <a:pt x="1" y="4120"/>
                  </a:lnTo>
                  <a:lnTo>
                    <a:pt x="1" y="4145"/>
                  </a:lnTo>
                  <a:lnTo>
                    <a:pt x="26" y="4398"/>
                  </a:lnTo>
                  <a:lnTo>
                    <a:pt x="77" y="4651"/>
                  </a:lnTo>
                  <a:lnTo>
                    <a:pt x="127" y="4903"/>
                  </a:lnTo>
                  <a:lnTo>
                    <a:pt x="203" y="5131"/>
                  </a:lnTo>
                  <a:lnTo>
                    <a:pt x="279" y="5358"/>
                  </a:lnTo>
                  <a:lnTo>
                    <a:pt x="405" y="5586"/>
                  </a:lnTo>
                  <a:lnTo>
                    <a:pt x="506" y="5788"/>
                  </a:lnTo>
                  <a:lnTo>
                    <a:pt x="633" y="5990"/>
                  </a:lnTo>
                  <a:lnTo>
                    <a:pt x="784" y="6192"/>
                  </a:lnTo>
                  <a:lnTo>
                    <a:pt x="936" y="6394"/>
                  </a:lnTo>
                  <a:lnTo>
                    <a:pt x="1290" y="6723"/>
                  </a:lnTo>
                  <a:lnTo>
                    <a:pt x="1467" y="6875"/>
                  </a:lnTo>
                  <a:lnTo>
                    <a:pt x="1669" y="7026"/>
                  </a:lnTo>
                  <a:lnTo>
                    <a:pt x="1871" y="7153"/>
                  </a:lnTo>
                  <a:lnTo>
                    <a:pt x="2073" y="7279"/>
                  </a:lnTo>
                  <a:lnTo>
                    <a:pt x="2427" y="7431"/>
                  </a:lnTo>
                  <a:lnTo>
                    <a:pt x="2781" y="7532"/>
                  </a:lnTo>
                  <a:lnTo>
                    <a:pt x="3135" y="7633"/>
                  </a:lnTo>
                  <a:lnTo>
                    <a:pt x="3514" y="7683"/>
                  </a:lnTo>
                  <a:lnTo>
                    <a:pt x="3564" y="7658"/>
                  </a:lnTo>
                  <a:lnTo>
                    <a:pt x="3589" y="7608"/>
                  </a:lnTo>
                  <a:lnTo>
                    <a:pt x="3665" y="7481"/>
                  </a:lnTo>
                  <a:lnTo>
                    <a:pt x="3741" y="7355"/>
                  </a:lnTo>
                  <a:lnTo>
                    <a:pt x="3792" y="7304"/>
                  </a:lnTo>
                  <a:lnTo>
                    <a:pt x="3817" y="7279"/>
                  </a:lnTo>
                  <a:lnTo>
                    <a:pt x="3867" y="7304"/>
                  </a:lnTo>
                  <a:lnTo>
                    <a:pt x="3918" y="7355"/>
                  </a:lnTo>
                  <a:lnTo>
                    <a:pt x="3994" y="7481"/>
                  </a:lnTo>
                  <a:lnTo>
                    <a:pt x="4070" y="7608"/>
                  </a:lnTo>
                  <a:lnTo>
                    <a:pt x="4095" y="7658"/>
                  </a:lnTo>
                  <a:lnTo>
                    <a:pt x="4145" y="7683"/>
                  </a:lnTo>
                  <a:lnTo>
                    <a:pt x="4474" y="7633"/>
                  </a:lnTo>
                  <a:lnTo>
                    <a:pt x="4828" y="7557"/>
                  </a:lnTo>
                  <a:lnTo>
                    <a:pt x="5156" y="7456"/>
                  </a:lnTo>
                  <a:lnTo>
                    <a:pt x="5460" y="7330"/>
                  </a:lnTo>
                  <a:lnTo>
                    <a:pt x="5763" y="7178"/>
                  </a:lnTo>
                  <a:lnTo>
                    <a:pt x="6041" y="7001"/>
                  </a:lnTo>
                  <a:lnTo>
                    <a:pt x="6294" y="6774"/>
                  </a:lnTo>
                  <a:lnTo>
                    <a:pt x="6546" y="6571"/>
                  </a:lnTo>
                  <a:lnTo>
                    <a:pt x="6774" y="6319"/>
                  </a:lnTo>
                  <a:lnTo>
                    <a:pt x="6976" y="6041"/>
                  </a:lnTo>
                  <a:lnTo>
                    <a:pt x="7153" y="5763"/>
                  </a:lnTo>
                  <a:lnTo>
                    <a:pt x="7304" y="5459"/>
                  </a:lnTo>
                  <a:lnTo>
                    <a:pt x="7431" y="5156"/>
                  </a:lnTo>
                  <a:lnTo>
                    <a:pt x="7557" y="4828"/>
                  </a:lnTo>
                  <a:lnTo>
                    <a:pt x="7608" y="4499"/>
                  </a:lnTo>
                  <a:lnTo>
                    <a:pt x="7658" y="4145"/>
                  </a:lnTo>
                  <a:lnTo>
                    <a:pt x="7658" y="4120"/>
                  </a:lnTo>
                  <a:lnTo>
                    <a:pt x="7608" y="4069"/>
                  </a:lnTo>
                  <a:lnTo>
                    <a:pt x="7481" y="3994"/>
                  </a:lnTo>
                  <a:lnTo>
                    <a:pt x="7330" y="3918"/>
                  </a:lnTo>
                  <a:lnTo>
                    <a:pt x="7279" y="3867"/>
                  </a:lnTo>
                  <a:lnTo>
                    <a:pt x="7279" y="3842"/>
                  </a:lnTo>
                  <a:lnTo>
                    <a:pt x="7279" y="3791"/>
                  </a:lnTo>
                  <a:lnTo>
                    <a:pt x="7330" y="3766"/>
                  </a:lnTo>
                  <a:lnTo>
                    <a:pt x="7481" y="3690"/>
                  </a:lnTo>
                  <a:lnTo>
                    <a:pt x="7608" y="3615"/>
                  </a:lnTo>
                  <a:lnTo>
                    <a:pt x="7658" y="3564"/>
                  </a:lnTo>
                  <a:lnTo>
                    <a:pt x="7658" y="3539"/>
                  </a:lnTo>
                  <a:lnTo>
                    <a:pt x="7608" y="3185"/>
                  </a:lnTo>
                  <a:lnTo>
                    <a:pt x="7557" y="2856"/>
                  </a:lnTo>
                  <a:lnTo>
                    <a:pt x="7431" y="2528"/>
                  </a:lnTo>
                  <a:lnTo>
                    <a:pt x="7304" y="2199"/>
                  </a:lnTo>
                  <a:lnTo>
                    <a:pt x="7153" y="1921"/>
                  </a:lnTo>
                  <a:lnTo>
                    <a:pt x="6976" y="1618"/>
                  </a:lnTo>
                  <a:lnTo>
                    <a:pt x="6774" y="1365"/>
                  </a:lnTo>
                  <a:lnTo>
                    <a:pt x="6546" y="1113"/>
                  </a:lnTo>
                  <a:lnTo>
                    <a:pt x="6294" y="885"/>
                  </a:lnTo>
                  <a:lnTo>
                    <a:pt x="6041" y="683"/>
                  </a:lnTo>
                  <a:lnTo>
                    <a:pt x="5763" y="506"/>
                  </a:lnTo>
                  <a:lnTo>
                    <a:pt x="5460" y="355"/>
                  </a:lnTo>
                  <a:lnTo>
                    <a:pt x="5156" y="228"/>
                  </a:lnTo>
                  <a:lnTo>
                    <a:pt x="4828" y="127"/>
                  </a:lnTo>
                  <a:lnTo>
                    <a:pt x="4474" y="51"/>
                  </a:lnTo>
                  <a:lnTo>
                    <a:pt x="4145" y="1"/>
                  </a:lnTo>
                  <a:lnTo>
                    <a:pt x="4095" y="26"/>
                  </a:lnTo>
                  <a:lnTo>
                    <a:pt x="4070" y="51"/>
                  </a:lnTo>
                  <a:lnTo>
                    <a:pt x="3994" y="203"/>
                  </a:lnTo>
                  <a:lnTo>
                    <a:pt x="3893" y="329"/>
                  </a:lnTo>
                  <a:lnTo>
                    <a:pt x="3867" y="380"/>
                  </a:lnTo>
                  <a:lnTo>
                    <a:pt x="3817" y="405"/>
                  </a:lnTo>
                  <a:lnTo>
                    <a:pt x="3792" y="380"/>
                  </a:lnTo>
                  <a:lnTo>
                    <a:pt x="3741" y="329"/>
                  </a:lnTo>
                  <a:lnTo>
                    <a:pt x="3665" y="203"/>
                  </a:lnTo>
                  <a:lnTo>
                    <a:pt x="3589" y="51"/>
                  </a:lnTo>
                  <a:lnTo>
                    <a:pt x="3564" y="26"/>
                  </a:lnTo>
                  <a:lnTo>
                    <a:pt x="35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58"/>
            <p:cNvSpPr/>
            <p:nvPr/>
          </p:nvSpPr>
          <p:spPr>
            <a:xfrm>
              <a:off x="1099875" y="2867900"/>
              <a:ext cx="362700" cy="151025"/>
            </a:xfrm>
            <a:custGeom>
              <a:avLst/>
              <a:gdLst/>
              <a:ahLst/>
              <a:cxnLst/>
              <a:rect l="l" t="t" r="r" b="b"/>
              <a:pathLst>
                <a:path w="14508" h="6041" extrusionOk="0">
                  <a:moveTo>
                    <a:pt x="13572" y="1"/>
                  </a:moveTo>
                  <a:lnTo>
                    <a:pt x="13420" y="26"/>
                  </a:lnTo>
                  <a:lnTo>
                    <a:pt x="13269" y="102"/>
                  </a:lnTo>
                  <a:lnTo>
                    <a:pt x="10413" y="1745"/>
                  </a:lnTo>
                  <a:lnTo>
                    <a:pt x="9124" y="2503"/>
                  </a:lnTo>
                  <a:lnTo>
                    <a:pt x="8846" y="2655"/>
                  </a:lnTo>
                  <a:lnTo>
                    <a:pt x="8871" y="2503"/>
                  </a:lnTo>
                  <a:lnTo>
                    <a:pt x="8897" y="2427"/>
                  </a:lnTo>
                  <a:lnTo>
                    <a:pt x="8871" y="2351"/>
                  </a:lnTo>
                  <a:lnTo>
                    <a:pt x="8846" y="2200"/>
                  </a:lnTo>
                  <a:lnTo>
                    <a:pt x="8796" y="2048"/>
                  </a:lnTo>
                  <a:lnTo>
                    <a:pt x="8720" y="1922"/>
                  </a:lnTo>
                  <a:lnTo>
                    <a:pt x="8619" y="1821"/>
                  </a:lnTo>
                  <a:lnTo>
                    <a:pt x="8492" y="1719"/>
                  </a:lnTo>
                  <a:lnTo>
                    <a:pt x="8366" y="1644"/>
                  </a:lnTo>
                  <a:lnTo>
                    <a:pt x="8214" y="1618"/>
                  </a:lnTo>
                  <a:lnTo>
                    <a:pt x="8063" y="1593"/>
                  </a:lnTo>
                  <a:lnTo>
                    <a:pt x="6117" y="1593"/>
                  </a:lnTo>
                  <a:lnTo>
                    <a:pt x="5131" y="1214"/>
                  </a:lnTo>
                  <a:lnTo>
                    <a:pt x="4803" y="1088"/>
                  </a:lnTo>
                  <a:lnTo>
                    <a:pt x="4449" y="1012"/>
                  </a:lnTo>
                  <a:lnTo>
                    <a:pt x="4095" y="961"/>
                  </a:lnTo>
                  <a:lnTo>
                    <a:pt x="3514" y="961"/>
                  </a:lnTo>
                  <a:lnTo>
                    <a:pt x="3286" y="987"/>
                  </a:lnTo>
                  <a:lnTo>
                    <a:pt x="2857" y="1062"/>
                  </a:lnTo>
                  <a:lnTo>
                    <a:pt x="2478" y="1189"/>
                  </a:lnTo>
                  <a:lnTo>
                    <a:pt x="2099" y="1366"/>
                  </a:lnTo>
                  <a:lnTo>
                    <a:pt x="1770" y="1568"/>
                  </a:lnTo>
                  <a:lnTo>
                    <a:pt x="1467" y="1795"/>
                  </a:lnTo>
                  <a:lnTo>
                    <a:pt x="1189" y="2023"/>
                  </a:lnTo>
                  <a:lnTo>
                    <a:pt x="936" y="2275"/>
                  </a:lnTo>
                  <a:lnTo>
                    <a:pt x="709" y="2528"/>
                  </a:lnTo>
                  <a:lnTo>
                    <a:pt x="532" y="2781"/>
                  </a:lnTo>
                  <a:lnTo>
                    <a:pt x="228" y="3211"/>
                  </a:lnTo>
                  <a:lnTo>
                    <a:pt x="51" y="3514"/>
                  </a:lnTo>
                  <a:lnTo>
                    <a:pt x="1" y="3615"/>
                  </a:lnTo>
                  <a:lnTo>
                    <a:pt x="127" y="4272"/>
                  </a:lnTo>
                  <a:lnTo>
                    <a:pt x="1896" y="6041"/>
                  </a:lnTo>
                  <a:lnTo>
                    <a:pt x="7608" y="6041"/>
                  </a:lnTo>
                  <a:lnTo>
                    <a:pt x="7962" y="6016"/>
                  </a:lnTo>
                  <a:lnTo>
                    <a:pt x="8290" y="5940"/>
                  </a:lnTo>
                  <a:lnTo>
                    <a:pt x="8593" y="5788"/>
                  </a:lnTo>
                  <a:lnTo>
                    <a:pt x="8871" y="5611"/>
                  </a:lnTo>
                  <a:lnTo>
                    <a:pt x="14103" y="1543"/>
                  </a:lnTo>
                  <a:lnTo>
                    <a:pt x="14229" y="1441"/>
                  </a:lnTo>
                  <a:lnTo>
                    <a:pt x="14330" y="1315"/>
                  </a:lnTo>
                  <a:lnTo>
                    <a:pt x="14406" y="1189"/>
                  </a:lnTo>
                  <a:lnTo>
                    <a:pt x="14457" y="1037"/>
                  </a:lnTo>
                  <a:lnTo>
                    <a:pt x="14507" y="860"/>
                  </a:lnTo>
                  <a:lnTo>
                    <a:pt x="14482" y="709"/>
                  </a:lnTo>
                  <a:lnTo>
                    <a:pt x="14457" y="557"/>
                  </a:lnTo>
                  <a:lnTo>
                    <a:pt x="14406" y="405"/>
                  </a:lnTo>
                  <a:lnTo>
                    <a:pt x="14305" y="279"/>
                  </a:lnTo>
                  <a:lnTo>
                    <a:pt x="14179" y="153"/>
                  </a:lnTo>
                  <a:lnTo>
                    <a:pt x="14052" y="77"/>
                  </a:lnTo>
                  <a:lnTo>
                    <a:pt x="13901" y="26"/>
                  </a:lnTo>
                  <a:lnTo>
                    <a:pt x="13749" y="1"/>
                  </a:ln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58"/>
            <p:cNvSpPr/>
            <p:nvPr/>
          </p:nvSpPr>
          <p:spPr>
            <a:xfrm>
              <a:off x="1286900" y="2867900"/>
              <a:ext cx="169975" cy="88500"/>
            </a:xfrm>
            <a:custGeom>
              <a:avLst/>
              <a:gdLst/>
              <a:ahLst/>
              <a:cxnLst/>
              <a:rect l="l" t="t" r="r" b="b"/>
              <a:pathLst>
                <a:path w="6799" h="3540" extrusionOk="0">
                  <a:moveTo>
                    <a:pt x="6040" y="1"/>
                  </a:moveTo>
                  <a:lnTo>
                    <a:pt x="5914" y="52"/>
                  </a:lnTo>
                  <a:lnTo>
                    <a:pt x="5788" y="102"/>
                  </a:lnTo>
                  <a:lnTo>
                    <a:pt x="1365" y="2655"/>
                  </a:lnTo>
                  <a:lnTo>
                    <a:pt x="1315" y="2756"/>
                  </a:lnTo>
                  <a:lnTo>
                    <a:pt x="1239" y="2882"/>
                  </a:lnTo>
                  <a:lnTo>
                    <a:pt x="1062" y="3059"/>
                  </a:lnTo>
                  <a:lnTo>
                    <a:pt x="834" y="3211"/>
                  </a:lnTo>
                  <a:lnTo>
                    <a:pt x="607" y="3337"/>
                  </a:lnTo>
                  <a:lnTo>
                    <a:pt x="380" y="3438"/>
                  </a:lnTo>
                  <a:lnTo>
                    <a:pt x="203" y="3488"/>
                  </a:lnTo>
                  <a:lnTo>
                    <a:pt x="0" y="3539"/>
                  </a:lnTo>
                  <a:lnTo>
                    <a:pt x="1087" y="3539"/>
                  </a:lnTo>
                  <a:lnTo>
                    <a:pt x="1163" y="3514"/>
                  </a:lnTo>
                  <a:lnTo>
                    <a:pt x="6799" y="254"/>
                  </a:lnTo>
                  <a:lnTo>
                    <a:pt x="6698" y="153"/>
                  </a:lnTo>
                  <a:lnTo>
                    <a:pt x="6571" y="77"/>
                  </a:lnTo>
                  <a:lnTo>
                    <a:pt x="6445" y="26"/>
                  </a:lnTo>
                  <a:lnTo>
                    <a:pt x="6318" y="1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58"/>
            <p:cNvSpPr/>
            <p:nvPr/>
          </p:nvSpPr>
          <p:spPr>
            <a:xfrm>
              <a:off x="1055025" y="2938675"/>
              <a:ext cx="130800" cy="132075"/>
            </a:xfrm>
            <a:custGeom>
              <a:avLst/>
              <a:gdLst/>
              <a:ahLst/>
              <a:cxnLst/>
              <a:rect l="l" t="t" r="r" b="b"/>
              <a:pathLst>
                <a:path w="5232" h="5283" extrusionOk="0">
                  <a:moveTo>
                    <a:pt x="885" y="0"/>
                  </a:moveTo>
                  <a:lnTo>
                    <a:pt x="784" y="26"/>
                  </a:lnTo>
                  <a:lnTo>
                    <a:pt x="683" y="76"/>
                  </a:lnTo>
                  <a:lnTo>
                    <a:pt x="1" y="759"/>
                  </a:lnTo>
                  <a:lnTo>
                    <a:pt x="76" y="1390"/>
                  </a:lnTo>
                  <a:lnTo>
                    <a:pt x="3968" y="5282"/>
                  </a:lnTo>
                  <a:lnTo>
                    <a:pt x="4474" y="5232"/>
                  </a:lnTo>
                  <a:lnTo>
                    <a:pt x="5156" y="4549"/>
                  </a:lnTo>
                  <a:lnTo>
                    <a:pt x="5207" y="4448"/>
                  </a:lnTo>
                  <a:lnTo>
                    <a:pt x="5232" y="4347"/>
                  </a:lnTo>
                  <a:lnTo>
                    <a:pt x="5207" y="4246"/>
                  </a:lnTo>
                  <a:lnTo>
                    <a:pt x="5156" y="4145"/>
                  </a:lnTo>
                  <a:lnTo>
                    <a:pt x="1087" y="76"/>
                  </a:lnTo>
                  <a:lnTo>
                    <a:pt x="986" y="26"/>
                  </a:lnTo>
                  <a:lnTo>
                    <a:pt x="8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58"/>
            <p:cNvSpPr/>
            <p:nvPr/>
          </p:nvSpPr>
          <p:spPr>
            <a:xfrm>
              <a:off x="1285000" y="2634775"/>
              <a:ext cx="15825" cy="23400"/>
            </a:xfrm>
            <a:custGeom>
              <a:avLst/>
              <a:gdLst/>
              <a:ahLst/>
              <a:cxnLst/>
              <a:rect l="l" t="t" r="r" b="b"/>
              <a:pathLst>
                <a:path w="633" h="936" extrusionOk="0">
                  <a:moveTo>
                    <a:pt x="1" y="1"/>
                  </a:moveTo>
                  <a:lnTo>
                    <a:pt x="1" y="633"/>
                  </a:lnTo>
                  <a:lnTo>
                    <a:pt x="26" y="759"/>
                  </a:lnTo>
                  <a:lnTo>
                    <a:pt x="102" y="860"/>
                  </a:lnTo>
                  <a:lnTo>
                    <a:pt x="203" y="936"/>
                  </a:lnTo>
                  <a:lnTo>
                    <a:pt x="430" y="936"/>
                  </a:lnTo>
                  <a:lnTo>
                    <a:pt x="531" y="860"/>
                  </a:lnTo>
                  <a:lnTo>
                    <a:pt x="607" y="759"/>
                  </a:lnTo>
                  <a:lnTo>
                    <a:pt x="632" y="633"/>
                  </a:lnTo>
                  <a:lnTo>
                    <a:pt x="632" y="1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58"/>
            <p:cNvSpPr/>
            <p:nvPr/>
          </p:nvSpPr>
          <p:spPr>
            <a:xfrm>
              <a:off x="1285000" y="2803475"/>
              <a:ext cx="15825" cy="23400"/>
            </a:xfrm>
            <a:custGeom>
              <a:avLst/>
              <a:gdLst/>
              <a:ahLst/>
              <a:cxnLst/>
              <a:rect l="l" t="t" r="r" b="b"/>
              <a:pathLst>
                <a:path w="633" h="936" extrusionOk="0">
                  <a:moveTo>
                    <a:pt x="304" y="0"/>
                  </a:moveTo>
                  <a:lnTo>
                    <a:pt x="203" y="26"/>
                  </a:lnTo>
                  <a:lnTo>
                    <a:pt x="102" y="76"/>
                  </a:lnTo>
                  <a:lnTo>
                    <a:pt x="26" y="177"/>
                  </a:lnTo>
                  <a:lnTo>
                    <a:pt x="1" y="304"/>
                  </a:lnTo>
                  <a:lnTo>
                    <a:pt x="1" y="935"/>
                  </a:lnTo>
                  <a:lnTo>
                    <a:pt x="632" y="935"/>
                  </a:lnTo>
                  <a:lnTo>
                    <a:pt x="632" y="304"/>
                  </a:lnTo>
                  <a:lnTo>
                    <a:pt x="607" y="177"/>
                  </a:lnTo>
                  <a:lnTo>
                    <a:pt x="531" y="76"/>
                  </a:lnTo>
                  <a:lnTo>
                    <a:pt x="430" y="26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58"/>
            <p:cNvSpPr/>
            <p:nvPr/>
          </p:nvSpPr>
          <p:spPr>
            <a:xfrm>
              <a:off x="1196550" y="2723225"/>
              <a:ext cx="24025" cy="15200"/>
            </a:xfrm>
            <a:custGeom>
              <a:avLst/>
              <a:gdLst/>
              <a:ahLst/>
              <a:cxnLst/>
              <a:rect l="l" t="t" r="r" b="b"/>
              <a:pathLst>
                <a:path w="961" h="608" extrusionOk="0">
                  <a:moveTo>
                    <a:pt x="26" y="1"/>
                  </a:moveTo>
                  <a:lnTo>
                    <a:pt x="1" y="304"/>
                  </a:lnTo>
                  <a:lnTo>
                    <a:pt x="26" y="607"/>
                  </a:lnTo>
                  <a:lnTo>
                    <a:pt x="658" y="607"/>
                  </a:lnTo>
                  <a:lnTo>
                    <a:pt x="759" y="582"/>
                  </a:lnTo>
                  <a:lnTo>
                    <a:pt x="860" y="531"/>
                  </a:lnTo>
                  <a:lnTo>
                    <a:pt x="936" y="430"/>
                  </a:lnTo>
                  <a:lnTo>
                    <a:pt x="961" y="304"/>
                  </a:lnTo>
                  <a:lnTo>
                    <a:pt x="936" y="178"/>
                  </a:lnTo>
                  <a:lnTo>
                    <a:pt x="860" y="77"/>
                  </a:lnTo>
                  <a:lnTo>
                    <a:pt x="759" y="26"/>
                  </a:lnTo>
                  <a:lnTo>
                    <a:pt x="658" y="1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58"/>
            <p:cNvSpPr/>
            <p:nvPr/>
          </p:nvSpPr>
          <p:spPr>
            <a:xfrm>
              <a:off x="1365250" y="2723225"/>
              <a:ext cx="24025" cy="15200"/>
            </a:xfrm>
            <a:custGeom>
              <a:avLst/>
              <a:gdLst/>
              <a:ahLst/>
              <a:cxnLst/>
              <a:rect l="l" t="t" r="r" b="b"/>
              <a:pathLst>
                <a:path w="961" h="608" extrusionOk="0">
                  <a:moveTo>
                    <a:pt x="303" y="1"/>
                  </a:moveTo>
                  <a:lnTo>
                    <a:pt x="202" y="26"/>
                  </a:lnTo>
                  <a:lnTo>
                    <a:pt x="101" y="77"/>
                  </a:lnTo>
                  <a:lnTo>
                    <a:pt x="25" y="178"/>
                  </a:lnTo>
                  <a:lnTo>
                    <a:pt x="0" y="304"/>
                  </a:lnTo>
                  <a:lnTo>
                    <a:pt x="25" y="430"/>
                  </a:lnTo>
                  <a:lnTo>
                    <a:pt x="101" y="531"/>
                  </a:lnTo>
                  <a:lnTo>
                    <a:pt x="202" y="582"/>
                  </a:lnTo>
                  <a:lnTo>
                    <a:pt x="303" y="607"/>
                  </a:lnTo>
                  <a:lnTo>
                    <a:pt x="935" y="607"/>
                  </a:lnTo>
                  <a:lnTo>
                    <a:pt x="961" y="304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58"/>
            <p:cNvSpPr/>
            <p:nvPr/>
          </p:nvSpPr>
          <p:spPr>
            <a:xfrm>
              <a:off x="1200350" y="2926675"/>
              <a:ext cx="128275" cy="29725"/>
            </a:xfrm>
            <a:custGeom>
              <a:avLst/>
              <a:gdLst/>
              <a:ahLst/>
              <a:cxnLst/>
              <a:rect l="l" t="t" r="r" b="b"/>
              <a:pathLst>
                <a:path w="5131" h="1189" extrusionOk="0">
                  <a:moveTo>
                    <a:pt x="4751" y="0"/>
                  </a:moveTo>
                  <a:lnTo>
                    <a:pt x="4650" y="51"/>
                  </a:lnTo>
                  <a:lnTo>
                    <a:pt x="4574" y="127"/>
                  </a:lnTo>
                  <a:lnTo>
                    <a:pt x="4524" y="202"/>
                  </a:lnTo>
                  <a:lnTo>
                    <a:pt x="4473" y="354"/>
                  </a:lnTo>
                  <a:lnTo>
                    <a:pt x="4347" y="480"/>
                  </a:lnTo>
                  <a:lnTo>
                    <a:pt x="4195" y="556"/>
                  </a:lnTo>
                  <a:lnTo>
                    <a:pt x="4044" y="582"/>
                  </a:lnTo>
                  <a:lnTo>
                    <a:pt x="303" y="582"/>
                  </a:lnTo>
                  <a:lnTo>
                    <a:pt x="177" y="607"/>
                  </a:lnTo>
                  <a:lnTo>
                    <a:pt x="76" y="657"/>
                  </a:lnTo>
                  <a:lnTo>
                    <a:pt x="25" y="758"/>
                  </a:lnTo>
                  <a:lnTo>
                    <a:pt x="0" y="885"/>
                  </a:lnTo>
                  <a:lnTo>
                    <a:pt x="25" y="1011"/>
                  </a:lnTo>
                  <a:lnTo>
                    <a:pt x="76" y="1112"/>
                  </a:lnTo>
                  <a:lnTo>
                    <a:pt x="177" y="1163"/>
                  </a:lnTo>
                  <a:lnTo>
                    <a:pt x="303" y="1188"/>
                  </a:lnTo>
                  <a:lnTo>
                    <a:pt x="4221" y="1188"/>
                  </a:lnTo>
                  <a:lnTo>
                    <a:pt x="4398" y="1137"/>
                  </a:lnTo>
                  <a:lnTo>
                    <a:pt x="4574" y="1062"/>
                  </a:lnTo>
                  <a:lnTo>
                    <a:pt x="4726" y="986"/>
                  </a:lnTo>
                  <a:lnTo>
                    <a:pt x="4852" y="860"/>
                  </a:lnTo>
                  <a:lnTo>
                    <a:pt x="4953" y="733"/>
                  </a:lnTo>
                  <a:lnTo>
                    <a:pt x="5055" y="556"/>
                  </a:lnTo>
                  <a:lnTo>
                    <a:pt x="5130" y="405"/>
                  </a:lnTo>
                  <a:lnTo>
                    <a:pt x="5130" y="278"/>
                  </a:lnTo>
                  <a:lnTo>
                    <a:pt x="5105" y="152"/>
                  </a:lnTo>
                  <a:lnTo>
                    <a:pt x="4827" y="304"/>
                  </a:lnTo>
                  <a:lnTo>
                    <a:pt x="4852" y="152"/>
                  </a:lnTo>
                  <a:lnTo>
                    <a:pt x="4878" y="76"/>
                  </a:lnTo>
                  <a:lnTo>
                    <a:pt x="4852" y="0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58"/>
            <p:cNvSpPr/>
            <p:nvPr/>
          </p:nvSpPr>
          <p:spPr>
            <a:xfrm>
              <a:off x="998175" y="2946875"/>
              <a:ext cx="168700" cy="166200"/>
            </a:xfrm>
            <a:custGeom>
              <a:avLst/>
              <a:gdLst/>
              <a:ahLst/>
              <a:cxnLst/>
              <a:rect l="l" t="t" r="r" b="b"/>
              <a:pathLst>
                <a:path w="6748" h="6648" extrusionOk="0">
                  <a:moveTo>
                    <a:pt x="1719" y="1"/>
                  </a:moveTo>
                  <a:lnTo>
                    <a:pt x="1618" y="26"/>
                  </a:lnTo>
                  <a:lnTo>
                    <a:pt x="1516" y="77"/>
                  </a:lnTo>
                  <a:lnTo>
                    <a:pt x="76" y="1543"/>
                  </a:lnTo>
                  <a:lnTo>
                    <a:pt x="0" y="1618"/>
                  </a:lnTo>
                  <a:lnTo>
                    <a:pt x="0" y="1719"/>
                  </a:lnTo>
                  <a:lnTo>
                    <a:pt x="0" y="1846"/>
                  </a:lnTo>
                  <a:lnTo>
                    <a:pt x="76" y="1922"/>
                  </a:lnTo>
                  <a:lnTo>
                    <a:pt x="4701" y="6546"/>
                  </a:lnTo>
                  <a:lnTo>
                    <a:pt x="4802" y="6622"/>
                  </a:lnTo>
                  <a:lnTo>
                    <a:pt x="4903" y="6647"/>
                  </a:lnTo>
                  <a:lnTo>
                    <a:pt x="5004" y="6622"/>
                  </a:lnTo>
                  <a:lnTo>
                    <a:pt x="5105" y="6546"/>
                  </a:lnTo>
                  <a:lnTo>
                    <a:pt x="6748" y="4904"/>
                  </a:lnTo>
                  <a:lnTo>
                    <a:pt x="1921" y="77"/>
                  </a:lnTo>
                  <a:lnTo>
                    <a:pt x="1820" y="26"/>
                  </a:lnTo>
                  <a:lnTo>
                    <a:pt x="1719" y="1"/>
                  </a:lnTo>
                  <a:close/>
                </a:path>
              </a:pathLst>
            </a:custGeom>
            <a:solidFill>
              <a:srgbClr val="60B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58"/>
            <p:cNvSpPr/>
            <p:nvPr/>
          </p:nvSpPr>
          <p:spPr>
            <a:xfrm>
              <a:off x="1028500" y="2979100"/>
              <a:ext cx="31600" cy="31000"/>
            </a:xfrm>
            <a:custGeom>
              <a:avLst/>
              <a:gdLst/>
              <a:ahLst/>
              <a:cxnLst/>
              <a:rect l="l" t="t" r="r" b="b"/>
              <a:pathLst>
                <a:path w="1264" h="1240" extrusionOk="0">
                  <a:moveTo>
                    <a:pt x="303" y="1"/>
                  </a:moveTo>
                  <a:lnTo>
                    <a:pt x="202" y="26"/>
                  </a:lnTo>
                  <a:lnTo>
                    <a:pt x="101" y="102"/>
                  </a:lnTo>
                  <a:lnTo>
                    <a:pt x="25" y="203"/>
                  </a:lnTo>
                  <a:lnTo>
                    <a:pt x="0" y="304"/>
                  </a:lnTo>
                  <a:lnTo>
                    <a:pt x="25" y="430"/>
                  </a:lnTo>
                  <a:lnTo>
                    <a:pt x="101" y="532"/>
                  </a:lnTo>
                  <a:lnTo>
                    <a:pt x="733" y="1163"/>
                  </a:lnTo>
                  <a:lnTo>
                    <a:pt x="834" y="1239"/>
                  </a:lnTo>
                  <a:lnTo>
                    <a:pt x="1062" y="1239"/>
                  </a:lnTo>
                  <a:lnTo>
                    <a:pt x="1188" y="1163"/>
                  </a:lnTo>
                  <a:lnTo>
                    <a:pt x="1239" y="1062"/>
                  </a:lnTo>
                  <a:lnTo>
                    <a:pt x="1264" y="936"/>
                  </a:lnTo>
                  <a:lnTo>
                    <a:pt x="1239" y="810"/>
                  </a:lnTo>
                  <a:lnTo>
                    <a:pt x="1163" y="708"/>
                  </a:lnTo>
                  <a:lnTo>
                    <a:pt x="531" y="102"/>
                  </a:lnTo>
                  <a:lnTo>
                    <a:pt x="430" y="26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58"/>
            <p:cNvSpPr/>
            <p:nvPr/>
          </p:nvSpPr>
          <p:spPr>
            <a:xfrm>
              <a:off x="1251525" y="2689750"/>
              <a:ext cx="82775" cy="82150"/>
            </a:xfrm>
            <a:custGeom>
              <a:avLst/>
              <a:gdLst/>
              <a:ahLst/>
              <a:cxnLst/>
              <a:rect l="l" t="t" r="r" b="b"/>
              <a:pathLst>
                <a:path w="3311" h="3286" extrusionOk="0">
                  <a:moveTo>
                    <a:pt x="2932" y="0"/>
                  </a:moveTo>
                  <a:lnTo>
                    <a:pt x="1087" y="632"/>
                  </a:lnTo>
                  <a:lnTo>
                    <a:pt x="632" y="1062"/>
                  </a:lnTo>
                  <a:lnTo>
                    <a:pt x="25" y="2932"/>
                  </a:lnTo>
                  <a:lnTo>
                    <a:pt x="0" y="3008"/>
                  </a:lnTo>
                  <a:lnTo>
                    <a:pt x="0" y="3084"/>
                  </a:lnTo>
                  <a:lnTo>
                    <a:pt x="51" y="3159"/>
                  </a:lnTo>
                  <a:lnTo>
                    <a:pt x="76" y="3210"/>
                  </a:lnTo>
                  <a:lnTo>
                    <a:pt x="152" y="3260"/>
                  </a:lnTo>
                  <a:lnTo>
                    <a:pt x="202" y="3286"/>
                  </a:lnTo>
                  <a:lnTo>
                    <a:pt x="379" y="3286"/>
                  </a:lnTo>
                  <a:lnTo>
                    <a:pt x="2224" y="2654"/>
                  </a:lnTo>
                  <a:lnTo>
                    <a:pt x="2679" y="2224"/>
                  </a:lnTo>
                  <a:lnTo>
                    <a:pt x="3286" y="354"/>
                  </a:lnTo>
                  <a:lnTo>
                    <a:pt x="3311" y="278"/>
                  </a:lnTo>
                  <a:lnTo>
                    <a:pt x="3286" y="203"/>
                  </a:lnTo>
                  <a:lnTo>
                    <a:pt x="3260" y="127"/>
                  </a:lnTo>
                  <a:lnTo>
                    <a:pt x="3210" y="76"/>
                  </a:lnTo>
                  <a:lnTo>
                    <a:pt x="3159" y="26"/>
                  </a:lnTo>
                  <a:lnTo>
                    <a:pt x="3083" y="0"/>
                  </a:lnTo>
                  <a:close/>
                </a:path>
              </a:pathLst>
            </a:custGeom>
            <a:solidFill>
              <a:srgbClr val="18B0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58"/>
            <p:cNvSpPr/>
            <p:nvPr/>
          </p:nvSpPr>
          <p:spPr>
            <a:xfrm>
              <a:off x="1251525" y="2711225"/>
              <a:ext cx="60675" cy="60675"/>
            </a:xfrm>
            <a:custGeom>
              <a:avLst/>
              <a:gdLst/>
              <a:ahLst/>
              <a:cxnLst/>
              <a:rect l="l" t="t" r="r" b="b"/>
              <a:pathLst>
                <a:path w="2427" h="2427" extrusionOk="0">
                  <a:moveTo>
                    <a:pt x="859" y="1"/>
                  </a:moveTo>
                  <a:lnTo>
                    <a:pt x="632" y="203"/>
                  </a:lnTo>
                  <a:lnTo>
                    <a:pt x="25" y="2073"/>
                  </a:lnTo>
                  <a:lnTo>
                    <a:pt x="0" y="2149"/>
                  </a:lnTo>
                  <a:lnTo>
                    <a:pt x="0" y="2225"/>
                  </a:lnTo>
                  <a:lnTo>
                    <a:pt x="51" y="2300"/>
                  </a:lnTo>
                  <a:lnTo>
                    <a:pt x="76" y="2351"/>
                  </a:lnTo>
                  <a:lnTo>
                    <a:pt x="152" y="2401"/>
                  </a:lnTo>
                  <a:lnTo>
                    <a:pt x="202" y="2427"/>
                  </a:lnTo>
                  <a:lnTo>
                    <a:pt x="379" y="2427"/>
                  </a:lnTo>
                  <a:lnTo>
                    <a:pt x="2224" y="1795"/>
                  </a:lnTo>
                  <a:lnTo>
                    <a:pt x="2426" y="1593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60B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58"/>
            <p:cNvSpPr/>
            <p:nvPr/>
          </p:nvSpPr>
          <p:spPr>
            <a:xfrm>
              <a:off x="1267325" y="2705550"/>
              <a:ext cx="51200" cy="50550"/>
            </a:xfrm>
            <a:custGeom>
              <a:avLst/>
              <a:gdLst/>
              <a:ahLst/>
              <a:cxnLst/>
              <a:rect l="l" t="t" r="r" b="b"/>
              <a:pathLst>
                <a:path w="2048" h="2022" extrusionOk="0">
                  <a:moveTo>
                    <a:pt x="455" y="0"/>
                  </a:moveTo>
                  <a:lnTo>
                    <a:pt x="253" y="76"/>
                  </a:lnTo>
                  <a:lnTo>
                    <a:pt x="126" y="127"/>
                  </a:lnTo>
                  <a:lnTo>
                    <a:pt x="76" y="253"/>
                  </a:lnTo>
                  <a:lnTo>
                    <a:pt x="0" y="430"/>
                  </a:lnTo>
                  <a:lnTo>
                    <a:pt x="1592" y="2022"/>
                  </a:lnTo>
                  <a:lnTo>
                    <a:pt x="1794" y="1971"/>
                  </a:lnTo>
                  <a:lnTo>
                    <a:pt x="1895" y="1896"/>
                  </a:lnTo>
                  <a:lnTo>
                    <a:pt x="1971" y="1794"/>
                  </a:lnTo>
                  <a:lnTo>
                    <a:pt x="2047" y="1592"/>
                  </a:lnTo>
                  <a:lnTo>
                    <a:pt x="455" y="0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20" name="Google Shape;4420;p58"/>
          <p:cNvGrpSpPr/>
          <p:nvPr/>
        </p:nvGrpSpPr>
        <p:grpSpPr>
          <a:xfrm>
            <a:off x="6084278" y="3919497"/>
            <a:ext cx="435812" cy="365769"/>
            <a:chOff x="2449400" y="2643625"/>
            <a:chExt cx="509900" cy="427750"/>
          </a:xfrm>
        </p:grpSpPr>
        <p:sp>
          <p:nvSpPr>
            <p:cNvPr id="4421" name="Google Shape;4421;p58"/>
            <p:cNvSpPr/>
            <p:nvPr/>
          </p:nvSpPr>
          <p:spPr>
            <a:xfrm>
              <a:off x="2770375" y="2695425"/>
              <a:ext cx="137125" cy="137775"/>
            </a:xfrm>
            <a:custGeom>
              <a:avLst/>
              <a:gdLst/>
              <a:ahLst/>
              <a:cxnLst/>
              <a:rect l="l" t="t" r="r" b="b"/>
              <a:pathLst>
                <a:path w="5485" h="5511" extrusionOk="0">
                  <a:moveTo>
                    <a:pt x="859" y="1"/>
                  </a:moveTo>
                  <a:lnTo>
                    <a:pt x="0" y="885"/>
                  </a:lnTo>
                  <a:lnTo>
                    <a:pt x="0" y="1568"/>
                  </a:lnTo>
                  <a:lnTo>
                    <a:pt x="3942" y="5510"/>
                  </a:lnTo>
                  <a:lnTo>
                    <a:pt x="4625" y="5510"/>
                  </a:lnTo>
                  <a:lnTo>
                    <a:pt x="5484" y="4626"/>
                  </a:lnTo>
                  <a:lnTo>
                    <a:pt x="5408" y="3994"/>
                  </a:lnTo>
                  <a:lnTo>
                    <a:pt x="1567" y="178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58"/>
            <p:cNvSpPr/>
            <p:nvPr/>
          </p:nvSpPr>
          <p:spPr>
            <a:xfrm>
              <a:off x="2501225" y="2696700"/>
              <a:ext cx="137125" cy="137125"/>
            </a:xfrm>
            <a:custGeom>
              <a:avLst/>
              <a:gdLst/>
              <a:ahLst/>
              <a:cxnLst/>
              <a:rect l="l" t="t" r="r" b="b"/>
              <a:pathLst>
                <a:path w="5485" h="5485" extrusionOk="0">
                  <a:moveTo>
                    <a:pt x="4600" y="0"/>
                  </a:moveTo>
                  <a:lnTo>
                    <a:pt x="3917" y="51"/>
                  </a:lnTo>
                  <a:lnTo>
                    <a:pt x="101" y="3892"/>
                  </a:lnTo>
                  <a:lnTo>
                    <a:pt x="0" y="4625"/>
                  </a:lnTo>
                  <a:lnTo>
                    <a:pt x="859" y="5484"/>
                  </a:lnTo>
                  <a:lnTo>
                    <a:pt x="1567" y="5307"/>
                  </a:lnTo>
                  <a:lnTo>
                    <a:pt x="5307" y="1567"/>
                  </a:lnTo>
                  <a:lnTo>
                    <a:pt x="5484" y="860"/>
                  </a:lnTo>
                  <a:lnTo>
                    <a:pt x="46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58"/>
            <p:cNvSpPr/>
            <p:nvPr/>
          </p:nvSpPr>
          <p:spPr>
            <a:xfrm>
              <a:off x="2783625" y="2643625"/>
              <a:ext cx="175675" cy="175675"/>
            </a:xfrm>
            <a:custGeom>
              <a:avLst/>
              <a:gdLst/>
              <a:ahLst/>
              <a:cxnLst/>
              <a:rect l="l" t="t" r="r" b="b"/>
              <a:pathLst>
                <a:path w="7027" h="7027" extrusionOk="0">
                  <a:moveTo>
                    <a:pt x="1643" y="1"/>
                  </a:moveTo>
                  <a:lnTo>
                    <a:pt x="1517" y="26"/>
                  </a:lnTo>
                  <a:lnTo>
                    <a:pt x="1441" y="102"/>
                  </a:lnTo>
                  <a:lnTo>
                    <a:pt x="102" y="1441"/>
                  </a:lnTo>
                  <a:lnTo>
                    <a:pt x="26" y="1542"/>
                  </a:lnTo>
                  <a:lnTo>
                    <a:pt x="1" y="1643"/>
                  </a:lnTo>
                  <a:lnTo>
                    <a:pt x="26" y="1744"/>
                  </a:lnTo>
                  <a:lnTo>
                    <a:pt x="102" y="1845"/>
                  </a:lnTo>
                  <a:lnTo>
                    <a:pt x="5207" y="6950"/>
                  </a:lnTo>
                  <a:lnTo>
                    <a:pt x="5308" y="7001"/>
                  </a:lnTo>
                  <a:lnTo>
                    <a:pt x="5409" y="7026"/>
                  </a:lnTo>
                  <a:lnTo>
                    <a:pt x="5510" y="7001"/>
                  </a:lnTo>
                  <a:lnTo>
                    <a:pt x="5611" y="6950"/>
                  </a:lnTo>
                  <a:lnTo>
                    <a:pt x="6951" y="5611"/>
                  </a:lnTo>
                  <a:lnTo>
                    <a:pt x="7001" y="5510"/>
                  </a:lnTo>
                  <a:lnTo>
                    <a:pt x="7026" y="5409"/>
                  </a:lnTo>
                  <a:lnTo>
                    <a:pt x="7001" y="5308"/>
                  </a:lnTo>
                  <a:lnTo>
                    <a:pt x="6951" y="5206"/>
                  </a:lnTo>
                  <a:lnTo>
                    <a:pt x="1846" y="102"/>
                  </a:lnTo>
                  <a:lnTo>
                    <a:pt x="1744" y="26"/>
                  </a:lnTo>
                  <a:lnTo>
                    <a:pt x="1643" y="1"/>
                  </a:lnTo>
                  <a:close/>
                </a:path>
              </a:pathLst>
            </a:custGeom>
            <a:solidFill>
              <a:srgbClr val="9EE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58"/>
            <p:cNvSpPr/>
            <p:nvPr/>
          </p:nvSpPr>
          <p:spPr>
            <a:xfrm>
              <a:off x="2449400" y="2644900"/>
              <a:ext cx="175050" cy="175650"/>
            </a:xfrm>
            <a:custGeom>
              <a:avLst/>
              <a:gdLst/>
              <a:ahLst/>
              <a:cxnLst/>
              <a:rect l="l" t="t" r="r" b="b"/>
              <a:pathLst>
                <a:path w="7002" h="7026" extrusionOk="0">
                  <a:moveTo>
                    <a:pt x="5384" y="0"/>
                  </a:moveTo>
                  <a:lnTo>
                    <a:pt x="5283" y="25"/>
                  </a:lnTo>
                  <a:lnTo>
                    <a:pt x="5182" y="76"/>
                  </a:lnTo>
                  <a:lnTo>
                    <a:pt x="77" y="5181"/>
                  </a:lnTo>
                  <a:lnTo>
                    <a:pt x="1" y="5282"/>
                  </a:lnTo>
                  <a:lnTo>
                    <a:pt x="1" y="5383"/>
                  </a:lnTo>
                  <a:lnTo>
                    <a:pt x="1" y="5509"/>
                  </a:lnTo>
                  <a:lnTo>
                    <a:pt x="77" y="5585"/>
                  </a:lnTo>
                  <a:lnTo>
                    <a:pt x="1416" y="6925"/>
                  </a:lnTo>
                  <a:lnTo>
                    <a:pt x="1517" y="7000"/>
                  </a:lnTo>
                  <a:lnTo>
                    <a:pt x="1618" y="7026"/>
                  </a:lnTo>
                  <a:lnTo>
                    <a:pt x="1719" y="7000"/>
                  </a:lnTo>
                  <a:lnTo>
                    <a:pt x="1820" y="6925"/>
                  </a:lnTo>
                  <a:lnTo>
                    <a:pt x="6925" y="1820"/>
                  </a:lnTo>
                  <a:lnTo>
                    <a:pt x="7001" y="1719"/>
                  </a:lnTo>
                  <a:lnTo>
                    <a:pt x="7001" y="1617"/>
                  </a:lnTo>
                  <a:lnTo>
                    <a:pt x="7001" y="1516"/>
                  </a:lnTo>
                  <a:lnTo>
                    <a:pt x="6925" y="1415"/>
                  </a:lnTo>
                  <a:lnTo>
                    <a:pt x="5586" y="76"/>
                  </a:lnTo>
                  <a:lnTo>
                    <a:pt x="5485" y="25"/>
                  </a:lnTo>
                  <a:lnTo>
                    <a:pt x="5384" y="0"/>
                  </a:lnTo>
                  <a:close/>
                </a:path>
              </a:pathLst>
            </a:custGeom>
            <a:solidFill>
              <a:srgbClr val="60B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58"/>
            <p:cNvSpPr/>
            <p:nvPr/>
          </p:nvSpPr>
          <p:spPr>
            <a:xfrm>
              <a:off x="2522700" y="2718175"/>
              <a:ext cx="353200" cy="353200"/>
            </a:xfrm>
            <a:custGeom>
              <a:avLst/>
              <a:gdLst/>
              <a:ahLst/>
              <a:cxnLst/>
              <a:rect l="l" t="t" r="r" b="b"/>
              <a:pathLst>
                <a:path w="14128" h="14128" extrusionOk="0">
                  <a:moveTo>
                    <a:pt x="4625" y="1"/>
                  </a:moveTo>
                  <a:lnTo>
                    <a:pt x="0" y="4625"/>
                  </a:lnTo>
                  <a:lnTo>
                    <a:pt x="127" y="4752"/>
                  </a:lnTo>
                  <a:lnTo>
                    <a:pt x="228" y="4903"/>
                  </a:lnTo>
                  <a:lnTo>
                    <a:pt x="304" y="5030"/>
                  </a:lnTo>
                  <a:lnTo>
                    <a:pt x="379" y="5181"/>
                  </a:lnTo>
                  <a:lnTo>
                    <a:pt x="481" y="5485"/>
                  </a:lnTo>
                  <a:lnTo>
                    <a:pt x="531" y="5838"/>
                  </a:lnTo>
                  <a:lnTo>
                    <a:pt x="582" y="6041"/>
                  </a:lnTo>
                  <a:lnTo>
                    <a:pt x="632" y="6217"/>
                  </a:lnTo>
                  <a:lnTo>
                    <a:pt x="784" y="6571"/>
                  </a:lnTo>
                  <a:lnTo>
                    <a:pt x="961" y="6874"/>
                  </a:lnTo>
                  <a:lnTo>
                    <a:pt x="1188" y="7127"/>
                  </a:lnTo>
                  <a:lnTo>
                    <a:pt x="7911" y="13850"/>
                  </a:lnTo>
                  <a:lnTo>
                    <a:pt x="8062" y="13976"/>
                  </a:lnTo>
                  <a:lnTo>
                    <a:pt x="8214" y="14052"/>
                  </a:lnTo>
                  <a:lnTo>
                    <a:pt x="8391" y="14102"/>
                  </a:lnTo>
                  <a:lnTo>
                    <a:pt x="8568" y="14127"/>
                  </a:lnTo>
                  <a:lnTo>
                    <a:pt x="8744" y="14102"/>
                  </a:lnTo>
                  <a:lnTo>
                    <a:pt x="8921" y="14052"/>
                  </a:lnTo>
                  <a:lnTo>
                    <a:pt x="9073" y="13976"/>
                  </a:lnTo>
                  <a:lnTo>
                    <a:pt x="9225" y="13850"/>
                  </a:lnTo>
                  <a:lnTo>
                    <a:pt x="9351" y="13698"/>
                  </a:lnTo>
                  <a:lnTo>
                    <a:pt x="9427" y="13546"/>
                  </a:lnTo>
                  <a:lnTo>
                    <a:pt x="9477" y="13369"/>
                  </a:lnTo>
                  <a:lnTo>
                    <a:pt x="9503" y="13192"/>
                  </a:lnTo>
                  <a:lnTo>
                    <a:pt x="9477" y="13016"/>
                  </a:lnTo>
                  <a:lnTo>
                    <a:pt x="9427" y="12839"/>
                  </a:lnTo>
                  <a:lnTo>
                    <a:pt x="9351" y="12687"/>
                  </a:lnTo>
                  <a:lnTo>
                    <a:pt x="9225" y="12535"/>
                  </a:lnTo>
                  <a:lnTo>
                    <a:pt x="9882" y="13192"/>
                  </a:lnTo>
                  <a:lnTo>
                    <a:pt x="10033" y="13319"/>
                  </a:lnTo>
                  <a:lnTo>
                    <a:pt x="10185" y="13395"/>
                  </a:lnTo>
                  <a:lnTo>
                    <a:pt x="10362" y="13445"/>
                  </a:lnTo>
                  <a:lnTo>
                    <a:pt x="10539" y="13470"/>
                  </a:lnTo>
                  <a:lnTo>
                    <a:pt x="10716" y="13445"/>
                  </a:lnTo>
                  <a:lnTo>
                    <a:pt x="10893" y="13395"/>
                  </a:lnTo>
                  <a:lnTo>
                    <a:pt x="11070" y="13319"/>
                  </a:lnTo>
                  <a:lnTo>
                    <a:pt x="11196" y="13192"/>
                  </a:lnTo>
                  <a:lnTo>
                    <a:pt x="11322" y="13041"/>
                  </a:lnTo>
                  <a:lnTo>
                    <a:pt x="11423" y="12889"/>
                  </a:lnTo>
                  <a:lnTo>
                    <a:pt x="11474" y="12712"/>
                  </a:lnTo>
                  <a:lnTo>
                    <a:pt x="11474" y="12535"/>
                  </a:lnTo>
                  <a:lnTo>
                    <a:pt x="11474" y="12358"/>
                  </a:lnTo>
                  <a:lnTo>
                    <a:pt x="11423" y="12182"/>
                  </a:lnTo>
                  <a:lnTo>
                    <a:pt x="11322" y="12030"/>
                  </a:lnTo>
                  <a:lnTo>
                    <a:pt x="11196" y="11878"/>
                  </a:lnTo>
                  <a:lnTo>
                    <a:pt x="11348" y="12005"/>
                  </a:lnTo>
                  <a:lnTo>
                    <a:pt x="11524" y="12080"/>
                  </a:lnTo>
                  <a:lnTo>
                    <a:pt x="11701" y="12131"/>
                  </a:lnTo>
                  <a:lnTo>
                    <a:pt x="11878" y="12156"/>
                  </a:lnTo>
                  <a:lnTo>
                    <a:pt x="12055" y="12131"/>
                  </a:lnTo>
                  <a:lnTo>
                    <a:pt x="12232" y="12080"/>
                  </a:lnTo>
                  <a:lnTo>
                    <a:pt x="12384" y="12005"/>
                  </a:lnTo>
                  <a:lnTo>
                    <a:pt x="12535" y="11878"/>
                  </a:lnTo>
                  <a:lnTo>
                    <a:pt x="12636" y="11727"/>
                  </a:lnTo>
                  <a:lnTo>
                    <a:pt x="12737" y="11575"/>
                  </a:lnTo>
                  <a:lnTo>
                    <a:pt x="12788" y="11398"/>
                  </a:lnTo>
                  <a:lnTo>
                    <a:pt x="12813" y="11221"/>
                  </a:lnTo>
                  <a:lnTo>
                    <a:pt x="12788" y="11044"/>
                  </a:lnTo>
                  <a:lnTo>
                    <a:pt x="12737" y="10867"/>
                  </a:lnTo>
                  <a:lnTo>
                    <a:pt x="12636" y="10691"/>
                  </a:lnTo>
                  <a:lnTo>
                    <a:pt x="12535" y="10564"/>
                  </a:lnTo>
                  <a:lnTo>
                    <a:pt x="12687" y="10665"/>
                  </a:lnTo>
                  <a:lnTo>
                    <a:pt x="12839" y="10766"/>
                  </a:lnTo>
                  <a:lnTo>
                    <a:pt x="13015" y="10817"/>
                  </a:lnTo>
                  <a:lnTo>
                    <a:pt x="13369" y="10817"/>
                  </a:lnTo>
                  <a:lnTo>
                    <a:pt x="13546" y="10766"/>
                  </a:lnTo>
                  <a:lnTo>
                    <a:pt x="13698" y="10665"/>
                  </a:lnTo>
                  <a:lnTo>
                    <a:pt x="13849" y="10564"/>
                  </a:lnTo>
                  <a:lnTo>
                    <a:pt x="13976" y="10413"/>
                  </a:lnTo>
                  <a:lnTo>
                    <a:pt x="14052" y="10236"/>
                  </a:lnTo>
                  <a:lnTo>
                    <a:pt x="14102" y="10084"/>
                  </a:lnTo>
                  <a:lnTo>
                    <a:pt x="14127" y="9882"/>
                  </a:lnTo>
                  <a:lnTo>
                    <a:pt x="14102" y="9705"/>
                  </a:lnTo>
                  <a:lnTo>
                    <a:pt x="14052" y="9553"/>
                  </a:lnTo>
                  <a:lnTo>
                    <a:pt x="13976" y="9376"/>
                  </a:lnTo>
                  <a:lnTo>
                    <a:pt x="13849" y="9225"/>
                  </a:lnTo>
                  <a:lnTo>
                    <a:pt x="12535" y="7911"/>
                  </a:lnTo>
                  <a:lnTo>
                    <a:pt x="12611" y="7152"/>
                  </a:lnTo>
                  <a:lnTo>
                    <a:pt x="7658" y="2174"/>
                  </a:lnTo>
                  <a:lnTo>
                    <a:pt x="7253" y="1315"/>
                  </a:lnTo>
                  <a:lnTo>
                    <a:pt x="7127" y="1188"/>
                  </a:lnTo>
                  <a:lnTo>
                    <a:pt x="6874" y="961"/>
                  </a:lnTo>
                  <a:lnTo>
                    <a:pt x="6723" y="835"/>
                  </a:lnTo>
                  <a:lnTo>
                    <a:pt x="6546" y="733"/>
                  </a:lnTo>
                  <a:lnTo>
                    <a:pt x="6394" y="658"/>
                  </a:lnTo>
                  <a:lnTo>
                    <a:pt x="6192" y="582"/>
                  </a:lnTo>
                  <a:lnTo>
                    <a:pt x="6015" y="531"/>
                  </a:lnTo>
                  <a:lnTo>
                    <a:pt x="5813" y="531"/>
                  </a:lnTo>
                  <a:lnTo>
                    <a:pt x="5484" y="506"/>
                  </a:lnTo>
                  <a:lnTo>
                    <a:pt x="5333" y="481"/>
                  </a:lnTo>
                  <a:lnTo>
                    <a:pt x="5181" y="430"/>
                  </a:lnTo>
                  <a:lnTo>
                    <a:pt x="5055" y="354"/>
                  </a:lnTo>
                  <a:lnTo>
                    <a:pt x="4928" y="253"/>
                  </a:lnTo>
                  <a:lnTo>
                    <a:pt x="4625" y="1"/>
                  </a:ln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58"/>
            <p:cNvSpPr/>
            <p:nvPr/>
          </p:nvSpPr>
          <p:spPr>
            <a:xfrm>
              <a:off x="2741300" y="3004375"/>
              <a:ext cx="60675" cy="50575"/>
            </a:xfrm>
            <a:custGeom>
              <a:avLst/>
              <a:gdLst/>
              <a:ahLst/>
              <a:cxnLst/>
              <a:rect l="l" t="t" r="r" b="b"/>
              <a:pathLst>
                <a:path w="2427" h="2023" extrusionOk="0">
                  <a:moveTo>
                    <a:pt x="354" y="1"/>
                  </a:moveTo>
                  <a:lnTo>
                    <a:pt x="278" y="26"/>
                  </a:lnTo>
                  <a:lnTo>
                    <a:pt x="203" y="51"/>
                  </a:lnTo>
                  <a:lnTo>
                    <a:pt x="127" y="127"/>
                  </a:lnTo>
                  <a:lnTo>
                    <a:pt x="76" y="178"/>
                  </a:lnTo>
                  <a:lnTo>
                    <a:pt x="51" y="253"/>
                  </a:lnTo>
                  <a:lnTo>
                    <a:pt x="26" y="354"/>
                  </a:lnTo>
                  <a:lnTo>
                    <a:pt x="0" y="430"/>
                  </a:lnTo>
                  <a:lnTo>
                    <a:pt x="26" y="506"/>
                  </a:lnTo>
                  <a:lnTo>
                    <a:pt x="51" y="607"/>
                  </a:lnTo>
                  <a:lnTo>
                    <a:pt x="76" y="683"/>
                  </a:lnTo>
                  <a:lnTo>
                    <a:pt x="127" y="734"/>
                  </a:lnTo>
                  <a:lnTo>
                    <a:pt x="1138" y="1744"/>
                  </a:lnTo>
                  <a:lnTo>
                    <a:pt x="1289" y="1871"/>
                  </a:lnTo>
                  <a:lnTo>
                    <a:pt x="1441" y="1947"/>
                  </a:lnTo>
                  <a:lnTo>
                    <a:pt x="1618" y="1997"/>
                  </a:lnTo>
                  <a:lnTo>
                    <a:pt x="1770" y="2022"/>
                  </a:lnTo>
                  <a:lnTo>
                    <a:pt x="1946" y="1997"/>
                  </a:lnTo>
                  <a:lnTo>
                    <a:pt x="2123" y="1972"/>
                  </a:lnTo>
                  <a:lnTo>
                    <a:pt x="2275" y="1896"/>
                  </a:lnTo>
                  <a:lnTo>
                    <a:pt x="2427" y="1795"/>
                  </a:lnTo>
                  <a:lnTo>
                    <a:pt x="759" y="127"/>
                  </a:lnTo>
                  <a:lnTo>
                    <a:pt x="683" y="51"/>
                  </a:lnTo>
                  <a:lnTo>
                    <a:pt x="607" y="26"/>
                  </a:lnTo>
                  <a:lnTo>
                    <a:pt x="531" y="1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58"/>
            <p:cNvSpPr/>
            <p:nvPr/>
          </p:nvSpPr>
          <p:spPr>
            <a:xfrm>
              <a:off x="2774150" y="2970900"/>
              <a:ext cx="60675" cy="51200"/>
            </a:xfrm>
            <a:custGeom>
              <a:avLst/>
              <a:gdLst/>
              <a:ahLst/>
              <a:cxnLst/>
              <a:rect l="l" t="t" r="r" b="b"/>
              <a:pathLst>
                <a:path w="2427" h="2048" extrusionOk="0">
                  <a:moveTo>
                    <a:pt x="380" y="0"/>
                  </a:moveTo>
                  <a:lnTo>
                    <a:pt x="279" y="26"/>
                  </a:lnTo>
                  <a:lnTo>
                    <a:pt x="203" y="76"/>
                  </a:lnTo>
                  <a:lnTo>
                    <a:pt x="152" y="127"/>
                  </a:lnTo>
                  <a:lnTo>
                    <a:pt x="76" y="202"/>
                  </a:lnTo>
                  <a:lnTo>
                    <a:pt x="51" y="278"/>
                  </a:lnTo>
                  <a:lnTo>
                    <a:pt x="26" y="354"/>
                  </a:lnTo>
                  <a:lnTo>
                    <a:pt x="1" y="455"/>
                  </a:lnTo>
                  <a:lnTo>
                    <a:pt x="26" y="531"/>
                  </a:lnTo>
                  <a:lnTo>
                    <a:pt x="51" y="607"/>
                  </a:lnTo>
                  <a:lnTo>
                    <a:pt x="76" y="683"/>
                  </a:lnTo>
                  <a:lnTo>
                    <a:pt x="152" y="758"/>
                  </a:lnTo>
                  <a:lnTo>
                    <a:pt x="1138" y="1769"/>
                  </a:lnTo>
                  <a:lnTo>
                    <a:pt x="1163" y="1769"/>
                  </a:lnTo>
                  <a:lnTo>
                    <a:pt x="1315" y="1896"/>
                  </a:lnTo>
                  <a:lnTo>
                    <a:pt x="1466" y="1971"/>
                  </a:lnTo>
                  <a:lnTo>
                    <a:pt x="1643" y="2022"/>
                  </a:lnTo>
                  <a:lnTo>
                    <a:pt x="1820" y="2047"/>
                  </a:lnTo>
                  <a:lnTo>
                    <a:pt x="1972" y="2022"/>
                  </a:lnTo>
                  <a:lnTo>
                    <a:pt x="2149" y="1971"/>
                  </a:lnTo>
                  <a:lnTo>
                    <a:pt x="2300" y="1896"/>
                  </a:lnTo>
                  <a:lnTo>
                    <a:pt x="2427" y="1795"/>
                  </a:lnTo>
                  <a:lnTo>
                    <a:pt x="759" y="127"/>
                  </a:lnTo>
                  <a:lnTo>
                    <a:pt x="683" y="76"/>
                  </a:lnTo>
                  <a:lnTo>
                    <a:pt x="607" y="26"/>
                  </a:lnTo>
                  <a:lnTo>
                    <a:pt x="531" y="0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58"/>
            <p:cNvSpPr/>
            <p:nvPr/>
          </p:nvSpPr>
          <p:spPr>
            <a:xfrm>
              <a:off x="2807650" y="2938050"/>
              <a:ext cx="60025" cy="50550"/>
            </a:xfrm>
            <a:custGeom>
              <a:avLst/>
              <a:gdLst/>
              <a:ahLst/>
              <a:cxnLst/>
              <a:rect l="l" t="t" r="r" b="b"/>
              <a:pathLst>
                <a:path w="2401" h="2022" extrusionOk="0">
                  <a:moveTo>
                    <a:pt x="1137" y="1769"/>
                  </a:moveTo>
                  <a:lnTo>
                    <a:pt x="1163" y="1794"/>
                  </a:lnTo>
                  <a:lnTo>
                    <a:pt x="1137" y="1769"/>
                  </a:lnTo>
                  <a:close/>
                  <a:moveTo>
                    <a:pt x="354" y="0"/>
                  </a:moveTo>
                  <a:lnTo>
                    <a:pt x="253" y="25"/>
                  </a:lnTo>
                  <a:lnTo>
                    <a:pt x="177" y="76"/>
                  </a:lnTo>
                  <a:lnTo>
                    <a:pt x="126" y="127"/>
                  </a:lnTo>
                  <a:lnTo>
                    <a:pt x="51" y="202"/>
                  </a:lnTo>
                  <a:lnTo>
                    <a:pt x="25" y="278"/>
                  </a:lnTo>
                  <a:lnTo>
                    <a:pt x="0" y="354"/>
                  </a:lnTo>
                  <a:lnTo>
                    <a:pt x="0" y="430"/>
                  </a:lnTo>
                  <a:lnTo>
                    <a:pt x="0" y="531"/>
                  </a:lnTo>
                  <a:lnTo>
                    <a:pt x="25" y="607"/>
                  </a:lnTo>
                  <a:lnTo>
                    <a:pt x="51" y="682"/>
                  </a:lnTo>
                  <a:lnTo>
                    <a:pt x="126" y="758"/>
                  </a:lnTo>
                  <a:lnTo>
                    <a:pt x="1137" y="1769"/>
                  </a:lnTo>
                  <a:lnTo>
                    <a:pt x="1137" y="1769"/>
                  </a:lnTo>
                  <a:lnTo>
                    <a:pt x="1289" y="1870"/>
                  </a:lnTo>
                  <a:lnTo>
                    <a:pt x="1441" y="1971"/>
                  </a:lnTo>
                  <a:lnTo>
                    <a:pt x="1617" y="2022"/>
                  </a:lnTo>
                  <a:lnTo>
                    <a:pt x="1946" y="2022"/>
                  </a:lnTo>
                  <a:lnTo>
                    <a:pt x="2123" y="1971"/>
                  </a:lnTo>
                  <a:lnTo>
                    <a:pt x="2275" y="1896"/>
                  </a:lnTo>
                  <a:lnTo>
                    <a:pt x="2401" y="1794"/>
                  </a:lnTo>
                  <a:lnTo>
                    <a:pt x="733" y="127"/>
                  </a:lnTo>
                  <a:lnTo>
                    <a:pt x="682" y="76"/>
                  </a:lnTo>
                  <a:lnTo>
                    <a:pt x="607" y="25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58"/>
            <p:cNvSpPr/>
            <p:nvPr/>
          </p:nvSpPr>
          <p:spPr>
            <a:xfrm>
              <a:off x="2834175" y="3015125"/>
              <a:ext cx="650" cy="650"/>
            </a:xfrm>
            <a:custGeom>
              <a:avLst/>
              <a:gdLst/>
              <a:ahLst/>
              <a:cxnLst/>
              <a:rect l="l" t="t" r="r" b="b"/>
              <a:pathLst>
                <a:path w="26" h="26" extrusionOk="0">
                  <a:moveTo>
                    <a:pt x="0" y="0"/>
                  </a:moveTo>
                  <a:lnTo>
                    <a:pt x="0" y="0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58"/>
            <p:cNvSpPr/>
            <p:nvPr/>
          </p:nvSpPr>
          <p:spPr>
            <a:xfrm>
              <a:off x="2867025" y="2982275"/>
              <a:ext cx="1300" cy="650"/>
            </a:xfrm>
            <a:custGeom>
              <a:avLst/>
              <a:gdLst/>
              <a:ahLst/>
              <a:cxnLst/>
              <a:rect l="l" t="t" r="r" b="b"/>
              <a:pathLst>
                <a:path w="52" h="26" extrusionOk="0">
                  <a:moveTo>
                    <a:pt x="1" y="0"/>
                  </a:moveTo>
                  <a:lnTo>
                    <a:pt x="26" y="25"/>
                  </a:lnTo>
                  <a:lnTo>
                    <a:pt x="51" y="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58"/>
            <p:cNvSpPr/>
            <p:nvPr/>
          </p:nvSpPr>
          <p:spPr>
            <a:xfrm>
              <a:off x="2548600" y="2892550"/>
              <a:ext cx="79625" cy="79625"/>
            </a:xfrm>
            <a:custGeom>
              <a:avLst/>
              <a:gdLst/>
              <a:ahLst/>
              <a:cxnLst/>
              <a:rect l="l" t="t" r="r" b="b"/>
              <a:pathLst>
                <a:path w="3185" h="3185" extrusionOk="0">
                  <a:moveTo>
                    <a:pt x="2250" y="1"/>
                  </a:moveTo>
                  <a:lnTo>
                    <a:pt x="2073" y="26"/>
                  </a:lnTo>
                  <a:lnTo>
                    <a:pt x="1896" y="76"/>
                  </a:lnTo>
                  <a:lnTo>
                    <a:pt x="1744" y="152"/>
                  </a:lnTo>
                  <a:lnTo>
                    <a:pt x="1593" y="279"/>
                  </a:lnTo>
                  <a:lnTo>
                    <a:pt x="279" y="1593"/>
                  </a:lnTo>
                  <a:lnTo>
                    <a:pt x="152" y="1744"/>
                  </a:lnTo>
                  <a:lnTo>
                    <a:pt x="51" y="1896"/>
                  </a:lnTo>
                  <a:lnTo>
                    <a:pt x="1" y="2073"/>
                  </a:lnTo>
                  <a:lnTo>
                    <a:pt x="1" y="2250"/>
                  </a:lnTo>
                  <a:lnTo>
                    <a:pt x="1" y="2427"/>
                  </a:lnTo>
                  <a:lnTo>
                    <a:pt x="51" y="2604"/>
                  </a:lnTo>
                  <a:lnTo>
                    <a:pt x="152" y="2780"/>
                  </a:lnTo>
                  <a:lnTo>
                    <a:pt x="279" y="2907"/>
                  </a:lnTo>
                  <a:lnTo>
                    <a:pt x="405" y="3033"/>
                  </a:lnTo>
                  <a:lnTo>
                    <a:pt x="582" y="3134"/>
                  </a:lnTo>
                  <a:lnTo>
                    <a:pt x="759" y="3185"/>
                  </a:lnTo>
                  <a:lnTo>
                    <a:pt x="1113" y="3185"/>
                  </a:lnTo>
                  <a:lnTo>
                    <a:pt x="1289" y="3134"/>
                  </a:lnTo>
                  <a:lnTo>
                    <a:pt x="1441" y="3033"/>
                  </a:lnTo>
                  <a:lnTo>
                    <a:pt x="1593" y="2907"/>
                  </a:lnTo>
                  <a:lnTo>
                    <a:pt x="2907" y="1593"/>
                  </a:lnTo>
                  <a:lnTo>
                    <a:pt x="3033" y="1441"/>
                  </a:lnTo>
                  <a:lnTo>
                    <a:pt x="3109" y="1289"/>
                  </a:lnTo>
                  <a:lnTo>
                    <a:pt x="3160" y="1113"/>
                  </a:lnTo>
                  <a:lnTo>
                    <a:pt x="3185" y="936"/>
                  </a:lnTo>
                  <a:lnTo>
                    <a:pt x="3160" y="759"/>
                  </a:lnTo>
                  <a:lnTo>
                    <a:pt x="3109" y="582"/>
                  </a:lnTo>
                  <a:lnTo>
                    <a:pt x="3033" y="430"/>
                  </a:lnTo>
                  <a:lnTo>
                    <a:pt x="2907" y="279"/>
                  </a:lnTo>
                  <a:lnTo>
                    <a:pt x="2755" y="152"/>
                  </a:lnTo>
                  <a:lnTo>
                    <a:pt x="2604" y="76"/>
                  </a:lnTo>
                  <a:lnTo>
                    <a:pt x="2427" y="26"/>
                  </a:lnTo>
                  <a:lnTo>
                    <a:pt x="2250" y="1"/>
                  </a:lnTo>
                  <a:close/>
                </a:path>
              </a:pathLst>
            </a:custGeom>
            <a:solidFill>
              <a:srgbClr val="D1A0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58"/>
            <p:cNvSpPr/>
            <p:nvPr/>
          </p:nvSpPr>
          <p:spPr>
            <a:xfrm>
              <a:off x="2548600" y="2892550"/>
              <a:ext cx="66375" cy="79625"/>
            </a:xfrm>
            <a:custGeom>
              <a:avLst/>
              <a:gdLst/>
              <a:ahLst/>
              <a:cxnLst/>
              <a:rect l="l" t="t" r="r" b="b"/>
              <a:pathLst>
                <a:path w="2655" h="3185" extrusionOk="0">
                  <a:moveTo>
                    <a:pt x="2098" y="1"/>
                  </a:moveTo>
                  <a:lnTo>
                    <a:pt x="1972" y="51"/>
                  </a:lnTo>
                  <a:lnTo>
                    <a:pt x="1845" y="102"/>
                  </a:lnTo>
                  <a:lnTo>
                    <a:pt x="1719" y="177"/>
                  </a:lnTo>
                  <a:lnTo>
                    <a:pt x="1593" y="279"/>
                  </a:lnTo>
                  <a:lnTo>
                    <a:pt x="253" y="1593"/>
                  </a:lnTo>
                  <a:lnTo>
                    <a:pt x="152" y="1744"/>
                  </a:lnTo>
                  <a:lnTo>
                    <a:pt x="51" y="1921"/>
                  </a:lnTo>
                  <a:lnTo>
                    <a:pt x="1" y="2073"/>
                  </a:lnTo>
                  <a:lnTo>
                    <a:pt x="1" y="2250"/>
                  </a:lnTo>
                  <a:lnTo>
                    <a:pt x="1" y="2427"/>
                  </a:lnTo>
                  <a:lnTo>
                    <a:pt x="51" y="2604"/>
                  </a:lnTo>
                  <a:lnTo>
                    <a:pt x="152" y="2755"/>
                  </a:lnTo>
                  <a:lnTo>
                    <a:pt x="253" y="2907"/>
                  </a:lnTo>
                  <a:lnTo>
                    <a:pt x="279" y="2932"/>
                  </a:lnTo>
                  <a:lnTo>
                    <a:pt x="380" y="3033"/>
                  </a:lnTo>
                  <a:lnTo>
                    <a:pt x="506" y="3109"/>
                  </a:lnTo>
                  <a:lnTo>
                    <a:pt x="658" y="3160"/>
                  </a:lnTo>
                  <a:lnTo>
                    <a:pt x="784" y="3185"/>
                  </a:lnTo>
                  <a:lnTo>
                    <a:pt x="1062" y="3185"/>
                  </a:lnTo>
                  <a:lnTo>
                    <a:pt x="1214" y="3160"/>
                  </a:lnTo>
                  <a:lnTo>
                    <a:pt x="1340" y="3109"/>
                  </a:lnTo>
                  <a:lnTo>
                    <a:pt x="1214" y="3033"/>
                  </a:lnTo>
                  <a:lnTo>
                    <a:pt x="1113" y="2932"/>
                  </a:lnTo>
                  <a:lnTo>
                    <a:pt x="1087" y="2907"/>
                  </a:lnTo>
                  <a:lnTo>
                    <a:pt x="961" y="2755"/>
                  </a:lnTo>
                  <a:lnTo>
                    <a:pt x="885" y="2604"/>
                  </a:lnTo>
                  <a:lnTo>
                    <a:pt x="835" y="2427"/>
                  </a:lnTo>
                  <a:lnTo>
                    <a:pt x="809" y="2250"/>
                  </a:lnTo>
                  <a:lnTo>
                    <a:pt x="835" y="2073"/>
                  </a:lnTo>
                  <a:lnTo>
                    <a:pt x="885" y="1921"/>
                  </a:lnTo>
                  <a:lnTo>
                    <a:pt x="961" y="1744"/>
                  </a:lnTo>
                  <a:lnTo>
                    <a:pt x="1087" y="1593"/>
                  </a:lnTo>
                  <a:lnTo>
                    <a:pt x="2427" y="279"/>
                  </a:lnTo>
                  <a:lnTo>
                    <a:pt x="2528" y="177"/>
                  </a:lnTo>
                  <a:lnTo>
                    <a:pt x="2654" y="102"/>
                  </a:lnTo>
                  <a:lnTo>
                    <a:pt x="2528" y="51"/>
                  </a:lnTo>
                  <a:lnTo>
                    <a:pt x="2401" y="1"/>
                  </a:lnTo>
                  <a:close/>
                </a:path>
              </a:pathLst>
            </a:custGeom>
            <a:solidFill>
              <a:srgbClr val="D1A0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58"/>
            <p:cNvSpPr/>
            <p:nvPr/>
          </p:nvSpPr>
          <p:spPr>
            <a:xfrm>
              <a:off x="2581450" y="2925400"/>
              <a:ext cx="79625" cy="80275"/>
            </a:xfrm>
            <a:custGeom>
              <a:avLst/>
              <a:gdLst/>
              <a:ahLst/>
              <a:cxnLst/>
              <a:rect l="l" t="t" r="r" b="b"/>
              <a:pathLst>
                <a:path w="3185" h="3211" extrusionOk="0">
                  <a:moveTo>
                    <a:pt x="2250" y="1"/>
                  </a:moveTo>
                  <a:lnTo>
                    <a:pt x="2073" y="26"/>
                  </a:lnTo>
                  <a:lnTo>
                    <a:pt x="1896" y="77"/>
                  </a:lnTo>
                  <a:lnTo>
                    <a:pt x="1744" y="152"/>
                  </a:lnTo>
                  <a:lnTo>
                    <a:pt x="1593" y="279"/>
                  </a:lnTo>
                  <a:lnTo>
                    <a:pt x="279" y="1593"/>
                  </a:lnTo>
                  <a:lnTo>
                    <a:pt x="152" y="1744"/>
                  </a:lnTo>
                  <a:lnTo>
                    <a:pt x="77" y="1921"/>
                  </a:lnTo>
                  <a:lnTo>
                    <a:pt x="26" y="2098"/>
                  </a:lnTo>
                  <a:lnTo>
                    <a:pt x="1" y="2275"/>
                  </a:lnTo>
                  <a:lnTo>
                    <a:pt x="26" y="2452"/>
                  </a:lnTo>
                  <a:lnTo>
                    <a:pt x="77" y="2604"/>
                  </a:lnTo>
                  <a:lnTo>
                    <a:pt x="152" y="2781"/>
                  </a:lnTo>
                  <a:lnTo>
                    <a:pt x="279" y="2932"/>
                  </a:lnTo>
                  <a:lnTo>
                    <a:pt x="430" y="3033"/>
                  </a:lnTo>
                  <a:lnTo>
                    <a:pt x="582" y="3134"/>
                  </a:lnTo>
                  <a:lnTo>
                    <a:pt x="759" y="3185"/>
                  </a:lnTo>
                  <a:lnTo>
                    <a:pt x="936" y="3210"/>
                  </a:lnTo>
                  <a:lnTo>
                    <a:pt x="1113" y="3185"/>
                  </a:lnTo>
                  <a:lnTo>
                    <a:pt x="1290" y="3134"/>
                  </a:lnTo>
                  <a:lnTo>
                    <a:pt x="1441" y="3033"/>
                  </a:lnTo>
                  <a:lnTo>
                    <a:pt x="1593" y="2932"/>
                  </a:lnTo>
                  <a:lnTo>
                    <a:pt x="2907" y="1593"/>
                  </a:lnTo>
                  <a:lnTo>
                    <a:pt x="3033" y="1466"/>
                  </a:lnTo>
                  <a:lnTo>
                    <a:pt x="3109" y="1290"/>
                  </a:lnTo>
                  <a:lnTo>
                    <a:pt x="3160" y="1113"/>
                  </a:lnTo>
                  <a:lnTo>
                    <a:pt x="3185" y="936"/>
                  </a:lnTo>
                  <a:lnTo>
                    <a:pt x="3160" y="759"/>
                  </a:lnTo>
                  <a:lnTo>
                    <a:pt x="3109" y="582"/>
                  </a:lnTo>
                  <a:lnTo>
                    <a:pt x="3033" y="430"/>
                  </a:lnTo>
                  <a:lnTo>
                    <a:pt x="2907" y="279"/>
                  </a:lnTo>
                  <a:lnTo>
                    <a:pt x="2781" y="152"/>
                  </a:lnTo>
                  <a:lnTo>
                    <a:pt x="2604" y="77"/>
                  </a:lnTo>
                  <a:lnTo>
                    <a:pt x="2427" y="26"/>
                  </a:lnTo>
                  <a:lnTo>
                    <a:pt x="2250" y="1"/>
                  </a:lnTo>
                  <a:close/>
                </a:path>
              </a:pathLst>
            </a:custGeom>
            <a:solidFill>
              <a:srgbClr val="D1A0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58"/>
            <p:cNvSpPr/>
            <p:nvPr/>
          </p:nvSpPr>
          <p:spPr>
            <a:xfrm>
              <a:off x="2581450" y="2925400"/>
              <a:ext cx="67000" cy="80275"/>
            </a:xfrm>
            <a:custGeom>
              <a:avLst/>
              <a:gdLst/>
              <a:ahLst/>
              <a:cxnLst/>
              <a:rect l="l" t="t" r="r" b="b"/>
              <a:pathLst>
                <a:path w="2680" h="3211" extrusionOk="0">
                  <a:moveTo>
                    <a:pt x="2250" y="1"/>
                  </a:moveTo>
                  <a:lnTo>
                    <a:pt x="2124" y="26"/>
                  </a:lnTo>
                  <a:lnTo>
                    <a:pt x="1972" y="51"/>
                  </a:lnTo>
                  <a:lnTo>
                    <a:pt x="1846" y="102"/>
                  </a:lnTo>
                  <a:lnTo>
                    <a:pt x="1719" y="178"/>
                  </a:lnTo>
                  <a:lnTo>
                    <a:pt x="1593" y="279"/>
                  </a:lnTo>
                  <a:lnTo>
                    <a:pt x="279" y="1618"/>
                  </a:lnTo>
                  <a:lnTo>
                    <a:pt x="152" y="1744"/>
                  </a:lnTo>
                  <a:lnTo>
                    <a:pt x="77" y="1921"/>
                  </a:lnTo>
                  <a:lnTo>
                    <a:pt x="26" y="2098"/>
                  </a:lnTo>
                  <a:lnTo>
                    <a:pt x="1" y="2275"/>
                  </a:lnTo>
                  <a:lnTo>
                    <a:pt x="26" y="2452"/>
                  </a:lnTo>
                  <a:lnTo>
                    <a:pt x="77" y="2604"/>
                  </a:lnTo>
                  <a:lnTo>
                    <a:pt x="152" y="2781"/>
                  </a:lnTo>
                  <a:lnTo>
                    <a:pt x="279" y="2932"/>
                  </a:lnTo>
                  <a:lnTo>
                    <a:pt x="405" y="3033"/>
                  </a:lnTo>
                  <a:lnTo>
                    <a:pt x="531" y="3109"/>
                  </a:lnTo>
                  <a:lnTo>
                    <a:pt x="658" y="3160"/>
                  </a:lnTo>
                  <a:lnTo>
                    <a:pt x="784" y="3185"/>
                  </a:lnTo>
                  <a:lnTo>
                    <a:pt x="936" y="3210"/>
                  </a:lnTo>
                  <a:lnTo>
                    <a:pt x="1087" y="3185"/>
                  </a:lnTo>
                  <a:lnTo>
                    <a:pt x="1214" y="3160"/>
                  </a:lnTo>
                  <a:lnTo>
                    <a:pt x="1340" y="3109"/>
                  </a:lnTo>
                  <a:lnTo>
                    <a:pt x="1214" y="3033"/>
                  </a:lnTo>
                  <a:lnTo>
                    <a:pt x="1113" y="2932"/>
                  </a:lnTo>
                  <a:lnTo>
                    <a:pt x="1087" y="2932"/>
                  </a:lnTo>
                  <a:lnTo>
                    <a:pt x="986" y="2781"/>
                  </a:lnTo>
                  <a:lnTo>
                    <a:pt x="885" y="2604"/>
                  </a:lnTo>
                  <a:lnTo>
                    <a:pt x="835" y="2452"/>
                  </a:lnTo>
                  <a:lnTo>
                    <a:pt x="835" y="2275"/>
                  </a:lnTo>
                  <a:lnTo>
                    <a:pt x="835" y="2098"/>
                  </a:lnTo>
                  <a:lnTo>
                    <a:pt x="885" y="1921"/>
                  </a:lnTo>
                  <a:lnTo>
                    <a:pt x="986" y="1744"/>
                  </a:lnTo>
                  <a:lnTo>
                    <a:pt x="1087" y="1618"/>
                  </a:lnTo>
                  <a:lnTo>
                    <a:pt x="2427" y="279"/>
                  </a:lnTo>
                  <a:lnTo>
                    <a:pt x="2553" y="178"/>
                  </a:lnTo>
                  <a:lnTo>
                    <a:pt x="2680" y="102"/>
                  </a:lnTo>
                  <a:lnTo>
                    <a:pt x="2528" y="51"/>
                  </a:lnTo>
                  <a:lnTo>
                    <a:pt x="2402" y="26"/>
                  </a:lnTo>
                  <a:lnTo>
                    <a:pt x="2250" y="1"/>
                  </a:lnTo>
                  <a:close/>
                </a:path>
              </a:pathLst>
            </a:custGeom>
            <a:solidFill>
              <a:srgbClr val="D1A0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58"/>
            <p:cNvSpPr/>
            <p:nvPr/>
          </p:nvSpPr>
          <p:spPr>
            <a:xfrm>
              <a:off x="2614300" y="2958900"/>
              <a:ext cx="79650" cy="79625"/>
            </a:xfrm>
            <a:custGeom>
              <a:avLst/>
              <a:gdLst/>
              <a:ahLst/>
              <a:cxnLst/>
              <a:rect l="l" t="t" r="r" b="b"/>
              <a:pathLst>
                <a:path w="3186" h="3185" extrusionOk="0">
                  <a:moveTo>
                    <a:pt x="2073" y="0"/>
                  </a:moveTo>
                  <a:lnTo>
                    <a:pt x="1921" y="51"/>
                  </a:lnTo>
                  <a:lnTo>
                    <a:pt x="1745" y="152"/>
                  </a:lnTo>
                  <a:lnTo>
                    <a:pt x="1593" y="253"/>
                  </a:lnTo>
                  <a:lnTo>
                    <a:pt x="279" y="1592"/>
                  </a:lnTo>
                  <a:lnTo>
                    <a:pt x="152" y="1744"/>
                  </a:lnTo>
                  <a:lnTo>
                    <a:pt x="77" y="1896"/>
                  </a:lnTo>
                  <a:lnTo>
                    <a:pt x="26" y="2072"/>
                  </a:lnTo>
                  <a:lnTo>
                    <a:pt x="1" y="2249"/>
                  </a:lnTo>
                  <a:lnTo>
                    <a:pt x="26" y="2426"/>
                  </a:lnTo>
                  <a:lnTo>
                    <a:pt x="77" y="2603"/>
                  </a:lnTo>
                  <a:lnTo>
                    <a:pt x="152" y="2755"/>
                  </a:lnTo>
                  <a:lnTo>
                    <a:pt x="279" y="2906"/>
                  </a:lnTo>
                  <a:lnTo>
                    <a:pt x="430" y="3033"/>
                  </a:lnTo>
                  <a:lnTo>
                    <a:pt x="582" y="3109"/>
                  </a:lnTo>
                  <a:lnTo>
                    <a:pt x="759" y="3159"/>
                  </a:lnTo>
                  <a:lnTo>
                    <a:pt x="936" y="3184"/>
                  </a:lnTo>
                  <a:lnTo>
                    <a:pt x="1113" y="3159"/>
                  </a:lnTo>
                  <a:lnTo>
                    <a:pt x="1290" y="3109"/>
                  </a:lnTo>
                  <a:lnTo>
                    <a:pt x="1467" y="3033"/>
                  </a:lnTo>
                  <a:lnTo>
                    <a:pt x="1593" y="2906"/>
                  </a:lnTo>
                  <a:lnTo>
                    <a:pt x="2932" y="1592"/>
                  </a:lnTo>
                  <a:lnTo>
                    <a:pt x="3033" y="1441"/>
                  </a:lnTo>
                  <a:lnTo>
                    <a:pt x="3135" y="1264"/>
                  </a:lnTo>
                  <a:lnTo>
                    <a:pt x="3185" y="1112"/>
                  </a:lnTo>
                  <a:lnTo>
                    <a:pt x="3185" y="935"/>
                  </a:lnTo>
                  <a:lnTo>
                    <a:pt x="3185" y="758"/>
                  </a:lnTo>
                  <a:lnTo>
                    <a:pt x="3135" y="581"/>
                  </a:lnTo>
                  <a:lnTo>
                    <a:pt x="3033" y="404"/>
                  </a:lnTo>
                  <a:lnTo>
                    <a:pt x="2932" y="253"/>
                  </a:lnTo>
                  <a:lnTo>
                    <a:pt x="2781" y="152"/>
                  </a:lnTo>
                  <a:lnTo>
                    <a:pt x="2604" y="51"/>
                  </a:lnTo>
                  <a:lnTo>
                    <a:pt x="2427" y="0"/>
                  </a:lnTo>
                  <a:close/>
                </a:path>
              </a:pathLst>
            </a:custGeom>
            <a:solidFill>
              <a:srgbClr val="D1A0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58"/>
            <p:cNvSpPr/>
            <p:nvPr/>
          </p:nvSpPr>
          <p:spPr>
            <a:xfrm>
              <a:off x="2614300" y="2958900"/>
              <a:ext cx="67000" cy="79625"/>
            </a:xfrm>
            <a:custGeom>
              <a:avLst/>
              <a:gdLst/>
              <a:ahLst/>
              <a:cxnLst/>
              <a:rect l="l" t="t" r="r" b="b"/>
              <a:pathLst>
                <a:path w="2680" h="3185" extrusionOk="0">
                  <a:moveTo>
                    <a:pt x="2124" y="0"/>
                  </a:moveTo>
                  <a:lnTo>
                    <a:pt x="1972" y="25"/>
                  </a:lnTo>
                  <a:lnTo>
                    <a:pt x="1846" y="76"/>
                  </a:lnTo>
                  <a:lnTo>
                    <a:pt x="1719" y="152"/>
                  </a:lnTo>
                  <a:lnTo>
                    <a:pt x="1618" y="253"/>
                  </a:lnTo>
                  <a:lnTo>
                    <a:pt x="279" y="1592"/>
                  </a:lnTo>
                  <a:lnTo>
                    <a:pt x="152" y="1744"/>
                  </a:lnTo>
                  <a:lnTo>
                    <a:pt x="77" y="1896"/>
                  </a:lnTo>
                  <a:lnTo>
                    <a:pt x="26" y="2072"/>
                  </a:lnTo>
                  <a:lnTo>
                    <a:pt x="1" y="2249"/>
                  </a:lnTo>
                  <a:lnTo>
                    <a:pt x="26" y="2426"/>
                  </a:lnTo>
                  <a:lnTo>
                    <a:pt x="77" y="2603"/>
                  </a:lnTo>
                  <a:lnTo>
                    <a:pt x="152" y="2755"/>
                  </a:lnTo>
                  <a:lnTo>
                    <a:pt x="279" y="2906"/>
                  </a:lnTo>
                  <a:lnTo>
                    <a:pt x="405" y="3007"/>
                  </a:lnTo>
                  <a:lnTo>
                    <a:pt x="532" y="3083"/>
                  </a:lnTo>
                  <a:lnTo>
                    <a:pt x="658" y="3134"/>
                  </a:lnTo>
                  <a:lnTo>
                    <a:pt x="810" y="3159"/>
                  </a:lnTo>
                  <a:lnTo>
                    <a:pt x="936" y="3184"/>
                  </a:lnTo>
                  <a:lnTo>
                    <a:pt x="1088" y="3159"/>
                  </a:lnTo>
                  <a:lnTo>
                    <a:pt x="1214" y="3134"/>
                  </a:lnTo>
                  <a:lnTo>
                    <a:pt x="1366" y="3083"/>
                  </a:lnTo>
                  <a:lnTo>
                    <a:pt x="1239" y="3007"/>
                  </a:lnTo>
                  <a:lnTo>
                    <a:pt x="1113" y="2906"/>
                  </a:lnTo>
                  <a:lnTo>
                    <a:pt x="986" y="2755"/>
                  </a:lnTo>
                  <a:lnTo>
                    <a:pt x="911" y="2603"/>
                  </a:lnTo>
                  <a:lnTo>
                    <a:pt x="860" y="2426"/>
                  </a:lnTo>
                  <a:lnTo>
                    <a:pt x="835" y="2249"/>
                  </a:lnTo>
                  <a:lnTo>
                    <a:pt x="860" y="2072"/>
                  </a:lnTo>
                  <a:lnTo>
                    <a:pt x="911" y="1896"/>
                  </a:lnTo>
                  <a:lnTo>
                    <a:pt x="986" y="1744"/>
                  </a:lnTo>
                  <a:lnTo>
                    <a:pt x="1113" y="1592"/>
                  </a:lnTo>
                  <a:lnTo>
                    <a:pt x="2427" y="253"/>
                  </a:lnTo>
                  <a:lnTo>
                    <a:pt x="2553" y="152"/>
                  </a:lnTo>
                  <a:lnTo>
                    <a:pt x="2680" y="76"/>
                  </a:lnTo>
                  <a:lnTo>
                    <a:pt x="2553" y="25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rgbClr val="D1A0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58"/>
            <p:cNvSpPr/>
            <p:nvPr/>
          </p:nvSpPr>
          <p:spPr>
            <a:xfrm>
              <a:off x="2647150" y="2991750"/>
              <a:ext cx="80275" cy="79625"/>
            </a:xfrm>
            <a:custGeom>
              <a:avLst/>
              <a:gdLst/>
              <a:ahLst/>
              <a:cxnLst/>
              <a:rect l="l" t="t" r="r" b="b"/>
              <a:pathLst>
                <a:path w="3211" h="3185" extrusionOk="0">
                  <a:moveTo>
                    <a:pt x="2275" y="0"/>
                  </a:moveTo>
                  <a:lnTo>
                    <a:pt x="2099" y="26"/>
                  </a:lnTo>
                  <a:lnTo>
                    <a:pt x="1922" y="76"/>
                  </a:lnTo>
                  <a:lnTo>
                    <a:pt x="1745" y="152"/>
                  </a:lnTo>
                  <a:lnTo>
                    <a:pt x="1618" y="278"/>
                  </a:lnTo>
                  <a:lnTo>
                    <a:pt x="279" y="1592"/>
                  </a:lnTo>
                  <a:lnTo>
                    <a:pt x="178" y="1744"/>
                  </a:lnTo>
                  <a:lnTo>
                    <a:pt x="77" y="1896"/>
                  </a:lnTo>
                  <a:lnTo>
                    <a:pt x="26" y="2073"/>
                  </a:lnTo>
                  <a:lnTo>
                    <a:pt x="1" y="2249"/>
                  </a:lnTo>
                  <a:lnTo>
                    <a:pt x="26" y="2426"/>
                  </a:lnTo>
                  <a:lnTo>
                    <a:pt x="77" y="2603"/>
                  </a:lnTo>
                  <a:lnTo>
                    <a:pt x="178" y="2755"/>
                  </a:lnTo>
                  <a:lnTo>
                    <a:pt x="279" y="2907"/>
                  </a:lnTo>
                  <a:lnTo>
                    <a:pt x="431" y="3033"/>
                  </a:lnTo>
                  <a:lnTo>
                    <a:pt x="607" y="3109"/>
                  </a:lnTo>
                  <a:lnTo>
                    <a:pt x="759" y="3159"/>
                  </a:lnTo>
                  <a:lnTo>
                    <a:pt x="936" y="3184"/>
                  </a:lnTo>
                  <a:lnTo>
                    <a:pt x="1138" y="3159"/>
                  </a:lnTo>
                  <a:lnTo>
                    <a:pt x="1290" y="3109"/>
                  </a:lnTo>
                  <a:lnTo>
                    <a:pt x="1467" y="3033"/>
                  </a:lnTo>
                  <a:lnTo>
                    <a:pt x="1618" y="2907"/>
                  </a:lnTo>
                  <a:lnTo>
                    <a:pt x="2933" y="1592"/>
                  </a:lnTo>
                  <a:lnTo>
                    <a:pt x="3059" y="1441"/>
                  </a:lnTo>
                  <a:lnTo>
                    <a:pt x="3135" y="1289"/>
                  </a:lnTo>
                  <a:lnTo>
                    <a:pt x="3185" y="1112"/>
                  </a:lnTo>
                  <a:lnTo>
                    <a:pt x="3211" y="935"/>
                  </a:lnTo>
                  <a:lnTo>
                    <a:pt x="3185" y="758"/>
                  </a:lnTo>
                  <a:lnTo>
                    <a:pt x="3135" y="582"/>
                  </a:lnTo>
                  <a:lnTo>
                    <a:pt x="3059" y="430"/>
                  </a:lnTo>
                  <a:lnTo>
                    <a:pt x="2933" y="278"/>
                  </a:lnTo>
                  <a:lnTo>
                    <a:pt x="2781" y="152"/>
                  </a:lnTo>
                  <a:lnTo>
                    <a:pt x="2629" y="76"/>
                  </a:lnTo>
                  <a:lnTo>
                    <a:pt x="2452" y="26"/>
                  </a:lnTo>
                  <a:lnTo>
                    <a:pt x="2275" y="0"/>
                  </a:lnTo>
                  <a:close/>
                </a:path>
              </a:pathLst>
            </a:custGeom>
            <a:solidFill>
              <a:srgbClr val="D1A0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58"/>
            <p:cNvSpPr/>
            <p:nvPr/>
          </p:nvSpPr>
          <p:spPr>
            <a:xfrm>
              <a:off x="2647150" y="2991750"/>
              <a:ext cx="67000" cy="79625"/>
            </a:xfrm>
            <a:custGeom>
              <a:avLst/>
              <a:gdLst/>
              <a:ahLst/>
              <a:cxnLst/>
              <a:rect l="l" t="t" r="r" b="b"/>
              <a:pathLst>
                <a:path w="2680" h="3185" extrusionOk="0">
                  <a:moveTo>
                    <a:pt x="2124" y="0"/>
                  </a:moveTo>
                  <a:lnTo>
                    <a:pt x="1997" y="26"/>
                  </a:lnTo>
                  <a:lnTo>
                    <a:pt x="1846" y="101"/>
                  </a:lnTo>
                  <a:lnTo>
                    <a:pt x="1719" y="177"/>
                  </a:lnTo>
                  <a:lnTo>
                    <a:pt x="1618" y="278"/>
                  </a:lnTo>
                  <a:lnTo>
                    <a:pt x="279" y="1592"/>
                  </a:lnTo>
                  <a:lnTo>
                    <a:pt x="153" y="1744"/>
                  </a:lnTo>
                  <a:lnTo>
                    <a:pt x="77" y="1896"/>
                  </a:lnTo>
                  <a:lnTo>
                    <a:pt x="26" y="2073"/>
                  </a:lnTo>
                  <a:lnTo>
                    <a:pt x="1" y="2249"/>
                  </a:lnTo>
                  <a:lnTo>
                    <a:pt x="26" y="2426"/>
                  </a:lnTo>
                  <a:lnTo>
                    <a:pt x="77" y="2603"/>
                  </a:lnTo>
                  <a:lnTo>
                    <a:pt x="153" y="2755"/>
                  </a:lnTo>
                  <a:lnTo>
                    <a:pt x="279" y="2907"/>
                  </a:lnTo>
                  <a:lnTo>
                    <a:pt x="304" y="2907"/>
                  </a:lnTo>
                  <a:lnTo>
                    <a:pt x="405" y="3008"/>
                  </a:lnTo>
                  <a:lnTo>
                    <a:pt x="532" y="3083"/>
                  </a:lnTo>
                  <a:lnTo>
                    <a:pt x="658" y="3134"/>
                  </a:lnTo>
                  <a:lnTo>
                    <a:pt x="810" y="3184"/>
                  </a:lnTo>
                  <a:lnTo>
                    <a:pt x="1088" y="3184"/>
                  </a:lnTo>
                  <a:lnTo>
                    <a:pt x="1239" y="3134"/>
                  </a:lnTo>
                  <a:lnTo>
                    <a:pt x="1366" y="3083"/>
                  </a:lnTo>
                  <a:lnTo>
                    <a:pt x="1239" y="3008"/>
                  </a:lnTo>
                  <a:lnTo>
                    <a:pt x="1113" y="2907"/>
                  </a:lnTo>
                  <a:lnTo>
                    <a:pt x="987" y="2755"/>
                  </a:lnTo>
                  <a:lnTo>
                    <a:pt x="911" y="2603"/>
                  </a:lnTo>
                  <a:lnTo>
                    <a:pt x="860" y="2426"/>
                  </a:lnTo>
                  <a:lnTo>
                    <a:pt x="835" y="2249"/>
                  </a:lnTo>
                  <a:lnTo>
                    <a:pt x="860" y="2073"/>
                  </a:lnTo>
                  <a:lnTo>
                    <a:pt x="911" y="1896"/>
                  </a:lnTo>
                  <a:lnTo>
                    <a:pt x="987" y="1744"/>
                  </a:lnTo>
                  <a:lnTo>
                    <a:pt x="1113" y="1592"/>
                  </a:lnTo>
                  <a:lnTo>
                    <a:pt x="2452" y="278"/>
                  </a:lnTo>
                  <a:lnTo>
                    <a:pt x="2553" y="177"/>
                  </a:lnTo>
                  <a:lnTo>
                    <a:pt x="2680" y="101"/>
                  </a:lnTo>
                  <a:lnTo>
                    <a:pt x="2553" y="26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rgbClr val="D1A0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58"/>
            <p:cNvSpPr/>
            <p:nvPr/>
          </p:nvSpPr>
          <p:spPr>
            <a:xfrm>
              <a:off x="2834175" y="3015125"/>
              <a:ext cx="650" cy="650"/>
            </a:xfrm>
            <a:custGeom>
              <a:avLst/>
              <a:gdLst/>
              <a:ahLst/>
              <a:cxnLst/>
              <a:rect l="l" t="t" r="r" b="b"/>
              <a:pathLst>
                <a:path w="26" h="26" extrusionOk="0">
                  <a:moveTo>
                    <a:pt x="0" y="0"/>
                  </a:moveTo>
                  <a:lnTo>
                    <a:pt x="0" y="0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58"/>
            <p:cNvSpPr/>
            <p:nvPr/>
          </p:nvSpPr>
          <p:spPr>
            <a:xfrm>
              <a:off x="2867025" y="2982275"/>
              <a:ext cx="1300" cy="650"/>
            </a:xfrm>
            <a:custGeom>
              <a:avLst/>
              <a:gdLst/>
              <a:ahLst/>
              <a:cxnLst/>
              <a:rect l="l" t="t" r="r" b="b"/>
              <a:pathLst>
                <a:path w="52" h="26" extrusionOk="0">
                  <a:moveTo>
                    <a:pt x="1" y="0"/>
                  </a:moveTo>
                  <a:lnTo>
                    <a:pt x="26" y="25"/>
                  </a:lnTo>
                  <a:lnTo>
                    <a:pt x="51" y="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D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1" name="Google Shape;4441;p58"/>
            <p:cNvSpPr/>
            <p:nvPr/>
          </p:nvSpPr>
          <p:spPr>
            <a:xfrm>
              <a:off x="2633900" y="2717550"/>
              <a:ext cx="252100" cy="198400"/>
            </a:xfrm>
            <a:custGeom>
              <a:avLst/>
              <a:gdLst/>
              <a:ahLst/>
              <a:cxnLst/>
              <a:rect l="l" t="t" r="r" b="b"/>
              <a:pathLst>
                <a:path w="10084" h="7936" extrusionOk="0">
                  <a:moveTo>
                    <a:pt x="5459" y="0"/>
                  </a:moveTo>
                  <a:lnTo>
                    <a:pt x="5282" y="152"/>
                  </a:lnTo>
                  <a:lnTo>
                    <a:pt x="5130" y="253"/>
                  </a:lnTo>
                  <a:lnTo>
                    <a:pt x="4954" y="354"/>
                  </a:lnTo>
                  <a:lnTo>
                    <a:pt x="4802" y="430"/>
                  </a:lnTo>
                  <a:lnTo>
                    <a:pt x="4650" y="480"/>
                  </a:lnTo>
                  <a:lnTo>
                    <a:pt x="4499" y="506"/>
                  </a:lnTo>
                  <a:lnTo>
                    <a:pt x="4271" y="531"/>
                  </a:lnTo>
                  <a:lnTo>
                    <a:pt x="4094" y="556"/>
                  </a:lnTo>
                  <a:lnTo>
                    <a:pt x="3917" y="582"/>
                  </a:lnTo>
                  <a:lnTo>
                    <a:pt x="3766" y="632"/>
                  </a:lnTo>
                  <a:lnTo>
                    <a:pt x="3589" y="708"/>
                  </a:lnTo>
                  <a:lnTo>
                    <a:pt x="3260" y="910"/>
                  </a:lnTo>
                  <a:lnTo>
                    <a:pt x="3008" y="1138"/>
                  </a:lnTo>
                  <a:lnTo>
                    <a:pt x="354" y="3791"/>
                  </a:lnTo>
                  <a:lnTo>
                    <a:pt x="202" y="3968"/>
                  </a:lnTo>
                  <a:lnTo>
                    <a:pt x="76" y="4170"/>
                  </a:lnTo>
                  <a:lnTo>
                    <a:pt x="26" y="4398"/>
                  </a:lnTo>
                  <a:lnTo>
                    <a:pt x="0" y="4625"/>
                  </a:lnTo>
                  <a:lnTo>
                    <a:pt x="26" y="4852"/>
                  </a:lnTo>
                  <a:lnTo>
                    <a:pt x="76" y="5080"/>
                  </a:lnTo>
                  <a:lnTo>
                    <a:pt x="202" y="5282"/>
                  </a:lnTo>
                  <a:lnTo>
                    <a:pt x="354" y="5484"/>
                  </a:lnTo>
                  <a:lnTo>
                    <a:pt x="531" y="5636"/>
                  </a:lnTo>
                  <a:lnTo>
                    <a:pt x="758" y="5737"/>
                  </a:lnTo>
                  <a:lnTo>
                    <a:pt x="961" y="5813"/>
                  </a:lnTo>
                  <a:lnTo>
                    <a:pt x="1213" y="5838"/>
                  </a:lnTo>
                  <a:lnTo>
                    <a:pt x="1441" y="5813"/>
                  </a:lnTo>
                  <a:lnTo>
                    <a:pt x="1643" y="5737"/>
                  </a:lnTo>
                  <a:lnTo>
                    <a:pt x="1870" y="5636"/>
                  </a:lnTo>
                  <a:lnTo>
                    <a:pt x="2047" y="5484"/>
                  </a:lnTo>
                  <a:lnTo>
                    <a:pt x="3614" y="3917"/>
                  </a:lnTo>
                  <a:lnTo>
                    <a:pt x="3842" y="3690"/>
                  </a:lnTo>
                  <a:lnTo>
                    <a:pt x="4069" y="3917"/>
                  </a:lnTo>
                  <a:lnTo>
                    <a:pt x="8087" y="7936"/>
                  </a:lnTo>
                  <a:lnTo>
                    <a:pt x="8947" y="7076"/>
                  </a:lnTo>
                  <a:lnTo>
                    <a:pt x="9098" y="6899"/>
                  </a:lnTo>
                  <a:lnTo>
                    <a:pt x="9225" y="6697"/>
                  </a:lnTo>
                  <a:lnTo>
                    <a:pt x="9351" y="6470"/>
                  </a:lnTo>
                  <a:lnTo>
                    <a:pt x="9452" y="6242"/>
                  </a:lnTo>
                  <a:lnTo>
                    <a:pt x="9528" y="6040"/>
                  </a:lnTo>
                  <a:lnTo>
                    <a:pt x="9528" y="5838"/>
                  </a:lnTo>
                  <a:lnTo>
                    <a:pt x="9578" y="5510"/>
                  </a:lnTo>
                  <a:lnTo>
                    <a:pt x="9604" y="5383"/>
                  </a:lnTo>
                  <a:lnTo>
                    <a:pt x="9654" y="5232"/>
                  </a:lnTo>
                  <a:lnTo>
                    <a:pt x="9705" y="5105"/>
                  </a:lnTo>
                  <a:lnTo>
                    <a:pt x="9806" y="4954"/>
                  </a:lnTo>
                  <a:lnTo>
                    <a:pt x="9907" y="4802"/>
                  </a:lnTo>
                  <a:lnTo>
                    <a:pt x="10084" y="4625"/>
                  </a:lnTo>
                  <a:lnTo>
                    <a:pt x="5459" y="0"/>
                  </a:lnTo>
                  <a:close/>
                </a:path>
              </a:pathLst>
            </a:custGeom>
            <a:solidFill>
              <a:srgbClr val="D1A0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2" name="Google Shape;4442;p58"/>
            <p:cNvSpPr/>
            <p:nvPr/>
          </p:nvSpPr>
          <p:spPr>
            <a:xfrm>
              <a:off x="2722350" y="2785775"/>
              <a:ext cx="31600" cy="29725"/>
            </a:xfrm>
            <a:custGeom>
              <a:avLst/>
              <a:gdLst/>
              <a:ahLst/>
              <a:cxnLst/>
              <a:rect l="l" t="t" r="r" b="b"/>
              <a:pathLst>
                <a:path w="1264" h="1189" extrusionOk="0">
                  <a:moveTo>
                    <a:pt x="961" y="1"/>
                  </a:moveTo>
                  <a:lnTo>
                    <a:pt x="834" y="26"/>
                  </a:lnTo>
                  <a:lnTo>
                    <a:pt x="733" y="76"/>
                  </a:lnTo>
                  <a:lnTo>
                    <a:pt x="76" y="734"/>
                  </a:lnTo>
                  <a:lnTo>
                    <a:pt x="0" y="860"/>
                  </a:lnTo>
                  <a:lnTo>
                    <a:pt x="0" y="961"/>
                  </a:lnTo>
                  <a:lnTo>
                    <a:pt x="0" y="1087"/>
                  </a:lnTo>
                  <a:lnTo>
                    <a:pt x="76" y="1188"/>
                  </a:lnTo>
                  <a:lnTo>
                    <a:pt x="304" y="961"/>
                  </a:lnTo>
                  <a:lnTo>
                    <a:pt x="531" y="1188"/>
                  </a:lnTo>
                  <a:lnTo>
                    <a:pt x="1188" y="531"/>
                  </a:lnTo>
                  <a:lnTo>
                    <a:pt x="1239" y="430"/>
                  </a:lnTo>
                  <a:lnTo>
                    <a:pt x="1264" y="304"/>
                  </a:lnTo>
                  <a:lnTo>
                    <a:pt x="1239" y="178"/>
                  </a:lnTo>
                  <a:lnTo>
                    <a:pt x="1188" y="76"/>
                  </a:lnTo>
                  <a:lnTo>
                    <a:pt x="1087" y="26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rgbClr val="D1A0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28975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4" name="Google Shape;2644;p43"/>
          <p:cNvGrpSpPr/>
          <p:nvPr/>
        </p:nvGrpSpPr>
        <p:grpSpPr>
          <a:xfrm>
            <a:off x="1314532" y="481275"/>
            <a:ext cx="6514936" cy="573648"/>
            <a:chOff x="1119355" y="481275"/>
            <a:chExt cx="6514936" cy="573648"/>
          </a:xfrm>
        </p:grpSpPr>
        <p:sp>
          <p:nvSpPr>
            <p:cNvPr id="2645" name="Google Shape;2645;p43"/>
            <p:cNvSpPr/>
            <p:nvPr/>
          </p:nvSpPr>
          <p:spPr>
            <a:xfrm flipH="1">
              <a:off x="6897980" y="481275"/>
              <a:ext cx="736311" cy="573648"/>
            </a:xfrm>
            <a:custGeom>
              <a:avLst/>
              <a:gdLst/>
              <a:ahLst/>
              <a:cxnLst/>
              <a:rect l="l" t="t" r="r" b="b"/>
              <a:pathLst>
                <a:path w="52332" h="40771" extrusionOk="0">
                  <a:moveTo>
                    <a:pt x="0" y="0"/>
                  </a:moveTo>
                  <a:lnTo>
                    <a:pt x="16432" y="20386"/>
                  </a:lnTo>
                  <a:lnTo>
                    <a:pt x="0" y="40771"/>
                  </a:lnTo>
                  <a:lnTo>
                    <a:pt x="52331" y="40771"/>
                  </a:lnTo>
                  <a:lnTo>
                    <a:pt x="5233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43"/>
            <p:cNvSpPr/>
            <p:nvPr/>
          </p:nvSpPr>
          <p:spPr>
            <a:xfrm>
              <a:off x="1119355" y="481275"/>
              <a:ext cx="736311" cy="573648"/>
            </a:xfrm>
            <a:custGeom>
              <a:avLst/>
              <a:gdLst/>
              <a:ahLst/>
              <a:cxnLst/>
              <a:rect l="l" t="t" r="r" b="b"/>
              <a:pathLst>
                <a:path w="52332" h="40771" extrusionOk="0">
                  <a:moveTo>
                    <a:pt x="0" y="0"/>
                  </a:moveTo>
                  <a:lnTo>
                    <a:pt x="16432" y="20386"/>
                  </a:lnTo>
                  <a:lnTo>
                    <a:pt x="0" y="40771"/>
                  </a:lnTo>
                  <a:lnTo>
                    <a:pt x="52331" y="40771"/>
                  </a:lnTo>
                  <a:lnTo>
                    <a:pt x="5233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43"/>
            <p:cNvSpPr/>
            <p:nvPr/>
          </p:nvSpPr>
          <p:spPr>
            <a:xfrm>
              <a:off x="1849800" y="481300"/>
              <a:ext cx="5444400" cy="573600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9" name="Google Shape;2649;p43"/>
          <p:cNvSpPr txBox="1">
            <a:spLocks noGrp="1"/>
          </p:cNvSpPr>
          <p:nvPr>
            <p:ph type="title" idx="6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Финансовые результаты: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1" name="Google Shape;2651;p43"/>
          <p:cNvSpPr txBox="1">
            <a:spLocks noGrp="1"/>
          </p:cNvSpPr>
          <p:nvPr>
            <p:ph type="subTitle" idx="1"/>
          </p:nvPr>
        </p:nvSpPr>
        <p:spPr>
          <a:xfrm>
            <a:off x="574250" y="2914887"/>
            <a:ext cx="2726606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Годовая выручка: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+200 млн рублей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3" name="Google Shape;2653;p43"/>
          <p:cNvSpPr txBox="1">
            <a:spLocks noGrp="1"/>
          </p:cNvSpPr>
          <p:nvPr>
            <p:ph type="subTitle" idx="3"/>
          </p:nvPr>
        </p:nvSpPr>
        <p:spPr>
          <a:xfrm>
            <a:off x="3142408" y="2914875"/>
            <a:ext cx="2726606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Окупаемость </a:t>
            </a:r>
            <a:r>
              <a:rPr lang="ru-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инвестиций: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285%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4" name="Google Shape;2654;p43"/>
          <p:cNvSpPr txBox="1">
            <a:spLocks noGrp="1"/>
          </p:cNvSpPr>
          <p:nvPr>
            <p:ph type="subTitle" idx="5"/>
          </p:nvPr>
        </p:nvSpPr>
        <p:spPr>
          <a:xfrm>
            <a:off x="5713315" y="2914887"/>
            <a:ext cx="2726606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Срок окупаемости: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2,5 месяца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5" name="Google Shape;2655;p43"/>
          <p:cNvSpPr/>
          <p:nvPr/>
        </p:nvSpPr>
        <p:spPr>
          <a:xfrm>
            <a:off x="1417942" y="1542976"/>
            <a:ext cx="1171800" cy="11718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6" name="Google Shape;2656;p43"/>
          <p:cNvSpPr/>
          <p:nvPr/>
        </p:nvSpPr>
        <p:spPr>
          <a:xfrm>
            <a:off x="3986100" y="1542976"/>
            <a:ext cx="1171800" cy="11718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7" name="Google Shape;2657;p43"/>
          <p:cNvSpPr/>
          <p:nvPr/>
        </p:nvSpPr>
        <p:spPr>
          <a:xfrm>
            <a:off x="6557007" y="1542976"/>
            <a:ext cx="1171800" cy="11718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58" name="Google Shape;2658;p43"/>
          <p:cNvGrpSpPr/>
          <p:nvPr/>
        </p:nvGrpSpPr>
        <p:grpSpPr>
          <a:xfrm>
            <a:off x="4252956" y="1827095"/>
            <a:ext cx="638089" cy="603563"/>
            <a:chOff x="2449400" y="1258100"/>
            <a:chExt cx="509900" cy="480200"/>
          </a:xfrm>
        </p:grpSpPr>
        <p:sp>
          <p:nvSpPr>
            <p:cNvPr id="2659" name="Google Shape;2659;p43"/>
            <p:cNvSpPr/>
            <p:nvPr/>
          </p:nvSpPr>
          <p:spPr>
            <a:xfrm>
              <a:off x="2616825" y="1313075"/>
              <a:ext cx="47425" cy="63825"/>
            </a:xfrm>
            <a:custGeom>
              <a:avLst/>
              <a:gdLst/>
              <a:ahLst/>
              <a:cxnLst/>
              <a:rect l="l" t="t" r="r" b="b"/>
              <a:pathLst>
                <a:path w="1897" h="2553" extrusionOk="0">
                  <a:moveTo>
                    <a:pt x="911" y="0"/>
                  </a:moveTo>
                  <a:lnTo>
                    <a:pt x="734" y="25"/>
                  </a:lnTo>
                  <a:lnTo>
                    <a:pt x="557" y="76"/>
                  </a:lnTo>
                  <a:lnTo>
                    <a:pt x="405" y="152"/>
                  </a:lnTo>
                  <a:lnTo>
                    <a:pt x="254" y="278"/>
                  </a:lnTo>
                  <a:lnTo>
                    <a:pt x="153" y="405"/>
                  </a:lnTo>
                  <a:lnTo>
                    <a:pt x="77" y="556"/>
                  </a:lnTo>
                  <a:lnTo>
                    <a:pt x="1" y="733"/>
                  </a:lnTo>
                  <a:lnTo>
                    <a:pt x="1" y="935"/>
                  </a:lnTo>
                  <a:lnTo>
                    <a:pt x="1" y="1618"/>
                  </a:lnTo>
                  <a:lnTo>
                    <a:pt x="1" y="1794"/>
                  </a:lnTo>
                  <a:lnTo>
                    <a:pt x="77" y="1971"/>
                  </a:lnTo>
                  <a:lnTo>
                    <a:pt x="153" y="2148"/>
                  </a:lnTo>
                  <a:lnTo>
                    <a:pt x="254" y="2275"/>
                  </a:lnTo>
                  <a:lnTo>
                    <a:pt x="405" y="2401"/>
                  </a:lnTo>
                  <a:lnTo>
                    <a:pt x="557" y="2477"/>
                  </a:lnTo>
                  <a:lnTo>
                    <a:pt x="734" y="2527"/>
                  </a:lnTo>
                  <a:lnTo>
                    <a:pt x="911" y="2553"/>
                  </a:lnTo>
                  <a:lnTo>
                    <a:pt x="987" y="2553"/>
                  </a:lnTo>
                  <a:lnTo>
                    <a:pt x="1163" y="2527"/>
                  </a:lnTo>
                  <a:lnTo>
                    <a:pt x="1340" y="2477"/>
                  </a:lnTo>
                  <a:lnTo>
                    <a:pt x="1492" y="2401"/>
                  </a:lnTo>
                  <a:lnTo>
                    <a:pt x="1644" y="2275"/>
                  </a:lnTo>
                  <a:lnTo>
                    <a:pt x="1745" y="2148"/>
                  </a:lnTo>
                  <a:lnTo>
                    <a:pt x="1820" y="1971"/>
                  </a:lnTo>
                  <a:lnTo>
                    <a:pt x="1896" y="1794"/>
                  </a:lnTo>
                  <a:lnTo>
                    <a:pt x="1896" y="1618"/>
                  </a:lnTo>
                  <a:lnTo>
                    <a:pt x="1896" y="935"/>
                  </a:lnTo>
                  <a:lnTo>
                    <a:pt x="1896" y="733"/>
                  </a:lnTo>
                  <a:lnTo>
                    <a:pt x="1820" y="556"/>
                  </a:lnTo>
                  <a:lnTo>
                    <a:pt x="1745" y="405"/>
                  </a:lnTo>
                  <a:lnTo>
                    <a:pt x="1644" y="278"/>
                  </a:lnTo>
                  <a:lnTo>
                    <a:pt x="1492" y="152"/>
                  </a:lnTo>
                  <a:lnTo>
                    <a:pt x="1340" y="76"/>
                  </a:lnTo>
                  <a:lnTo>
                    <a:pt x="1163" y="25"/>
                  </a:lnTo>
                  <a:lnTo>
                    <a:pt x="987" y="0"/>
                  </a:ln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43"/>
            <p:cNvSpPr/>
            <p:nvPr/>
          </p:nvSpPr>
          <p:spPr>
            <a:xfrm>
              <a:off x="2616825" y="1313075"/>
              <a:ext cx="34150" cy="63825"/>
            </a:xfrm>
            <a:custGeom>
              <a:avLst/>
              <a:gdLst/>
              <a:ahLst/>
              <a:cxnLst/>
              <a:rect l="l" t="t" r="r" b="b"/>
              <a:pathLst>
                <a:path w="1366" h="2553" extrusionOk="0">
                  <a:moveTo>
                    <a:pt x="936" y="0"/>
                  </a:moveTo>
                  <a:lnTo>
                    <a:pt x="759" y="25"/>
                  </a:lnTo>
                  <a:lnTo>
                    <a:pt x="582" y="76"/>
                  </a:lnTo>
                  <a:lnTo>
                    <a:pt x="405" y="152"/>
                  </a:lnTo>
                  <a:lnTo>
                    <a:pt x="279" y="278"/>
                  </a:lnTo>
                  <a:lnTo>
                    <a:pt x="153" y="430"/>
                  </a:lnTo>
                  <a:lnTo>
                    <a:pt x="77" y="581"/>
                  </a:lnTo>
                  <a:lnTo>
                    <a:pt x="1" y="758"/>
                  </a:lnTo>
                  <a:lnTo>
                    <a:pt x="1" y="960"/>
                  </a:lnTo>
                  <a:lnTo>
                    <a:pt x="1" y="1592"/>
                  </a:lnTo>
                  <a:lnTo>
                    <a:pt x="1" y="1794"/>
                  </a:lnTo>
                  <a:lnTo>
                    <a:pt x="77" y="1971"/>
                  </a:lnTo>
                  <a:lnTo>
                    <a:pt x="153" y="2123"/>
                  </a:lnTo>
                  <a:lnTo>
                    <a:pt x="279" y="2275"/>
                  </a:lnTo>
                  <a:lnTo>
                    <a:pt x="405" y="2376"/>
                  </a:lnTo>
                  <a:lnTo>
                    <a:pt x="582" y="2477"/>
                  </a:lnTo>
                  <a:lnTo>
                    <a:pt x="759" y="2527"/>
                  </a:lnTo>
                  <a:lnTo>
                    <a:pt x="936" y="2553"/>
                  </a:lnTo>
                  <a:lnTo>
                    <a:pt x="1163" y="2527"/>
                  </a:lnTo>
                  <a:lnTo>
                    <a:pt x="1366" y="2452"/>
                  </a:lnTo>
                  <a:lnTo>
                    <a:pt x="1239" y="2401"/>
                  </a:lnTo>
                  <a:lnTo>
                    <a:pt x="1138" y="2300"/>
                  </a:lnTo>
                  <a:lnTo>
                    <a:pt x="1037" y="2224"/>
                  </a:lnTo>
                  <a:lnTo>
                    <a:pt x="961" y="2098"/>
                  </a:lnTo>
                  <a:lnTo>
                    <a:pt x="911" y="1997"/>
                  </a:lnTo>
                  <a:lnTo>
                    <a:pt x="860" y="1870"/>
                  </a:lnTo>
                  <a:lnTo>
                    <a:pt x="835" y="1744"/>
                  </a:lnTo>
                  <a:lnTo>
                    <a:pt x="810" y="1592"/>
                  </a:lnTo>
                  <a:lnTo>
                    <a:pt x="810" y="960"/>
                  </a:lnTo>
                  <a:lnTo>
                    <a:pt x="835" y="809"/>
                  </a:lnTo>
                  <a:lnTo>
                    <a:pt x="860" y="683"/>
                  </a:lnTo>
                  <a:lnTo>
                    <a:pt x="911" y="556"/>
                  </a:lnTo>
                  <a:lnTo>
                    <a:pt x="961" y="430"/>
                  </a:lnTo>
                  <a:lnTo>
                    <a:pt x="1037" y="329"/>
                  </a:lnTo>
                  <a:lnTo>
                    <a:pt x="1138" y="228"/>
                  </a:lnTo>
                  <a:lnTo>
                    <a:pt x="1239" y="152"/>
                  </a:lnTo>
                  <a:lnTo>
                    <a:pt x="1366" y="101"/>
                  </a:lnTo>
                  <a:lnTo>
                    <a:pt x="1163" y="25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43"/>
            <p:cNvSpPr/>
            <p:nvPr/>
          </p:nvSpPr>
          <p:spPr>
            <a:xfrm>
              <a:off x="2577025" y="1371825"/>
              <a:ext cx="190825" cy="145975"/>
            </a:xfrm>
            <a:custGeom>
              <a:avLst/>
              <a:gdLst/>
              <a:ahLst/>
              <a:cxnLst/>
              <a:rect l="l" t="t" r="r" b="b"/>
              <a:pathLst>
                <a:path w="7633" h="5839" extrusionOk="0">
                  <a:moveTo>
                    <a:pt x="1239" y="0"/>
                  </a:moveTo>
                  <a:lnTo>
                    <a:pt x="986" y="26"/>
                  </a:lnTo>
                  <a:lnTo>
                    <a:pt x="759" y="102"/>
                  </a:lnTo>
                  <a:lnTo>
                    <a:pt x="531" y="203"/>
                  </a:lnTo>
                  <a:lnTo>
                    <a:pt x="355" y="380"/>
                  </a:lnTo>
                  <a:lnTo>
                    <a:pt x="203" y="556"/>
                  </a:lnTo>
                  <a:lnTo>
                    <a:pt x="77" y="759"/>
                  </a:lnTo>
                  <a:lnTo>
                    <a:pt x="26" y="1011"/>
                  </a:lnTo>
                  <a:lnTo>
                    <a:pt x="1" y="1264"/>
                  </a:lnTo>
                  <a:lnTo>
                    <a:pt x="1" y="5004"/>
                  </a:lnTo>
                  <a:lnTo>
                    <a:pt x="1" y="5181"/>
                  </a:lnTo>
                  <a:lnTo>
                    <a:pt x="51" y="5333"/>
                  </a:lnTo>
                  <a:lnTo>
                    <a:pt x="127" y="5484"/>
                  </a:lnTo>
                  <a:lnTo>
                    <a:pt x="228" y="5586"/>
                  </a:lnTo>
                  <a:lnTo>
                    <a:pt x="355" y="5687"/>
                  </a:lnTo>
                  <a:lnTo>
                    <a:pt x="481" y="5762"/>
                  </a:lnTo>
                  <a:lnTo>
                    <a:pt x="633" y="5813"/>
                  </a:lnTo>
                  <a:lnTo>
                    <a:pt x="809" y="5838"/>
                  </a:lnTo>
                  <a:lnTo>
                    <a:pt x="1669" y="5838"/>
                  </a:lnTo>
                  <a:lnTo>
                    <a:pt x="1669" y="4853"/>
                  </a:lnTo>
                  <a:lnTo>
                    <a:pt x="3412" y="4853"/>
                  </a:lnTo>
                  <a:lnTo>
                    <a:pt x="3817" y="4474"/>
                  </a:lnTo>
                  <a:lnTo>
                    <a:pt x="3817" y="1264"/>
                  </a:lnTo>
                  <a:lnTo>
                    <a:pt x="7127" y="1264"/>
                  </a:lnTo>
                  <a:lnTo>
                    <a:pt x="7254" y="1213"/>
                  </a:lnTo>
                  <a:lnTo>
                    <a:pt x="7355" y="1163"/>
                  </a:lnTo>
                  <a:lnTo>
                    <a:pt x="7456" y="1087"/>
                  </a:lnTo>
                  <a:lnTo>
                    <a:pt x="7532" y="986"/>
                  </a:lnTo>
                  <a:lnTo>
                    <a:pt x="7582" y="885"/>
                  </a:lnTo>
                  <a:lnTo>
                    <a:pt x="7633" y="759"/>
                  </a:lnTo>
                  <a:lnTo>
                    <a:pt x="7633" y="632"/>
                  </a:lnTo>
                  <a:lnTo>
                    <a:pt x="7633" y="506"/>
                  </a:lnTo>
                  <a:lnTo>
                    <a:pt x="7582" y="380"/>
                  </a:lnTo>
                  <a:lnTo>
                    <a:pt x="7532" y="278"/>
                  </a:lnTo>
                  <a:lnTo>
                    <a:pt x="7456" y="177"/>
                  </a:lnTo>
                  <a:lnTo>
                    <a:pt x="7355" y="102"/>
                  </a:lnTo>
                  <a:lnTo>
                    <a:pt x="7254" y="51"/>
                  </a:lnTo>
                  <a:lnTo>
                    <a:pt x="7127" y="0"/>
                  </a:lnTo>
                  <a:close/>
                </a:path>
              </a:pathLst>
            </a:custGeom>
            <a:solidFill>
              <a:srgbClr val="60B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43"/>
            <p:cNvSpPr/>
            <p:nvPr/>
          </p:nvSpPr>
          <p:spPr>
            <a:xfrm>
              <a:off x="2577025" y="1371825"/>
              <a:ext cx="46775" cy="145975"/>
            </a:xfrm>
            <a:custGeom>
              <a:avLst/>
              <a:gdLst/>
              <a:ahLst/>
              <a:cxnLst/>
              <a:rect l="l" t="t" r="r" b="b"/>
              <a:pathLst>
                <a:path w="1871" h="5839" extrusionOk="0">
                  <a:moveTo>
                    <a:pt x="1239" y="0"/>
                  </a:moveTo>
                  <a:lnTo>
                    <a:pt x="986" y="26"/>
                  </a:lnTo>
                  <a:lnTo>
                    <a:pt x="759" y="102"/>
                  </a:lnTo>
                  <a:lnTo>
                    <a:pt x="531" y="203"/>
                  </a:lnTo>
                  <a:lnTo>
                    <a:pt x="355" y="380"/>
                  </a:lnTo>
                  <a:lnTo>
                    <a:pt x="203" y="556"/>
                  </a:lnTo>
                  <a:lnTo>
                    <a:pt x="77" y="759"/>
                  </a:lnTo>
                  <a:lnTo>
                    <a:pt x="26" y="1011"/>
                  </a:lnTo>
                  <a:lnTo>
                    <a:pt x="1" y="1264"/>
                  </a:lnTo>
                  <a:lnTo>
                    <a:pt x="1" y="5004"/>
                  </a:lnTo>
                  <a:lnTo>
                    <a:pt x="1" y="5181"/>
                  </a:lnTo>
                  <a:lnTo>
                    <a:pt x="51" y="5333"/>
                  </a:lnTo>
                  <a:lnTo>
                    <a:pt x="127" y="5484"/>
                  </a:lnTo>
                  <a:lnTo>
                    <a:pt x="228" y="5586"/>
                  </a:lnTo>
                  <a:lnTo>
                    <a:pt x="355" y="5687"/>
                  </a:lnTo>
                  <a:lnTo>
                    <a:pt x="481" y="5762"/>
                  </a:lnTo>
                  <a:lnTo>
                    <a:pt x="633" y="5813"/>
                  </a:lnTo>
                  <a:lnTo>
                    <a:pt x="809" y="5838"/>
                  </a:lnTo>
                  <a:lnTo>
                    <a:pt x="1264" y="5838"/>
                  </a:lnTo>
                  <a:lnTo>
                    <a:pt x="1264" y="5813"/>
                  </a:lnTo>
                  <a:lnTo>
                    <a:pt x="1138" y="5788"/>
                  </a:lnTo>
                  <a:lnTo>
                    <a:pt x="1012" y="5712"/>
                  </a:lnTo>
                  <a:lnTo>
                    <a:pt x="885" y="5636"/>
                  </a:lnTo>
                  <a:lnTo>
                    <a:pt x="784" y="5535"/>
                  </a:lnTo>
                  <a:lnTo>
                    <a:pt x="708" y="5434"/>
                  </a:lnTo>
                  <a:lnTo>
                    <a:pt x="658" y="5308"/>
                  </a:lnTo>
                  <a:lnTo>
                    <a:pt x="607" y="5156"/>
                  </a:lnTo>
                  <a:lnTo>
                    <a:pt x="607" y="5004"/>
                  </a:lnTo>
                  <a:lnTo>
                    <a:pt x="607" y="1264"/>
                  </a:lnTo>
                  <a:lnTo>
                    <a:pt x="633" y="1011"/>
                  </a:lnTo>
                  <a:lnTo>
                    <a:pt x="708" y="759"/>
                  </a:lnTo>
                  <a:lnTo>
                    <a:pt x="809" y="556"/>
                  </a:lnTo>
                  <a:lnTo>
                    <a:pt x="961" y="380"/>
                  </a:lnTo>
                  <a:lnTo>
                    <a:pt x="1163" y="203"/>
                  </a:lnTo>
                  <a:lnTo>
                    <a:pt x="1365" y="102"/>
                  </a:lnTo>
                  <a:lnTo>
                    <a:pt x="1618" y="26"/>
                  </a:lnTo>
                  <a:lnTo>
                    <a:pt x="1871" y="0"/>
                  </a:lnTo>
                  <a:close/>
                </a:path>
              </a:pathLst>
            </a:custGeom>
            <a:solidFill>
              <a:srgbClr val="60B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43"/>
            <p:cNvSpPr/>
            <p:nvPr/>
          </p:nvSpPr>
          <p:spPr>
            <a:xfrm>
              <a:off x="2608625" y="1411625"/>
              <a:ext cx="15175" cy="79625"/>
            </a:xfrm>
            <a:custGeom>
              <a:avLst/>
              <a:gdLst/>
              <a:ahLst/>
              <a:cxnLst/>
              <a:rect l="l" t="t" r="r" b="b"/>
              <a:pathLst>
                <a:path w="607" h="3185" extrusionOk="0">
                  <a:moveTo>
                    <a:pt x="304" y="1"/>
                  </a:moveTo>
                  <a:lnTo>
                    <a:pt x="177" y="26"/>
                  </a:lnTo>
                  <a:lnTo>
                    <a:pt x="101" y="102"/>
                  </a:lnTo>
                  <a:lnTo>
                    <a:pt x="26" y="177"/>
                  </a:lnTo>
                  <a:lnTo>
                    <a:pt x="0" y="304"/>
                  </a:lnTo>
                  <a:lnTo>
                    <a:pt x="0" y="2882"/>
                  </a:lnTo>
                  <a:lnTo>
                    <a:pt x="26" y="2983"/>
                  </a:lnTo>
                  <a:lnTo>
                    <a:pt x="101" y="3084"/>
                  </a:lnTo>
                  <a:lnTo>
                    <a:pt x="177" y="3160"/>
                  </a:lnTo>
                  <a:lnTo>
                    <a:pt x="304" y="3185"/>
                  </a:lnTo>
                  <a:lnTo>
                    <a:pt x="430" y="3160"/>
                  </a:lnTo>
                  <a:lnTo>
                    <a:pt x="531" y="3084"/>
                  </a:lnTo>
                  <a:lnTo>
                    <a:pt x="582" y="2983"/>
                  </a:lnTo>
                  <a:lnTo>
                    <a:pt x="607" y="2882"/>
                  </a:lnTo>
                  <a:lnTo>
                    <a:pt x="607" y="304"/>
                  </a:lnTo>
                  <a:lnTo>
                    <a:pt x="582" y="177"/>
                  </a:lnTo>
                  <a:lnTo>
                    <a:pt x="531" y="102"/>
                  </a:lnTo>
                  <a:lnTo>
                    <a:pt x="430" y="26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60B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43"/>
            <p:cNvSpPr/>
            <p:nvPr/>
          </p:nvSpPr>
          <p:spPr>
            <a:xfrm>
              <a:off x="2608625" y="1483650"/>
              <a:ext cx="127650" cy="169350"/>
            </a:xfrm>
            <a:custGeom>
              <a:avLst/>
              <a:gdLst/>
              <a:ahLst/>
              <a:cxnLst/>
              <a:rect l="l" t="t" r="r" b="b"/>
              <a:pathLst>
                <a:path w="5106" h="6774" extrusionOk="0">
                  <a:moveTo>
                    <a:pt x="0" y="1"/>
                  </a:moveTo>
                  <a:lnTo>
                    <a:pt x="0" y="6773"/>
                  </a:lnTo>
                  <a:lnTo>
                    <a:pt x="1264" y="6773"/>
                  </a:lnTo>
                  <a:lnTo>
                    <a:pt x="1264" y="1113"/>
                  </a:lnTo>
                  <a:lnTo>
                    <a:pt x="3816" y="2300"/>
                  </a:lnTo>
                  <a:lnTo>
                    <a:pt x="3816" y="5080"/>
                  </a:lnTo>
                  <a:lnTo>
                    <a:pt x="4094" y="5485"/>
                  </a:lnTo>
                  <a:lnTo>
                    <a:pt x="4853" y="5485"/>
                  </a:lnTo>
                  <a:lnTo>
                    <a:pt x="5105" y="5080"/>
                  </a:lnTo>
                  <a:lnTo>
                    <a:pt x="5105" y="1896"/>
                  </a:lnTo>
                  <a:lnTo>
                    <a:pt x="5080" y="1719"/>
                  </a:lnTo>
                  <a:lnTo>
                    <a:pt x="5004" y="1567"/>
                  </a:lnTo>
                  <a:lnTo>
                    <a:pt x="4903" y="1416"/>
                  </a:lnTo>
                  <a:lnTo>
                    <a:pt x="4752" y="1315"/>
                  </a:lnTo>
                  <a:lnTo>
                    <a:pt x="2553" y="1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43"/>
            <p:cNvSpPr/>
            <p:nvPr/>
          </p:nvSpPr>
          <p:spPr>
            <a:xfrm>
              <a:off x="2449400" y="1674450"/>
              <a:ext cx="137125" cy="63850"/>
            </a:xfrm>
            <a:custGeom>
              <a:avLst/>
              <a:gdLst/>
              <a:ahLst/>
              <a:cxnLst/>
              <a:rect l="l" t="t" r="r" b="b"/>
              <a:pathLst>
                <a:path w="5485" h="2554" extrusionOk="0">
                  <a:moveTo>
                    <a:pt x="279" y="1"/>
                  </a:moveTo>
                  <a:lnTo>
                    <a:pt x="152" y="26"/>
                  </a:lnTo>
                  <a:lnTo>
                    <a:pt x="77" y="102"/>
                  </a:lnTo>
                  <a:lnTo>
                    <a:pt x="26" y="178"/>
                  </a:lnTo>
                  <a:lnTo>
                    <a:pt x="1" y="279"/>
                  </a:lnTo>
                  <a:lnTo>
                    <a:pt x="1" y="2553"/>
                  </a:lnTo>
                  <a:lnTo>
                    <a:pt x="5485" y="2553"/>
                  </a:lnTo>
                  <a:lnTo>
                    <a:pt x="5485" y="1"/>
                  </a:lnTo>
                  <a:close/>
                </a:path>
              </a:pathLst>
            </a:custGeom>
            <a:solidFill>
              <a:srgbClr val="18B0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43"/>
            <p:cNvSpPr/>
            <p:nvPr/>
          </p:nvSpPr>
          <p:spPr>
            <a:xfrm>
              <a:off x="2577025" y="1642875"/>
              <a:ext cx="137125" cy="95425"/>
            </a:xfrm>
            <a:custGeom>
              <a:avLst/>
              <a:gdLst/>
              <a:ahLst/>
              <a:cxnLst/>
              <a:rect l="l" t="t" r="r" b="b"/>
              <a:pathLst>
                <a:path w="5485" h="3817" extrusionOk="0">
                  <a:moveTo>
                    <a:pt x="279" y="0"/>
                  </a:moveTo>
                  <a:lnTo>
                    <a:pt x="152" y="25"/>
                  </a:lnTo>
                  <a:lnTo>
                    <a:pt x="77" y="76"/>
                  </a:lnTo>
                  <a:lnTo>
                    <a:pt x="1" y="177"/>
                  </a:lnTo>
                  <a:lnTo>
                    <a:pt x="1" y="278"/>
                  </a:lnTo>
                  <a:lnTo>
                    <a:pt x="1" y="3816"/>
                  </a:lnTo>
                  <a:lnTo>
                    <a:pt x="5485" y="3816"/>
                  </a:lnTo>
                  <a:lnTo>
                    <a:pt x="5485" y="0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43"/>
            <p:cNvSpPr/>
            <p:nvPr/>
          </p:nvSpPr>
          <p:spPr>
            <a:xfrm>
              <a:off x="2704025" y="1610650"/>
              <a:ext cx="137750" cy="127650"/>
            </a:xfrm>
            <a:custGeom>
              <a:avLst/>
              <a:gdLst/>
              <a:ahLst/>
              <a:cxnLst/>
              <a:rect l="l" t="t" r="r" b="b"/>
              <a:pathLst>
                <a:path w="5510" h="5106" extrusionOk="0">
                  <a:moveTo>
                    <a:pt x="0" y="0"/>
                  </a:moveTo>
                  <a:lnTo>
                    <a:pt x="0" y="5105"/>
                  </a:lnTo>
                  <a:lnTo>
                    <a:pt x="5510" y="5105"/>
                  </a:lnTo>
                  <a:lnTo>
                    <a:pt x="5510" y="0"/>
                  </a:lnTo>
                  <a:close/>
                </a:path>
              </a:pathLst>
            </a:custGeom>
            <a:solidFill>
              <a:srgbClr val="60B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43"/>
            <p:cNvSpPr/>
            <p:nvPr/>
          </p:nvSpPr>
          <p:spPr>
            <a:xfrm>
              <a:off x="2831650" y="1579050"/>
              <a:ext cx="127650" cy="159250"/>
            </a:xfrm>
            <a:custGeom>
              <a:avLst/>
              <a:gdLst/>
              <a:ahLst/>
              <a:cxnLst/>
              <a:rect l="l" t="t" r="r" b="b"/>
              <a:pathLst>
                <a:path w="5106" h="6370" extrusionOk="0">
                  <a:moveTo>
                    <a:pt x="278" y="1"/>
                  </a:moveTo>
                  <a:lnTo>
                    <a:pt x="177" y="26"/>
                  </a:lnTo>
                  <a:lnTo>
                    <a:pt x="101" y="76"/>
                  </a:lnTo>
                  <a:lnTo>
                    <a:pt x="26" y="177"/>
                  </a:lnTo>
                  <a:lnTo>
                    <a:pt x="0" y="279"/>
                  </a:lnTo>
                  <a:lnTo>
                    <a:pt x="0" y="6369"/>
                  </a:lnTo>
                  <a:lnTo>
                    <a:pt x="5105" y="6369"/>
                  </a:lnTo>
                  <a:lnTo>
                    <a:pt x="5105" y="279"/>
                  </a:lnTo>
                  <a:lnTo>
                    <a:pt x="5080" y="177"/>
                  </a:lnTo>
                  <a:lnTo>
                    <a:pt x="5030" y="76"/>
                  </a:lnTo>
                  <a:lnTo>
                    <a:pt x="4928" y="26"/>
                  </a:lnTo>
                  <a:lnTo>
                    <a:pt x="4827" y="1"/>
                  </a:lnTo>
                  <a:close/>
                </a:path>
              </a:pathLst>
            </a:custGeom>
            <a:solidFill>
              <a:srgbClr val="9EE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43"/>
            <p:cNvSpPr/>
            <p:nvPr/>
          </p:nvSpPr>
          <p:spPr>
            <a:xfrm>
              <a:off x="2815850" y="1258100"/>
              <a:ext cx="127650" cy="223050"/>
            </a:xfrm>
            <a:custGeom>
              <a:avLst/>
              <a:gdLst/>
              <a:ahLst/>
              <a:cxnLst/>
              <a:rect l="l" t="t" r="r" b="b"/>
              <a:pathLst>
                <a:path w="5106" h="8922" extrusionOk="0">
                  <a:moveTo>
                    <a:pt x="2427" y="1"/>
                  </a:moveTo>
                  <a:lnTo>
                    <a:pt x="2300" y="51"/>
                  </a:lnTo>
                  <a:lnTo>
                    <a:pt x="2199" y="102"/>
                  </a:lnTo>
                  <a:lnTo>
                    <a:pt x="2098" y="177"/>
                  </a:lnTo>
                  <a:lnTo>
                    <a:pt x="177" y="2098"/>
                  </a:lnTo>
                  <a:lnTo>
                    <a:pt x="102" y="2199"/>
                  </a:lnTo>
                  <a:lnTo>
                    <a:pt x="51" y="2300"/>
                  </a:lnTo>
                  <a:lnTo>
                    <a:pt x="1" y="2427"/>
                  </a:lnTo>
                  <a:lnTo>
                    <a:pt x="1" y="2553"/>
                  </a:lnTo>
                  <a:lnTo>
                    <a:pt x="1" y="2679"/>
                  </a:lnTo>
                  <a:lnTo>
                    <a:pt x="51" y="2780"/>
                  </a:lnTo>
                  <a:lnTo>
                    <a:pt x="102" y="2907"/>
                  </a:lnTo>
                  <a:lnTo>
                    <a:pt x="177" y="3008"/>
                  </a:lnTo>
                  <a:lnTo>
                    <a:pt x="279" y="3084"/>
                  </a:lnTo>
                  <a:lnTo>
                    <a:pt x="405" y="3134"/>
                  </a:lnTo>
                  <a:lnTo>
                    <a:pt x="506" y="3185"/>
                  </a:lnTo>
                  <a:lnTo>
                    <a:pt x="759" y="3185"/>
                  </a:lnTo>
                  <a:lnTo>
                    <a:pt x="885" y="3134"/>
                  </a:lnTo>
                  <a:lnTo>
                    <a:pt x="986" y="3084"/>
                  </a:lnTo>
                  <a:lnTo>
                    <a:pt x="1087" y="3008"/>
                  </a:lnTo>
                  <a:lnTo>
                    <a:pt x="1921" y="2174"/>
                  </a:lnTo>
                  <a:lnTo>
                    <a:pt x="1921" y="8643"/>
                  </a:lnTo>
                  <a:lnTo>
                    <a:pt x="1947" y="8745"/>
                  </a:lnTo>
                  <a:lnTo>
                    <a:pt x="1997" y="8846"/>
                  </a:lnTo>
                  <a:lnTo>
                    <a:pt x="2073" y="8896"/>
                  </a:lnTo>
                  <a:lnTo>
                    <a:pt x="2199" y="8921"/>
                  </a:lnTo>
                  <a:lnTo>
                    <a:pt x="2907" y="8921"/>
                  </a:lnTo>
                  <a:lnTo>
                    <a:pt x="3008" y="8896"/>
                  </a:lnTo>
                  <a:lnTo>
                    <a:pt x="3109" y="8846"/>
                  </a:lnTo>
                  <a:lnTo>
                    <a:pt x="3160" y="8745"/>
                  </a:lnTo>
                  <a:lnTo>
                    <a:pt x="3185" y="8643"/>
                  </a:lnTo>
                  <a:lnTo>
                    <a:pt x="3185" y="2199"/>
                  </a:lnTo>
                  <a:lnTo>
                    <a:pt x="4019" y="3008"/>
                  </a:lnTo>
                  <a:lnTo>
                    <a:pt x="4120" y="3084"/>
                  </a:lnTo>
                  <a:lnTo>
                    <a:pt x="4221" y="3159"/>
                  </a:lnTo>
                  <a:lnTo>
                    <a:pt x="4347" y="3185"/>
                  </a:lnTo>
                  <a:lnTo>
                    <a:pt x="4474" y="3210"/>
                  </a:lnTo>
                  <a:lnTo>
                    <a:pt x="4600" y="3210"/>
                  </a:lnTo>
                  <a:lnTo>
                    <a:pt x="4701" y="3159"/>
                  </a:lnTo>
                  <a:lnTo>
                    <a:pt x="4828" y="3109"/>
                  </a:lnTo>
                  <a:lnTo>
                    <a:pt x="4929" y="3008"/>
                  </a:lnTo>
                  <a:lnTo>
                    <a:pt x="5004" y="2907"/>
                  </a:lnTo>
                  <a:lnTo>
                    <a:pt x="5055" y="2780"/>
                  </a:lnTo>
                  <a:lnTo>
                    <a:pt x="5106" y="2679"/>
                  </a:lnTo>
                  <a:lnTo>
                    <a:pt x="5106" y="2553"/>
                  </a:lnTo>
                  <a:lnTo>
                    <a:pt x="5106" y="2427"/>
                  </a:lnTo>
                  <a:lnTo>
                    <a:pt x="5055" y="2326"/>
                  </a:lnTo>
                  <a:lnTo>
                    <a:pt x="5004" y="2199"/>
                  </a:lnTo>
                  <a:lnTo>
                    <a:pt x="4929" y="2098"/>
                  </a:lnTo>
                  <a:lnTo>
                    <a:pt x="3008" y="177"/>
                  </a:lnTo>
                  <a:lnTo>
                    <a:pt x="2907" y="102"/>
                  </a:lnTo>
                  <a:lnTo>
                    <a:pt x="2806" y="51"/>
                  </a:lnTo>
                  <a:lnTo>
                    <a:pt x="2679" y="1"/>
                  </a:lnTo>
                  <a:close/>
                </a:path>
              </a:pathLst>
            </a:custGeom>
            <a:solidFill>
              <a:srgbClr val="9EE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70" name="Google Shape;2670;p43"/>
          <p:cNvGrpSpPr/>
          <p:nvPr/>
        </p:nvGrpSpPr>
        <p:grpSpPr>
          <a:xfrm>
            <a:off x="6823879" y="1808838"/>
            <a:ext cx="638058" cy="640076"/>
            <a:chOff x="3923400" y="1243575"/>
            <a:chExt cx="509875" cy="509250"/>
          </a:xfrm>
        </p:grpSpPr>
        <p:sp>
          <p:nvSpPr>
            <p:cNvPr id="2671" name="Google Shape;2671;p43"/>
            <p:cNvSpPr/>
            <p:nvPr/>
          </p:nvSpPr>
          <p:spPr>
            <a:xfrm>
              <a:off x="4003625" y="1459000"/>
              <a:ext cx="350050" cy="79000"/>
            </a:xfrm>
            <a:custGeom>
              <a:avLst/>
              <a:gdLst/>
              <a:ahLst/>
              <a:cxnLst/>
              <a:rect l="l" t="t" r="r" b="b"/>
              <a:pathLst>
                <a:path w="14002" h="3160" extrusionOk="0">
                  <a:moveTo>
                    <a:pt x="7001" y="1"/>
                  </a:moveTo>
                  <a:lnTo>
                    <a:pt x="6875" y="26"/>
                  </a:lnTo>
                  <a:lnTo>
                    <a:pt x="6774" y="77"/>
                  </a:lnTo>
                  <a:lnTo>
                    <a:pt x="6698" y="178"/>
                  </a:lnTo>
                  <a:lnTo>
                    <a:pt x="6698" y="304"/>
                  </a:lnTo>
                  <a:lnTo>
                    <a:pt x="6698" y="1265"/>
                  </a:lnTo>
                  <a:lnTo>
                    <a:pt x="304" y="1265"/>
                  </a:lnTo>
                  <a:lnTo>
                    <a:pt x="178" y="1290"/>
                  </a:lnTo>
                  <a:lnTo>
                    <a:pt x="77" y="1340"/>
                  </a:lnTo>
                  <a:lnTo>
                    <a:pt x="26" y="1441"/>
                  </a:lnTo>
                  <a:lnTo>
                    <a:pt x="1" y="1568"/>
                  </a:lnTo>
                  <a:lnTo>
                    <a:pt x="1" y="2831"/>
                  </a:lnTo>
                  <a:lnTo>
                    <a:pt x="26" y="2958"/>
                  </a:lnTo>
                  <a:lnTo>
                    <a:pt x="77" y="3059"/>
                  </a:lnTo>
                  <a:lnTo>
                    <a:pt x="178" y="3109"/>
                  </a:lnTo>
                  <a:lnTo>
                    <a:pt x="304" y="3135"/>
                  </a:lnTo>
                  <a:lnTo>
                    <a:pt x="430" y="3109"/>
                  </a:lnTo>
                  <a:lnTo>
                    <a:pt x="506" y="3059"/>
                  </a:lnTo>
                  <a:lnTo>
                    <a:pt x="582" y="2958"/>
                  </a:lnTo>
                  <a:lnTo>
                    <a:pt x="607" y="2831"/>
                  </a:lnTo>
                  <a:lnTo>
                    <a:pt x="607" y="1871"/>
                  </a:lnTo>
                  <a:lnTo>
                    <a:pt x="6698" y="1871"/>
                  </a:lnTo>
                  <a:lnTo>
                    <a:pt x="6698" y="2831"/>
                  </a:lnTo>
                  <a:lnTo>
                    <a:pt x="6698" y="2958"/>
                  </a:lnTo>
                  <a:lnTo>
                    <a:pt x="6774" y="3059"/>
                  </a:lnTo>
                  <a:lnTo>
                    <a:pt x="6875" y="3135"/>
                  </a:lnTo>
                  <a:lnTo>
                    <a:pt x="7001" y="3160"/>
                  </a:lnTo>
                  <a:lnTo>
                    <a:pt x="7102" y="3135"/>
                  </a:lnTo>
                  <a:lnTo>
                    <a:pt x="7203" y="3059"/>
                  </a:lnTo>
                  <a:lnTo>
                    <a:pt x="7279" y="2958"/>
                  </a:lnTo>
                  <a:lnTo>
                    <a:pt x="7304" y="2831"/>
                  </a:lnTo>
                  <a:lnTo>
                    <a:pt x="7304" y="1871"/>
                  </a:lnTo>
                  <a:lnTo>
                    <a:pt x="13370" y="1871"/>
                  </a:lnTo>
                  <a:lnTo>
                    <a:pt x="13370" y="2831"/>
                  </a:lnTo>
                  <a:lnTo>
                    <a:pt x="13395" y="2958"/>
                  </a:lnTo>
                  <a:lnTo>
                    <a:pt x="13471" y="3059"/>
                  </a:lnTo>
                  <a:lnTo>
                    <a:pt x="13572" y="3135"/>
                  </a:lnTo>
                  <a:lnTo>
                    <a:pt x="13698" y="3160"/>
                  </a:lnTo>
                  <a:lnTo>
                    <a:pt x="13799" y="3135"/>
                  </a:lnTo>
                  <a:lnTo>
                    <a:pt x="13900" y="3059"/>
                  </a:lnTo>
                  <a:lnTo>
                    <a:pt x="13976" y="2958"/>
                  </a:lnTo>
                  <a:lnTo>
                    <a:pt x="14002" y="2831"/>
                  </a:lnTo>
                  <a:lnTo>
                    <a:pt x="14002" y="1568"/>
                  </a:lnTo>
                  <a:lnTo>
                    <a:pt x="13976" y="1441"/>
                  </a:lnTo>
                  <a:lnTo>
                    <a:pt x="13900" y="1340"/>
                  </a:lnTo>
                  <a:lnTo>
                    <a:pt x="13799" y="1290"/>
                  </a:lnTo>
                  <a:lnTo>
                    <a:pt x="13698" y="1265"/>
                  </a:lnTo>
                  <a:lnTo>
                    <a:pt x="7304" y="1265"/>
                  </a:lnTo>
                  <a:lnTo>
                    <a:pt x="7304" y="304"/>
                  </a:lnTo>
                  <a:lnTo>
                    <a:pt x="7279" y="178"/>
                  </a:lnTo>
                  <a:lnTo>
                    <a:pt x="7203" y="77"/>
                  </a:lnTo>
                  <a:lnTo>
                    <a:pt x="7102" y="26"/>
                  </a:lnTo>
                  <a:lnTo>
                    <a:pt x="7001" y="1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43"/>
            <p:cNvSpPr/>
            <p:nvPr/>
          </p:nvSpPr>
          <p:spPr>
            <a:xfrm>
              <a:off x="4076925" y="1377500"/>
              <a:ext cx="203450" cy="88475"/>
            </a:xfrm>
            <a:custGeom>
              <a:avLst/>
              <a:gdLst/>
              <a:ahLst/>
              <a:cxnLst/>
              <a:rect l="l" t="t" r="r" b="b"/>
              <a:pathLst>
                <a:path w="8138" h="3539" extrusionOk="0">
                  <a:moveTo>
                    <a:pt x="2957" y="1"/>
                  </a:moveTo>
                  <a:lnTo>
                    <a:pt x="2250" y="228"/>
                  </a:lnTo>
                  <a:lnTo>
                    <a:pt x="708" y="759"/>
                  </a:lnTo>
                  <a:lnTo>
                    <a:pt x="556" y="835"/>
                  </a:lnTo>
                  <a:lnTo>
                    <a:pt x="405" y="911"/>
                  </a:lnTo>
                  <a:lnTo>
                    <a:pt x="304" y="1012"/>
                  </a:lnTo>
                  <a:lnTo>
                    <a:pt x="177" y="1138"/>
                  </a:lnTo>
                  <a:lnTo>
                    <a:pt x="101" y="1290"/>
                  </a:lnTo>
                  <a:lnTo>
                    <a:pt x="51" y="1416"/>
                  </a:lnTo>
                  <a:lnTo>
                    <a:pt x="0" y="1593"/>
                  </a:lnTo>
                  <a:lnTo>
                    <a:pt x="0" y="1745"/>
                  </a:lnTo>
                  <a:lnTo>
                    <a:pt x="0" y="3539"/>
                  </a:lnTo>
                  <a:lnTo>
                    <a:pt x="8138" y="3539"/>
                  </a:lnTo>
                  <a:lnTo>
                    <a:pt x="8138" y="1745"/>
                  </a:lnTo>
                  <a:lnTo>
                    <a:pt x="8113" y="1593"/>
                  </a:lnTo>
                  <a:lnTo>
                    <a:pt x="8087" y="1416"/>
                  </a:lnTo>
                  <a:lnTo>
                    <a:pt x="8012" y="1290"/>
                  </a:lnTo>
                  <a:lnTo>
                    <a:pt x="7936" y="1138"/>
                  </a:lnTo>
                  <a:lnTo>
                    <a:pt x="7835" y="1012"/>
                  </a:lnTo>
                  <a:lnTo>
                    <a:pt x="7708" y="911"/>
                  </a:lnTo>
                  <a:lnTo>
                    <a:pt x="7582" y="835"/>
                  </a:lnTo>
                  <a:lnTo>
                    <a:pt x="7430" y="759"/>
                  </a:lnTo>
                  <a:lnTo>
                    <a:pt x="5864" y="228"/>
                  </a:lnTo>
                  <a:lnTo>
                    <a:pt x="5181" y="1"/>
                  </a:lnTo>
                  <a:close/>
                </a:path>
              </a:pathLst>
            </a:custGeom>
            <a:solidFill>
              <a:srgbClr val="60B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43"/>
            <p:cNvSpPr/>
            <p:nvPr/>
          </p:nvSpPr>
          <p:spPr>
            <a:xfrm>
              <a:off x="4258250" y="1675725"/>
              <a:ext cx="175025" cy="77100"/>
            </a:xfrm>
            <a:custGeom>
              <a:avLst/>
              <a:gdLst/>
              <a:ahLst/>
              <a:cxnLst/>
              <a:rect l="l" t="t" r="r" b="b"/>
              <a:pathLst>
                <a:path w="7001" h="3084" extrusionOk="0">
                  <a:moveTo>
                    <a:pt x="2553" y="0"/>
                  </a:moveTo>
                  <a:lnTo>
                    <a:pt x="1896" y="228"/>
                  </a:lnTo>
                  <a:lnTo>
                    <a:pt x="607" y="683"/>
                  </a:lnTo>
                  <a:lnTo>
                    <a:pt x="481" y="733"/>
                  </a:lnTo>
                  <a:lnTo>
                    <a:pt x="354" y="809"/>
                  </a:lnTo>
                  <a:lnTo>
                    <a:pt x="253" y="910"/>
                  </a:lnTo>
                  <a:lnTo>
                    <a:pt x="152" y="1011"/>
                  </a:lnTo>
                  <a:lnTo>
                    <a:pt x="102" y="1112"/>
                  </a:lnTo>
                  <a:lnTo>
                    <a:pt x="51" y="1238"/>
                  </a:lnTo>
                  <a:lnTo>
                    <a:pt x="0" y="1390"/>
                  </a:lnTo>
                  <a:lnTo>
                    <a:pt x="0" y="1516"/>
                  </a:lnTo>
                  <a:lnTo>
                    <a:pt x="0" y="3083"/>
                  </a:lnTo>
                  <a:lnTo>
                    <a:pt x="7001" y="3083"/>
                  </a:lnTo>
                  <a:lnTo>
                    <a:pt x="7001" y="1516"/>
                  </a:lnTo>
                  <a:lnTo>
                    <a:pt x="7001" y="1390"/>
                  </a:lnTo>
                  <a:lnTo>
                    <a:pt x="6976" y="1238"/>
                  </a:lnTo>
                  <a:lnTo>
                    <a:pt x="6925" y="1112"/>
                  </a:lnTo>
                  <a:lnTo>
                    <a:pt x="6849" y="1011"/>
                  </a:lnTo>
                  <a:lnTo>
                    <a:pt x="6748" y="910"/>
                  </a:lnTo>
                  <a:lnTo>
                    <a:pt x="6647" y="809"/>
                  </a:lnTo>
                  <a:lnTo>
                    <a:pt x="6546" y="733"/>
                  </a:lnTo>
                  <a:lnTo>
                    <a:pt x="6394" y="683"/>
                  </a:lnTo>
                  <a:lnTo>
                    <a:pt x="5105" y="228"/>
                  </a:lnTo>
                  <a:lnTo>
                    <a:pt x="4448" y="0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43"/>
            <p:cNvSpPr/>
            <p:nvPr/>
          </p:nvSpPr>
          <p:spPr>
            <a:xfrm>
              <a:off x="3923400" y="1675725"/>
              <a:ext cx="175650" cy="77100"/>
            </a:xfrm>
            <a:custGeom>
              <a:avLst/>
              <a:gdLst/>
              <a:ahLst/>
              <a:cxnLst/>
              <a:rect l="l" t="t" r="r" b="b"/>
              <a:pathLst>
                <a:path w="7026" h="3084" extrusionOk="0">
                  <a:moveTo>
                    <a:pt x="2553" y="0"/>
                  </a:moveTo>
                  <a:lnTo>
                    <a:pt x="1896" y="228"/>
                  </a:lnTo>
                  <a:lnTo>
                    <a:pt x="607" y="683"/>
                  </a:lnTo>
                  <a:lnTo>
                    <a:pt x="480" y="733"/>
                  </a:lnTo>
                  <a:lnTo>
                    <a:pt x="354" y="809"/>
                  </a:lnTo>
                  <a:lnTo>
                    <a:pt x="253" y="910"/>
                  </a:lnTo>
                  <a:lnTo>
                    <a:pt x="177" y="1011"/>
                  </a:lnTo>
                  <a:lnTo>
                    <a:pt x="101" y="1112"/>
                  </a:lnTo>
                  <a:lnTo>
                    <a:pt x="51" y="1238"/>
                  </a:lnTo>
                  <a:lnTo>
                    <a:pt x="0" y="1390"/>
                  </a:lnTo>
                  <a:lnTo>
                    <a:pt x="0" y="1516"/>
                  </a:lnTo>
                  <a:lnTo>
                    <a:pt x="0" y="3083"/>
                  </a:lnTo>
                  <a:lnTo>
                    <a:pt x="7026" y="3083"/>
                  </a:lnTo>
                  <a:lnTo>
                    <a:pt x="7026" y="1516"/>
                  </a:lnTo>
                  <a:lnTo>
                    <a:pt x="7001" y="1390"/>
                  </a:lnTo>
                  <a:lnTo>
                    <a:pt x="6975" y="1238"/>
                  </a:lnTo>
                  <a:lnTo>
                    <a:pt x="6925" y="1112"/>
                  </a:lnTo>
                  <a:lnTo>
                    <a:pt x="6849" y="1011"/>
                  </a:lnTo>
                  <a:lnTo>
                    <a:pt x="6748" y="910"/>
                  </a:lnTo>
                  <a:lnTo>
                    <a:pt x="6647" y="809"/>
                  </a:lnTo>
                  <a:lnTo>
                    <a:pt x="6546" y="733"/>
                  </a:lnTo>
                  <a:lnTo>
                    <a:pt x="6394" y="683"/>
                  </a:lnTo>
                  <a:lnTo>
                    <a:pt x="5105" y="228"/>
                  </a:lnTo>
                  <a:lnTo>
                    <a:pt x="4473" y="0"/>
                  </a:lnTo>
                  <a:close/>
                </a:path>
              </a:pathLst>
            </a:custGeom>
            <a:solidFill>
              <a:srgbClr val="18B0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43"/>
            <p:cNvSpPr/>
            <p:nvPr/>
          </p:nvSpPr>
          <p:spPr>
            <a:xfrm>
              <a:off x="4305000" y="1589800"/>
              <a:ext cx="82150" cy="99200"/>
            </a:xfrm>
            <a:custGeom>
              <a:avLst/>
              <a:gdLst/>
              <a:ahLst/>
              <a:cxnLst/>
              <a:rect l="l" t="t" r="r" b="b"/>
              <a:pathLst>
                <a:path w="3286" h="3968" extrusionOk="0">
                  <a:moveTo>
                    <a:pt x="455" y="0"/>
                  </a:moveTo>
                  <a:lnTo>
                    <a:pt x="354" y="25"/>
                  </a:lnTo>
                  <a:lnTo>
                    <a:pt x="279" y="51"/>
                  </a:lnTo>
                  <a:lnTo>
                    <a:pt x="203" y="76"/>
                  </a:lnTo>
                  <a:lnTo>
                    <a:pt x="127" y="152"/>
                  </a:lnTo>
                  <a:lnTo>
                    <a:pt x="76" y="202"/>
                  </a:lnTo>
                  <a:lnTo>
                    <a:pt x="26" y="303"/>
                  </a:lnTo>
                  <a:lnTo>
                    <a:pt x="1" y="379"/>
                  </a:lnTo>
                  <a:lnTo>
                    <a:pt x="1" y="480"/>
                  </a:lnTo>
                  <a:lnTo>
                    <a:pt x="1" y="2452"/>
                  </a:lnTo>
                  <a:lnTo>
                    <a:pt x="1" y="2628"/>
                  </a:lnTo>
                  <a:lnTo>
                    <a:pt x="26" y="2780"/>
                  </a:lnTo>
                  <a:lnTo>
                    <a:pt x="102" y="3058"/>
                  </a:lnTo>
                  <a:lnTo>
                    <a:pt x="253" y="3311"/>
                  </a:lnTo>
                  <a:lnTo>
                    <a:pt x="430" y="3538"/>
                  </a:lnTo>
                  <a:lnTo>
                    <a:pt x="658" y="3715"/>
                  </a:lnTo>
                  <a:lnTo>
                    <a:pt x="910" y="3867"/>
                  </a:lnTo>
                  <a:lnTo>
                    <a:pt x="1214" y="3943"/>
                  </a:lnTo>
                  <a:lnTo>
                    <a:pt x="1365" y="3968"/>
                  </a:lnTo>
                  <a:lnTo>
                    <a:pt x="1921" y="3968"/>
                  </a:lnTo>
                  <a:lnTo>
                    <a:pt x="2073" y="3943"/>
                  </a:lnTo>
                  <a:lnTo>
                    <a:pt x="2351" y="3867"/>
                  </a:lnTo>
                  <a:lnTo>
                    <a:pt x="2604" y="3715"/>
                  </a:lnTo>
                  <a:lnTo>
                    <a:pt x="2831" y="3538"/>
                  </a:lnTo>
                  <a:lnTo>
                    <a:pt x="3008" y="3311"/>
                  </a:lnTo>
                  <a:lnTo>
                    <a:pt x="3160" y="3058"/>
                  </a:lnTo>
                  <a:lnTo>
                    <a:pt x="3235" y="2780"/>
                  </a:lnTo>
                  <a:lnTo>
                    <a:pt x="3261" y="2628"/>
                  </a:lnTo>
                  <a:lnTo>
                    <a:pt x="3286" y="2452"/>
                  </a:lnTo>
                  <a:lnTo>
                    <a:pt x="3286" y="480"/>
                  </a:lnTo>
                  <a:lnTo>
                    <a:pt x="3261" y="379"/>
                  </a:lnTo>
                  <a:lnTo>
                    <a:pt x="3235" y="303"/>
                  </a:lnTo>
                  <a:lnTo>
                    <a:pt x="3185" y="202"/>
                  </a:lnTo>
                  <a:lnTo>
                    <a:pt x="3134" y="152"/>
                  </a:lnTo>
                  <a:lnTo>
                    <a:pt x="3058" y="76"/>
                  </a:lnTo>
                  <a:lnTo>
                    <a:pt x="2983" y="51"/>
                  </a:lnTo>
                  <a:lnTo>
                    <a:pt x="2907" y="25"/>
                  </a:lnTo>
                  <a:lnTo>
                    <a:pt x="2806" y="0"/>
                  </a:ln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43"/>
            <p:cNvSpPr/>
            <p:nvPr/>
          </p:nvSpPr>
          <p:spPr>
            <a:xfrm>
              <a:off x="4305000" y="1560725"/>
              <a:ext cx="82150" cy="53725"/>
            </a:xfrm>
            <a:custGeom>
              <a:avLst/>
              <a:gdLst/>
              <a:ahLst/>
              <a:cxnLst/>
              <a:rect l="l" t="t" r="r" b="b"/>
              <a:pathLst>
                <a:path w="3286" h="2149" extrusionOk="0">
                  <a:moveTo>
                    <a:pt x="1113" y="1"/>
                  </a:moveTo>
                  <a:lnTo>
                    <a:pt x="885" y="26"/>
                  </a:lnTo>
                  <a:lnTo>
                    <a:pt x="683" y="102"/>
                  </a:lnTo>
                  <a:lnTo>
                    <a:pt x="481" y="203"/>
                  </a:lnTo>
                  <a:lnTo>
                    <a:pt x="329" y="329"/>
                  </a:lnTo>
                  <a:lnTo>
                    <a:pt x="177" y="506"/>
                  </a:lnTo>
                  <a:lnTo>
                    <a:pt x="76" y="683"/>
                  </a:lnTo>
                  <a:lnTo>
                    <a:pt x="26" y="910"/>
                  </a:lnTo>
                  <a:lnTo>
                    <a:pt x="1" y="1138"/>
                  </a:lnTo>
                  <a:lnTo>
                    <a:pt x="1" y="2149"/>
                  </a:lnTo>
                  <a:lnTo>
                    <a:pt x="658" y="2149"/>
                  </a:lnTo>
                  <a:lnTo>
                    <a:pt x="835" y="2124"/>
                  </a:lnTo>
                  <a:lnTo>
                    <a:pt x="1011" y="2073"/>
                  </a:lnTo>
                  <a:lnTo>
                    <a:pt x="1163" y="1997"/>
                  </a:lnTo>
                  <a:lnTo>
                    <a:pt x="1315" y="1871"/>
                  </a:lnTo>
                  <a:lnTo>
                    <a:pt x="1770" y="1391"/>
                  </a:lnTo>
                  <a:lnTo>
                    <a:pt x="2048" y="1896"/>
                  </a:lnTo>
                  <a:lnTo>
                    <a:pt x="2149" y="1997"/>
                  </a:lnTo>
                  <a:lnTo>
                    <a:pt x="2250" y="2098"/>
                  </a:lnTo>
                  <a:lnTo>
                    <a:pt x="2351" y="2124"/>
                  </a:lnTo>
                  <a:lnTo>
                    <a:pt x="2503" y="2149"/>
                  </a:lnTo>
                  <a:lnTo>
                    <a:pt x="3286" y="2149"/>
                  </a:lnTo>
                  <a:lnTo>
                    <a:pt x="3286" y="1138"/>
                  </a:lnTo>
                  <a:lnTo>
                    <a:pt x="3261" y="910"/>
                  </a:lnTo>
                  <a:lnTo>
                    <a:pt x="3185" y="683"/>
                  </a:lnTo>
                  <a:lnTo>
                    <a:pt x="3084" y="506"/>
                  </a:lnTo>
                  <a:lnTo>
                    <a:pt x="2957" y="329"/>
                  </a:lnTo>
                  <a:lnTo>
                    <a:pt x="2780" y="203"/>
                  </a:lnTo>
                  <a:lnTo>
                    <a:pt x="2578" y="102"/>
                  </a:lnTo>
                  <a:lnTo>
                    <a:pt x="2376" y="26"/>
                  </a:lnTo>
                  <a:lnTo>
                    <a:pt x="2149" y="1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43"/>
            <p:cNvSpPr/>
            <p:nvPr/>
          </p:nvSpPr>
          <p:spPr>
            <a:xfrm>
              <a:off x="4130625" y="1277675"/>
              <a:ext cx="95425" cy="115025"/>
            </a:xfrm>
            <a:custGeom>
              <a:avLst/>
              <a:gdLst/>
              <a:ahLst/>
              <a:cxnLst/>
              <a:rect l="l" t="t" r="r" b="b"/>
              <a:pathLst>
                <a:path w="3817" h="4601" extrusionOk="0">
                  <a:moveTo>
                    <a:pt x="430" y="1"/>
                  </a:moveTo>
                  <a:lnTo>
                    <a:pt x="329" y="26"/>
                  </a:lnTo>
                  <a:lnTo>
                    <a:pt x="253" y="77"/>
                  </a:lnTo>
                  <a:lnTo>
                    <a:pt x="177" y="153"/>
                  </a:lnTo>
                  <a:lnTo>
                    <a:pt x="102" y="228"/>
                  </a:lnTo>
                  <a:lnTo>
                    <a:pt x="51" y="329"/>
                  </a:lnTo>
                  <a:lnTo>
                    <a:pt x="26" y="431"/>
                  </a:lnTo>
                  <a:lnTo>
                    <a:pt x="1" y="532"/>
                  </a:lnTo>
                  <a:lnTo>
                    <a:pt x="1" y="2831"/>
                  </a:lnTo>
                  <a:lnTo>
                    <a:pt x="26" y="3034"/>
                  </a:lnTo>
                  <a:lnTo>
                    <a:pt x="51" y="3185"/>
                  </a:lnTo>
                  <a:lnTo>
                    <a:pt x="102" y="3362"/>
                  </a:lnTo>
                  <a:lnTo>
                    <a:pt x="152" y="3539"/>
                  </a:lnTo>
                  <a:lnTo>
                    <a:pt x="228" y="3691"/>
                  </a:lnTo>
                  <a:lnTo>
                    <a:pt x="304" y="3817"/>
                  </a:lnTo>
                  <a:lnTo>
                    <a:pt x="405" y="3969"/>
                  </a:lnTo>
                  <a:lnTo>
                    <a:pt x="531" y="4095"/>
                  </a:lnTo>
                  <a:lnTo>
                    <a:pt x="658" y="4196"/>
                  </a:lnTo>
                  <a:lnTo>
                    <a:pt x="784" y="4297"/>
                  </a:lnTo>
                  <a:lnTo>
                    <a:pt x="936" y="4398"/>
                  </a:lnTo>
                  <a:lnTo>
                    <a:pt x="1087" y="4474"/>
                  </a:lnTo>
                  <a:lnTo>
                    <a:pt x="1239" y="4525"/>
                  </a:lnTo>
                  <a:lnTo>
                    <a:pt x="1416" y="4575"/>
                  </a:lnTo>
                  <a:lnTo>
                    <a:pt x="1593" y="4600"/>
                  </a:lnTo>
                  <a:lnTo>
                    <a:pt x="2250" y="4600"/>
                  </a:lnTo>
                  <a:lnTo>
                    <a:pt x="2401" y="4575"/>
                  </a:lnTo>
                  <a:lnTo>
                    <a:pt x="2578" y="4525"/>
                  </a:lnTo>
                  <a:lnTo>
                    <a:pt x="2755" y="4474"/>
                  </a:lnTo>
                  <a:lnTo>
                    <a:pt x="2907" y="4398"/>
                  </a:lnTo>
                  <a:lnTo>
                    <a:pt x="3033" y="4297"/>
                  </a:lnTo>
                  <a:lnTo>
                    <a:pt x="3185" y="4196"/>
                  </a:lnTo>
                  <a:lnTo>
                    <a:pt x="3311" y="4095"/>
                  </a:lnTo>
                  <a:lnTo>
                    <a:pt x="3412" y="3969"/>
                  </a:lnTo>
                  <a:lnTo>
                    <a:pt x="3513" y="3817"/>
                  </a:lnTo>
                  <a:lnTo>
                    <a:pt x="3614" y="3691"/>
                  </a:lnTo>
                  <a:lnTo>
                    <a:pt x="3690" y="3539"/>
                  </a:lnTo>
                  <a:lnTo>
                    <a:pt x="3741" y="3362"/>
                  </a:lnTo>
                  <a:lnTo>
                    <a:pt x="3791" y="3185"/>
                  </a:lnTo>
                  <a:lnTo>
                    <a:pt x="3817" y="3034"/>
                  </a:lnTo>
                  <a:lnTo>
                    <a:pt x="3817" y="2831"/>
                  </a:lnTo>
                  <a:lnTo>
                    <a:pt x="3817" y="532"/>
                  </a:lnTo>
                  <a:lnTo>
                    <a:pt x="3817" y="431"/>
                  </a:lnTo>
                  <a:lnTo>
                    <a:pt x="3766" y="329"/>
                  </a:lnTo>
                  <a:lnTo>
                    <a:pt x="3716" y="228"/>
                  </a:lnTo>
                  <a:lnTo>
                    <a:pt x="3665" y="153"/>
                  </a:lnTo>
                  <a:lnTo>
                    <a:pt x="3589" y="77"/>
                  </a:lnTo>
                  <a:lnTo>
                    <a:pt x="3488" y="26"/>
                  </a:lnTo>
                  <a:lnTo>
                    <a:pt x="3387" y="1"/>
                  </a:ln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43"/>
            <p:cNvSpPr/>
            <p:nvPr/>
          </p:nvSpPr>
          <p:spPr>
            <a:xfrm>
              <a:off x="4130625" y="1243575"/>
              <a:ext cx="95425" cy="62575"/>
            </a:xfrm>
            <a:custGeom>
              <a:avLst/>
              <a:gdLst/>
              <a:ahLst/>
              <a:cxnLst/>
              <a:rect l="l" t="t" r="r" b="b"/>
              <a:pathLst>
                <a:path w="3817" h="2503" extrusionOk="0">
                  <a:moveTo>
                    <a:pt x="1315" y="0"/>
                  </a:moveTo>
                  <a:lnTo>
                    <a:pt x="1062" y="26"/>
                  </a:lnTo>
                  <a:lnTo>
                    <a:pt x="809" y="101"/>
                  </a:lnTo>
                  <a:lnTo>
                    <a:pt x="582" y="228"/>
                  </a:lnTo>
                  <a:lnTo>
                    <a:pt x="405" y="379"/>
                  </a:lnTo>
                  <a:lnTo>
                    <a:pt x="228" y="582"/>
                  </a:lnTo>
                  <a:lnTo>
                    <a:pt x="102" y="809"/>
                  </a:lnTo>
                  <a:lnTo>
                    <a:pt x="26" y="1036"/>
                  </a:lnTo>
                  <a:lnTo>
                    <a:pt x="1" y="1314"/>
                  </a:lnTo>
                  <a:lnTo>
                    <a:pt x="1" y="2502"/>
                  </a:lnTo>
                  <a:lnTo>
                    <a:pt x="784" y="2502"/>
                  </a:lnTo>
                  <a:lnTo>
                    <a:pt x="986" y="2477"/>
                  </a:lnTo>
                  <a:lnTo>
                    <a:pt x="1188" y="2401"/>
                  </a:lnTo>
                  <a:lnTo>
                    <a:pt x="1390" y="2300"/>
                  </a:lnTo>
                  <a:lnTo>
                    <a:pt x="1542" y="2174"/>
                  </a:lnTo>
                  <a:lnTo>
                    <a:pt x="2073" y="1618"/>
                  </a:lnTo>
                  <a:lnTo>
                    <a:pt x="2401" y="2199"/>
                  </a:lnTo>
                  <a:lnTo>
                    <a:pt x="2502" y="2325"/>
                  </a:lnTo>
                  <a:lnTo>
                    <a:pt x="2604" y="2426"/>
                  </a:lnTo>
                  <a:lnTo>
                    <a:pt x="2755" y="2477"/>
                  </a:lnTo>
                  <a:lnTo>
                    <a:pt x="2907" y="2502"/>
                  </a:lnTo>
                  <a:lnTo>
                    <a:pt x="3817" y="2502"/>
                  </a:lnTo>
                  <a:lnTo>
                    <a:pt x="3817" y="1314"/>
                  </a:lnTo>
                  <a:lnTo>
                    <a:pt x="3791" y="1036"/>
                  </a:lnTo>
                  <a:lnTo>
                    <a:pt x="3716" y="809"/>
                  </a:lnTo>
                  <a:lnTo>
                    <a:pt x="3589" y="582"/>
                  </a:lnTo>
                  <a:lnTo>
                    <a:pt x="3438" y="379"/>
                  </a:lnTo>
                  <a:lnTo>
                    <a:pt x="3235" y="228"/>
                  </a:lnTo>
                  <a:lnTo>
                    <a:pt x="3008" y="101"/>
                  </a:lnTo>
                  <a:lnTo>
                    <a:pt x="2780" y="26"/>
                  </a:lnTo>
                  <a:lnTo>
                    <a:pt x="2502" y="0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43"/>
            <p:cNvSpPr/>
            <p:nvPr/>
          </p:nvSpPr>
          <p:spPr>
            <a:xfrm>
              <a:off x="4130625" y="1243575"/>
              <a:ext cx="53725" cy="62575"/>
            </a:xfrm>
            <a:custGeom>
              <a:avLst/>
              <a:gdLst/>
              <a:ahLst/>
              <a:cxnLst/>
              <a:rect l="l" t="t" r="r" b="b"/>
              <a:pathLst>
                <a:path w="2149" h="2503" extrusionOk="0">
                  <a:moveTo>
                    <a:pt x="1315" y="0"/>
                  </a:moveTo>
                  <a:lnTo>
                    <a:pt x="1062" y="26"/>
                  </a:lnTo>
                  <a:lnTo>
                    <a:pt x="809" y="101"/>
                  </a:lnTo>
                  <a:lnTo>
                    <a:pt x="582" y="228"/>
                  </a:lnTo>
                  <a:lnTo>
                    <a:pt x="405" y="379"/>
                  </a:lnTo>
                  <a:lnTo>
                    <a:pt x="228" y="582"/>
                  </a:lnTo>
                  <a:lnTo>
                    <a:pt x="102" y="809"/>
                  </a:lnTo>
                  <a:lnTo>
                    <a:pt x="26" y="1036"/>
                  </a:lnTo>
                  <a:lnTo>
                    <a:pt x="1" y="1314"/>
                  </a:lnTo>
                  <a:lnTo>
                    <a:pt x="1" y="2502"/>
                  </a:lnTo>
                  <a:lnTo>
                    <a:pt x="834" y="2502"/>
                  </a:lnTo>
                  <a:lnTo>
                    <a:pt x="834" y="1314"/>
                  </a:lnTo>
                  <a:lnTo>
                    <a:pt x="860" y="1036"/>
                  </a:lnTo>
                  <a:lnTo>
                    <a:pt x="936" y="809"/>
                  </a:lnTo>
                  <a:lnTo>
                    <a:pt x="1062" y="582"/>
                  </a:lnTo>
                  <a:lnTo>
                    <a:pt x="1214" y="379"/>
                  </a:lnTo>
                  <a:lnTo>
                    <a:pt x="1416" y="228"/>
                  </a:lnTo>
                  <a:lnTo>
                    <a:pt x="1618" y="101"/>
                  </a:lnTo>
                  <a:lnTo>
                    <a:pt x="1871" y="26"/>
                  </a:lnTo>
                  <a:lnTo>
                    <a:pt x="2149" y="0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43"/>
            <p:cNvSpPr/>
            <p:nvPr/>
          </p:nvSpPr>
          <p:spPr>
            <a:xfrm>
              <a:off x="3970150" y="1589800"/>
              <a:ext cx="82150" cy="99200"/>
            </a:xfrm>
            <a:custGeom>
              <a:avLst/>
              <a:gdLst/>
              <a:ahLst/>
              <a:cxnLst/>
              <a:rect l="l" t="t" r="r" b="b"/>
              <a:pathLst>
                <a:path w="3286" h="3968" extrusionOk="0">
                  <a:moveTo>
                    <a:pt x="455" y="0"/>
                  </a:moveTo>
                  <a:lnTo>
                    <a:pt x="354" y="25"/>
                  </a:lnTo>
                  <a:lnTo>
                    <a:pt x="278" y="51"/>
                  </a:lnTo>
                  <a:lnTo>
                    <a:pt x="203" y="76"/>
                  </a:lnTo>
                  <a:lnTo>
                    <a:pt x="127" y="152"/>
                  </a:lnTo>
                  <a:lnTo>
                    <a:pt x="76" y="202"/>
                  </a:lnTo>
                  <a:lnTo>
                    <a:pt x="26" y="303"/>
                  </a:lnTo>
                  <a:lnTo>
                    <a:pt x="0" y="379"/>
                  </a:lnTo>
                  <a:lnTo>
                    <a:pt x="0" y="480"/>
                  </a:lnTo>
                  <a:lnTo>
                    <a:pt x="0" y="2452"/>
                  </a:lnTo>
                  <a:lnTo>
                    <a:pt x="0" y="2628"/>
                  </a:lnTo>
                  <a:lnTo>
                    <a:pt x="26" y="2780"/>
                  </a:lnTo>
                  <a:lnTo>
                    <a:pt x="127" y="3058"/>
                  </a:lnTo>
                  <a:lnTo>
                    <a:pt x="253" y="3311"/>
                  </a:lnTo>
                  <a:lnTo>
                    <a:pt x="430" y="3538"/>
                  </a:lnTo>
                  <a:lnTo>
                    <a:pt x="658" y="3715"/>
                  </a:lnTo>
                  <a:lnTo>
                    <a:pt x="910" y="3867"/>
                  </a:lnTo>
                  <a:lnTo>
                    <a:pt x="1214" y="3943"/>
                  </a:lnTo>
                  <a:lnTo>
                    <a:pt x="1365" y="3968"/>
                  </a:lnTo>
                  <a:lnTo>
                    <a:pt x="1921" y="3968"/>
                  </a:lnTo>
                  <a:lnTo>
                    <a:pt x="2073" y="3943"/>
                  </a:lnTo>
                  <a:lnTo>
                    <a:pt x="2351" y="3867"/>
                  </a:lnTo>
                  <a:lnTo>
                    <a:pt x="2603" y="3715"/>
                  </a:lnTo>
                  <a:lnTo>
                    <a:pt x="2831" y="3538"/>
                  </a:lnTo>
                  <a:lnTo>
                    <a:pt x="3008" y="3311"/>
                  </a:lnTo>
                  <a:lnTo>
                    <a:pt x="3159" y="3058"/>
                  </a:lnTo>
                  <a:lnTo>
                    <a:pt x="3261" y="2780"/>
                  </a:lnTo>
                  <a:lnTo>
                    <a:pt x="3261" y="2628"/>
                  </a:lnTo>
                  <a:lnTo>
                    <a:pt x="3286" y="2452"/>
                  </a:lnTo>
                  <a:lnTo>
                    <a:pt x="3286" y="480"/>
                  </a:lnTo>
                  <a:lnTo>
                    <a:pt x="3261" y="379"/>
                  </a:lnTo>
                  <a:lnTo>
                    <a:pt x="3235" y="303"/>
                  </a:lnTo>
                  <a:lnTo>
                    <a:pt x="3210" y="202"/>
                  </a:lnTo>
                  <a:lnTo>
                    <a:pt x="3134" y="152"/>
                  </a:lnTo>
                  <a:lnTo>
                    <a:pt x="3084" y="76"/>
                  </a:lnTo>
                  <a:lnTo>
                    <a:pt x="2983" y="51"/>
                  </a:lnTo>
                  <a:lnTo>
                    <a:pt x="2907" y="25"/>
                  </a:lnTo>
                  <a:lnTo>
                    <a:pt x="2806" y="0"/>
                  </a:ln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43"/>
            <p:cNvSpPr/>
            <p:nvPr/>
          </p:nvSpPr>
          <p:spPr>
            <a:xfrm>
              <a:off x="3970150" y="1560725"/>
              <a:ext cx="82150" cy="53725"/>
            </a:xfrm>
            <a:custGeom>
              <a:avLst/>
              <a:gdLst/>
              <a:ahLst/>
              <a:cxnLst/>
              <a:rect l="l" t="t" r="r" b="b"/>
              <a:pathLst>
                <a:path w="3286" h="2149" extrusionOk="0">
                  <a:moveTo>
                    <a:pt x="1112" y="1"/>
                  </a:moveTo>
                  <a:lnTo>
                    <a:pt x="885" y="26"/>
                  </a:lnTo>
                  <a:lnTo>
                    <a:pt x="683" y="102"/>
                  </a:lnTo>
                  <a:lnTo>
                    <a:pt x="481" y="203"/>
                  </a:lnTo>
                  <a:lnTo>
                    <a:pt x="329" y="329"/>
                  </a:lnTo>
                  <a:lnTo>
                    <a:pt x="177" y="506"/>
                  </a:lnTo>
                  <a:lnTo>
                    <a:pt x="76" y="683"/>
                  </a:lnTo>
                  <a:lnTo>
                    <a:pt x="26" y="910"/>
                  </a:lnTo>
                  <a:lnTo>
                    <a:pt x="0" y="1138"/>
                  </a:lnTo>
                  <a:lnTo>
                    <a:pt x="0" y="2149"/>
                  </a:lnTo>
                  <a:lnTo>
                    <a:pt x="658" y="2149"/>
                  </a:lnTo>
                  <a:lnTo>
                    <a:pt x="834" y="2124"/>
                  </a:lnTo>
                  <a:lnTo>
                    <a:pt x="1011" y="2073"/>
                  </a:lnTo>
                  <a:lnTo>
                    <a:pt x="1163" y="1997"/>
                  </a:lnTo>
                  <a:lnTo>
                    <a:pt x="1315" y="1871"/>
                  </a:lnTo>
                  <a:lnTo>
                    <a:pt x="1769" y="1391"/>
                  </a:lnTo>
                  <a:lnTo>
                    <a:pt x="2047" y="1896"/>
                  </a:lnTo>
                  <a:lnTo>
                    <a:pt x="2149" y="1997"/>
                  </a:lnTo>
                  <a:lnTo>
                    <a:pt x="2250" y="2098"/>
                  </a:lnTo>
                  <a:lnTo>
                    <a:pt x="2351" y="2124"/>
                  </a:lnTo>
                  <a:lnTo>
                    <a:pt x="2502" y="2149"/>
                  </a:lnTo>
                  <a:lnTo>
                    <a:pt x="3286" y="2149"/>
                  </a:lnTo>
                  <a:lnTo>
                    <a:pt x="3286" y="1138"/>
                  </a:lnTo>
                  <a:lnTo>
                    <a:pt x="3261" y="910"/>
                  </a:lnTo>
                  <a:lnTo>
                    <a:pt x="3185" y="683"/>
                  </a:lnTo>
                  <a:lnTo>
                    <a:pt x="3084" y="506"/>
                  </a:lnTo>
                  <a:lnTo>
                    <a:pt x="2957" y="329"/>
                  </a:lnTo>
                  <a:lnTo>
                    <a:pt x="2780" y="203"/>
                  </a:lnTo>
                  <a:lnTo>
                    <a:pt x="2603" y="102"/>
                  </a:lnTo>
                  <a:lnTo>
                    <a:pt x="2376" y="26"/>
                  </a:lnTo>
                  <a:lnTo>
                    <a:pt x="2149" y="1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43"/>
            <p:cNvSpPr/>
            <p:nvPr/>
          </p:nvSpPr>
          <p:spPr>
            <a:xfrm>
              <a:off x="4090825" y="1675725"/>
              <a:ext cx="175650" cy="77100"/>
            </a:xfrm>
            <a:custGeom>
              <a:avLst/>
              <a:gdLst/>
              <a:ahLst/>
              <a:cxnLst/>
              <a:rect l="l" t="t" r="r" b="b"/>
              <a:pathLst>
                <a:path w="7026" h="3084" extrusionOk="0">
                  <a:moveTo>
                    <a:pt x="2553" y="0"/>
                  </a:moveTo>
                  <a:lnTo>
                    <a:pt x="1896" y="228"/>
                  </a:lnTo>
                  <a:lnTo>
                    <a:pt x="607" y="683"/>
                  </a:lnTo>
                  <a:lnTo>
                    <a:pt x="481" y="733"/>
                  </a:lnTo>
                  <a:lnTo>
                    <a:pt x="354" y="809"/>
                  </a:lnTo>
                  <a:lnTo>
                    <a:pt x="253" y="910"/>
                  </a:lnTo>
                  <a:lnTo>
                    <a:pt x="177" y="1011"/>
                  </a:lnTo>
                  <a:lnTo>
                    <a:pt x="101" y="1112"/>
                  </a:lnTo>
                  <a:lnTo>
                    <a:pt x="51" y="1238"/>
                  </a:lnTo>
                  <a:lnTo>
                    <a:pt x="0" y="1390"/>
                  </a:lnTo>
                  <a:lnTo>
                    <a:pt x="0" y="1516"/>
                  </a:lnTo>
                  <a:lnTo>
                    <a:pt x="0" y="3083"/>
                  </a:lnTo>
                  <a:lnTo>
                    <a:pt x="7026" y="3083"/>
                  </a:lnTo>
                  <a:lnTo>
                    <a:pt x="7026" y="1516"/>
                  </a:lnTo>
                  <a:lnTo>
                    <a:pt x="7001" y="1390"/>
                  </a:lnTo>
                  <a:lnTo>
                    <a:pt x="6975" y="1238"/>
                  </a:lnTo>
                  <a:lnTo>
                    <a:pt x="6925" y="1112"/>
                  </a:lnTo>
                  <a:lnTo>
                    <a:pt x="6849" y="1011"/>
                  </a:lnTo>
                  <a:lnTo>
                    <a:pt x="6748" y="910"/>
                  </a:lnTo>
                  <a:lnTo>
                    <a:pt x="6647" y="809"/>
                  </a:lnTo>
                  <a:lnTo>
                    <a:pt x="6546" y="733"/>
                  </a:lnTo>
                  <a:lnTo>
                    <a:pt x="6394" y="683"/>
                  </a:lnTo>
                  <a:lnTo>
                    <a:pt x="5105" y="228"/>
                  </a:lnTo>
                  <a:lnTo>
                    <a:pt x="4474" y="0"/>
                  </a:lnTo>
                  <a:close/>
                </a:path>
              </a:pathLst>
            </a:custGeom>
            <a:solidFill>
              <a:srgbClr val="9EE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43"/>
            <p:cNvSpPr/>
            <p:nvPr/>
          </p:nvSpPr>
          <p:spPr>
            <a:xfrm>
              <a:off x="4137575" y="1589800"/>
              <a:ext cx="82150" cy="99200"/>
            </a:xfrm>
            <a:custGeom>
              <a:avLst/>
              <a:gdLst/>
              <a:ahLst/>
              <a:cxnLst/>
              <a:rect l="l" t="t" r="r" b="b"/>
              <a:pathLst>
                <a:path w="3286" h="3968" extrusionOk="0">
                  <a:moveTo>
                    <a:pt x="455" y="0"/>
                  </a:moveTo>
                  <a:lnTo>
                    <a:pt x="354" y="25"/>
                  </a:lnTo>
                  <a:lnTo>
                    <a:pt x="279" y="51"/>
                  </a:lnTo>
                  <a:lnTo>
                    <a:pt x="203" y="76"/>
                  </a:lnTo>
                  <a:lnTo>
                    <a:pt x="127" y="152"/>
                  </a:lnTo>
                  <a:lnTo>
                    <a:pt x="76" y="202"/>
                  </a:lnTo>
                  <a:lnTo>
                    <a:pt x="26" y="303"/>
                  </a:lnTo>
                  <a:lnTo>
                    <a:pt x="1" y="379"/>
                  </a:lnTo>
                  <a:lnTo>
                    <a:pt x="1" y="480"/>
                  </a:lnTo>
                  <a:lnTo>
                    <a:pt x="1" y="2452"/>
                  </a:lnTo>
                  <a:lnTo>
                    <a:pt x="1" y="2628"/>
                  </a:lnTo>
                  <a:lnTo>
                    <a:pt x="26" y="2780"/>
                  </a:lnTo>
                  <a:lnTo>
                    <a:pt x="102" y="3058"/>
                  </a:lnTo>
                  <a:lnTo>
                    <a:pt x="253" y="3311"/>
                  </a:lnTo>
                  <a:lnTo>
                    <a:pt x="430" y="3538"/>
                  </a:lnTo>
                  <a:lnTo>
                    <a:pt x="658" y="3715"/>
                  </a:lnTo>
                  <a:lnTo>
                    <a:pt x="910" y="3867"/>
                  </a:lnTo>
                  <a:lnTo>
                    <a:pt x="1214" y="3943"/>
                  </a:lnTo>
                  <a:lnTo>
                    <a:pt x="1365" y="3968"/>
                  </a:lnTo>
                  <a:lnTo>
                    <a:pt x="1921" y="3968"/>
                  </a:lnTo>
                  <a:lnTo>
                    <a:pt x="2073" y="3943"/>
                  </a:lnTo>
                  <a:lnTo>
                    <a:pt x="2351" y="3867"/>
                  </a:lnTo>
                  <a:lnTo>
                    <a:pt x="2604" y="3715"/>
                  </a:lnTo>
                  <a:lnTo>
                    <a:pt x="2831" y="3538"/>
                  </a:lnTo>
                  <a:lnTo>
                    <a:pt x="3008" y="3311"/>
                  </a:lnTo>
                  <a:lnTo>
                    <a:pt x="3160" y="3058"/>
                  </a:lnTo>
                  <a:lnTo>
                    <a:pt x="3235" y="2780"/>
                  </a:lnTo>
                  <a:lnTo>
                    <a:pt x="3261" y="2628"/>
                  </a:lnTo>
                  <a:lnTo>
                    <a:pt x="3286" y="2452"/>
                  </a:lnTo>
                  <a:lnTo>
                    <a:pt x="3286" y="480"/>
                  </a:lnTo>
                  <a:lnTo>
                    <a:pt x="3261" y="379"/>
                  </a:lnTo>
                  <a:lnTo>
                    <a:pt x="3235" y="303"/>
                  </a:lnTo>
                  <a:lnTo>
                    <a:pt x="3210" y="202"/>
                  </a:lnTo>
                  <a:lnTo>
                    <a:pt x="3134" y="152"/>
                  </a:lnTo>
                  <a:lnTo>
                    <a:pt x="3084" y="76"/>
                  </a:lnTo>
                  <a:lnTo>
                    <a:pt x="2983" y="51"/>
                  </a:lnTo>
                  <a:lnTo>
                    <a:pt x="2907" y="25"/>
                  </a:lnTo>
                  <a:lnTo>
                    <a:pt x="2806" y="0"/>
                  </a:ln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43"/>
            <p:cNvSpPr/>
            <p:nvPr/>
          </p:nvSpPr>
          <p:spPr>
            <a:xfrm>
              <a:off x="4137575" y="1560725"/>
              <a:ext cx="82150" cy="53725"/>
            </a:xfrm>
            <a:custGeom>
              <a:avLst/>
              <a:gdLst/>
              <a:ahLst/>
              <a:cxnLst/>
              <a:rect l="l" t="t" r="r" b="b"/>
              <a:pathLst>
                <a:path w="3286" h="2149" extrusionOk="0">
                  <a:moveTo>
                    <a:pt x="1112" y="1"/>
                  </a:moveTo>
                  <a:lnTo>
                    <a:pt x="885" y="26"/>
                  </a:lnTo>
                  <a:lnTo>
                    <a:pt x="683" y="102"/>
                  </a:lnTo>
                  <a:lnTo>
                    <a:pt x="481" y="203"/>
                  </a:lnTo>
                  <a:lnTo>
                    <a:pt x="329" y="329"/>
                  </a:lnTo>
                  <a:lnTo>
                    <a:pt x="177" y="506"/>
                  </a:lnTo>
                  <a:lnTo>
                    <a:pt x="76" y="683"/>
                  </a:lnTo>
                  <a:lnTo>
                    <a:pt x="26" y="910"/>
                  </a:lnTo>
                  <a:lnTo>
                    <a:pt x="1" y="1138"/>
                  </a:lnTo>
                  <a:lnTo>
                    <a:pt x="1" y="2149"/>
                  </a:lnTo>
                  <a:lnTo>
                    <a:pt x="658" y="2149"/>
                  </a:lnTo>
                  <a:lnTo>
                    <a:pt x="834" y="2124"/>
                  </a:lnTo>
                  <a:lnTo>
                    <a:pt x="1011" y="2073"/>
                  </a:lnTo>
                  <a:lnTo>
                    <a:pt x="1163" y="1997"/>
                  </a:lnTo>
                  <a:lnTo>
                    <a:pt x="1315" y="1871"/>
                  </a:lnTo>
                  <a:lnTo>
                    <a:pt x="1770" y="1391"/>
                  </a:lnTo>
                  <a:lnTo>
                    <a:pt x="2048" y="1896"/>
                  </a:lnTo>
                  <a:lnTo>
                    <a:pt x="2149" y="1997"/>
                  </a:lnTo>
                  <a:lnTo>
                    <a:pt x="2250" y="2098"/>
                  </a:lnTo>
                  <a:lnTo>
                    <a:pt x="2351" y="2124"/>
                  </a:lnTo>
                  <a:lnTo>
                    <a:pt x="2502" y="2149"/>
                  </a:lnTo>
                  <a:lnTo>
                    <a:pt x="3286" y="2149"/>
                  </a:lnTo>
                  <a:lnTo>
                    <a:pt x="3286" y="1138"/>
                  </a:lnTo>
                  <a:lnTo>
                    <a:pt x="3261" y="910"/>
                  </a:lnTo>
                  <a:lnTo>
                    <a:pt x="3185" y="683"/>
                  </a:lnTo>
                  <a:lnTo>
                    <a:pt x="3084" y="506"/>
                  </a:lnTo>
                  <a:lnTo>
                    <a:pt x="2957" y="329"/>
                  </a:lnTo>
                  <a:lnTo>
                    <a:pt x="2780" y="203"/>
                  </a:lnTo>
                  <a:lnTo>
                    <a:pt x="2578" y="102"/>
                  </a:lnTo>
                  <a:lnTo>
                    <a:pt x="2376" y="26"/>
                  </a:lnTo>
                  <a:lnTo>
                    <a:pt x="2149" y="1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5" name="Google Shape;2685;p43"/>
          <p:cNvGrpSpPr/>
          <p:nvPr/>
        </p:nvGrpSpPr>
        <p:grpSpPr>
          <a:xfrm>
            <a:off x="1684813" y="1868399"/>
            <a:ext cx="638058" cy="520954"/>
            <a:chOff x="1712100" y="1290950"/>
            <a:chExt cx="509875" cy="414475"/>
          </a:xfrm>
        </p:grpSpPr>
        <p:sp>
          <p:nvSpPr>
            <p:cNvPr id="2686" name="Google Shape;2686;p43"/>
            <p:cNvSpPr/>
            <p:nvPr/>
          </p:nvSpPr>
          <p:spPr>
            <a:xfrm>
              <a:off x="1930075" y="1610000"/>
              <a:ext cx="46150" cy="95425"/>
            </a:xfrm>
            <a:custGeom>
              <a:avLst/>
              <a:gdLst/>
              <a:ahLst/>
              <a:cxnLst/>
              <a:rect l="l" t="t" r="r" b="b"/>
              <a:pathLst>
                <a:path w="1846" h="3817" extrusionOk="0">
                  <a:moveTo>
                    <a:pt x="582" y="1"/>
                  </a:moveTo>
                  <a:lnTo>
                    <a:pt x="430" y="810"/>
                  </a:lnTo>
                  <a:lnTo>
                    <a:pt x="0" y="3488"/>
                  </a:lnTo>
                  <a:lnTo>
                    <a:pt x="0" y="3615"/>
                  </a:lnTo>
                  <a:lnTo>
                    <a:pt x="51" y="3716"/>
                  </a:lnTo>
                  <a:lnTo>
                    <a:pt x="152" y="3792"/>
                  </a:lnTo>
                  <a:lnTo>
                    <a:pt x="253" y="3817"/>
                  </a:lnTo>
                  <a:lnTo>
                    <a:pt x="986" y="3817"/>
                  </a:lnTo>
                  <a:lnTo>
                    <a:pt x="1062" y="3792"/>
                  </a:lnTo>
                  <a:lnTo>
                    <a:pt x="1163" y="3741"/>
                  </a:lnTo>
                  <a:lnTo>
                    <a:pt x="1213" y="3691"/>
                  </a:lnTo>
                  <a:lnTo>
                    <a:pt x="1239" y="3589"/>
                  </a:lnTo>
                  <a:lnTo>
                    <a:pt x="1719" y="810"/>
                  </a:lnTo>
                  <a:lnTo>
                    <a:pt x="1845" y="1"/>
                  </a:lnTo>
                  <a:close/>
                </a:path>
              </a:pathLst>
            </a:custGeom>
            <a:solidFill>
              <a:srgbClr val="D1A0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43"/>
            <p:cNvSpPr/>
            <p:nvPr/>
          </p:nvSpPr>
          <p:spPr>
            <a:xfrm>
              <a:off x="2085500" y="1610000"/>
              <a:ext cx="46775" cy="95425"/>
            </a:xfrm>
            <a:custGeom>
              <a:avLst/>
              <a:gdLst/>
              <a:ahLst/>
              <a:cxnLst/>
              <a:rect l="l" t="t" r="r" b="b"/>
              <a:pathLst>
                <a:path w="1871" h="3817" extrusionOk="0">
                  <a:moveTo>
                    <a:pt x="0" y="1"/>
                  </a:moveTo>
                  <a:lnTo>
                    <a:pt x="152" y="810"/>
                  </a:lnTo>
                  <a:lnTo>
                    <a:pt x="607" y="3589"/>
                  </a:lnTo>
                  <a:lnTo>
                    <a:pt x="632" y="3691"/>
                  </a:lnTo>
                  <a:lnTo>
                    <a:pt x="708" y="3741"/>
                  </a:lnTo>
                  <a:lnTo>
                    <a:pt x="784" y="3792"/>
                  </a:lnTo>
                  <a:lnTo>
                    <a:pt x="885" y="3817"/>
                  </a:lnTo>
                  <a:lnTo>
                    <a:pt x="1592" y="3817"/>
                  </a:lnTo>
                  <a:lnTo>
                    <a:pt x="1719" y="3792"/>
                  </a:lnTo>
                  <a:lnTo>
                    <a:pt x="1795" y="3716"/>
                  </a:lnTo>
                  <a:lnTo>
                    <a:pt x="1870" y="3615"/>
                  </a:lnTo>
                  <a:lnTo>
                    <a:pt x="1870" y="3488"/>
                  </a:lnTo>
                  <a:lnTo>
                    <a:pt x="1415" y="810"/>
                  </a:lnTo>
                  <a:lnTo>
                    <a:pt x="1289" y="1"/>
                  </a:lnTo>
                  <a:close/>
                </a:path>
              </a:pathLst>
            </a:custGeom>
            <a:solidFill>
              <a:srgbClr val="D1A0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43"/>
            <p:cNvSpPr/>
            <p:nvPr/>
          </p:nvSpPr>
          <p:spPr>
            <a:xfrm>
              <a:off x="1930075" y="1599900"/>
              <a:ext cx="46150" cy="105525"/>
            </a:xfrm>
            <a:custGeom>
              <a:avLst/>
              <a:gdLst/>
              <a:ahLst/>
              <a:cxnLst/>
              <a:rect l="l" t="t" r="r" b="b"/>
              <a:pathLst>
                <a:path w="1846" h="4221" extrusionOk="0">
                  <a:moveTo>
                    <a:pt x="1188" y="1"/>
                  </a:moveTo>
                  <a:lnTo>
                    <a:pt x="582" y="405"/>
                  </a:lnTo>
                  <a:lnTo>
                    <a:pt x="430" y="1214"/>
                  </a:lnTo>
                  <a:lnTo>
                    <a:pt x="0" y="3892"/>
                  </a:lnTo>
                  <a:lnTo>
                    <a:pt x="0" y="4019"/>
                  </a:lnTo>
                  <a:lnTo>
                    <a:pt x="51" y="4120"/>
                  </a:lnTo>
                  <a:lnTo>
                    <a:pt x="152" y="4196"/>
                  </a:lnTo>
                  <a:lnTo>
                    <a:pt x="253" y="4221"/>
                  </a:lnTo>
                  <a:lnTo>
                    <a:pt x="986" y="4221"/>
                  </a:lnTo>
                  <a:lnTo>
                    <a:pt x="1062" y="4196"/>
                  </a:lnTo>
                  <a:lnTo>
                    <a:pt x="1163" y="4145"/>
                  </a:lnTo>
                  <a:lnTo>
                    <a:pt x="1213" y="4095"/>
                  </a:lnTo>
                  <a:lnTo>
                    <a:pt x="1239" y="3993"/>
                  </a:lnTo>
                  <a:lnTo>
                    <a:pt x="1719" y="1214"/>
                  </a:lnTo>
                  <a:lnTo>
                    <a:pt x="1845" y="405"/>
                  </a:lnTo>
                  <a:lnTo>
                    <a:pt x="1188" y="1"/>
                  </a:lnTo>
                  <a:close/>
                </a:path>
              </a:pathLst>
            </a:custGeom>
            <a:solidFill>
              <a:srgbClr val="D1A0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43"/>
            <p:cNvSpPr/>
            <p:nvPr/>
          </p:nvSpPr>
          <p:spPr>
            <a:xfrm>
              <a:off x="2085500" y="1599900"/>
              <a:ext cx="46775" cy="105525"/>
            </a:xfrm>
            <a:custGeom>
              <a:avLst/>
              <a:gdLst/>
              <a:ahLst/>
              <a:cxnLst/>
              <a:rect l="l" t="t" r="r" b="b"/>
              <a:pathLst>
                <a:path w="1871" h="4221" extrusionOk="0">
                  <a:moveTo>
                    <a:pt x="632" y="1"/>
                  </a:moveTo>
                  <a:lnTo>
                    <a:pt x="0" y="405"/>
                  </a:lnTo>
                  <a:lnTo>
                    <a:pt x="152" y="1214"/>
                  </a:lnTo>
                  <a:lnTo>
                    <a:pt x="607" y="3993"/>
                  </a:lnTo>
                  <a:lnTo>
                    <a:pt x="632" y="4095"/>
                  </a:lnTo>
                  <a:lnTo>
                    <a:pt x="708" y="4145"/>
                  </a:lnTo>
                  <a:lnTo>
                    <a:pt x="784" y="4196"/>
                  </a:lnTo>
                  <a:lnTo>
                    <a:pt x="885" y="4221"/>
                  </a:lnTo>
                  <a:lnTo>
                    <a:pt x="1592" y="4221"/>
                  </a:lnTo>
                  <a:lnTo>
                    <a:pt x="1719" y="4196"/>
                  </a:lnTo>
                  <a:lnTo>
                    <a:pt x="1795" y="4120"/>
                  </a:lnTo>
                  <a:lnTo>
                    <a:pt x="1870" y="4019"/>
                  </a:lnTo>
                  <a:lnTo>
                    <a:pt x="1870" y="3892"/>
                  </a:lnTo>
                  <a:lnTo>
                    <a:pt x="1415" y="1214"/>
                  </a:lnTo>
                  <a:lnTo>
                    <a:pt x="1289" y="405"/>
                  </a:lnTo>
                  <a:lnTo>
                    <a:pt x="632" y="1"/>
                  </a:lnTo>
                  <a:close/>
                </a:path>
              </a:pathLst>
            </a:custGeom>
            <a:solidFill>
              <a:srgbClr val="D1A0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43"/>
            <p:cNvSpPr/>
            <p:nvPr/>
          </p:nvSpPr>
          <p:spPr>
            <a:xfrm>
              <a:off x="1751900" y="1375625"/>
              <a:ext cx="48050" cy="63825"/>
            </a:xfrm>
            <a:custGeom>
              <a:avLst/>
              <a:gdLst/>
              <a:ahLst/>
              <a:cxnLst/>
              <a:rect l="l" t="t" r="r" b="b"/>
              <a:pathLst>
                <a:path w="1922" h="2553" extrusionOk="0">
                  <a:moveTo>
                    <a:pt x="936" y="0"/>
                  </a:moveTo>
                  <a:lnTo>
                    <a:pt x="733" y="25"/>
                  </a:lnTo>
                  <a:lnTo>
                    <a:pt x="582" y="76"/>
                  </a:lnTo>
                  <a:lnTo>
                    <a:pt x="405" y="152"/>
                  </a:lnTo>
                  <a:lnTo>
                    <a:pt x="279" y="278"/>
                  </a:lnTo>
                  <a:lnTo>
                    <a:pt x="152" y="404"/>
                  </a:lnTo>
                  <a:lnTo>
                    <a:pt x="76" y="556"/>
                  </a:lnTo>
                  <a:lnTo>
                    <a:pt x="26" y="733"/>
                  </a:lnTo>
                  <a:lnTo>
                    <a:pt x="1" y="935"/>
                  </a:lnTo>
                  <a:lnTo>
                    <a:pt x="1" y="1617"/>
                  </a:lnTo>
                  <a:lnTo>
                    <a:pt x="26" y="1820"/>
                  </a:lnTo>
                  <a:lnTo>
                    <a:pt x="76" y="1997"/>
                  </a:lnTo>
                  <a:lnTo>
                    <a:pt x="152" y="2148"/>
                  </a:lnTo>
                  <a:lnTo>
                    <a:pt x="279" y="2275"/>
                  </a:lnTo>
                  <a:lnTo>
                    <a:pt x="405" y="2401"/>
                  </a:lnTo>
                  <a:lnTo>
                    <a:pt x="582" y="2477"/>
                  </a:lnTo>
                  <a:lnTo>
                    <a:pt x="733" y="2527"/>
                  </a:lnTo>
                  <a:lnTo>
                    <a:pt x="936" y="2553"/>
                  </a:lnTo>
                  <a:lnTo>
                    <a:pt x="986" y="2553"/>
                  </a:lnTo>
                  <a:lnTo>
                    <a:pt x="1163" y="2527"/>
                  </a:lnTo>
                  <a:lnTo>
                    <a:pt x="1340" y="2477"/>
                  </a:lnTo>
                  <a:lnTo>
                    <a:pt x="1517" y="2401"/>
                  </a:lnTo>
                  <a:lnTo>
                    <a:pt x="1643" y="2275"/>
                  </a:lnTo>
                  <a:lnTo>
                    <a:pt x="1770" y="2148"/>
                  </a:lnTo>
                  <a:lnTo>
                    <a:pt x="1845" y="1997"/>
                  </a:lnTo>
                  <a:lnTo>
                    <a:pt x="1896" y="1820"/>
                  </a:lnTo>
                  <a:lnTo>
                    <a:pt x="1921" y="1617"/>
                  </a:lnTo>
                  <a:lnTo>
                    <a:pt x="1921" y="935"/>
                  </a:lnTo>
                  <a:lnTo>
                    <a:pt x="1896" y="733"/>
                  </a:lnTo>
                  <a:lnTo>
                    <a:pt x="1845" y="556"/>
                  </a:lnTo>
                  <a:lnTo>
                    <a:pt x="1770" y="404"/>
                  </a:lnTo>
                  <a:lnTo>
                    <a:pt x="1643" y="278"/>
                  </a:lnTo>
                  <a:lnTo>
                    <a:pt x="1517" y="152"/>
                  </a:lnTo>
                  <a:lnTo>
                    <a:pt x="1340" y="76"/>
                  </a:lnTo>
                  <a:lnTo>
                    <a:pt x="1163" y="25"/>
                  </a:lnTo>
                  <a:lnTo>
                    <a:pt x="986" y="0"/>
                  </a:ln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43"/>
            <p:cNvSpPr/>
            <p:nvPr/>
          </p:nvSpPr>
          <p:spPr>
            <a:xfrm>
              <a:off x="1751900" y="1375625"/>
              <a:ext cx="34150" cy="63825"/>
            </a:xfrm>
            <a:custGeom>
              <a:avLst/>
              <a:gdLst/>
              <a:ahLst/>
              <a:cxnLst/>
              <a:rect l="l" t="t" r="r" b="b"/>
              <a:pathLst>
                <a:path w="1366" h="2553" extrusionOk="0">
                  <a:moveTo>
                    <a:pt x="936" y="0"/>
                  </a:moveTo>
                  <a:lnTo>
                    <a:pt x="733" y="25"/>
                  </a:lnTo>
                  <a:lnTo>
                    <a:pt x="582" y="76"/>
                  </a:lnTo>
                  <a:lnTo>
                    <a:pt x="405" y="152"/>
                  </a:lnTo>
                  <a:lnTo>
                    <a:pt x="279" y="278"/>
                  </a:lnTo>
                  <a:lnTo>
                    <a:pt x="152" y="404"/>
                  </a:lnTo>
                  <a:lnTo>
                    <a:pt x="76" y="556"/>
                  </a:lnTo>
                  <a:lnTo>
                    <a:pt x="26" y="733"/>
                  </a:lnTo>
                  <a:lnTo>
                    <a:pt x="1" y="935"/>
                  </a:lnTo>
                  <a:lnTo>
                    <a:pt x="1" y="1617"/>
                  </a:lnTo>
                  <a:lnTo>
                    <a:pt x="26" y="1820"/>
                  </a:lnTo>
                  <a:lnTo>
                    <a:pt x="76" y="1997"/>
                  </a:lnTo>
                  <a:lnTo>
                    <a:pt x="152" y="2148"/>
                  </a:lnTo>
                  <a:lnTo>
                    <a:pt x="279" y="2275"/>
                  </a:lnTo>
                  <a:lnTo>
                    <a:pt x="405" y="2401"/>
                  </a:lnTo>
                  <a:lnTo>
                    <a:pt x="582" y="2477"/>
                  </a:lnTo>
                  <a:lnTo>
                    <a:pt x="733" y="2527"/>
                  </a:lnTo>
                  <a:lnTo>
                    <a:pt x="936" y="2553"/>
                  </a:lnTo>
                  <a:lnTo>
                    <a:pt x="986" y="2553"/>
                  </a:lnTo>
                  <a:lnTo>
                    <a:pt x="1188" y="2527"/>
                  </a:lnTo>
                  <a:lnTo>
                    <a:pt x="1365" y="2477"/>
                  </a:lnTo>
                  <a:lnTo>
                    <a:pt x="1264" y="2401"/>
                  </a:lnTo>
                  <a:lnTo>
                    <a:pt x="1163" y="2325"/>
                  </a:lnTo>
                  <a:lnTo>
                    <a:pt x="1062" y="2224"/>
                  </a:lnTo>
                  <a:lnTo>
                    <a:pt x="986" y="2123"/>
                  </a:lnTo>
                  <a:lnTo>
                    <a:pt x="910" y="2022"/>
                  </a:lnTo>
                  <a:lnTo>
                    <a:pt x="860" y="1895"/>
                  </a:lnTo>
                  <a:lnTo>
                    <a:pt x="835" y="1769"/>
                  </a:lnTo>
                  <a:lnTo>
                    <a:pt x="835" y="1617"/>
                  </a:lnTo>
                  <a:lnTo>
                    <a:pt x="835" y="935"/>
                  </a:lnTo>
                  <a:lnTo>
                    <a:pt x="835" y="783"/>
                  </a:lnTo>
                  <a:lnTo>
                    <a:pt x="860" y="657"/>
                  </a:lnTo>
                  <a:lnTo>
                    <a:pt x="910" y="531"/>
                  </a:lnTo>
                  <a:lnTo>
                    <a:pt x="986" y="430"/>
                  </a:lnTo>
                  <a:lnTo>
                    <a:pt x="1062" y="329"/>
                  </a:lnTo>
                  <a:lnTo>
                    <a:pt x="1163" y="228"/>
                  </a:lnTo>
                  <a:lnTo>
                    <a:pt x="1264" y="152"/>
                  </a:lnTo>
                  <a:lnTo>
                    <a:pt x="1365" y="76"/>
                  </a:lnTo>
                  <a:lnTo>
                    <a:pt x="1188" y="25"/>
                  </a:lnTo>
                  <a:lnTo>
                    <a:pt x="986" y="0"/>
                  </a:ln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43"/>
            <p:cNvSpPr/>
            <p:nvPr/>
          </p:nvSpPr>
          <p:spPr>
            <a:xfrm>
              <a:off x="1871325" y="1313075"/>
              <a:ext cx="319075" cy="274850"/>
            </a:xfrm>
            <a:custGeom>
              <a:avLst/>
              <a:gdLst/>
              <a:ahLst/>
              <a:cxnLst/>
              <a:rect l="l" t="t" r="r" b="b"/>
              <a:pathLst>
                <a:path w="12763" h="10994" extrusionOk="0">
                  <a:moveTo>
                    <a:pt x="0" y="0"/>
                  </a:moveTo>
                  <a:lnTo>
                    <a:pt x="0" y="10993"/>
                  </a:lnTo>
                  <a:lnTo>
                    <a:pt x="12762" y="10993"/>
                  </a:lnTo>
                  <a:lnTo>
                    <a:pt x="127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43"/>
            <p:cNvSpPr/>
            <p:nvPr/>
          </p:nvSpPr>
          <p:spPr>
            <a:xfrm>
              <a:off x="1903525" y="1354775"/>
              <a:ext cx="255275" cy="191450"/>
            </a:xfrm>
            <a:custGeom>
              <a:avLst/>
              <a:gdLst/>
              <a:ahLst/>
              <a:cxnLst/>
              <a:rect l="l" t="t" r="r" b="b"/>
              <a:pathLst>
                <a:path w="10211" h="7658" extrusionOk="0">
                  <a:moveTo>
                    <a:pt x="279" y="0"/>
                  </a:moveTo>
                  <a:lnTo>
                    <a:pt x="178" y="25"/>
                  </a:lnTo>
                  <a:lnTo>
                    <a:pt x="77" y="76"/>
                  </a:lnTo>
                  <a:lnTo>
                    <a:pt x="26" y="177"/>
                  </a:lnTo>
                  <a:lnTo>
                    <a:pt x="1" y="278"/>
                  </a:lnTo>
                  <a:lnTo>
                    <a:pt x="1" y="7379"/>
                  </a:lnTo>
                  <a:lnTo>
                    <a:pt x="26" y="7481"/>
                  </a:lnTo>
                  <a:lnTo>
                    <a:pt x="77" y="7582"/>
                  </a:lnTo>
                  <a:lnTo>
                    <a:pt x="178" y="7632"/>
                  </a:lnTo>
                  <a:lnTo>
                    <a:pt x="279" y="7657"/>
                  </a:lnTo>
                  <a:lnTo>
                    <a:pt x="9933" y="7657"/>
                  </a:lnTo>
                  <a:lnTo>
                    <a:pt x="10034" y="7632"/>
                  </a:lnTo>
                  <a:lnTo>
                    <a:pt x="10110" y="7582"/>
                  </a:lnTo>
                  <a:lnTo>
                    <a:pt x="10185" y="7481"/>
                  </a:lnTo>
                  <a:lnTo>
                    <a:pt x="10211" y="7379"/>
                  </a:lnTo>
                  <a:lnTo>
                    <a:pt x="10211" y="278"/>
                  </a:lnTo>
                  <a:lnTo>
                    <a:pt x="10185" y="177"/>
                  </a:lnTo>
                  <a:lnTo>
                    <a:pt x="10110" y="76"/>
                  </a:lnTo>
                  <a:lnTo>
                    <a:pt x="10034" y="25"/>
                  </a:lnTo>
                  <a:lnTo>
                    <a:pt x="99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43"/>
            <p:cNvSpPr/>
            <p:nvPr/>
          </p:nvSpPr>
          <p:spPr>
            <a:xfrm>
              <a:off x="1839725" y="1290950"/>
              <a:ext cx="382250" cy="31625"/>
            </a:xfrm>
            <a:custGeom>
              <a:avLst/>
              <a:gdLst/>
              <a:ahLst/>
              <a:cxnLst/>
              <a:rect l="l" t="t" r="r" b="b"/>
              <a:pathLst>
                <a:path w="15290" h="1265" extrusionOk="0">
                  <a:moveTo>
                    <a:pt x="278" y="1"/>
                  </a:moveTo>
                  <a:lnTo>
                    <a:pt x="177" y="26"/>
                  </a:lnTo>
                  <a:lnTo>
                    <a:pt x="76" y="76"/>
                  </a:lnTo>
                  <a:lnTo>
                    <a:pt x="26" y="178"/>
                  </a:lnTo>
                  <a:lnTo>
                    <a:pt x="0" y="279"/>
                  </a:lnTo>
                  <a:lnTo>
                    <a:pt x="0" y="986"/>
                  </a:lnTo>
                  <a:lnTo>
                    <a:pt x="26" y="1113"/>
                  </a:lnTo>
                  <a:lnTo>
                    <a:pt x="76" y="1188"/>
                  </a:lnTo>
                  <a:lnTo>
                    <a:pt x="177" y="1264"/>
                  </a:lnTo>
                  <a:lnTo>
                    <a:pt x="15138" y="1264"/>
                  </a:lnTo>
                  <a:lnTo>
                    <a:pt x="15214" y="1188"/>
                  </a:lnTo>
                  <a:lnTo>
                    <a:pt x="15290" y="1113"/>
                  </a:lnTo>
                  <a:lnTo>
                    <a:pt x="15290" y="986"/>
                  </a:lnTo>
                  <a:lnTo>
                    <a:pt x="15290" y="279"/>
                  </a:lnTo>
                  <a:lnTo>
                    <a:pt x="15290" y="178"/>
                  </a:lnTo>
                  <a:lnTo>
                    <a:pt x="15214" y="76"/>
                  </a:lnTo>
                  <a:lnTo>
                    <a:pt x="15138" y="26"/>
                  </a:lnTo>
                  <a:lnTo>
                    <a:pt x="15012" y="1"/>
                  </a:lnTo>
                  <a:close/>
                </a:path>
              </a:pathLst>
            </a:custGeom>
            <a:solidFill>
              <a:srgbClr val="D1A0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43"/>
            <p:cNvSpPr/>
            <p:nvPr/>
          </p:nvSpPr>
          <p:spPr>
            <a:xfrm>
              <a:off x="1839725" y="1577800"/>
              <a:ext cx="382250" cy="32225"/>
            </a:xfrm>
            <a:custGeom>
              <a:avLst/>
              <a:gdLst/>
              <a:ahLst/>
              <a:cxnLst/>
              <a:rect l="l" t="t" r="r" b="b"/>
              <a:pathLst>
                <a:path w="15290" h="1289" extrusionOk="0">
                  <a:moveTo>
                    <a:pt x="278" y="0"/>
                  </a:moveTo>
                  <a:lnTo>
                    <a:pt x="177" y="25"/>
                  </a:lnTo>
                  <a:lnTo>
                    <a:pt x="76" y="76"/>
                  </a:lnTo>
                  <a:lnTo>
                    <a:pt x="26" y="177"/>
                  </a:lnTo>
                  <a:lnTo>
                    <a:pt x="0" y="278"/>
                  </a:lnTo>
                  <a:lnTo>
                    <a:pt x="0" y="1011"/>
                  </a:lnTo>
                  <a:lnTo>
                    <a:pt x="26" y="1112"/>
                  </a:lnTo>
                  <a:lnTo>
                    <a:pt x="76" y="1188"/>
                  </a:lnTo>
                  <a:lnTo>
                    <a:pt x="177" y="1264"/>
                  </a:lnTo>
                  <a:lnTo>
                    <a:pt x="278" y="1289"/>
                  </a:lnTo>
                  <a:lnTo>
                    <a:pt x="15012" y="1289"/>
                  </a:lnTo>
                  <a:lnTo>
                    <a:pt x="15138" y="1264"/>
                  </a:lnTo>
                  <a:lnTo>
                    <a:pt x="15214" y="1188"/>
                  </a:lnTo>
                  <a:lnTo>
                    <a:pt x="15290" y="1112"/>
                  </a:lnTo>
                  <a:lnTo>
                    <a:pt x="15290" y="1011"/>
                  </a:lnTo>
                  <a:lnTo>
                    <a:pt x="15290" y="278"/>
                  </a:lnTo>
                  <a:lnTo>
                    <a:pt x="15290" y="177"/>
                  </a:lnTo>
                  <a:lnTo>
                    <a:pt x="15214" y="76"/>
                  </a:lnTo>
                  <a:lnTo>
                    <a:pt x="15138" y="25"/>
                  </a:lnTo>
                  <a:lnTo>
                    <a:pt x="15012" y="0"/>
                  </a:lnTo>
                  <a:close/>
                </a:path>
              </a:pathLst>
            </a:custGeom>
            <a:solidFill>
              <a:srgbClr val="D1A0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43"/>
            <p:cNvSpPr/>
            <p:nvPr/>
          </p:nvSpPr>
          <p:spPr>
            <a:xfrm>
              <a:off x="1951550" y="1450175"/>
              <a:ext cx="31625" cy="63825"/>
            </a:xfrm>
            <a:custGeom>
              <a:avLst/>
              <a:gdLst/>
              <a:ahLst/>
              <a:cxnLst/>
              <a:rect l="l" t="t" r="r" b="b"/>
              <a:pathLst>
                <a:path w="1265" h="2553" extrusionOk="0">
                  <a:moveTo>
                    <a:pt x="279" y="0"/>
                  </a:moveTo>
                  <a:lnTo>
                    <a:pt x="152" y="25"/>
                  </a:lnTo>
                  <a:lnTo>
                    <a:pt x="76" y="101"/>
                  </a:lnTo>
                  <a:lnTo>
                    <a:pt x="1" y="177"/>
                  </a:lnTo>
                  <a:lnTo>
                    <a:pt x="1" y="278"/>
                  </a:lnTo>
                  <a:lnTo>
                    <a:pt x="1" y="2553"/>
                  </a:lnTo>
                  <a:lnTo>
                    <a:pt x="1264" y="2553"/>
                  </a:lnTo>
                  <a:lnTo>
                    <a:pt x="1264" y="278"/>
                  </a:lnTo>
                  <a:lnTo>
                    <a:pt x="1239" y="177"/>
                  </a:lnTo>
                  <a:lnTo>
                    <a:pt x="1188" y="101"/>
                  </a:lnTo>
                  <a:lnTo>
                    <a:pt x="1087" y="25"/>
                  </a:lnTo>
                  <a:lnTo>
                    <a:pt x="986" y="0"/>
                  </a:lnTo>
                  <a:close/>
                </a:path>
              </a:pathLst>
            </a:custGeom>
            <a:solidFill>
              <a:srgbClr val="18B0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43"/>
            <p:cNvSpPr/>
            <p:nvPr/>
          </p:nvSpPr>
          <p:spPr>
            <a:xfrm>
              <a:off x="2014725" y="1418575"/>
              <a:ext cx="32250" cy="95425"/>
            </a:xfrm>
            <a:custGeom>
              <a:avLst/>
              <a:gdLst/>
              <a:ahLst/>
              <a:cxnLst/>
              <a:rect l="l" t="t" r="r" b="b"/>
              <a:pathLst>
                <a:path w="1290" h="3817" extrusionOk="0">
                  <a:moveTo>
                    <a:pt x="304" y="1"/>
                  </a:moveTo>
                  <a:lnTo>
                    <a:pt x="178" y="26"/>
                  </a:lnTo>
                  <a:lnTo>
                    <a:pt x="102" y="76"/>
                  </a:lnTo>
                  <a:lnTo>
                    <a:pt x="26" y="177"/>
                  </a:lnTo>
                  <a:lnTo>
                    <a:pt x="1" y="279"/>
                  </a:lnTo>
                  <a:lnTo>
                    <a:pt x="1" y="3817"/>
                  </a:lnTo>
                  <a:lnTo>
                    <a:pt x="1290" y="3817"/>
                  </a:lnTo>
                  <a:lnTo>
                    <a:pt x="1290" y="279"/>
                  </a:lnTo>
                  <a:lnTo>
                    <a:pt x="1264" y="177"/>
                  </a:lnTo>
                  <a:lnTo>
                    <a:pt x="1214" y="76"/>
                  </a:lnTo>
                  <a:lnTo>
                    <a:pt x="1113" y="26"/>
                  </a:lnTo>
                  <a:lnTo>
                    <a:pt x="1012" y="1"/>
                  </a:lnTo>
                  <a:close/>
                </a:path>
              </a:pathLst>
            </a:custGeom>
            <a:solidFill>
              <a:srgbClr val="FFE1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43"/>
            <p:cNvSpPr/>
            <p:nvPr/>
          </p:nvSpPr>
          <p:spPr>
            <a:xfrm>
              <a:off x="2078550" y="1386350"/>
              <a:ext cx="32250" cy="127650"/>
            </a:xfrm>
            <a:custGeom>
              <a:avLst/>
              <a:gdLst/>
              <a:ahLst/>
              <a:cxnLst/>
              <a:rect l="l" t="t" r="r" b="b"/>
              <a:pathLst>
                <a:path w="1290" h="5106" extrusionOk="0">
                  <a:moveTo>
                    <a:pt x="278" y="1"/>
                  </a:moveTo>
                  <a:lnTo>
                    <a:pt x="177" y="26"/>
                  </a:lnTo>
                  <a:lnTo>
                    <a:pt x="101" y="102"/>
                  </a:lnTo>
                  <a:lnTo>
                    <a:pt x="25" y="178"/>
                  </a:lnTo>
                  <a:lnTo>
                    <a:pt x="0" y="279"/>
                  </a:lnTo>
                  <a:lnTo>
                    <a:pt x="0" y="5106"/>
                  </a:lnTo>
                  <a:lnTo>
                    <a:pt x="1289" y="5106"/>
                  </a:lnTo>
                  <a:lnTo>
                    <a:pt x="1289" y="279"/>
                  </a:lnTo>
                  <a:lnTo>
                    <a:pt x="1264" y="178"/>
                  </a:lnTo>
                  <a:lnTo>
                    <a:pt x="1213" y="102"/>
                  </a:lnTo>
                  <a:lnTo>
                    <a:pt x="1112" y="26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9EE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43"/>
            <p:cNvSpPr/>
            <p:nvPr/>
          </p:nvSpPr>
          <p:spPr>
            <a:xfrm>
              <a:off x="1712100" y="1434375"/>
              <a:ext cx="191450" cy="143450"/>
            </a:xfrm>
            <a:custGeom>
              <a:avLst/>
              <a:gdLst/>
              <a:ahLst/>
              <a:cxnLst/>
              <a:rect l="l" t="t" r="r" b="b"/>
              <a:pathLst>
                <a:path w="7658" h="5738" extrusionOk="0">
                  <a:moveTo>
                    <a:pt x="1264" y="0"/>
                  </a:moveTo>
                  <a:lnTo>
                    <a:pt x="1011" y="26"/>
                  </a:lnTo>
                  <a:lnTo>
                    <a:pt x="759" y="101"/>
                  </a:lnTo>
                  <a:lnTo>
                    <a:pt x="556" y="228"/>
                  </a:lnTo>
                  <a:lnTo>
                    <a:pt x="380" y="379"/>
                  </a:lnTo>
                  <a:lnTo>
                    <a:pt x="228" y="556"/>
                  </a:lnTo>
                  <a:lnTo>
                    <a:pt x="102" y="759"/>
                  </a:lnTo>
                  <a:lnTo>
                    <a:pt x="26" y="1011"/>
                  </a:lnTo>
                  <a:lnTo>
                    <a:pt x="0" y="1264"/>
                  </a:lnTo>
                  <a:lnTo>
                    <a:pt x="0" y="4878"/>
                  </a:lnTo>
                  <a:lnTo>
                    <a:pt x="26" y="5055"/>
                  </a:lnTo>
                  <a:lnTo>
                    <a:pt x="76" y="5206"/>
                  </a:lnTo>
                  <a:lnTo>
                    <a:pt x="152" y="5358"/>
                  </a:lnTo>
                  <a:lnTo>
                    <a:pt x="253" y="5484"/>
                  </a:lnTo>
                  <a:lnTo>
                    <a:pt x="380" y="5585"/>
                  </a:lnTo>
                  <a:lnTo>
                    <a:pt x="531" y="5686"/>
                  </a:lnTo>
                  <a:lnTo>
                    <a:pt x="683" y="5737"/>
                  </a:lnTo>
                  <a:lnTo>
                    <a:pt x="1668" y="5737"/>
                  </a:lnTo>
                  <a:lnTo>
                    <a:pt x="1668" y="4878"/>
                  </a:lnTo>
                  <a:lnTo>
                    <a:pt x="3437" y="4878"/>
                  </a:lnTo>
                  <a:lnTo>
                    <a:pt x="3817" y="4473"/>
                  </a:lnTo>
                  <a:lnTo>
                    <a:pt x="3817" y="1289"/>
                  </a:lnTo>
                  <a:lnTo>
                    <a:pt x="7026" y="1289"/>
                  </a:lnTo>
                  <a:lnTo>
                    <a:pt x="7152" y="1264"/>
                  </a:lnTo>
                  <a:lnTo>
                    <a:pt x="7254" y="1239"/>
                  </a:lnTo>
                  <a:lnTo>
                    <a:pt x="7380" y="1163"/>
                  </a:lnTo>
                  <a:lnTo>
                    <a:pt x="7456" y="1087"/>
                  </a:lnTo>
                  <a:lnTo>
                    <a:pt x="7557" y="986"/>
                  </a:lnTo>
                  <a:lnTo>
                    <a:pt x="7607" y="885"/>
                  </a:lnTo>
                  <a:lnTo>
                    <a:pt x="7633" y="759"/>
                  </a:lnTo>
                  <a:lnTo>
                    <a:pt x="7658" y="632"/>
                  </a:lnTo>
                  <a:lnTo>
                    <a:pt x="7633" y="506"/>
                  </a:lnTo>
                  <a:lnTo>
                    <a:pt x="7607" y="405"/>
                  </a:lnTo>
                  <a:lnTo>
                    <a:pt x="7557" y="278"/>
                  </a:lnTo>
                  <a:lnTo>
                    <a:pt x="7456" y="177"/>
                  </a:lnTo>
                  <a:lnTo>
                    <a:pt x="7380" y="101"/>
                  </a:lnTo>
                  <a:lnTo>
                    <a:pt x="7254" y="51"/>
                  </a:lnTo>
                  <a:lnTo>
                    <a:pt x="7152" y="26"/>
                  </a:lnTo>
                  <a:lnTo>
                    <a:pt x="7026" y="0"/>
                  </a:lnTo>
                  <a:close/>
                </a:path>
              </a:pathLst>
            </a:custGeom>
            <a:solidFill>
              <a:srgbClr val="60B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43"/>
            <p:cNvSpPr/>
            <p:nvPr/>
          </p:nvSpPr>
          <p:spPr>
            <a:xfrm>
              <a:off x="1743700" y="1474175"/>
              <a:ext cx="15800" cy="79625"/>
            </a:xfrm>
            <a:custGeom>
              <a:avLst/>
              <a:gdLst/>
              <a:ahLst/>
              <a:cxnLst/>
              <a:rect l="l" t="t" r="r" b="b"/>
              <a:pathLst>
                <a:path w="632" h="3185" extrusionOk="0">
                  <a:moveTo>
                    <a:pt x="329" y="0"/>
                  </a:moveTo>
                  <a:lnTo>
                    <a:pt x="202" y="26"/>
                  </a:lnTo>
                  <a:lnTo>
                    <a:pt x="101" y="102"/>
                  </a:lnTo>
                  <a:lnTo>
                    <a:pt x="25" y="203"/>
                  </a:lnTo>
                  <a:lnTo>
                    <a:pt x="0" y="304"/>
                  </a:lnTo>
                  <a:lnTo>
                    <a:pt x="0" y="2881"/>
                  </a:lnTo>
                  <a:lnTo>
                    <a:pt x="25" y="2983"/>
                  </a:lnTo>
                  <a:lnTo>
                    <a:pt x="101" y="3084"/>
                  </a:lnTo>
                  <a:lnTo>
                    <a:pt x="202" y="3159"/>
                  </a:lnTo>
                  <a:lnTo>
                    <a:pt x="329" y="3185"/>
                  </a:lnTo>
                  <a:lnTo>
                    <a:pt x="430" y="3159"/>
                  </a:lnTo>
                  <a:lnTo>
                    <a:pt x="531" y="3084"/>
                  </a:lnTo>
                  <a:lnTo>
                    <a:pt x="607" y="2983"/>
                  </a:lnTo>
                  <a:lnTo>
                    <a:pt x="632" y="2881"/>
                  </a:lnTo>
                  <a:lnTo>
                    <a:pt x="632" y="304"/>
                  </a:lnTo>
                  <a:lnTo>
                    <a:pt x="607" y="203"/>
                  </a:lnTo>
                  <a:lnTo>
                    <a:pt x="531" y="102"/>
                  </a:lnTo>
                  <a:lnTo>
                    <a:pt x="430" y="26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60B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43"/>
            <p:cNvSpPr/>
            <p:nvPr/>
          </p:nvSpPr>
          <p:spPr>
            <a:xfrm>
              <a:off x="1743700" y="1546200"/>
              <a:ext cx="63825" cy="159225"/>
            </a:xfrm>
            <a:custGeom>
              <a:avLst/>
              <a:gdLst/>
              <a:ahLst/>
              <a:cxnLst/>
              <a:rect l="l" t="t" r="r" b="b"/>
              <a:pathLst>
                <a:path w="2553" h="6369" extrusionOk="0">
                  <a:moveTo>
                    <a:pt x="0" y="0"/>
                  </a:moveTo>
                  <a:lnTo>
                    <a:pt x="0" y="6091"/>
                  </a:lnTo>
                  <a:lnTo>
                    <a:pt x="25" y="6192"/>
                  </a:lnTo>
                  <a:lnTo>
                    <a:pt x="101" y="6293"/>
                  </a:lnTo>
                  <a:lnTo>
                    <a:pt x="177" y="6344"/>
                  </a:lnTo>
                  <a:lnTo>
                    <a:pt x="303" y="6369"/>
                  </a:lnTo>
                  <a:lnTo>
                    <a:pt x="2275" y="6369"/>
                  </a:lnTo>
                  <a:lnTo>
                    <a:pt x="2401" y="6344"/>
                  </a:lnTo>
                  <a:lnTo>
                    <a:pt x="2477" y="6293"/>
                  </a:lnTo>
                  <a:lnTo>
                    <a:pt x="2553" y="6192"/>
                  </a:lnTo>
                  <a:lnTo>
                    <a:pt x="2553" y="6091"/>
                  </a:lnTo>
                  <a:lnTo>
                    <a:pt x="2553" y="0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43"/>
            <p:cNvSpPr/>
            <p:nvPr/>
          </p:nvSpPr>
          <p:spPr>
            <a:xfrm>
              <a:off x="1768325" y="1570200"/>
              <a:ext cx="15200" cy="135225"/>
            </a:xfrm>
            <a:custGeom>
              <a:avLst/>
              <a:gdLst/>
              <a:ahLst/>
              <a:cxnLst/>
              <a:rect l="l" t="t" r="r" b="b"/>
              <a:pathLst>
                <a:path w="608" h="5409" extrusionOk="0">
                  <a:moveTo>
                    <a:pt x="304" y="1"/>
                  </a:moveTo>
                  <a:lnTo>
                    <a:pt x="178" y="26"/>
                  </a:lnTo>
                  <a:lnTo>
                    <a:pt x="76" y="102"/>
                  </a:lnTo>
                  <a:lnTo>
                    <a:pt x="26" y="178"/>
                  </a:lnTo>
                  <a:lnTo>
                    <a:pt x="1" y="304"/>
                  </a:lnTo>
                  <a:lnTo>
                    <a:pt x="1" y="5409"/>
                  </a:lnTo>
                  <a:lnTo>
                    <a:pt x="607" y="5409"/>
                  </a:lnTo>
                  <a:lnTo>
                    <a:pt x="607" y="304"/>
                  </a:lnTo>
                  <a:lnTo>
                    <a:pt x="582" y="178"/>
                  </a:lnTo>
                  <a:lnTo>
                    <a:pt x="531" y="102"/>
                  </a:lnTo>
                  <a:lnTo>
                    <a:pt x="430" y="26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234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3" name="Google Shape;2703;p43"/>
          <p:cNvGrpSpPr/>
          <p:nvPr/>
        </p:nvGrpSpPr>
        <p:grpSpPr>
          <a:xfrm>
            <a:off x="521680" y="1461865"/>
            <a:ext cx="611648" cy="365223"/>
            <a:chOff x="4504125" y="1762525"/>
            <a:chExt cx="985575" cy="588500"/>
          </a:xfrm>
        </p:grpSpPr>
        <p:sp>
          <p:nvSpPr>
            <p:cNvPr id="2704" name="Google Shape;2704;p43"/>
            <p:cNvSpPr/>
            <p:nvPr/>
          </p:nvSpPr>
          <p:spPr>
            <a:xfrm>
              <a:off x="4691775" y="2150600"/>
              <a:ext cx="87950" cy="105425"/>
            </a:xfrm>
            <a:custGeom>
              <a:avLst/>
              <a:gdLst/>
              <a:ahLst/>
              <a:cxnLst/>
              <a:rect l="l" t="t" r="r" b="b"/>
              <a:pathLst>
                <a:path w="3518" h="4217" extrusionOk="0">
                  <a:moveTo>
                    <a:pt x="1910" y="0"/>
                  </a:moveTo>
                  <a:lnTo>
                    <a:pt x="1" y="4216"/>
                  </a:lnTo>
                  <a:lnTo>
                    <a:pt x="3517" y="1607"/>
                  </a:lnTo>
                  <a:lnTo>
                    <a:pt x="3498" y="1569"/>
                  </a:lnTo>
                  <a:lnTo>
                    <a:pt x="191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43"/>
            <p:cNvSpPr/>
            <p:nvPr/>
          </p:nvSpPr>
          <p:spPr>
            <a:xfrm>
              <a:off x="4504125" y="1762525"/>
              <a:ext cx="985575" cy="310100"/>
            </a:xfrm>
            <a:custGeom>
              <a:avLst/>
              <a:gdLst/>
              <a:ahLst/>
              <a:cxnLst/>
              <a:rect l="l" t="t" r="r" b="b"/>
              <a:pathLst>
                <a:path w="39423" h="12404" extrusionOk="0">
                  <a:moveTo>
                    <a:pt x="39422" y="0"/>
                  </a:moveTo>
                  <a:lnTo>
                    <a:pt x="0" y="4859"/>
                  </a:lnTo>
                  <a:lnTo>
                    <a:pt x="6372" y="12403"/>
                  </a:lnTo>
                  <a:lnTo>
                    <a:pt x="39422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EFEFE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43"/>
            <p:cNvSpPr/>
            <p:nvPr/>
          </p:nvSpPr>
          <p:spPr>
            <a:xfrm>
              <a:off x="4663425" y="1762525"/>
              <a:ext cx="826275" cy="588500"/>
            </a:xfrm>
            <a:custGeom>
              <a:avLst/>
              <a:gdLst/>
              <a:ahLst/>
              <a:cxnLst/>
              <a:rect l="l" t="t" r="r" b="b"/>
              <a:pathLst>
                <a:path w="33051" h="235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4632" y="17092"/>
                  </a:lnTo>
                  <a:lnTo>
                    <a:pt x="10513" y="23540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43"/>
            <p:cNvSpPr/>
            <p:nvPr/>
          </p:nvSpPr>
          <p:spPr>
            <a:xfrm>
              <a:off x="4663425" y="1762525"/>
              <a:ext cx="826275" cy="493500"/>
            </a:xfrm>
            <a:custGeom>
              <a:avLst/>
              <a:gdLst/>
              <a:ahLst/>
              <a:cxnLst/>
              <a:rect l="l" t="t" r="r" b="b"/>
              <a:pathLst>
                <a:path w="33051" h="197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8" name="Google Shape;2708;p43"/>
          <p:cNvGrpSpPr/>
          <p:nvPr/>
        </p:nvGrpSpPr>
        <p:grpSpPr>
          <a:xfrm flipH="1">
            <a:off x="108367" y="4221594"/>
            <a:ext cx="611638" cy="609195"/>
            <a:chOff x="778525" y="3588975"/>
            <a:chExt cx="1073425" cy="1068950"/>
          </a:xfrm>
        </p:grpSpPr>
        <p:sp>
          <p:nvSpPr>
            <p:cNvPr id="2709" name="Google Shape;2709;p43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10" name="Google Shape;2710;p43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2711" name="Google Shape;2711;p43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43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2713;p43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43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2715;p43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43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43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43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43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43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43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43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23" name="Google Shape;2723;p43"/>
          <p:cNvGrpSpPr/>
          <p:nvPr/>
        </p:nvGrpSpPr>
        <p:grpSpPr>
          <a:xfrm>
            <a:off x="8423992" y="4294819"/>
            <a:ext cx="611638" cy="609195"/>
            <a:chOff x="778525" y="3588975"/>
            <a:chExt cx="1073425" cy="1068950"/>
          </a:xfrm>
        </p:grpSpPr>
        <p:sp>
          <p:nvSpPr>
            <p:cNvPr id="2724" name="Google Shape;2724;p43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25" name="Google Shape;2725;p43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2726" name="Google Shape;2726;p43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43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43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43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43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43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43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43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43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43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43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43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38" name="Google Shape;2738;p43"/>
          <p:cNvGrpSpPr/>
          <p:nvPr/>
        </p:nvGrpSpPr>
        <p:grpSpPr>
          <a:xfrm>
            <a:off x="192830" y="1046665"/>
            <a:ext cx="611648" cy="365223"/>
            <a:chOff x="4504125" y="1762525"/>
            <a:chExt cx="985575" cy="588500"/>
          </a:xfrm>
        </p:grpSpPr>
        <p:sp>
          <p:nvSpPr>
            <p:cNvPr id="2739" name="Google Shape;2739;p43"/>
            <p:cNvSpPr/>
            <p:nvPr/>
          </p:nvSpPr>
          <p:spPr>
            <a:xfrm>
              <a:off x="4691775" y="2150600"/>
              <a:ext cx="87950" cy="105425"/>
            </a:xfrm>
            <a:custGeom>
              <a:avLst/>
              <a:gdLst/>
              <a:ahLst/>
              <a:cxnLst/>
              <a:rect l="l" t="t" r="r" b="b"/>
              <a:pathLst>
                <a:path w="3518" h="4217" extrusionOk="0">
                  <a:moveTo>
                    <a:pt x="1910" y="0"/>
                  </a:moveTo>
                  <a:lnTo>
                    <a:pt x="1" y="4216"/>
                  </a:lnTo>
                  <a:lnTo>
                    <a:pt x="3517" y="1607"/>
                  </a:lnTo>
                  <a:lnTo>
                    <a:pt x="3498" y="1569"/>
                  </a:lnTo>
                  <a:lnTo>
                    <a:pt x="191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43"/>
            <p:cNvSpPr/>
            <p:nvPr/>
          </p:nvSpPr>
          <p:spPr>
            <a:xfrm>
              <a:off x="4504125" y="1762525"/>
              <a:ext cx="985575" cy="310100"/>
            </a:xfrm>
            <a:custGeom>
              <a:avLst/>
              <a:gdLst/>
              <a:ahLst/>
              <a:cxnLst/>
              <a:rect l="l" t="t" r="r" b="b"/>
              <a:pathLst>
                <a:path w="39423" h="12404" extrusionOk="0">
                  <a:moveTo>
                    <a:pt x="39422" y="0"/>
                  </a:moveTo>
                  <a:lnTo>
                    <a:pt x="0" y="4859"/>
                  </a:lnTo>
                  <a:lnTo>
                    <a:pt x="6372" y="12403"/>
                  </a:lnTo>
                  <a:lnTo>
                    <a:pt x="39422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EFEFE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43"/>
            <p:cNvSpPr/>
            <p:nvPr/>
          </p:nvSpPr>
          <p:spPr>
            <a:xfrm>
              <a:off x="4663425" y="1762525"/>
              <a:ext cx="826275" cy="588500"/>
            </a:xfrm>
            <a:custGeom>
              <a:avLst/>
              <a:gdLst/>
              <a:ahLst/>
              <a:cxnLst/>
              <a:rect l="l" t="t" r="r" b="b"/>
              <a:pathLst>
                <a:path w="33051" h="235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4632" y="17092"/>
                  </a:lnTo>
                  <a:lnTo>
                    <a:pt x="10513" y="23540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43"/>
            <p:cNvSpPr/>
            <p:nvPr/>
          </p:nvSpPr>
          <p:spPr>
            <a:xfrm>
              <a:off x="4663425" y="1762525"/>
              <a:ext cx="826275" cy="493500"/>
            </a:xfrm>
            <a:custGeom>
              <a:avLst/>
              <a:gdLst/>
              <a:ahLst/>
              <a:cxnLst/>
              <a:rect l="l" t="t" r="r" b="b"/>
              <a:pathLst>
                <a:path w="33051" h="197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3" name="Google Shape;2743;p43"/>
          <p:cNvSpPr/>
          <p:nvPr/>
        </p:nvSpPr>
        <p:spPr>
          <a:xfrm>
            <a:off x="3287250" y="1328081"/>
            <a:ext cx="309445" cy="309445"/>
          </a:xfrm>
          <a:custGeom>
            <a:avLst/>
            <a:gdLst/>
            <a:ahLst/>
            <a:cxnLst/>
            <a:rect l="l" t="t" r="r" b="b"/>
            <a:pathLst>
              <a:path w="25895" h="25895" extrusionOk="0">
                <a:moveTo>
                  <a:pt x="12947" y="0"/>
                </a:moveTo>
                <a:lnTo>
                  <a:pt x="9912" y="9912"/>
                </a:lnTo>
                <a:lnTo>
                  <a:pt x="0" y="12947"/>
                </a:lnTo>
                <a:lnTo>
                  <a:pt x="9912" y="16001"/>
                </a:lnTo>
                <a:lnTo>
                  <a:pt x="12947" y="25894"/>
                </a:lnTo>
                <a:lnTo>
                  <a:pt x="15983" y="16001"/>
                </a:lnTo>
                <a:lnTo>
                  <a:pt x="25894" y="12947"/>
                </a:lnTo>
                <a:lnTo>
                  <a:pt x="15983" y="9912"/>
                </a:lnTo>
                <a:lnTo>
                  <a:pt x="129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6462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" name="Google Shape;3358;p51"/>
          <p:cNvSpPr txBox="1">
            <a:spLocks noGrp="1"/>
          </p:cNvSpPr>
          <p:nvPr>
            <p:ph type="subTitle" idx="1"/>
          </p:nvPr>
        </p:nvSpPr>
        <p:spPr>
          <a:xfrm>
            <a:off x="4004321" y="1228223"/>
            <a:ext cx="4484115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Мышление категориями бизнес-результата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59" name="Google Shape;3359;p51"/>
          <p:cNvSpPr txBox="1">
            <a:spLocks noGrp="1"/>
          </p:cNvSpPr>
          <p:nvPr>
            <p:ph type="title"/>
          </p:nvPr>
        </p:nvSpPr>
        <p:spPr>
          <a:xfrm>
            <a:off x="3920936" y="549719"/>
            <a:ext cx="45675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Трансформация ролей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60" name="Google Shape;3360;p51"/>
          <p:cNvSpPr txBox="1">
            <a:spLocks noGrp="1"/>
          </p:cNvSpPr>
          <p:nvPr>
            <p:ph type="title" idx="2"/>
          </p:nvPr>
        </p:nvSpPr>
        <p:spPr>
          <a:xfrm>
            <a:off x="3920936" y="2051119"/>
            <a:ext cx="45675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по данным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61" name="Google Shape;3361;p51"/>
          <p:cNvSpPr txBox="1">
            <a:spLocks noGrp="1"/>
          </p:cNvSpPr>
          <p:nvPr>
            <p:ph type="subTitle" idx="3"/>
          </p:nvPr>
        </p:nvSpPr>
        <p:spPr>
          <a:xfrm>
            <a:off x="4004321" y="2728158"/>
            <a:ext cx="4484115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Решения на основе метрик, а не мнений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62" name="Google Shape;3362;p51"/>
          <p:cNvSpPr txBox="1">
            <a:spLocks noGrp="1"/>
          </p:cNvSpPr>
          <p:nvPr>
            <p:ph type="title" idx="4"/>
          </p:nvPr>
        </p:nvSpPr>
        <p:spPr>
          <a:xfrm>
            <a:off x="3920936" y="3552518"/>
            <a:ext cx="45675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доставки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63" name="Google Shape;3363;p51"/>
          <p:cNvSpPr txBox="1">
            <a:spLocks noGrp="1"/>
          </p:cNvSpPr>
          <p:nvPr>
            <p:ph type="subTitle" idx="5"/>
          </p:nvPr>
        </p:nvSpPr>
        <p:spPr>
          <a:xfrm>
            <a:off x="4004321" y="4228093"/>
            <a:ext cx="4484115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Фокус на быстрой передаче ценности клиенту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364" name="Google Shape;3364;p51"/>
          <p:cNvGrpSpPr/>
          <p:nvPr/>
        </p:nvGrpSpPr>
        <p:grpSpPr>
          <a:xfrm>
            <a:off x="750752" y="869464"/>
            <a:ext cx="3082920" cy="3404585"/>
            <a:chOff x="693091" y="869458"/>
            <a:chExt cx="3082920" cy="3404585"/>
          </a:xfrm>
        </p:grpSpPr>
        <p:sp>
          <p:nvSpPr>
            <p:cNvPr id="3365" name="Google Shape;3365;p51"/>
            <p:cNvSpPr/>
            <p:nvPr/>
          </p:nvSpPr>
          <p:spPr>
            <a:xfrm>
              <a:off x="1173954" y="4039742"/>
              <a:ext cx="2423400" cy="2343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51"/>
            <p:cNvSpPr/>
            <p:nvPr/>
          </p:nvSpPr>
          <p:spPr>
            <a:xfrm>
              <a:off x="1866863" y="2452382"/>
              <a:ext cx="59873" cy="1398651"/>
            </a:xfrm>
            <a:custGeom>
              <a:avLst/>
              <a:gdLst/>
              <a:ahLst/>
              <a:cxnLst/>
              <a:rect l="l" t="t" r="r" b="b"/>
              <a:pathLst>
                <a:path w="3524" h="82322" extrusionOk="0">
                  <a:moveTo>
                    <a:pt x="1582" y="1"/>
                  </a:moveTo>
                  <a:lnTo>
                    <a:pt x="1415" y="29"/>
                  </a:lnTo>
                  <a:lnTo>
                    <a:pt x="1249" y="84"/>
                  </a:lnTo>
                  <a:lnTo>
                    <a:pt x="1110" y="140"/>
                  </a:lnTo>
                  <a:lnTo>
                    <a:pt x="805" y="306"/>
                  </a:lnTo>
                  <a:lnTo>
                    <a:pt x="555" y="500"/>
                  </a:lnTo>
                  <a:lnTo>
                    <a:pt x="361" y="750"/>
                  </a:lnTo>
                  <a:lnTo>
                    <a:pt x="194" y="1055"/>
                  </a:lnTo>
                  <a:lnTo>
                    <a:pt x="139" y="1194"/>
                  </a:lnTo>
                  <a:lnTo>
                    <a:pt x="83" y="1360"/>
                  </a:lnTo>
                  <a:lnTo>
                    <a:pt x="56" y="1527"/>
                  </a:lnTo>
                  <a:lnTo>
                    <a:pt x="56" y="1721"/>
                  </a:lnTo>
                  <a:lnTo>
                    <a:pt x="56" y="9601"/>
                  </a:lnTo>
                  <a:lnTo>
                    <a:pt x="56" y="28384"/>
                  </a:lnTo>
                  <a:lnTo>
                    <a:pt x="56" y="51219"/>
                  </a:lnTo>
                  <a:lnTo>
                    <a:pt x="56" y="70863"/>
                  </a:lnTo>
                  <a:lnTo>
                    <a:pt x="28" y="75663"/>
                  </a:lnTo>
                  <a:lnTo>
                    <a:pt x="0" y="78076"/>
                  </a:lnTo>
                  <a:lnTo>
                    <a:pt x="56" y="80463"/>
                  </a:lnTo>
                  <a:lnTo>
                    <a:pt x="56" y="80601"/>
                  </a:lnTo>
                  <a:lnTo>
                    <a:pt x="56" y="80768"/>
                  </a:lnTo>
                  <a:lnTo>
                    <a:pt x="83" y="80934"/>
                  </a:lnTo>
                  <a:lnTo>
                    <a:pt x="139" y="81101"/>
                  </a:lnTo>
                  <a:lnTo>
                    <a:pt x="194" y="81267"/>
                  </a:lnTo>
                  <a:lnTo>
                    <a:pt x="361" y="81545"/>
                  </a:lnTo>
                  <a:lnTo>
                    <a:pt x="555" y="81822"/>
                  </a:lnTo>
                  <a:lnTo>
                    <a:pt x="805" y="82016"/>
                  </a:lnTo>
                  <a:lnTo>
                    <a:pt x="1110" y="82183"/>
                  </a:lnTo>
                  <a:lnTo>
                    <a:pt x="1276" y="82238"/>
                  </a:lnTo>
                  <a:lnTo>
                    <a:pt x="1415" y="82294"/>
                  </a:lnTo>
                  <a:lnTo>
                    <a:pt x="1582" y="82321"/>
                  </a:lnTo>
                  <a:lnTo>
                    <a:pt x="1942" y="82321"/>
                  </a:lnTo>
                  <a:lnTo>
                    <a:pt x="2109" y="82294"/>
                  </a:lnTo>
                  <a:lnTo>
                    <a:pt x="2275" y="82238"/>
                  </a:lnTo>
                  <a:lnTo>
                    <a:pt x="2414" y="82183"/>
                  </a:lnTo>
                  <a:lnTo>
                    <a:pt x="2719" y="82016"/>
                  </a:lnTo>
                  <a:lnTo>
                    <a:pt x="2969" y="81822"/>
                  </a:lnTo>
                  <a:lnTo>
                    <a:pt x="3191" y="81572"/>
                  </a:lnTo>
                  <a:lnTo>
                    <a:pt x="3357" y="81267"/>
                  </a:lnTo>
                  <a:lnTo>
                    <a:pt x="3413" y="81101"/>
                  </a:lnTo>
                  <a:lnTo>
                    <a:pt x="3441" y="80934"/>
                  </a:lnTo>
                  <a:lnTo>
                    <a:pt x="3468" y="80768"/>
                  </a:lnTo>
                  <a:lnTo>
                    <a:pt x="3468" y="80601"/>
                  </a:lnTo>
                  <a:lnTo>
                    <a:pt x="3468" y="72722"/>
                  </a:lnTo>
                  <a:lnTo>
                    <a:pt x="3468" y="53938"/>
                  </a:lnTo>
                  <a:lnTo>
                    <a:pt x="3468" y="31104"/>
                  </a:lnTo>
                  <a:lnTo>
                    <a:pt x="3468" y="11432"/>
                  </a:lnTo>
                  <a:lnTo>
                    <a:pt x="3524" y="6632"/>
                  </a:lnTo>
                  <a:lnTo>
                    <a:pt x="3524" y="4246"/>
                  </a:lnTo>
                  <a:lnTo>
                    <a:pt x="3468" y="1832"/>
                  </a:lnTo>
                  <a:lnTo>
                    <a:pt x="3468" y="1721"/>
                  </a:lnTo>
                  <a:lnTo>
                    <a:pt x="3468" y="1527"/>
                  </a:lnTo>
                  <a:lnTo>
                    <a:pt x="3441" y="1360"/>
                  </a:lnTo>
                  <a:lnTo>
                    <a:pt x="3413" y="1222"/>
                  </a:lnTo>
                  <a:lnTo>
                    <a:pt x="3330" y="1055"/>
                  </a:lnTo>
                  <a:lnTo>
                    <a:pt x="3191" y="750"/>
                  </a:lnTo>
                  <a:lnTo>
                    <a:pt x="2969" y="500"/>
                  </a:lnTo>
                  <a:lnTo>
                    <a:pt x="2719" y="306"/>
                  </a:lnTo>
                  <a:lnTo>
                    <a:pt x="2414" y="140"/>
                  </a:lnTo>
                  <a:lnTo>
                    <a:pt x="2275" y="84"/>
                  </a:lnTo>
                  <a:lnTo>
                    <a:pt x="2109" y="29"/>
                  </a:lnTo>
                  <a:lnTo>
                    <a:pt x="1942" y="1"/>
                  </a:lnTo>
                  <a:close/>
                </a:path>
              </a:pathLst>
            </a:custGeom>
            <a:gradFill>
              <a:gsLst>
                <a:gs pos="0">
                  <a:srgbClr val="E4C8BE"/>
                </a:gs>
                <a:gs pos="100000">
                  <a:srgbClr val="B77C68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51"/>
            <p:cNvSpPr/>
            <p:nvPr/>
          </p:nvSpPr>
          <p:spPr>
            <a:xfrm>
              <a:off x="1826307" y="3708657"/>
              <a:ext cx="140966" cy="140966"/>
            </a:xfrm>
            <a:custGeom>
              <a:avLst/>
              <a:gdLst/>
              <a:ahLst/>
              <a:cxnLst/>
              <a:rect l="l" t="t" r="r" b="b"/>
              <a:pathLst>
                <a:path w="8297" h="8297" extrusionOk="0">
                  <a:moveTo>
                    <a:pt x="417" y="0"/>
                  </a:moveTo>
                  <a:lnTo>
                    <a:pt x="251" y="28"/>
                  </a:lnTo>
                  <a:lnTo>
                    <a:pt x="140" y="111"/>
                  </a:lnTo>
                  <a:lnTo>
                    <a:pt x="56" y="250"/>
                  </a:lnTo>
                  <a:lnTo>
                    <a:pt x="1" y="417"/>
                  </a:lnTo>
                  <a:lnTo>
                    <a:pt x="1" y="7880"/>
                  </a:lnTo>
                  <a:lnTo>
                    <a:pt x="56" y="8047"/>
                  </a:lnTo>
                  <a:lnTo>
                    <a:pt x="140" y="8158"/>
                  </a:lnTo>
                  <a:lnTo>
                    <a:pt x="251" y="8241"/>
                  </a:lnTo>
                  <a:lnTo>
                    <a:pt x="417" y="8296"/>
                  </a:lnTo>
                  <a:lnTo>
                    <a:pt x="7881" y="8296"/>
                  </a:lnTo>
                  <a:lnTo>
                    <a:pt x="8047" y="8241"/>
                  </a:lnTo>
                  <a:lnTo>
                    <a:pt x="8186" y="8158"/>
                  </a:lnTo>
                  <a:lnTo>
                    <a:pt x="8269" y="8047"/>
                  </a:lnTo>
                  <a:lnTo>
                    <a:pt x="8297" y="7880"/>
                  </a:lnTo>
                  <a:lnTo>
                    <a:pt x="8297" y="417"/>
                  </a:lnTo>
                  <a:lnTo>
                    <a:pt x="8269" y="250"/>
                  </a:lnTo>
                  <a:lnTo>
                    <a:pt x="8186" y="111"/>
                  </a:lnTo>
                  <a:lnTo>
                    <a:pt x="8047" y="28"/>
                  </a:lnTo>
                  <a:lnTo>
                    <a:pt x="7881" y="0"/>
                  </a:lnTo>
                  <a:close/>
                </a:path>
              </a:pathLst>
            </a:custGeom>
            <a:gradFill>
              <a:gsLst>
                <a:gs pos="0">
                  <a:srgbClr val="E4C8BE"/>
                </a:gs>
                <a:gs pos="100000">
                  <a:srgbClr val="B77C68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51"/>
            <p:cNvSpPr/>
            <p:nvPr/>
          </p:nvSpPr>
          <p:spPr>
            <a:xfrm>
              <a:off x="1877227" y="3801983"/>
              <a:ext cx="41507" cy="375258"/>
            </a:xfrm>
            <a:custGeom>
              <a:avLst/>
              <a:gdLst/>
              <a:ahLst/>
              <a:cxnLst/>
              <a:rect l="l" t="t" r="r" b="b"/>
              <a:pathLst>
                <a:path w="2443" h="22087" extrusionOk="0">
                  <a:moveTo>
                    <a:pt x="999" y="1"/>
                  </a:moveTo>
                  <a:lnTo>
                    <a:pt x="777" y="56"/>
                  </a:lnTo>
                  <a:lnTo>
                    <a:pt x="555" y="167"/>
                  </a:lnTo>
                  <a:lnTo>
                    <a:pt x="361" y="278"/>
                  </a:lnTo>
                  <a:lnTo>
                    <a:pt x="222" y="445"/>
                  </a:lnTo>
                  <a:lnTo>
                    <a:pt x="84" y="667"/>
                  </a:lnTo>
                  <a:lnTo>
                    <a:pt x="28" y="889"/>
                  </a:lnTo>
                  <a:lnTo>
                    <a:pt x="0" y="1166"/>
                  </a:lnTo>
                  <a:lnTo>
                    <a:pt x="0" y="18479"/>
                  </a:lnTo>
                  <a:lnTo>
                    <a:pt x="0" y="20921"/>
                  </a:lnTo>
                  <a:lnTo>
                    <a:pt x="28" y="21198"/>
                  </a:lnTo>
                  <a:lnTo>
                    <a:pt x="84" y="21420"/>
                  </a:lnTo>
                  <a:lnTo>
                    <a:pt x="222" y="21642"/>
                  </a:lnTo>
                  <a:lnTo>
                    <a:pt x="361" y="21809"/>
                  </a:lnTo>
                  <a:lnTo>
                    <a:pt x="555" y="21920"/>
                  </a:lnTo>
                  <a:lnTo>
                    <a:pt x="777" y="22031"/>
                  </a:lnTo>
                  <a:lnTo>
                    <a:pt x="999" y="22086"/>
                  </a:lnTo>
                  <a:lnTo>
                    <a:pt x="1443" y="22086"/>
                  </a:lnTo>
                  <a:lnTo>
                    <a:pt x="1665" y="22031"/>
                  </a:lnTo>
                  <a:lnTo>
                    <a:pt x="1859" y="21920"/>
                  </a:lnTo>
                  <a:lnTo>
                    <a:pt x="2054" y="21809"/>
                  </a:lnTo>
                  <a:lnTo>
                    <a:pt x="2220" y="21642"/>
                  </a:lnTo>
                  <a:lnTo>
                    <a:pt x="2331" y="21420"/>
                  </a:lnTo>
                  <a:lnTo>
                    <a:pt x="2414" y="21198"/>
                  </a:lnTo>
                  <a:lnTo>
                    <a:pt x="2442" y="20921"/>
                  </a:lnTo>
                  <a:lnTo>
                    <a:pt x="2442" y="3608"/>
                  </a:lnTo>
                  <a:lnTo>
                    <a:pt x="2442" y="1166"/>
                  </a:lnTo>
                  <a:lnTo>
                    <a:pt x="2414" y="889"/>
                  </a:lnTo>
                  <a:lnTo>
                    <a:pt x="2331" y="667"/>
                  </a:lnTo>
                  <a:lnTo>
                    <a:pt x="2220" y="445"/>
                  </a:lnTo>
                  <a:lnTo>
                    <a:pt x="2054" y="278"/>
                  </a:lnTo>
                  <a:lnTo>
                    <a:pt x="1859" y="167"/>
                  </a:lnTo>
                  <a:lnTo>
                    <a:pt x="1665" y="56"/>
                  </a:lnTo>
                  <a:lnTo>
                    <a:pt x="1443" y="1"/>
                  </a:lnTo>
                  <a:close/>
                </a:path>
              </a:pathLst>
            </a:custGeom>
            <a:gradFill>
              <a:gsLst>
                <a:gs pos="0">
                  <a:srgbClr val="E4C8BE"/>
                </a:gs>
                <a:gs pos="100000">
                  <a:srgbClr val="B77C68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51"/>
            <p:cNvSpPr/>
            <p:nvPr/>
          </p:nvSpPr>
          <p:spPr>
            <a:xfrm>
              <a:off x="1462399" y="3812839"/>
              <a:ext cx="444543" cy="364860"/>
            </a:xfrm>
            <a:custGeom>
              <a:avLst/>
              <a:gdLst/>
              <a:ahLst/>
              <a:cxnLst/>
              <a:rect l="l" t="t" r="r" b="b"/>
              <a:pathLst>
                <a:path w="26165" h="21475" extrusionOk="0">
                  <a:moveTo>
                    <a:pt x="24944" y="0"/>
                  </a:moveTo>
                  <a:lnTo>
                    <a:pt x="24722" y="28"/>
                  </a:lnTo>
                  <a:lnTo>
                    <a:pt x="24472" y="111"/>
                  </a:lnTo>
                  <a:lnTo>
                    <a:pt x="24278" y="222"/>
                  </a:lnTo>
                  <a:lnTo>
                    <a:pt x="24056" y="361"/>
                  </a:lnTo>
                  <a:lnTo>
                    <a:pt x="16010" y="6825"/>
                  </a:lnTo>
                  <a:lnTo>
                    <a:pt x="3274" y="17036"/>
                  </a:lnTo>
                  <a:lnTo>
                    <a:pt x="333" y="19394"/>
                  </a:lnTo>
                  <a:lnTo>
                    <a:pt x="250" y="19477"/>
                  </a:lnTo>
                  <a:lnTo>
                    <a:pt x="167" y="19588"/>
                  </a:lnTo>
                  <a:lnTo>
                    <a:pt x="56" y="19783"/>
                  </a:lnTo>
                  <a:lnTo>
                    <a:pt x="1" y="20032"/>
                  </a:lnTo>
                  <a:lnTo>
                    <a:pt x="1" y="20254"/>
                  </a:lnTo>
                  <a:lnTo>
                    <a:pt x="28" y="20504"/>
                  </a:lnTo>
                  <a:lnTo>
                    <a:pt x="84" y="20754"/>
                  </a:lnTo>
                  <a:lnTo>
                    <a:pt x="195" y="20948"/>
                  </a:lnTo>
                  <a:lnTo>
                    <a:pt x="333" y="21142"/>
                  </a:lnTo>
                  <a:lnTo>
                    <a:pt x="555" y="21309"/>
                  </a:lnTo>
                  <a:lnTo>
                    <a:pt x="750" y="21420"/>
                  </a:lnTo>
                  <a:lnTo>
                    <a:pt x="972" y="21475"/>
                  </a:lnTo>
                  <a:lnTo>
                    <a:pt x="1194" y="21475"/>
                  </a:lnTo>
                  <a:lnTo>
                    <a:pt x="1443" y="21447"/>
                  </a:lnTo>
                  <a:lnTo>
                    <a:pt x="1665" y="21392"/>
                  </a:lnTo>
                  <a:lnTo>
                    <a:pt x="1887" y="21281"/>
                  </a:lnTo>
                  <a:lnTo>
                    <a:pt x="2081" y="21142"/>
                  </a:lnTo>
                  <a:lnTo>
                    <a:pt x="10128" y="14650"/>
                  </a:lnTo>
                  <a:lnTo>
                    <a:pt x="22863" y="4439"/>
                  </a:lnTo>
                  <a:lnTo>
                    <a:pt x="25804" y="2081"/>
                  </a:lnTo>
                  <a:lnTo>
                    <a:pt x="25887" y="1998"/>
                  </a:lnTo>
                  <a:lnTo>
                    <a:pt x="25970" y="1915"/>
                  </a:lnTo>
                  <a:lnTo>
                    <a:pt x="26081" y="1693"/>
                  </a:lnTo>
                  <a:lnTo>
                    <a:pt x="26137" y="1471"/>
                  </a:lnTo>
                  <a:lnTo>
                    <a:pt x="26164" y="1221"/>
                  </a:lnTo>
                  <a:lnTo>
                    <a:pt x="26137" y="971"/>
                  </a:lnTo>
                  <a:lnTo>
                    <a:pt x="26053" y="749"/>
                  </a:lnTo>
                  <a:lnTo>
                    <a:pt x="25942" y="527"/>
                  </a:lnTo>
                  <a:lnTo>
                    <a:pt x="25804" y="361"/>
                  </a:lnTo>
                  <a:lnTo>
                    <a:pt x="25610" y="194"/>
                  </a:lnTo>
                  <a:lnTo>
                    <a:pt x="25388" y="83"/>
                  </a:lnTo>
                  <a:lnTo>
                    <a:pt x="25166" y="28"/>
                  </a:lnTo>
                  <a:lnTo>
                    <a:pt x="24944" y="0"/>
                  </a:lnTo>
                  <a:close/>
                </a:path>
              </a:pathLst>
            </a:custGeom>
            <a:gradFill>
              <a:gsLst>
                <a:gs pos="0">
                  <a:srgbClr val="E4C8BE"/>
                </a:gs>
                <a:gs pos="100000">
                  <a:srgbClr val="B77C68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51"/>
            <p:cNvSpPr/>
            <p:nvPr/>
          </p:nvSpPr>
          <p:spPr>
            <a:xfrm>
              <a:off x="1887132" y="3812839"/>
              <a:ext cx="444543" cy="364860"/>
            </a:xfrm>
            <a:custGeom>
              <a:avLst/>
              <a:gdLst/>
              <a:ahLst/>
              <a:cxnLst/>
              <a:rect l="l" t="t" r="r" b="b"/>
              <a:pathLst>
                <a:path w="26165" h="21475" extrusionOk="0">
                  <a:moveTo>
                    <a:pt x="1193" y="0"/>
                  </a:moveTo>
                  <a:lnTo>
                    <a:pt x="971" y="28"/>
                  </a:lnTo>
                  <a:lnTo>
                    <a:pt x="749" y="83"/>
                  </a:lnTo>
                  <a:lnTo>
                    <a:pt x="527" y="194"/>
                  </a:lnTo>
                  <a:lnTo>
                    <a:pt x="333" y="361"/>
                  </a:lnTo>
                  <a:lnTo>
                    <a:pt x="194" y="527"/>
                  </a:lnTo>
                  <a:lnTo>
                    <a:pt x="83" y="749"/>
                  </a:lnTo>
                  <a:lnTo>
                    <a:pt x="28" y="971"/>
                  </a:lnTo>
                  <a:lnTo>
                    <a:pt x="0" y="1221"/>
                  </a:lnTo>
                  <a:lnTo>
                    <a:pt x="0" y="1471"/>
                  </a:lnTo>
                  <a:lnTo>
                    <a:pt x="56" y="1693"/>
                  </a:lnTo>
                  <a:lnTo>
                    <a:pt x="167" y="1915"/>
                  </a:lnTo>
                  <a:lnTo>
                    <a:pt x="250" y="1998"/>
                  </a:lnTo>
                  <a:lnTo>
                    <a:pt x="333" y="2081"/>
                  </a:lnTo>
                  <a:lnTo>
                    <a:pt x="8407" y="8546"/>
                  </a:lnTo>
                  <a:lnTo>
                    <a:pt x="21142" y="18784"/>
                  </a:lnTo>
                  <a:lnTo>
                    <a:pt x="24055" y="21142"/>
                  </a:lnTo>
                  <a:lnTo>
                    <a:pt x="24277" y="21281"/>
                  </a:lnTo>
                  <a:lnTo>
                    <a:pt x="24472" y="21392"/>
                  </a:lnTo>
                  <a:lnTo>
                    <a:pt x="24721" y="21447"/>
                  </a:lnTo>
                  <a:lnTo>
                    <a:pt x="24943" y="21475"/>
                  </a:lnTo>
                  <a:lnTo>
                    <a:pt x="25165" y="21475"/>
                  </a:lnTo>
                  <a:lnTo>
                    <a:pt x="25387" y="21420"/>
                  </a:lnTo>
                  <a:lnTo>
                    <a:pt x="25609" y="21309"/>
                  </a:lnTo>
                  <a:lnTo>
                    <a:pt x="25803" y="21142"/>
                  </a:lnTo>
                  <a:lnTo>
                    <a:pt x="25942" y="20948"/>
                  </a:lnTo>
                  <a:lnTo>
                    <a:pt x="26053" y="20754"/>
                  </a:lnTo>
                  <a:lnTo>
                    <a:pt x="26136" y="20504"/>
                  </a:lnTo>
                  <a:lnTo>
                    <a:pt x="26164" y="20254"/>
                  </a:lnTo>
                  <a:lnTo>
                    <a:pt x="26136" y="20032"/>
                  </a:lnTo>
                  <a:lnTo>
                    <a:pt x="26081" y="19783"/>
                  </a:lnTo>
                  <a:lnTo>
                    <a:pt x="25970" y="19588"/>
                  </a:lnTo>
                  <a:lnTo>
                    <a:pt x="25887" y="19477"/>
                  </a:lnTo>
                  <a:lnTo>
                    <a:pt x="25803" y="19394"/>
                  </a:lnTo>
                  <a:lnTo>
                    <a:pt x="17729" y="12929"/>
                  </a:lnTo>
                  <a:lnTo>
                    <a:pt x="5022" y="2719"/>
                  </a:lnTo>
                  <a:lnTo>
                    <a:pt x="2081" y="361"/>
                  </a:lnTo>
                  <a:lnTo>
                    <a:pt x="1887" y="222"/>
                  </a:lnTo>
                  <a:lnTo>
                    <a:pt x="1665" y="111"/>
                  </a:lnTo>
                  <a:lnTo>
                    <a:pt x="1443" y="28"/>
                  </a:lnTo>
                  <a:lnTo>
                    <a:pt x="1193" y="0"/>
                  </a:lnTo>
                  <a:close/>
                </a:path>
              </a:pathLst>
            </a:custGeom>
            <a:gradFill>
              <a:gsLst>
                <a:gs pos="0">
                  <a:srgbClr val="E4C8BE"/>
                </a:gs>
                <a:gs pos="100000">
                  <a:srgbClr val="B77C68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51"/>
            <p:cNvSpPr/>
            <p:nvPr/>
          </p:nvSpPr>
          <p:spPr>
            <a:xfrm>
              <a:off x="698732" y="875098"/>
              <a:ext cx="2396592" cy="1813954"/>
            </a:xfrm>
            <a:custGeom>
              <a:avLst/>
              <a:gdLst/>
              <a:ahLst/>
              <a:cxnLst/>
              <a:rect l="l" t="t" r="r" b="b"/>
              <a:pathLst>
                <a:path w="141059" h="106766" extrusionOk="0">
                  <a:moveTo>
                    <a:pt x="1" y="1"/>
                  </a:moveTo>
                  <a:lnTo>
                    <a:pt x="1" y="106765"/>
                  </a:lnTo>
                  <a:lnTo>
                    <a:pt x="141059" y="106765"/>
                  </a:lnTo>
                  <a:lnTo>
                    <a:pt x="141059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51"/>
            <p:cNvSpPr/>
            <p:nvPr/>
          </p:nvSpPr>
          <p:spPr>
            <a:xfrm>
              <a:off x="693091" y="869458"/>
              <a:ext cx="2407891" cy="1825253"/>
            </a:xfrm>
            <a:custGeom>
              <a:avLst/>
              <a:gdLst/>
              <a:ahLst/>
              <a:cxnLst/>
              <a:rect l="l" t="t" r="r" b="b"/>
              <a:pathLst>
                <a:path w="141724" h="107431" extrusionOk="0">
                  <a:moveTo>
                    <a:pt x="139254" y="638"/>
                  </a:moveTo>
                  <a:lnTo>
                    <a:pt x="140198" y="666"/>
                  </a:lnTo>
                  <a:lnTo>
                    <a:pt x="140669" y="666"/>
                  </a:lnTo>
                  <a:lnTo>
                    <a:pt x="141085" y="641"/>
                  </a:lnTo>
                  <a:lnTo>
                    <a:pt x="141085" y="641"/>
                  </a:lnTo>
                  <a:lnTo>
                    <a:pt x="141085" y="3191"/>
                  </a:lnTo>
                  <a:lnTo>
                    <a:pt x="141085" y="10959"/>
                  </a:lnTo>
                  <a:lnTo>
                    <a:pt x="141085" y="22418"/>
                  </a:lnTo>
                  <a:lnTo>
                    <a:pt x="141085" y="36457"/>
                  </a:lnTo>
                  <a:lnTo>
                    <a:pt x="141085" y="51801"/>
                  </a:lnTo>
                  <a:lnTo>
                    <a:pt x="141085" y="67338"/>
                  </a:lnTo>
                  <a:lnTo>
                    <a:pt x="141085" y="81738"/>
                  </a:lnTo>
                  <a:lnTo>
                    <a:pt x="141085" y="93974"/>
                  </a:lnTo>
                  <a:lnTo>
                    <a:pt x="141085" y="102769"/>
                  </a:lnTo>
                  <a:lnTo>
                    <a:pt x="141058" y="104850"/>
                  </a:lnTo>
                  <a:lnTo>
                    <a:pt x="141058" y="105876"/>
                  </a:lnTo>
                  <a:lnTo>
                    <a:pt x="141082" y="106792"/>
                  </a:lnTo>
                  <a:lnTo>
                    <a:pt x="2442" y="106792"/>
                  </a:lnTo>
                  <a:lnTo>
                    <a:pt x="1498" y="106764"/>
                  </a:lnTo>
                  <a:lnTo>
                    <a:pt x="1027" y="106764"/>
                  </a:lnTo>
                  <a:lnTo>
                    <a:pt x="638" y="106787"/>
                  </a:lnTo>
                  <a:lnTo>
                    <a:pt x="638" y="106787"/>
                  </a:lnTo>
                  <a:lnTo>
                    <a:pt x="638" y="104239"/>
                  </a:lnTo>
                  <a:lnTo>
                    <a:pt x="638" y="96471"/>
                  </a:lnTo>
                  <a:lnTo>
                    <a:pt x="638" y="85012"/>
                  </a:lnTo>
                  <a:lnTo>
                    <a:pt x="638" y="71000"/>
                  </a:lnTo>
                  <a:lnTo>
                    <a:pt x="638" y="55629"/>
                  </a:lnTo>
                  <a:lnTo>
                    <a:pt x="638" y="40092"/>
                  </a:lnTo>
                  <a:lnTo>
                    <a:pt x="638" y="25692"/>
                  </a:lnTo>
                  <a:lnTo>
                    <a:pt x="638" y="13457"/>
                  </a:lnTo>
                  <a:lnTo>
                    <a:pt x="638" y="4661"/>
                  </a:lnTo>
                  <a:lnTo>
                    <a:pt x="638" y="1942"/>
                  </a:lnTo>
                  <a:lnTo>
                    <a:pt x="666" y="1221"/>
                  </a:lnTo>
                  <a:lnTo>
                    <a:pt x="666" y="860"/>
                  </a:lnTo>
                  <a:lnTo>
                    <a:pt x="649" y="638"/>
                  </a:lnTo>
                  <a:close/>
                  <a:moveTo>
                    <a:pt x="3302" y="0"/>
                  </a:moveTo>
                  <a:lnTo>
                    <a:pt x="555" y="28"/>
                  </a:lnTo>
                  <a:lnTo>
                    <a:pt x="333" y="28"/>
                  </a:lnTo>
                  <a:lnTo>
                    <a:pt x="194" y="55"/>
                  </a:lnTo>
                  <a:lnTo>
                    <a:pt x="111" y="111"/>
                  </a:lnTo>
                  <a:lnTo>
                    <a:pt x="28" y="222"/>
                  </a:lnTo>
                  <a:lnTo>
                    <a:pt x="28" y="333"/>
                  </a:lnTo>
                  <a:lnTo>
                    <a:pt x="28" y="3191"/>
                  </a:lnTo>
                  <a:lnTo>
                    <a:pt x="28" y="10959"/>
                  </a:lnTo>
                  <a:lnTo>
                    <a:pt x="28" y="22418"/>
                  </a:lnTo>
                  <a:lnTo>
                    <a:pt x="28" y="36457"/>
                  </a:lnTo>
                  <a:lnTo>
                    <a:pt x="28" y="51801"/>
                  </a:lnTo>
                  <a:lnTo>
                    <a:pt x="28" y="67338"/>
                  </a:lnTo>
                  <a:lnTo>
                    <a:pt x="28" y="81738"/>
                  </a:lnTo>
                  <a:lnTo>
                    <a:pt x="28" y="93974"/>
                  </a:lnTo>
                  <a:lnTo>
                    <a:pt x="28" y="102769"/>
                  </a:lnTo>
                  <a:lnTo>
                    <a:pt x="0" y="104850"/>
                  </a:lnTo>
                  <a:lnTo>
                    <a:pt x="0" y="105876"/>
                  </a:lnTo>
                  <a:lnTo>
                    <a:pt x="28" y="106931"/>
                  </a:lnTo>
                  <a:lnTo>
                    <a:pt x="28" y="107097"/>
                  </a:lnTo>
                  <a:lnTo>
                    <a:pt x="28" y="107208"/>
                  </a:lnTo>
                  <a:lnTo>
                    <a:pt x="111" y="107319"/>
                  </a:lnTo>
                  <a:lnTo>
                    <a:pt x="194" y="107375"/>
                  </a:lnTo>
                  <a:lnTo>
                    <a:pt x="333" y="107402"/>
                  </a:lnTo>
                  <a:lnTo>
                    <a:pt x="135647" y="107402"/>
                  </a:lnTo>
                  <a:lnTo>
                    <a:pt x="138394" y="107430"/>
                  </a:lnTo>
                  <a:lnTo>
                    <a:pt x="141141" y="107402"/>
                  </a:lnTo>
                  <a:lnTo>
                    <a:pt x="141391" y="107402"/>
                  </a:lnTo>
                  <a:lnTo>
                    <a:pt x="141502" y="107375"/>
                  </a:lnTo>
                  <a:lnTo>
                    <a:pt x="141613" y="107319"/>
                  </a:lnTo>
                  <a:lnTo>
                    <a:pt x="141640" y="107264"/>
                  </a:lnTo>
                  <a:lnTo>
                    <a:pt x="141640" y="107264"/>
                  </a:lnTo>
                  <a:lnTo>
                    <a:pt x="141668" y="107236"/>
                  </a:lnTo>
                  <a:lnTo>
                    <a:pt x="141696" y="107097"/>
                  </a:lnTo>
                  <a:lnTo>
                    <a:pt x="141696" y="104239"/>
                  </a:lnTo>
                  <a:lnTo>
                    <a:pt x="141696" y="96471"/>
                  </a:lnTo>
                  <a:lnTo>
                    <a:pt x="141696" y="85012"/>
                  </a:lnTo>
                  <a:lnTo>
                    <a:pt x="141696" y="71000"/>
                  </a:lnTo>
                  <a:lnTo>
                    <a:pt x="141696" y="55629"/>
                  </a:lnTo>
                  <a:lnTo>
                    <a:pt x="141696" y="40092"/>
                  </a:lnTo>
                  <a:lnTo>
                    <a:pt x="141696" y="25692"/>
                  </a:lnTo>
                  <a:lnTo>
                    <a:pt x="141696" y="13457"/>
                  </a:lnTo>
                  <a:lnTo>
                    <a:pt x="141696" y="4661"/>
                  </a:lnTo>
                  <a:lnTo>
                    <a:pt x="141696" y="2580"/>
                  </a:lnTo>
                  <a:lnTo>
                    <a:pt x="141724" y="1554"/>
                  </a:lnTo>
                  <a:lnTo>
                    <a:pt x="141696" y="499"/>
                  </a:lnTo>
                  <a:lnTo>
                    <a:pt x="141696" y="333"/>
                  </a:lnTo>
                  <a:lnTo>
                    <a:pt x="141668" y="222"/>
                  </a:lnTo>
                  <a:lnTo>
                    <a:pt x="141585" y="111"/>
                  </a:lnTo>
                  <a:lnTo>
                    <a:pt x="141502" y="55"/>
                  </a:lnTo>
                  <a:lnTo>
                    <a:pt x="141391" y="28"/>
                  </a:lnTo>
                  <a:lnTo>
                    <a:pt x="6049" y="28"/>
                  </a:lnTo>
                  <a:lnTo>
                    <a:pt x="33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51"/>
            <p:cNvSpPr/>
            <p:nvPr/>
          </p:nvSpPr>
          <p:spPr>
            <a:xfrm>
              <a:off x="1233764" y="1240910"/>
              <a:ext cx="8512" cy="1120983"/>
            </a:xfrm>
            <a:custGeom>
              <a:avLst/>
              <a:gdLst/>
              <a:ahLst/>
              <a:cxnLst/>
              <a:rect l="l" t="t" r="r" b="b"/>
              <a:pathLst>
                <a:path w="501" h="65979" extrusionOk="0">
                  <a:moveTo>
                    <a:pt x="1" y="0"/>
                  </a:moveTo>
                  <a:lnTo>
                    <a:pt x="1" y="65979"/>
                  </a:lnTo>
                  <a:lnTo>
                    <a:pt x="500" y="65979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51"/>
            <p:cNvSpPr/>
            <p:nvPr/>
          </p:nvSpPr>
          <p:spPr>
            <a:xfrm>
              <a:off x="1563285" y="1240910"/>
              <a:ext cx="8495" cy="1120983"/>
            </a:xfrm>
            <a:custGeom>
              <a:avLst/>
              <a:gdLst/>
              <a:ahLst/>
              <a:cxnLst/>
              <a:rect l="l" t="t" r="r" b="b"/>
              <a:pathLst>
                <a:path w="500" h="65979" extrusionOk="0">
                  <a:moveTo>
                    <a:pt x="0" y="0"/>
                  </a:moveTo>
                  <a:lnTo>
                    <a:pt x="0" y="65979"/>
                  </a:lnTo>
                  <a:lnTo>
                    <a:pt x="499" y="65979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51"/>
            <p:cNvSpPr/>
            <p:nvPr/>
          </p:nvSpPr>
          <p:spPr>
            <a:xfrm>
              <a:off x="1892789" y="1240910"/>
              <a:ext cx="8019" cy="1120983"/>
            </a:xfrm>
            <a:custGeom>
              <a:avLst/>
              <a:gdLst/>
              <a:ahLst/>
              <a:cxnLst/>
              <a:rect l="l" t="t" r="r" b="b"/>
              <a:pathLst>
                <a:path w="472" h="65979" extrusionOk="0">
                  <a:moveTo>
                    <a:pt x="0" y="0"/>
                  </a:moveTo>
                  <a:lnTo>
                    <a:pt x="0" y="65979"/>
                  </a:lnTo>
                  <a:lnTo>
                    <a:pt x="472" y="65979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51"/>
            <p:cNvSpPr/>
            <p:nvPr/>
          </p:nvSpPr>
          <p:spPr>
            <a:xfrm>
              <a:off x="2222293" y="1240910"/>
              <a:ext cx="8019" cy="1120983"/>
            </a:xfrm>
            <a:custGeom>
              <a:avLst/>
              <a:gdLst/>
              <a:ahLst/>
              <a:cxnLst/>
              <a:rect l="l" t="t" r="r" b="b"/>
              <a:pathLst>
                <a:path w="472" h="65979" extrusionOk="0">
                  <a:moveTo>
                    <a:pt x="0" y="0"/>
                  </a:moveTo>
                  <a:lnTo>
                    <a:pt x="0" y="65979"/>
                  </a:lnTo>
                  <a:lnTo>
                    <a:pt x="472" y="65979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51"/>
            <p:cNvSpPr/>
            <p:nvPr/>
          </p:nvSpPr>
          <p:spPr>
            <a:xfrm>
              <a:off x="2551322" y="1240910"/>
              <a:ext cx="8495" cy="1120983"/>
            </a:xfrm>
            <a:custGeom>
              <a:avLst/>
              <a:gdLst/>
              <a:ahLst/>
              <a:cxnLst/>
              <a:rect l="l" t="t" r="r" b="b"/>
              <a:pathLst>
                <a:path w="500" h="65979" extrusionOk="0">
                  <a:moveTo>
                    <a:pt x="0" y="0"/>
                  </a:moveTo>
                  <a:lnTo>
                    <a:pt x="0" y="65979"/>
                  </a:lnTo>
                  <a:lnTo>
                    <a:pt x="500" y="65979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51"/>
            <p:cNvSpPr/>
            <p:nvPr/>
          </p:nvSpPr>
          <p:spPr>
            <a:xfrm>
              <a:off x="945274" y="1550145"/>
              <a:ext cx="1903050" cy="8019"/>
            </a:xfrm>
            <a:custGeom>
              <a:avLst/>
              <a:gdLst/>
              <a:ahLst/>
              <a:cxnLst/>
              <a:rect l="l" t="t" r="r" b="b"/>
              <a:pathLst>
                <a:path w="112010" h="472" extrusionOk="0">
                  <a:moveTo>
                    <a:pt x="1" y="0"/>
                  </a:moveTo>
                  <a:lnTo>
                    <a:pt x="1" y="472"/>
                  </a:lnTo>
                  <a:lnTo>
                    <a:pt x="112009" y="472"/>
                  </a:lnTo>
                  <a:lnTo>
                    <a:pt x="11200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51"/>
            <p:cNvSpPr/>
            <p:nvPr/>
          </p:nvSpPr>
          <p:spPr>
            <a:xfrm>
              <a:off x="945274" y="1385155"/>
              <a:ext cx="1903050" cy="8495"/>
            </a:xfrm>
            <a:custGeom>
              <a:avLst/>
              <a:gdLst/>
              <a:ahLst/>
              <a:cxnLst/>
              <a:rect l="l" t="t" r="r" b="b"/>
              <a:pathLst>
                <a:path w="112010" h="500" extrusionOk="0">
                  <a:moveTo>
                    <a:pt x="1" y="0"/>
                  </a:moveTo>
                  <a:lnTo>
                    <a:pt x="1" y="500"/>
                  </a:lnTo>
                  <a:lnTo>
                    <a:pt x="112009" y="500"/>
                  </a:lnTo>
                  <a:lnTo>
                    <a:pt x="11200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51"/>
            <p:cNvSpPr/>
            <p:nvPr/>
          </p:nvSpPr>
          <p:spPr>
            <a:xfrm>
              <a:off x="945274" y="1714659"/>
              <a:ext cx="1903050" cy="8495"/>
            </a:xfrm>
            <a:custGeom>
              <a:avLst/>
              <a:gdLst/>
              <a:ahLst/>
              <a:cxnLst/>
              <a:rect l="l" t="t" r="r" b="b"/>
              <a:pathLst>
                <a:path w="112010" h="500" extrusionOk="0">
                  <a:moveTo>
                    <a:pt x="1" y="0"/>
                  </a:moveTo>
                  <a:lnTo>
                    <a:pt x="1" y="500"/>
                  </a:lnTo>
                  <a:lnTo>
                    <a:pt x="112009" y="500"/>
                  </a:lnTo>
                  <a:lnTo>
                    <a:pt x="11200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51"/>
            <p:cNvSpPr/>
            <p:nvPr/>
          </p:nvSpPr>
          <p:spPr>
            <a:xfrm>
              <a:off x="945274" y="1879649"/>
              <a:ext cx="1903050" cy="8019"/>
            </a:xfrm>
            <a:custGeom>
              <a:avLst/>
              <a:gdLst/>
              <a:ahLst/>
              <a:cxnLst/>
              <a:rect l="l" t="t" r="r" b="b"/>
              <a:pathLst>
                <a:path w="112010" h="472" extrusionOk="0">
                  <a:moveTo>
                    <a:pt x="1" y="0"/>
                  </a:moveTo>
                  <a:lnTo>
                    <a:pt x="1" y="472"/>
                  </a:lnTo>
                  <a:lnTo>
                    <a:pt x="112009" y="472"/>
                  </a:lnTo>
                  <a:lnTo>
                    <a:pt x="11200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51"/>
            <p:cNvSpPr/>
            <p:nvPr/>
          </p:nvSpPr>
          <p:spPr>
            <a:xfrm>
              <a:off x="945274" y="2044163"/>
              <a:ext cx="1903050" cy="8495"/>
            </a:xfrm>
            <a:custGeom>
              <a:avLst/>
              <a:gdLst/>
              <a:ahLst/>
              <a:cxnLst/>
              <a:rect l="l" t="t" r="r" b="b"/>
              <a:pathLst>
                <a:path w="112010" h="500" extrusionOk="0">
                  <a:moveTo>
                    <a:pt x="1" y="0"/>
                  </a:moveTo>
                  <a:lnTo>
                    <a:pt x="1" y="500"/>
                  </a:lnTo>
                  <a:lnTo>
                    <a:pt x="112009" y="500"/>
                  </a:lnTo>
                  <a:lnTo>
                    <a:pt x="11200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51"/>
            <p:cNvSpPr/>
            <p:nvPr/>
          </p:nvSpPr>
          <p:spPr>
            <a:xfrm>
              <a:off x="945274" y="2209153"/>
              <a:ext cx="1903050" cy="8495"/>
            </a:xfrm>
            <a:custGeom>
              <a:avLst/>
              <a:gdLst/>
              <a:ahLst/>
              <a:cxnLst/>
              <a:rect l="l" t="t" r="r" b="b"/>
              <a:pathLst>
                <a:path w="112010" h="500" extrusionOk="0">
                  <a:moveTo>
                    <a:pt x="1" y="0"/>
                  </a:moveTo>
                  <a:lnTo>
                    <a:pt x="1" y="500"/>
                  </a:lnTo>
                  <a:lnTo>
                    <a:pt x="112009" y="500"/>
                  </a:lnTo>
                  <a:lnTo>
                    <a:pt x="11200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51"/>
            <p:cNvSpPr/>
            <p:nvPr/>
          </p:nvSpPr>
          <p:spPr>
            <a:xfrm>
              <a:off x="941502" y="1236662"/>
              <a:ext cx="1911052" cy="1129002"/>
            </a:xfrm>
            <a:custGeom>
              <a:avLst/>
              <a:gdLst/>
              <a:ahLst/>
              <a:cxnLst/>
              <a:rect l="l" t="t" r="r" b="b"/>
              <a:pathLst>
                <a:path w="112481" h="66451" extrusionOk="0">
                  <a:moveTo>
                    <a:pt x="111981" y="500"/>
                  </a:moveTo>
                  <a:lnTo>
                    <a:pt x="111981" y="65979"/>
                  </a:lnTo>
                  <a:lnTo>
                    <a:pt x="473" y="65979"/>
                  </a:lnTo>
                  <a:lnTo>
                    <a:pt x="473" y="500"/>
                  </a:lnTo>
                  <a:close/>
                  <a:moveTo>
                    <a:pt x="1" y="1"/>
                  </a:moveTo>
                  <a:lnTo>
                    <a:pt x="1" y="66451"/>
                  </a:lnTo>
                  <a:lnTo>
                    <a:pt x="112481" y="66451"/>
                  </a:lnTo>
                  <a:lnTo>
                    <a:pt x="112481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51"/>
            <p:cNvSpPr/>
            <p:nvPr/>
          </p:nvSpPr>
          <p:spPr>
            <a:xfrm>
              <a:off x="945274" y="2423635"/>
              <a:ext cx="1512722" cy="49985"/>
            </a:xfrm>
            <a:custGeom>
              <a:avLst/>
              <a:gdLst/>
              <a:ahLst/>
              <a:cxnLst/>
              <a:rect l="l" t="t" r="r" b="b"/>
              <a:pathLst>
                <a:path w="89036" h="2942" extrusionOk="0">
                  <a:moveTo>
                    <a:pt x="1471" y="0"/>
                  </a:moveTo>
                  <a:lnTo>
                    <a:pt x="1194" y="28"/>
                  </a:lnTo>
                  <a:lnTo>
                    <a:pt x="916" y="111"/>
                  </a:lnTo>
                  <a:lnTo>
                    <a:pt x="667" y="250"/>
                  </a:lnTo>
                  <a:lnTo>
                    <a:pt x="445" y="444"/>
                  </a:lnTo>
                  <a:lnTo>
                    <a:pt x="251" y="666"/>
                  </a:lnTo>
                  <a:lnTo>
                    <a:pt x="140" y="916"/>
                  </a:lnTo>
                  <a:lnTo>
                    <a:pt x="29" y="1194"/>
                  </a:lnTo>
                  <a:lnTo>
                    <a:pt x="1" y="1471"/>
                  </a:lnTo>
                  <a:lnTo>
                    <a:pt x="29" y="1776"/>
                  </a:lnTo>
                  <a:lnTo>
                    <a:pt x="140" y="2054"/>
                  </a:lnTo>
                  <a:lnTo>
                    <a:pt x="251" y="2303"/>
                  </a:lnTo>
                  <a:lnTo>
                    <a:pt x="445" y="2525"/>
                  </a:lnTo>
                  <a:lnTo>
                    <a:pt x="667" y="2692"/>
                  </a:lnTo>
                  <a:lnTo>
                    <a:pt x="916" y="2831"/>
                  </a:lnTo>
                  <a:lnTo>
                    <a:pt x="1194" y="2914"/>
                  </a:lnTo>
                  <a:lnTo>
                    <a:pt x="1471" y="2941"/>
                  </a:lnTo>
                  <a:lnTo>
                    <a:pt x="87565" y="2941"/>
                  </a:lnTo>
                  <a:lnTo>
                    <a:pt x="87843" y="2914"/>
                  </a:lnTo>
                  <a:lnTo>
                    <a:pt x="88120" y="2831"/>
                  </a:lnTo>
                  <a:lnTo>
                    <a:pt x="88370" y="2692"/>
                  </a:lnTo>
                  <a:lnTo>
                    <a:pt x="88592" y="2525"/>
                  </a:lnTo>
                  <a:lnTo>
                    <a:pt x="88786" y="2303"/>
                  </a:lnTo>
                  <a:lnTo>
                    <a:pt x="88925" y="2054"/>
                  </a:lnTo>
                  <a:lnTo>
                    <a:pt x="89008" y="1776"/>
                  </a:lnTo>
                  <a:lnTo>
                    <a:pt x="89036" y="1471"/>
                  </a:lnTo>
                  <a:lnTo>
                    <a:pt x="89008" y="1194"/>
                  </a:lnTo>
                  <a:lnTo>
                    <a:pt x="88925" y="916"/>
                  </a:lnTo>
                  <a:lnTo>
                    <a:pt x="88786" y="666"/>
                  </a:lnTo>
                  <a:lnTo>
                    <a:pt x="88592" y="444"/>
                  </a:lnTo>
                  <a:lnTo>
                    <a:pt x="88370" y="250"/>
                  </a:lnTo>
                  <a:lnTo>
                    <a:pt x="88120" y="111"/>
                  </a:lnTo>
                  <a:lnTo>
                    <a:pt x="87843" y="28"/>
                  </a:lnTo>
                  <a:lnTo>
                    <a:pt x="87565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51"/>
            <p:cNvSpPr/>
            <p:nvPr/>
          </p:nvSpPr>
          <p:spPr>
            <a:xfrm>
              <a:off x="945274" y="2516502"/>
              <a:ext cx="1193123" cy="28305"/>
            </a:xfrm>
            <a:custGeom>
              <a:avLst/>
              <a:gdLst/>
              <a:ahLst/>
              <a:cxnLst/>
              <a:rect l="l" t="t" r="r" b="b"/>
              <a:pathLst>
                <a:path w="70225" h="1666" extrusionOk="0">
                  <a:moveTo>
                    <a:pt x="833" y="0"/>
                  </a:moveTo>
                  <a:lnTo>
                    <a:pt x="667" y="28"/>
                  </a:lnTo>
                  <a:lnTo>
                    <a:pt x="528" y="56"/>
                  </a:lnTo>
                  <a:lnTo>
                    <a:pt x="389" y="139"/>
                  </a:lnTo>
                  <a:lnTo>
                    <a:pt x="251" y="250"/>
                  </a:lnTo>
                  <a:lnTo>
                    <a:pt x="140" y="361"/>
                  </a:lnTo>
                  <a:lnTo>
                    <a:pt x="84" y="500"/>
                  </a:lnTo>
                  <a:lnTo>
                    <a:pt x="29" y="666"/>
                  </a:lnTo>
                  <a:lnTo>
                    <a:pt x="1" y="833"/>
                  </a:lnTo>
                  <a:lnTo>
                    <a:pt x="29" y="999"/>
                  </a:lnTo>
                  <a:lnTo>
                    <a:pt x="84" y="1166"/>
                  </a:lnTo>
                  <a:lnTo>
                    <a:pt x="140" y="1304"/>
                  </a:lnTo>
                  <a:lnTo>
                    <a:pt x="251" y="1415"/>
                  </a:lnTo>
                  <a:lnTo>
                    <a:pt x="389" y="1526"/>
                  </a:lnTo>
                  <a:lnTo>
                    <a:pt x="528" y="1610"/>
                  </a:lnTo>
                  <a:lnTo>
                    <a:pt x="667" y="1637"/>
                  </a:lnTo>
                  <a:lnTo>
                    <a:pt x="833" y="1665"/>
                  </a:lnTo>
                  <a:lnTo>
                    <a:pt x="69392" y="1665"/>
                  </a:lnTo>
                  <a:lnTo>
                    <a:pt x="69559" y="1637"/>
                  </a:lnTo>
                  <a:lnTo>
                    <a:pt x="69725" y="1610"/>
                  </a:lnTo>
                  <a:lnTo>
                    <a:pt x="69864" y="1526"/>
                  </a:lnTo>
                  <a:lnTo>
                    <a:pt x="69975" y="1415"/>
                  </a:lnTo>
                  <a:lnTo>
                    <a:pt x="70086" y="1304"/>
                  </a:lnTo>
                  <a:lnTo>
                    <a:pt x="70169" y="1166"/>
                  </a:lnTo>
                  <a:lnTo>
                    <a:pt x="70224" y="999"/>
                  </a:lnTo>
                  <a:lnTo>
                    <a:pt x="70224" y="833"/>
                  </a:lnTo>
                  <a:lnTo>
                    <a:pt x="70224" y="666"/>
                  </a:lnTo>
                  <a:lnTo>
                    <a:pt x="70169" y="500"/>
                  </a:lnTo>
                  <a:lnTo>
                    <a:pt x="70086" y="361"/>
                  </a:lnTo>
                  <a:lnTo>
                    <a:pt x="69975" y="250"/>
                  </a:lnTo>
                  <a:lnTo>
                    <a:pt x="69864" y="139"/>
                  </a:lnTo>
                  <a:lnTo>
                    <a:pt x="69725" y="56"/>
                  </a:lnTo>
                  <a:lnTo>
                    <a:pt x="69559" y="28"/>
                  </a:lnTo>
                  <a:lnTo>
                    <a:pt x="69392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51"/>
            <p:cNvSpPr/>
            <p:nvPr/>
          </p:nvSpPr>
          <p:spPr>
            <a:xfrm>
              <a:off x="1058410" y="1114572"/>
              <a:ext cx="1193123" cy="28305"/>
            </a:xfrm>
            <a:custGeom>
              <a:avLst/>
              <a:gdLst/>
              <a:ahLst/>
              <a:cxnLst/>
              <a:rect l="l" t="t" r="r" b="b"/>
              <a:pathLst>
                <a:path w="70225" h="1666" extrusionOk="0">
                  <a:moveTo>
                    <a:pt x="833" y="1"/>
                  </a:moveTo>
                  <a:lnTo>
                    <a:pt x="667" y="28"/>
                  </a:lnTo>
                  <a:lnTo>
                    <a:pt x="500" y="84"/>
                  </a:lnTo>
                  <a:lnTo>
                    <a:pt x="361" y="167"/>
                  </a:lnTo>
                  <a:lnTo>
                    <a:pt x="250" y="250"/>
                  </a:lnTo>
                  <a:lnTo>
                    <a:pt x="139" y="389"/>
                  </a:lnTo>
                  <a:lnTo>
                    <a:pt x="56" y="528"/>
                  </a:lnTo>
                  <a:lnTo>
                    <a:pt x="28" y="666"/>
                  </a:lnTo>
                  <a:lnTo>
                    <a:pt x="1" y="833"/>
                  </a:lnTo>
                  <a:lnTo>
                    <a:pt x="28" y="999"/>
                  </a:lnTo>
                  <a:lnTo>
                    <a:pt x="56" y="1166"/>
                  </a:lnTo>
                  <a:lnTo>
                    <a:pt x="139" y="1305"/>
                  </a:lnTo>
                  <a:lnTo>
                    <a:pt x="250" y="1443"/>
                  </a:lnTo>
                  <a:lnTo>
                    <a:pt x="361" y="1527"/>
                  </a:lnTo>
                  <a:lnTo>
                    <a:pt x="500" y="1610"/>
                  </a:lnTo>
                  <a:lnTo>
                    <a:pt x="667" y="1665"/>
                  </a:lnTo>
                  <a:lnTo>
                    <a:pt x="69558" y="1665"/>
                  </a:lnTo>
                  <a:lnTo>
                    <a:pt x="69697" y="1610"/>
                  </a:lnTo>
                  <a:lnTo>
                    <a:pt x="69864" y="1527"/>
                  </a:lnTo>
                  <a:lnTo>
                    <a:pt x="69975" y="1443"/>
                  </a:lnTo>
                  <a:lnTo>
                    <a:pt x="70086" y="1305"/>
                  </a:lnTo>
                  <a:lnTo>
                    <a:pt x="70141" y="1166"/>
                  </a:lnTo>
                  <a:lnTo>
                    <a:pt x="70197" y="999"/>
                  </a:lnTo>
                  <a:lnTo>
                    <a:pt x="70224" y="833"/>
                  </a:lnTo>
                  <a:lnTo>
                    <a:pt x="70197" y="666"/>
                  </a:lnTo>
                  <a:lnTo>
                    <a:pt x="70141" y="528"/>
                  </a:lnTo>
                  <a:lnTo>
                    <a:pt x="70086" y="389"/>
                  </a:lnTo>
                  <a:lnTo>
                    <a:pt x="69975" y="250"/>
                  </a:lnTo>
                  <a:lnTo>
                    <a:pt x="69864" y="167"/>
                  </a:lnTo>
                  <a:lnTo>
                    <a:pt x="69697" y="84"/>
                  </a:lnTo>
                  <a:lnTo>
                    <a:pt x="69558" y="28"/>
                  </a:lnTo>
                  <a:lnTo>
                    <a:pt x="6939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51"/>
            <p:cNvSpPr/>
            <p:nvPr/>
          </p:nvSpPr>
          <p:spPr>
            <a:xfrm>
              <a:off x="1960189" y="1786782"/>
              <a:ext cx="225338" cy="570881"/>
            </a:xfrm>
            <a:custGeom>
              <a:avLst/>
              <a:gdLst/>
              <a:ahLst/>
              <a:cxnLst/>
              <a:rect l="l" t="t" r="r" b="b"/>
              <a:pathLst>
                <a:path w="13263" h="33601" extrusionOk="0">
                  <a:moveTo>
                    <a:pt x="1" y="0"/>
                  </a:moveTo>
                  <a:lnTo>
                    <a:pt x="1" y="33600"/>
                  </a:lnTo>
                  <a:lnTo>
                    <a:pt x="13263" y="33600"/>
                  </a:lnTo>
                  <a:lnTo>
                    <a:pt x="13263" y="0"/>
                  </a:lnTo>
                  <a:close/>
                </a:path>
              </a:pathLst>
            </a:custGeom>
            <a:gradFill>
              <a:gsLst>
                <a:gs pos="0">
                  <a:srgbClr val="FFF0B9"/>
                </a:gs>
                <a:gs pos="100000">
                  <a:srgbClr val="F9D03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51"/>
            <p:cNvSpPr/>
            <p:nvPr/>
          </p:nvSpPr>
          <p:spPr>
            <a:xfrm>
              <a:off x="1630685" y="1940932"/>
              <a:ext cx="225338" cy="422847"/>
            </a:xfrm>
            <a:custGeom>
              <a:avLst/>
              <a:gdLst/>
              <a:ahLst/>
              <a:cxnLst/>
              <a:rect l="l" t="t" r="r" b="b"/>
              <a:pathLst>
                <a:path w="13263" h="24888" extrusionOk="0">
                  <a:moveTo>
                    <a:pt x="1" y="0"/>
                  </a:moveTo>
                  <a:lnTo>
                    <a:pt x="1" y="24888"/>
                  </a:lnTo>
                  <a:lnTo>
                    <a:pt x="13263" y="24888"/>
                  </a:lnTo>
                  <a:lnTo>
                    <a:pt x="13263" y="0"/>
                  </a:lnTo>
                  <a:close/>
                </a:path>
              </a:pathLst>
            </a:custGeom>
            <a:gradFill>
              <a:gsLst>
                <a:gs pos="0">
                  <a:srgbClr val="61B065"/>
                </a:gs>
                <a:gs pos="100000">
                  <a:srgbClr val="345A3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51"/>
            <p:cNvSpPr/>
            <p:nvPr/>
          </p:nvSpPr>
          <p:spPr>
            <a:xfrm>
              <a:off x="1297885" y="2110152"/>
              <a:ext cx="224863" cy="253627"/>
            </a:xfrm>
            <a:custGeom>
              <a:avLst/>
              <a:gdLst/>
              <a:ahLst/>
              <a:cxnLst/>
              <a:rect l="l" t="t" r="r" b="b"/>
              <a:pathLst>
                <a:path w="13235" h="14928" extrusionOk="0">
                  <a:moveTo>
                    <a:pt x="0" y="1"/>
                  </a:moveTo>
                  <a:lnTo>
                    <a:pt x="0" y="14928"/>
                  </a:lnTo>
                  <a:lnTo>
                    <a:pt x="13235" y="14928"/>
                  </a:lnTo>
                  <a:lnTo>
                    <a:pt x="13235" y="1"/>
                  </a:lnTo>
                  <a:close/>
                </a:path>
              </a:pathLst>
            </a:custGeom>
            <a:gradFill>
              <a:gsLst>
                <a:gs pos="0">
                  <a:srgbClr val="36D5E6"/>
                </a:gs>
                <a:gs pos="100000">
                  <a:srgbClr val="17788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51"/>
            <p:cNvSpPr/>
            <p:nvPr/>
          </p:nvSpPr>
          <p:spPr>
            <a:xfrm>
              <a:off x="2276492" y="1633583"/>
              <a:ext cx="225355" cy="724080"/>
            </a:xfrm>
            <a:custGeom>
              <a:avLst/>
              <a:gdLst/>
              <a:ahLst/>
              <a:cxnLst/>
              <a:rect l="l" t="t" r="r" b="b"/>
              <a:pathLst>
                <a:path w="13264" h="42618" extrusionOk="0">
                  <a:moveTo>
                    <a:pt x="1" y="0"/>
                  </a:moveTo>
                  <a:lnTo>
                    <a:pt x="1" y="42617"/>
                  </a:lnTo>
                  <a:lnTo>
                    <a:pt x="13263" y="42617"/>
                  </a:lnTo>
                  <a:lnTo>
                    <a:pt x="13263" y="0"/>
                  </a:lnTo>
                  <a:close/>
                </a:path>
              </a:pathLst>
            </a:custGeom>
            <a:gradFill>
              <a:gsLst>
                <a:gs pos="0">
                  <a:srgbClr val="34629B"/>
                </a:gs>
                <a:gs pos="100000">
                  <a:srgbClr val="16243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51"/>
            <p:cNvSpPr/>
            <p:nvPr/>
          </p:nvSpPr>
          <p:spPr>
            <a:xfrm>
              <a:off x="1099424" y="1147567"/>
              <a:ext cx="1391107" cy="923474"/>
            </a:xfrm>
            <a:custGeom>
              <a:avLst/>
              <a:gdLst/>
              <a:ahLst/>
              <a:cxnLst/>
              <a:rect l="l" t="t" r="r" b="b"/>
              <a:pathLst>
                <a:path w="81878" h="54354" extrusionOk="0">
                  <a:moveTo>
                    <a:pt x="80823" y="1"/>
                  </a:moveTo>
                  <a:lnTo>
                    <a:pt x="80656" y="56"/>
                  </a:lnTo>
                  <a:lnTo>
                    <a:pt x="80490" y="139"/>
                  </a:lnTo>
                  <a:lnTo>
                    <a:pt x="80351" y="306"/>
                  </a:lnTo>
                  <a:lnTo>
                    <a:pt x="72860" y="9018"/>
                  </a:lnTo>
                  <a:lnTo>
                    <a:pt x="72018" y="9989"/>
                  </a:lnTo>
                  <a:lnTo>
                    <a:pt x="57378" y="9989"/>
                  </a:lnTo>
                  <a:lnTo>
                    <a:pt x="57101" y="10017"/>
                  </a:lnTo>
                  <a:lnTo>
                    <a:pt x="56962" y="10045"/>
                  </a:lnTo>
                  <a:lnTo>
                    <a:pt x="56823" y="10072"/>
                  </a:lnTo>
                  <a:lnTo>
                    <a:pt x="56684" y="10156"/>
                  </a:lnTo>
                  <a:lnTo>
                    <a:pt x="56546" y="10267"/>
                  </a:lnTo>
                  <a:lnTo>
                    <a:pt x="56241" y="10544"/>
                  </a:lnTo>
                  <a:lnTo>
                    <a:pt x="55908" y="10849"/>
                  </a:lnTo>
                  <a:lnTo>
                    <a:pt x="55325" y="11487"/>
                  </a:lnTo>
                  <a:lnTo>
                    <a:pt x="52384" y="14484"/>
                  </a:lnTo>
                  <a:lnTo>
                    <a:pt x="44393" y="22558"/>
                  </a:lnTo>
                  <a:lnTo>
                    <a:pt x="39646" y="27358"/>
                  </a:lnTo>
                  <a:lnTo>
                    <a:pt x="29300" y="27358"/>
                  </a:lnTo>
                  <a:lnTo>
                    <a:pt x="27080" y="27330"/>
                  </a:lnTo>
                  <a:lnTo>
                    <a:pt x="25998" y="27330"/>
                  </a:lnTo>
                  <a:lnTo>
                    <a:pt x="24888" y="27358"/>
                  </a:lnTo>
                  <a:lnTo>
                    <a:pt x="24638" y="27413"/>
                  </a:lnTo>
                  <a:lnTo>
                    <a:pt x="24417" y="27496"/>
                  </a:lnTo>
                  <a:lnTo>
                    <a:pt x="24195" y="27635"/>
                  </a:lnTo>
                  <a:lnTo>
                    <a:pt x="23973" y="27802"/>
                  </a:lnTo>
                  <a:lnTo>
                    <a:pt x="23612" y="28218"/>
                  </a:lnTo>
                  <a:lnTo>
                    <a:pt x="23279" y="28606"/>
                  </a:lnTo>
                  <a:lnTo>
                    <a:pt x="15760" y="36486"/>
                  </a:lnTo>
                  <a:lnTo>
                    <a:pt x="5966" y="46779"/>
                  </a:lnTo>
                  <a:lnTo>
                    <a:pt x="3136" y="49720"/>
                  </a:lnTo>
                  <a:lnTo>
                    <a:pt x="1721" y="51191"/>
                  </a:lnTo>
                  <a:lnTo>
                    <a:pt x="334" y="52689"/>
                  </a:lnTo>
                  <a:lnTo>
                    <a:pt x="250" y="52772"/>
                  </a:lnTo>
                  <a:lnTo>
                    <a:pt x="139" y="52939"/>
                  </a:lnTo>
                  <a:lnTo>
                    <a:pt x="56" y="53105"/>
                  </a:lnTo>
                  <a:lnTo>
                    <a:pt x="1" y="53300"/>
                  </a:lnTo>
                  <a:lnTo>
                    <a:pt x="1" y="53466"/>
                  </a:lnTo>
                  <a:lnTo>
                    <a:pt x="28" y="53633"/>
                  </a:lnTo>
                  <a:lnTo>
                    <a:pt x="84" y="53799"/>
                  </a:lnTo>
                  <a:lnTo>
                    <a:pt x="195" y="53938"/>
                  </a:lnTo>
                  <a:lnTo>
                    <a:pt x="306" y="54076"/>
                  </a:lnTo>
                  <a:lnTo>
                    <a:pt x="417" y="54187"/>
                  </a:lnTo>
                  <a:lnTo>
                    <a:pt x="583" y="54271"/>
                  </a:lnTo>
                  <a:lnTo>
                    <a:pt x="722" y="54326"/>
                  </a:lnTo>
                  <a:lnTo>
                    <a:pt x="888" y="54354"/>
                  </a:lnTo>
                  <a:lnTo>
                    <a:pt x="1055" y="54354"/>
                  </a:lnTo>
                  <a:lnTo>
                    <a:pt x="1221" y="54298"/>
                  </a:lnTo>
                  <a:lnTo>
                    <a:pt x="1388" y="54215"/>
                  </a:lnTo>
                  <a:lnTo>
                    <a:pt x="1554" y="54076"/>
                  </a:lnTo>
                  <a:lnTo>
                    <a:pt x="9656" y="45559"/>
                  </a:lnTo>
                  <a:lnTo>
                    <a:pt x="22558" y="32019"/>
                  </a:lnTo>
                  <a:lnTo>
                    <a:pt x="25235" y="29189"/>
                  </a:lnTo>
                  <a:lnTo>
                    <a:pt x="40148" y="29189"/>
                  </a:lnTo>
                  <a:lnTo>
                    <a:pt x="40287" y="29161"/>
                  </a:lnTo>
                  <a:lnTo>
                    <a:pt x="40426" y="29106"/>
                  </a:lnTo>
                  <a:lnTo>
                    <a:pt x="40537" y="29022"/>
                  </a:lnTo>
                  <a:lnTo>
                    <a:pt x="40675" y="28939"/>
                  </a:lnTo>
                  <a:lnTo>
                    <a:pt x="41008" y="28634"/>
                  </a:lnTo>
                  <a:lnTo>
                    <a:pt x="41313" y="28329"/>
                  </a:lnTo>
                  <a:lnTo>
                    <a:pt x="41924" y="27691"/>
                  </a:lnTo>
                  <a:lnTo>
                    <a:pt x="44865" y="24694"/>
                  </a:lnTo>
                  <a:lnTo>
                    <a:pt x="52828" y="16648"/>
                  </a:lnTo>
                  <a:lnTo>
                    <a:pt x="57577" y="11820"/>
                  </a:lnTo>
                  <a:lnTo>
                    <a:pt x="72111" y="11820"/>
                  </a:lnTo>
                  <a:lnTo>
                    <a:pt x="72472" y="11793"/>
                  </a:lnTo>
                  <a:lnTo>
                    <a:pt x="72638" y="11765"/>
                  </a:lnTo>
                  <a:lnTo>
                    <a:pt x="72777" y="11709"/>
                  </a:lnTo>
                  <a:lnTo>
                    <a:pt x="72916" y="11626"/>
                  </a:lnTo>
                  <a:lnTo>
                    <a:pt x="73054" y="11543"/>
                  </a:lnTo>
                  <a:lnTo>
                    <a:pt x="73193" y="11432"/>
                  </a:lnTo>
                  <a:lnTo>
                    <a:pt x="73304" y="11293"/>
                  </a:lnTo>
                  <a:lnTo>
                    <a:pt x="77660" y="6243"/>
                  </a:lnTo>
                  <a:lnTo>
                    <a:pt x="81655" y="1582"/>
                  </a:lnTo>
                  <a:lnTo>
                    <a:pt x="81766" y="1416"/>
                  </a:lnTo>
                  <a:lnTo>
                    <a:pt x="81850" y="1249"/>
                  </a:lnTo>
                  <a:lnTo>
                    <a:pt x="81877" y="1055"/>
                  </a:lnTo>
                  <a:lnTo>
                    <a:pt x="81877" y="889"/>
                  </a:lnTo>
                  <a:lnTo>
                    <a:pt x="81850" y="722"/>
                  </a:lnTo>
                  <a:lnTo>
                    <a:pt x="81794" y="556"/>
                  </a:lnTo>
                  <a:lnTo>
                    <a:pt x="81683" y="417"/>
                  </a:lnTo>
                  <a:lnTo>
                    <a:pt x="81572" y="278"/>
                  </a:lnTo>
                  <a:lnTo>
                    <a:pt x="81461" y="167"/>
                  </a:lnTo>
                  <a:lnTo>
                    <a:pt x="81295" y="84"/>
                  </a:lnTo>
                  <a:lnTo>
                    <a:pt x="81156" y="29"/>
                  </a:lnTo>
                  <a:lnTo>
                    <a:pt x="80989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51"/>
            <p:cNvSpPr/>
            <p:nvPr/>
          </p:nvSpPr>
          <p:spPr>
            <a:xfrm>
              <a:off x="2340612" y="1107505"/>
              <a:ext cx="178667" cy="190934"/>
            </a:xfrm>
            <a:custGeom>
              <a:avLst/>
              <a:gdLst/>
              <a:ahLst/>
              <a:cxnLst/>
              <a:rect l="l" t="t" r="r" b="b"/>
              <a:pathLst>
                <a:path w="10516" h="11238" extrusionOk="0">
                  <a:moveTo>
                    <a:pt x="10238" y="0"/>
                  </a:moveTo>
                  <a:lnTo>
                    <a:pt x="139" y="4190"/>
                  </a:lnTo>
                  <a:lnTo>
                    <a:pt x="28" y="4245"/>
                  </a:lnTo>
                  <a:lnTo>
                    <a:pt x="0" y="4356"/>
                  </a:lnTo>
                  <a:lnTo>
                    <a:pt x="0" y="4440"/>
                  </a:lnTo>
                  <a:lnTo>
                    <a:pt x="83" y="4551"/>
                  </a:lnTo>
                  <a:lnTo>
                    <a:pt x="8740" y="11210"/>
                  </a:lnTo>
                  <a:lnTo>
                    <a:pt x="8851" y="11237"/>
                  </a:lnTo>
                  <a:lnTo>
                    <a:pt x="8962" y="11237"/>
                  </a:lnTo>
                  <a:lnTo>
                    <a:pt x="9045" y="11182"/>
                  </a:lnTo>
                  <a:lnTo>
                    <a:pt x="9073" y="11071"/>
                  </a:lnTo>
                  <a:lnTo>
                    <a:pt x="10516" y="222"/>
                  </a:lnTo>
                  <a:lnTo>
                    <a:pt x="10516" y="111"/>
                  </a:lnTo>
                  <a:lnTo>
                    <a:pt x="10433" y="28"/>
                  </a:lnTo>
                  <a:lnTo>
                    <a:pt x="10349" y="0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51"/>
            <p:cNvSpPr/>
            <p:nvPr/>
          </p:nvSpPr>
          <p:spPr>
            <a:xfrm>
              <a:off x="2579134" y="3641716"/>
              <a:ext cx="211678" cy="288507"/>
            </a:xfrm>
            <a:custGeom>
              <a:avLst/>
              <a:gdLst/>
              <a:ahLst/>
              <a:cxnLst/>
              <a:rect l="l" t="t" r="r" b="b"/>
              <a:pathLst>
                <a:path w="12459" h="16981" extrusionOk="0">
                  <a:moveTo>
                    <a:pt x="4551" y="1"/>
                  </a:moveTo>
                  <a:lnTo>
                    <a:pt x="0" y="13651"/>
                  </a:lnTo>
                  <a:lnTo>
                    <a:pt x="7797" y="16981"/>
                  </a:lnTo>
                  <a:lnTo>
                    <a:pt x="12458" y="3025"/>
                  </a:lnTo>
                  <a:lnTo>
                    <a:pt x="4551" y="1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51"/>
            <p:cNvSpPr/>
            <p:nvPr/>
          </p:nvSpPr>
          <p:spPr>
            <a:xfrm>
              <a:off x="2228886" y="3844882"/>
              <a:ext cx="526095" cy="323863"/>
            </a:xfrm>
            <a:custGeom>
              <a:avLst/>
              <a:gdLst/>
              <a:ahLst/>
              <a:cxnLst/>
              <a:rect l="l" t="t" r="r" b="b"/>
              <a:pathLst>
                <a:path w="30965" h="19062" extrusionOk="0">
                  <a:moveTo>
                    <a:pt x="18285" y="1"/>
                  </a:moveTo>
                  <a:lnTo>
                    <a:pt x="15899" y="5994"/>
                  </a:lnTo>
                  <a:lnTo>
                    <a:pt x="1" y="10433"/>
                  </a:lnTo>
                  <a:lnTo>
                    <a:pt x="26442" y="19062"/>
                  </a:lnTo>
                  <a:lnTo>
                    <a:pt x="30964" y="3219"/>
                  </a:lnTo>
                  <a:lnTo>
                    <a:pt x="18285" y="1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51"/>
            <p:cNvSpPr/>
            <p:nvPr/>
          </p:nvSpPr>
          <p:spPr>
            <a:xfrm>
              <a:off x="2397647" y="3952837"/>
              <a:ext cx="7085" cy="70729"/>
            </a:xfrm>
            <a:custGeom>
              <a:avLst/>
              <a:gdLst/>
              <a:ahLst/>
              <a:cxnLst/>
              <a:rect l="l" t="t" r="r" b="b"/>
              <a:pathLst>
                <a:path w="417" h="4163" extrusionOk="0">
                  <a:moveTo>
                    <a:pt x="0" y="0"/>
                  </a:moveTo>
                  <a:lnTo>
                    <a:pt x="417" y="4162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51"/>
            <p:cNvSpPr/>
            <p:nvPr/>
          </p:nvSpPr>
          <p:spPr>
            <a:xfrm>
              <a:off x="2397647" y="3952837"/>
              <a:ext cx="7085" cy="70729"/>
            </a:xfrm>
            <a:custGeom>
              <a:avLst/>
              <a:gdLst/>
              <a:ahLst/>
              <a:cxnLst/>
              <a:rect l="l" t="t" r="r" b="b"/>
              <a:pathLst>
                <a:path w="417" h="4163" fill="none" extrusionOk="0">
                  <a:moveTo>
                    <a:pt x="0" y="0"/>
                  </a:moveTo>
                  <a:lnTo>
                    <a:pt x="417" y="416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51"/>
            <p:cNvSpPr/>
            <p:nvPr/>
          </p:nvSpPr>
          <p:spPr>
            <a:xfrm>
              <a:off x="2394351" y="3949999"/>
              <a:ext cx="13677" cy="76387"/>
            </a:xfrm>
            <a:custGeom>
              <a:avLst/>
              <a:gdLst/>
              <a:ahLst/>
              <a:cxnLst/>
              <a:rect l="l" t="t" r="r" b="b"/>
              <a:pathLst>
                <a:path w="805" h="4496" extrusionOk="0">
                  <a:moveTo>
                    <a:pt x="83" y="1"/>
                  </a:moveTo>
                  <a:lnTo>
                    <a:pt x="28" y="29"/>
                  </a:lnTo>
                  <a:lnTo>
                    <a:pt x="0" y="84"/>
                  </a:lnTo>
                  <a:lnTo>
                    <a:pt x="0" y="167"/>
                  </a:lnTo>
                  <a:lnTo>
                    <a:pt x="389" y="3802"/>
                  </a:lnTo>
                  <a:lnTo>
                    <a:pt x="444" y="4329"/>
                  </a:lnTo>
                  <a:lnTo>
                    <a:pt x="472" y="4413"/>
                  </a:lnTo>
                  <a:lnTo>
                    <a:pt x="500" y="4468"/>
                  </a:lnTo>
                  <a:lnTo>
                    <a:pt x="583" y="4496"/>
                  </a:lnTo>
                  <a:lnTo>
                    <a:pt x="722" y="4496"/>
                  </a:lnTo>
                  <a:lnTo>
                    <a:pt x="777" y="4468"/>
                  </a:lnTo>
                  <a:lnTo>
                    <a:pt x="805" y="4413"/>
                  </a:lnTo>
                  <a:lnTo>
                    <a:pt x="805" y="4329"/>
                  </a:lnTo>
                  <a:lnTo>
                    <a:pt x="416" y="695"/>
                  </a:lnTo>
                  <a:lnTo>
                    <a:pt x="361" y="167"/>
                  </a:lnTo>
                  <a:lnTo>
                    <a:pt x="333" y="84"/>
                  </a:lnTo>
                  <a:lnTo>
                    <a:pt x="305" y="29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728F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51"/>
            <p:cNvSpPr/>
            <p:nvPr/>
          </p:nvSpPr>
          <p:spPr>
            <a:xfrm>
              <a:off x="2446205" y="3943883"/>
              <a:ext cx="7561" cy="70729"/>
            </a:xfrm>
            <a:custGeom>
              <a:avLst/>
              <a:gdLst/>
              <a:ahLst/>
              <a:cxnLst/>
              <a:rect l="l" t="t" r="r" b="b"/>
              <a:pathLst>
                <a:path w="445" h="4163" extrusionOk="0">
                  <a:moveTo>
                    <a:pt x="0" y="0"/>
                  </a:moveTo>
                  <a:lnTo>
                    <a:pt x="444" y="4162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51"/>
            <p:cNvSpPr/>
            <p:nvPr/>
          </p:nvSpPr>
          <p:spPr>
            <a:xfrm>
              <a:off x="2446205" y="3943883"/>
              <a:ext cx="7561" cy="70729"/>
            </a:xfrm>
            <a:custGeom>
              <a:avLst/>
              <a:gdLst/>
              <a:ahLst/>
              <a:cxnLst/>
              <a:rect l="l" t="t" r="r" b="b"/>
              <a:pathLst>
                <a:path w="445" h="4163" fill="none" extrusionOk="0">
                  <a:moveTo>
                    <a:pt x="0" y="0"/>
                  </a:moveTo>
                  <a:lnTo>
                    <a:pt x="444" y="416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51"/>
            <p:cNvSpPr/>
            <p:nvPr/>
          </p:nvSpPr>
          <p:spPr>
            <a:xfrm>
              <a:off x="2442892" y="3941046"/>
              <a:ext cx="13694" cy="76387"/>
            </a:xfrm>
            <a:custGeom>
              <a:avLst/>
              <a:gdLst/>
              <a:ahLst/>
              <a:cxnLst/>
              <a:rect l="l" t="t" r="r" b="b"/>
              <a:pathLst>
                <a:path w="806" h="4496" extrusionOk="0">
                  <a:moveTo>
                    <a:pt x="112" y="1"/>
                  </a:moveTo>
                  <a:lnTo>
                    <a:pt x="56" y="29"/>
                  </a:lnTo>
                  <a:lnTo>
                    <a:pt x="1" y="84"/>
                  </a:lnTo>
                  <a:lnTo>
                    <a:pt x="1" y="167"/>
                  </a:lnTo>
                  <a:lnTo>
                    <a:pt x="389" y="3802"/>
                  </a:lnTo>
                  <a:lnTo>
                    <a:pt x="445" y="4329"/>
                  </a:lnTo>
                  <a:lnTo>
                    <a:pt x="473" y="4385"/>
                  </a:lnTo>
                  <a:lnTo>
                    <a:pt x="528" y="4440"/>
                  </a:lnTo>
                  <a:lnTo>
                    <a:pt x="584" y="4496"/>
                  </a:lnTo>
                  <a:lnTo>
                    <a:pt x="722" y="4496"/>
                  </a:lnTo>
                  <a:lnTo>
                    <a:pt x="778" y="4440"/>
                  </a:lnTo>
                  <a:lnTo>
                    <a:pt x="806" y="4412"/>
                  </a:lnTo>
                  <a:lnTo>
                    <a:pt x="806" y="4329"/>
                  </a:lnTo>
                  <a:lnTo>
                    <a:pt x="417" y="694"/>
                  </a:lnTo>
                  <a:lnTo>
                    <a:pt x="362" y="167"/>
                  </a:lnTo>
                  <a:lnTo>
                    <a:pt x="362" y="84"/>
                  </a:lnTo>
                  <a:lnTo>
                    <a:pt x="306" y="29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rgbClr val="728F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51"/>
            <p:cNvSpPr/>
            <p:nvPr/>
          </p:nvSpPr>
          <p:spPr>
            <a:xfrm>
              <a:off x="2400943" y="3822727"/>
              <a:ext cx="82520" cy="125403"/>
            </a:xfrm>
            <a:custGeom>
              <a:avLst/>
              <a:gdLst/>
              <a:ahLst/>
              <a:cxnLst/>
              <a:rect l="l" t="t" r="r" b="b"/>
              <a:pathLst>
                <a:path w="4857" h="7381" extrusionOk="0">
                  <a:moveTo>
                    <a:pt x="1665" y="389"/>
                  </a:moveTo>
                  <a:lnTo>
                    <a:pt x="1804" y="445"/>
                  </a:lnTo>
                  <a:lnTo>
                    <a:pt x="1943" y="528"/>
                  </a:lnTo>
                  <a:lnTo>
                    <a:pt x="2082" y="611"/>
                  </a:lnTo>
                  <a:lnTo>
                    <a:pt x="2331" y="833"/>
                  </a:lnTo>
                  <a:lnTo>
                    <a:pt x="2636" y="1194"/>
                  </a:lnTo>
                  <a:lnTo>
                    <a:pt x="2886" y="1610"/>
                  </a:lnTo>
                  <a:lnTo>
                    <a:pt x="3108" y="2054"/>
                  </a:lnTo>
                  <a:lnTo>
                    <a:pt x="3302" y="2498"/>
                  </a:lnTo>
                  <a:lnTo>
                    <a:pt x="3497" y="2969"/>
                  </a:lnTo>
                  <a:lnTo>
                    <a:pt x="3635" y="3441"/>
                  </a:lnTo>
                  <a:lnTo>
                    <a:pt x="3885" y="4385"/>
                  </a:lnTo>
                  <a:lnTo>
                    <a:pt x="4079" y="5078"/>
                  </a:lnTo>
                  <a:lnTo>
                    <a:pt x="4246" y="5800"/>
                  </a:lnTo>
                  <a:lnTo>
                    <a:pt x="4384" y="6521"/>
                  </a:lnTo>
                  <a:lnTo>
                    <a:pt x="4415" y="6720"/>
                  </a:lnTo>
                  <a:lnTo>
                    <a:pt x="4415" y="6720"/>
                  </a:lnTo>
                  <a:lnTo>
                    <a:pt x="4246" y="6576"/>
                  </a:lnTo>
                  <a:lnTo>
                    <a:pt x="3719" y="6077"/>
                  </a:lnTo>
                  <a:lnTo>
                    <a:pt x="3191" y="5550"/>
                  </a:lnTo>
                  <a:lnTo>
                    <a:pt x="2664" y="5023"/>
                  </a:lnTo>
                  <a:lnTo>
                    <a:pt x="2276" y="4579"/>
                  </a:lnTo>
                  <a:lnTo>
                    <a:pt x="1860" y="4135"/>
                  </a:lnTo>
                  <a:lnTo>
                    <a:pt x="1499" y="3663"/>
                  </a:lnTo>
                  <a:lnTo>
                    <a:pt x="1138" y="3191"/>
                  </a:lnTo>
                  <a:lnTo>
                    <a:pt x="888" y="2803"/>
                  </a:lnTo>
                  <a:lnTo>
                    <a:pt x="639" y="2387"/>
                  </a:lnTo>
                  <a:lnTo>
                    <a:pt x="556" y="2165"/>
                  </a:lnTo>
                  <a:lnTo>
                    <a:pt x="472" y="1943"/>
                  </a:lnTo>
                  <a:lnTo>
                    <a:pt x="417" y="1721"/>
                  </a:lnTo>
                  <a:lnTo>
                    <a:pt x="389" y="1471"/>
                  </a:lnTo>
                  <a:lnTo>
                    <a:pt x="389" y="1277"/>
                  </a:lnTo>
                  <a:lnTo>
                    <a:pt x="417" y="1111"/>
                  </a:lnTo>
                  <a:lnTo>
                    <a:pt x="500" y="972"/>
                  </a:lnTo>
                  <a:lnTo>
                    <a:pt x="611" y="805"/>
                  </a:lnTo>
                  <a:lnTo>
                    <a:pt x="722" y="694"/>
                  </a:lnTo>
                  <a:lnTo>
                    <a:pt x="861" y="583"/>
                  </a:lnTo>
                  <a:lnTo>
                    <a:pt x="1027" y="500"/>
                  </a:lnTo>
                  <a:lnTo>
                    <a:pt x="1194" y="417"/>
                  </a:lnTo>
                  <a:lnTo>
                    <a:pt x="1360" y="389"/>
                  </a:lnTo>
                  <a:close/>
                  <a:moveTo>
                    <a:pt x="1360" y="1"/>
                  </a:moveTo>
                  <a:lnTo>
                    <a:pt x="1166" y="56"/>
                  </a:lnTo>
                  <a:lnTo>
                    <a:pt x="972" y="112"/>
                  </a:lnTo>
                  <a:lnTo>
                    <a:pt x="778" y="195"/>
                  </a:lnTo>
                  <a:lnTo>
                    <a:pt x="611" y="306"/>
                  </a:lnTo>
                  <a:lnTo>
                    <a:pt x="445" y="445"/>
                  </a:lnTo>
                  <a:lnTo>
                    <a:pt x="306" y="583"/>
                  </a:lnTo>
                  <a:lnTo>
                    <a:pt x="167" y="750"/>
                  </a:lnTo>
                  <a:lnTo>
                    <a:pt x="84" y="916"/>
                  </a:lnTo>
                  <a:lnTo>
                    <a:pt x="28" y="1138"/>
                  </a:lnTo>
                  <a:lnTo>
                    <a:pt x="1" y="1360"/>
                  </a:lnTo>
                  <a:lnTo>
                    <a:pt x="28" y="1554"/>
                  </a:lnTo>
                  <a:lnTo>
                    <a:pt x="56" y="1776"/>
                  </a:lnTo>
                  <a:lnTo>
                    <a:pt x="112" y="1998"/>
                  </a:lnTo>
                  <a:lnTo>
                    <a:pt x="167" y="2193"/>
                  </a:lnTo>
                  <a:lnTo>
                    <a:pt x="361" y="2581"/>
                  </a:lnTo>
                  <a:lnTo>
                    <a:pt x="639" y="3108"/>
                  </a:lnTo>
                  <a:lnTo>
                    <a:pt x="999" y="3608"/>
                  </a:lnTo>
                  <a:lnTo>
                    <a:pt x="1360" y="4079"/>
                  </a:lnTo>
                  <a:lnTo>
                    <a:pt x="1749" y="4551"/>
                  </a:lnTo>
                  <a:lnTo>
                    <a:pt x="2414" y="5272"/>
                  </a:lnTo>
                  <a:lnTo>
                    <a:pt x="3080" y="5994"/>
                  </a:lnTo>
                  <a:lnTo>
                    <a:pt x="3802" y="6660"/>
                  </a:lnTo>
                  <a:lnTo>
                    <a:pt x="4551" y="7326"/>
                  </a:lnTo>
                  <a:lnTo>
                    <a:pt x="4551" y="7326"/>
                  </a:lnTo>
                  <a:lnTo>
                    <a:pt x="4579" y="7353"/>
                  </a:lnTo>
                  <a:lnTo>
                    <a:pt x="4634" y="7381"/>
                  </a:lnTo>
                  <a:lnTo>
                    <a:pt x="4690" y="7353"/>
                  </a:lnTo>
                  <a:lnTo>
                    <a:pt x="4745" y="7353"/>
                  </a:lnTo>
                  <a:lnTo>
                    <a:pt x="4801" y="7298"/>
                  </a:lnTo>
                  <a:lnTo>
                    <a:pt x="4856" y="7242"/>
                  </a:lnTo>
                  <a:lnTo>
                    <a:pt x="4856" y="7215"/>
                  </a:lnTo>
                  <a:lnTo>
                    <a:pt x="4856" y="7131"/>
                  </a:lnTo>
                  <a:lnTo>
                    <a:pt x="4745" y="6465"/>
                  </a:lnTo>
                  <a:lnTo>
                    <a:pt x="4606" y="5800"/>
                  </a:lnTo>
                  <a:lnTo>
                    <a:pt x="4301" y="4495"/>
                  </a:lnTo>
                  <a:lnTo>
                    <a:pt x="4024" y="3469"/>
                  </a:lnTo>
                  <a:lnTo>
                    <a:pt x="3857" y="2969"/>
                  </a:lnTo>
                  <a:lnTo>
                    <a:pt x="3691" y="2470"/>
                  </a:lnTo>
                  <a:lnTo>
                    <a:pt x="3469" y="1971"/>
                  </a:lnTo>
                  <a:lnTo>
                    <a:pt x="3247" y="1471"/>
                  </a:lnTo>
                  <a:lnTo>
                    <a:pt x="2969" y="1027"/>
                  </a:lnTo>
                  <a:lnTo>
                    <a:pt x="2636" y="639"/>
                  </a:lnTo>
                  <a:lnTo>
                    <a:pt x="2387" y="361"/>
                  </a:lnTo>
                  <a:lnTo>
                    <a:pt x="2220" y="250"/>
                  </a:lnTo>
                  <a:lnTo>
                    <a:pt x="2082" y="167"/>
                  </a:lnTo>
                  <a:lnTo>
                    <a:pt x="1915" y="84"/>
                  </a:lnTo>
                  <a:lnTo>
                    <a:pt x="1721" y="28"/>
                  </a:lnTo>
                  <a:lnTo>
                    <a:pt x="1554" y="1"/>
                  </a:lnTo>
                  <a:close/>
                </a:path>
              </a:pathLst>
            </a:custGeom>
            <a:solidFill>
              <a:srgbClr val="728F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51"/>
            <p:cNvSpPr/>
            <p:nvPr/>
          </p:nvSpPr>
          <p:spPr>
            <a:xfrm>
              <a:off x="2479675" y="3821793"/>
              <a:ext cx="14153" cy="129175"/>
            </a:xfrm>
            <a:custGeom>
              <a:avLst/>
              <a:gdLst/>
              <a:ahLst/>
              <a:cxnLst/>
              <a:rect l="l" t="t" r="r" b="b"/>
              <a:pathLst>
                <a:path w="833" h="7603" extrusionOk="0">
                  <a:moveTo>
                    <a:pt x="611" y="0"/>
                  </a:moveTo>
                  <a:lnTo>
                    <a:pt x="555" y="56"/>
                  </a:lnTo>
                  <a:lnTo>
                    <a:pt x="500" y="111"/>
                  </a:lnTo>
                  <a:lnTo>
                    <a:pt x="472" y="167"/>
                  </a:lnTo>
                  <a:lnTo>
                    <a:pt x="56" y="6520"/>
                  </a:lnTo>
                  <a:lnTo>
                    <a:pt x="0" y="7436"/>
                  </a:lnTo>
                  <a:lnTo>
                    <a:pt x="0" y="7492"/>
                  </a:lnTo>
                  <a:lnTo>
                    <a:pt x="56" y="7547"/>
                  </a:lnTo>
                  <a:lnTo>
                    <a:pt x="111" y="7602"/>
                  </a:lnTo>
                  <a:lnTo>
                    <a:pt x="167" y="7602"/>
                  </a:lnTo>
                  <a:lnTo>
                    <a:pt x="250" y="7575"/>
                  </a:lnTo>
                  <a:lnTo>
                    <a:pt x="305" y="7547"/>
                  </a:lnTo>
                  <a:lnTo>
                    <a:pt x="361" y="7492"/>
                  </a:lnTo>
                  <a:lnTo>
                    <a:pt x="361" y="7436"/>
                  </a:lnTo>
                  <a:lnTo>
                    <a:pt x="777" y="1082"/>
                  </a:lnTo>
                  <a:lnTo>
                    <a:pt x="832" y="167"/>
                  </a:lnTo>
                  <a:lnTo>
                    <a:pt x="832" y="111"/>
                  </a:lnTo>
                  <a:lnTo>
                    <a:pt x="805" y="56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rgbClr val="728F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51"/>
            <p:cNvSpPr/>
            <p:nvPr/>
          </p:nvSpPr>
          <p:spPr>
            <a:xfrm>
              <a:off x="2608833" y="2325586"/>
              <a:ext cx="799023" cy="1431170"/>
            </a:xfrm>
            <a:custGeom>
              <a:avLst/>
              <a:gdLst/>
              <a:ahLst/>
              <a:cxnLst/>
              <a:rect l="l" t="t" r="r" b="b"/>
              <a:pathLst>
                <a:path w="47029" h="84236" extrusionOk="0">
                  <a:moveTo>
                    <a:pt x="20560" y="0"/>
                  </a:moveTo>
                  <a:lnTo>
                    <a:pt x="19949" y="1582"/>
                  </a:lnTo>
                  <a:lnTo>
                    <a:pt x="18479" y="5272"/>
                  </a:lnTo>
                  <a:lnTo>
                    <a:pt x="17646" y="7464"/>
                  </a:lnTo>
                  <a:lnTo>
                    <a:pt x="16842" y="9600"/>
                  </a:lnTo>
                  <a:lnTo>
                    <a:pt x="16148" y="11543"/>
                  </a:lnTo>
                  <a:lnTo>
                    <a:pt x="15649" y="13041"/>
                  </a:lnTo>
                  <a:lnTo>
                    <a:pt x="15177" y="14678"/>
                  </a:lnTo>
                  <a:lnTo>
                    <a:pt x="14650" y="16481"/>
                  </a:lnTo>
                  <a:lnTo>
                    <a:pt x="13540" y="20588"/>
                  </a:lnTo>
                  <a:lnTo>
                    <a:pt x="12347" y="25249"/>
                  </a:lnTo>
                  <a:lnTo>
                    <a:pt x="11099" y="30326"/>
                  </a:lnTo>
                  <a:lnTo>
                    <a:pt x="9822" y="35709"/>
                  </a:lnTo>
                  <a:lnTo>
                    <a:pt x="8518" y="41258"/>
                  </a:lnTo>
                  <a:lnTo>
                    <a:pt x="7214" y="46862"/>
                  </a:lnTo>
                  <a:lnTo>
                    <a:pt x="5966" y="52411"/>
                  </a:lnTo>
                  <a:lnTo>
                    <a:pt x="3635" y="62816"/>
                  </a:lnTo>
                  <a:lnTo>
                    <a:pt x="1748" y="71445"/>
                  </a:lnTo>
                  <a:lnTo>
                    <a:pt x="0" y="79546"/>
                  </a:lnTo>
                  <a:lnTo>
                    <a:pt x="11931" y="84235"/>
                  </a:lnTo>
                  <a:lnTo>
                    <a:pt x="47029" y="3940"/>
                  </a:lnTo>
                  <a:lnTo>
                    <a:pt x="20560" y="0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51"/>
            <p:cNvSpPr/>
            <p:nvPr/>
          </p:nvSpPr>
          <p:spPr>
            <a:xfrm>
              <a:off x="2596154" y="3125067"/>
              <a:ext cx="500644" cy="636870"/>
            </a:xfrm>
            <a:custGeom>
              <a:avLst/>
              <a:gdLst/>
              <a:ahLst/>
              <a:cxnLst/>
              <a:rect l="l" t="t" r="r" b="b"/>
              <a:pathLst>
                <a:path w="29467" h="37485" extrusionOk="0">
                  <a:moveTo>
                    <a:pt x="29106" y="1"/>
                  </a:moveTo>
                  <a:lnTo>
                    <a:pt x="28995" y="56"/>
                  </a:lnTo>
                  <a:lnTo>
                    <a:pt x="28912" y="139"/>
                  </a:lnTo>
                  <a:lnTo>
                    <a:pt x="23168" y="12625"/>
                  </a:lnTo>
                  <a:lnTo>
                    <a:pt x="14040" y="32490"/>
                  </a:lnTo>
                  <a:lnTo>
                    <a:pt x="12042" y="36776"/>
                  </a:lnTo>
                  <a:lnTo>
                    <a:pt x="12042" y="36776"/>
                  </a:lnTo>
                  <a:lnTo>
                    <a:pt x="1888" y="32796"/>
                  </a:lnTo>
                  <a:lnTo>
                    <a:pt x="362" y="32185"/>
                  </a:lnTo>
                  <a:lnTo>
                    <a:pt x="251" y="32157"/>
                  </a:lnTo>
                  <a:lnTo>
                    <a:pt x="140" y="32185"/>
                  </a:lnTo>
                  <a:lnTo>
                    <a:pt x="56" y="32268"/>
                  </a:lnTo>
                  <a:lnTo>
                    <a:pt x="29" y="32379"/>
                  </a:lnTo>
                  <a:lnTo>
                    <a:pt x="1" y="32490"/>
                  </a:lnTo>
                  <a:lnTo>
                    <a:pt x="29" y="32601"/>
                  </a:lnTo>
                  <a:lnTo>
                    <a:pt x="84" y="32712"/>
                  </a:lnTo>
                  <a:lnTo>
                    <a:pt x="195" y="32768"/>
                  </a:lnTo>
                  <a:lnTo>
                    <a:pt x="10600" y="36874"/>
                  </a:lnTo>
                  <a:lnTo>
                    <a:pt x="12126" y="37485"/>
                  </a:lnTo>
                  <a:lnTo>
                    <a:pt x="12209" y="37485"/>
                  </a:lnTo>
                  <a:lnTo>
                    <a:pt x="12320" y="37457"/>
                  </a:lnTo>
                  <a:lnTo>
                    <a:pt x="12403" y="37401"/>
                  </a:lnTo>
                  <a:lnTo>
                    <a:pt x="12459" y="37318"/>
                  </a:lnTo>
                  <a:lnTo>
                    <a:pt x="18202" y="24860"/>
                  </a:lnTo>
                  <a:lnTo>
                    <a:pt x="27358" y="4995"/>
                  </a:lnTo>
                  <a:lnTo>
                    <a:pt x="29439" y="472"/>
                  </a:lnTo>
                  <a:lnTo>
                    <a:pt x="29467" y="334"/>
                  </a:lnTo>
                  <a:lnTo>
                    <a:pt x="29467" y="223"/>
                  </a:lnTo>
                  <a:lnTo>
                    <a:pt x="29383" y="112"/>
                  </a:lnTo>
                  <a:lnTo>
                    <a:pt x="29300" y="28"/>
                  </a:lnTo>
                  <a:lnTo>
                    <a:pt x="29189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51"/>
            <p:cNvSpPr/>
            <p:nvPr/>
          </p:nvSpPr>
          <p:spPr>
            <a:xfrm>
              <a:off x="3221169" y="3663395"/>
              <a:ext cx="159349" cy="252217"/>
            </a:xfrm>
            <a:custGeom>
              <a:avLst/>
              <a:gdLst/>
              <a:ahLst/>
              <a:cxnLst/>
              <a:rect l="l" t="t" r="r" b="b"/>
              <a:pathLst>
                <a:path w="9379" h="14845" extrusionOk="0">
                  <a:moveTo>
                    <a:pt x="9379" y="1"/>
                  </a:moveTo>
                  <a:lnTo>
                    <a:pt x="28" y="417"/>
                  </a:lnTo>
                  <a:lnTo>
                    <a:pt x="1" y="14845"/>
                  </a:lnTo>
                  <a:lnTo>
                    <a:pt x="8519" y="14761"/>
                  </a:lnTo>
                  <a:lnTo>
                    <a:pt x="9379" y="1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51"/>
            <p:cNvSpPr/>
            <p:nvPr/>
          </p:nvSpPr>
          <p:spPr>
            <a:xfrm>
              <a:off x="2948242" y="3896277"/>
              <a:ext cx="472815" cy="279553"/>
            </a:xfrm>
            <a:custGeom>
              <a:avLst/>
              <a:gdLst/>
              <a:ahLst/>
              <a:cxnLst/>
              <a:rect l="l" t="t" r="r" b="b"/>
              <a:pathLst>
                <a:path w="27829" h="16454" extrusionOk="0">
                  <a:moveTo>
                    <a:pt x="27329" y="0"/>
                  </a:moveTo>
                  <a:lnTo>
                    <a:pt x="14289" y="749"/>
                  </a:lnTo>
                  <a:lnTo>
                    <a:pt x="13817" y="7186"/>
                  </a:lnTo>
                  <a:lnTo>
                    <a:pt x="0" y="16203"/>
                  </a:lnTo>
                  <a:lnTo>
                    <a:pt x="27829" y="16453"/>
                  </a:lnTo>
                  <a:lnTo>
                    <a:pt x="27329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51"/>
            <p:cNvSpPr/>
            <p:nvPr/>
          </p:nvSpPr>
          <p:spPr>
            <a:xfrm>
              <a:off x="3087764" y="4054658"/>
              <a:ext cx="28781" cy="65072"/>
            </a:xfrm>
            <a:custGeom>
              <a:avLst/>
              <a:gdLst/>
              <a:ahLst/>
              <a:cxnLst/>
              <a:rect l="l" t="t" r="r" b="b"/>
              <a:pathLst>
                <a:path w="1694" h="3830" extrusionOk="0">
                  <a:moveTo>
                    <a:pt x="1" y="0"/>
                  </a:moveTo>
                  <a:lnTo>
                    <a:pt x="1693" y="3829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51"/>
            <p:cNvSpPr/>
            <p:nvPr/>
          </p:nvSpPr>
          <p:spPr>
            <a:xfrm>
              <a:off x="3087764" y="4054658"/>
              <a:ext cx="28781" cy="65072"/>
            </a:xfrm>
            <a:custGeom>
              <a:avLst/>
              <a:gdLst/>
              <a:ahLst/>
              <a:cxnLst/>
              <a:rect l="l" t="t" r="r" b="b"/>
              <a:pathLst>
                <a:path w="1694" h="3830" fill="none" extrusionOk="0">
                  <a:moveTo>
                    <a:pt x="1" y="0"/>
                  </a:moveTo>
                  <a:lnTo>
                    <a:pt x="1693" y="382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51"/>
            <p:cNvSpPr/>
            <p:nvPr/>
          </p:nvSpPr>
          <p:spPr>
            <a:xfrm>
              <a:off x="3084944" y="4051821"/>
              <a:ext cx="34422" cy="71205"/>
            </a:xfrm>
            <a:custGeom>
              <a:avLst/>
              <a:gdLst/>
              <a:ahLst/>
              <a:cxnLst/>
              <a:rect l="l" t="t" r="r" b="b"/>
              <a:pathLst>
                <a:path w="2026" h="4191" extrusionOk="0">
                  <a:moveTo>
                    <a:pt x="167" y="1"/>
                  </a:moveTo>
                  <a:lnTo>
                    <a:pt x="111" y="29"/>
                  </a:lnTo>
                  <a:lnTo>
                    <a:pt x="56" y="56"/>
                  </a:lnTo>
                  <a:lnTo>
                    <a:pt x="28" y="112"/>
                  </a:lnTo>
                  <a:lnTo>
                    <a:pt x="0" y="195"/>
                  </a:lnTo>
                  <a:lnTo>
                    <a:pt x="28" y="278"/>
                  </a:lnTo>
                  <a:lnTo>
                    <a:pt x="1498" y="3636"/>
                  </a:lnTo>
                  <a:lnTo>
                    <a:pt x="1693" y="4107"/>
                  </a:lnTo>
                  <a:lnTo>
                    <a:pt x="1748" y="4163"/>
                  </a:lnTo>
                  <a:lnTo>
                    <a:pt x="1804" y="4191"/>
                  </a:lnTo>
                  <a:lnTo>
                    <a:pt x="1859" y="4191"/>
                  </a:lnTo>
                  <a:lnTo>
                    <a:pt x="1915" y="4163"/>
                  </a:lnTo>
                  <a:lnTo>
                    <a:pt x="1970" y="4135"/>
                  </a:lnTo>
                  <a:lnTo>
                    <a:pt x="2026" y="4052"/>
                  </a:lnTo>
                  <a:lnTo>
                    <a:pt x="2026" y="3996"/>
                  </a:lnTo>
                  <a:lnTo>
                    <a:pt x="2026" y="3913"/>
                  </a:lnTo>
                  <a:lnTo>
                    <a:pt x="555" y="556"/>
                  </a:lnTo>
                  <a:lnTo>
                    <a:pt x="333" y="84"/>
                  </a:lnTo>
                  <a:lnTo>
                    <a:pt x="278" y="29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728F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51"/>
            <p:cNvSpPr/>
            <p:nvPr/>
          </p:nvSpPr>
          <p:spPr>
            <a:xfrm>
              <a:off x="3131615" y="4031551"/>
              <a:ext cx="28764" cy="65072"/>
            </a:xfrm>
            <a:custGeom>
              <a:avLst/>
              <a:gdLst/>
              <a:ahLst/>
              <a:cxnLst/>
              <a:rect l="l" t="t" r="r" b="b"/>
              <a:pathLst>
                <a:path w="1693" h="3830" extrusionOk="0">
                  <a:moveTo>
                    <a:pt x="0" y="1"/>
                  </a:moveTo>
                  <a:lnTo>
                    <a:pt x="1692" y="383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51"/>
            <p:cNvSpPr/>
            <p:nvPr/>
          </p:nvSpPr>
          <p:spPr>
            <a:xfrm>
              <a:off x="3131615" y="4031551"/>
              <a:ext cx="28764" cy="65072"/>
            </a:xfrm>
            <a:custGeom>
              <a:avLst/>
              <a:gdLst/>
              <a:ahLst/>
              <a:cxnLst/>
              <a:rect l="l" t="t" r="r" b="b"/>
              <a:pathLst>
                <a:path w="1693" h="3830" fill="none" extrusionOk="0">
                  <a:moveTo>
                    <a:pt x="0" y="1"/>
                  </a:moveTo>
                  <a:lnTo>
                    <a:pt x="1692" y="383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51"/>
            <p:cNvSpPr/>
            <p:nvPr/>
          </p:nvSpPr>
          <p:spPr>
            <a:xfrm>
              <a:off x="3128778" y="4028255"/>
              <a:ext cx="34422" cy="71681"/>
            </a:xfrm>
            <a:custGeom>
              <a:avLst/>
              <a:gdLst/>
              <a:ahLst/>
              <a:cxnLst/>
              <a:rect l="l" t="t" r="r" b="b"/>
              <a:pathLst>
                <a:path w="2026" h="4219" extrusionOk="0">
                  <a:moveTo>
                    <a:pt x="167" y="1"/>
                  </a:moveTo>
                  <a:lnTo>
                    <a:pt x="84" y="28"/>
                  </a:lnTo>
                  <a:lnTo>
                    <a:pt x="56" y="84"/>
                  </a:lnTo>
                  <a:lnTo>
                    <a:pt x="1" y="139"/>
                  </a:lnTo>
                  <a:lnTo>
                    <a:pt x="1" y="195"/>
                  </a:lnTo>
                  <a:lnTo>
                    <a:pt x="1" y="278"/>
                  </a:lnTo>
                  <a:lnTo>
                    <a:pt x="1471" y="3635"/>
                  </a:lnTo>
                  <a:lnTo>
                    <a:pt x="1693" y="4107"/>
                  </a:lnTo>
                  <a:lnTo>
                    <a:pt x="1721" y="4163"/>
                  </a:lnTo>
                  <a:lnTo>
                    <a:pt x="1804" y="4218"/>
                  </a:lnTo>
                  <a:lnTo>
                    <a:pt x="1859" y="4218"/>
                  </a:lnTo>
                  <a:lnTo>
                    <a:pt x="1915" y="4190"/>
                  </a:lnTo>
                  <a:lnTo>
                    <a:pt x="1970" y="4135"/>
                  </a:lnTo>
                  <a:lnTo>
                    <a:pt x="1998" y="4079"/>
                  </a:lnTo>
                  <a:lnTo>
                    <a:pt x="2026" y="3996"/>
                  </a:lnTo>
                  <a:lnTo>
                    <a:pt x="1998" y="3941"/>
                  </a:lnTo>
                  <a:lnTo>
                    <a:pt x="528" y="583"/>
                  </a:lnTo>
                  <a:lnTo>
                    <a:pt x="334" y="112"/>
                  </a:lnTo>
                  <a:lnTo>
                    <a:pt x="278" y="28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rgbClr val="728F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51"/>
            <p:cNvSpPr/>
            <p:nvPr/>
          </p:nvSpPr>
          <p:spPr>
            <a:xfrm>
              <a:off x="3058065" y="3921252"/>
              <a:ext cx="109382" cy="104200"/>
            </a:xfrm>
            <a:custGeom>
              <a:avLst/>
              <a:gdLst/>
              <a:ahLst/>
              <a:cxnLst/>
              <a:rect l="l" t="t" r="r" b="b"/>
              <a:pathLst>
                <a:path w="6438" h="6133" extrusionOk="0">
                  <a:moveTo>
                    <a:pt x="1527" y="389"/>
                  </a:moveTo>
                  <a:lnTo>
                    <a:pt x="1693" y="417"/>
                  </a:lnTo>
                  <a:lnTo>
                    <a:pt x="1860" y="472"/>
                  </a:lnTo>
                  <a:lnTo>
                    <a:pt x="1998" y="528"/>
                  </a:lnTo>
                  <a:lnTo>
                    <a:pt x="2193" y="639"/>
                  </a:lnTo>
                  <a:lnTo>
                    <a:pt x="2387" y="750"/>
                  </a:lnTo>
                  <a:lnTo>
                    <a:pt x="2748" y="1055"/>
                  </a:lnTo>
                  <a:lnTo>
                    <a:pt x="3053" y="1360"/>
                  </a:lnTo>
                  <a:lnTo>
                    <a:pt x="3358" y="1693"/>
                  </a:lnTo>
                  <a:lnTo>
                    <a:pt x="3691" y="2109"/>
                  </a:lnTo>
                  <a:lnTo>
                    <a:pt x="4024" y="2525"/>
                  </a:lnTo>
                  <a:lnTo>
                    <a:pt x="4634" y="3413"/>
                  </a:lnTo>
                  <a:lnTo>
                    <a:pt x="5023" y="4051"/>
                  </a:lnTo>
                  <a:lnTo>
                    <a:pt x="5411" y="4689"/>
                  </a:lnTo>
                  <a:lnTo>
                    <a:pt x="5772" y="5355"/>
                  </a:lnTo>
                  <a:lnTo>
                    <a:pt x="5868" y="5547"/>
                  </a:lnTo>
                  <a:lnTo>
                    <a:pt x="5550" y="5411"/>
                  </a:lnTo>
                  <a:lnTo>
                    <a:pt x="4634" y="4967"/>
                  </a:lnTo>
                  <a:lnTo>
                    <a:pt x="3746" y="4495"/>
                  </a:lnTo>
                  <a:lnTo>
                    <a:pt x="3247" y="4218"/>
                  </a:lnTo>
                  <a:lnTo>
                    <a:pt x="2748" y="3913"/>
                  </a:lnTo>
                  <a:lnTo>
                    <a:pt x="2276" y="3607"/>
                  </a:lnTo>
                  <a:lnTo>
                    <a:pt x="1804" y="3274"/>
                  </a:lnTo>
                  <a:lnTo>
                    <a:pt x="1416" y="2969"/>
                  </a:lnTo>
                  <a:lnTo>
                    <a:pt x="1055" y="2664"/>
                  </a:lnTo>
                  <a:lnTo>
                    <a:pt x="889" y="2470"/>
                  </a:lnTo>
                  <a:lnTo>
                    <a:pt x="750" y="2303"/>
                  </a:lnTo>
                  <a:lnTo>
                    <a:pt x="611" y="2109"/>
                  </a:lnTo>
                  <a:lnTo>
                    <a:pt x="500" y="1887"/>
                  </a:lnTo>
                  <a:lnTo>
                    <a:pt x="417" y="1721"/>
                  </a:lnTo>
                  <a:lnTo>
                    <a:pt x="389" y="1554"/>
                  </a:lnTo>
                  <a:lnTo>
                    <a:pt x="389" y="1388"/>
                  </a:lnTo>
                  <a:lnTo>
                    <a:pt x="417" y="1221"/>
                  </a:lnTo>
                  <a:lnTo>
                    <a:pt x="472" y="1055"/>
                  </a:lnTo>
                  <a:lnTo>
                    <a:pt x="556" y="888"/>
                  </a:lnTo>
                  <a:lnTo>
                    <a:pt x="667" y="750"/>
                  </a:lnTo>
                  <a:lnTo>
                    <a:pt x="805" y="611"/>
                  </a:lnTo>
                  <a:lnTo>
                    <a:pt x="944" y="528"/>
                  </a:lnTo>
                  <a:lnTo>
                    <a:pt x="1083" y="444"/>
                  </a:lnTo>
                  <a:lnTo>
                    <a:pt x="1222" y="389"/>
                  </a:lnTo>
                  <a:close/>
                  <a:moveTo>
                    <a:pt x="1360" y="1"/>
                  </a:moveTo>
                  <a:lnTo>
                    <a:pt x="1194" y="28"/>
                  </a:lnTo>
                  <a:lnTo>
                    <a:pt x="1000" y="84"/>
                  </a:lnTo>
                  <a:lnTo>
                    <a:pt x="833" y="167"/>
                  </a:lnTo>
                  <a:lnTo>
                    <a:pt x="667" y="250"/>
                  </a:lnTo>
                  <a:lnTo>
                    <a:pt x="500" y="389"/>
                  </a:lnTo>
                  <a:lnTo>
                    <a:pt x="361" y="555"/>
                  </a:lnTo>
                  <a:lnTo>
                    <a:pt x="250" y="722"/>
                  </a:lnTo>
                  <a:lnTo>
                    <a:pt x="139" y="888"/>
                  </a:lnTo>
                  <a:lnTo>
                    <a:pt x="56" y="1083"/>
                  </a:lnTo>
                  <a:lnTo>
                    <a:pt x="28" y="1277"/>
                  </a:lnTo>
                  <a:lnTo>
                    <a:pt x="1" y="1499"/>
                  </a:lnTo>
                  <a:lnTo>
                    <a:pt x="28" y="1721"/>
                  </a:lnTo>
                  <a:lnTo>
                    <a:pt x="112" y="1943"/>
                  </a:lnTo>
                  <a:lnTo>
                    <a:pt x="195" y="2137"/>
                  </a:lnTo>
                  <a:lnTo>
                    <a:pt x="306" y="2331"/>
                  </a:lnTo>
                  <a:lnTo>
                    <a:pt x="445" y="2525"/>
                  </a:lnTo>
                  <a:lnTo>
                    <a:pt x="611" y="2692"/>
                  </a:lnTo>
                  <a:lnTo>
                    <a:pt x="916" y="3025"/>
                  </a:lnTo>
                  <a:lnTo>
                    <a:pt x="1360" y="3413"/>
                  </a:lnTo>
                  <a:lnTo>
                    <a:pt x="1860" y="3774"/>
                  </a:lnTo>
                  <a:lnTo>
                    <a:pt x="2359" y="4107"/>
                  </a:lnTo>
                  <a:lnTo>
                    <a:pt x="2859" y="4412"/>
                  </a:lnTo>
                  <a:lnTo>
                    <a:pt x="3663" y="4884"/>
                  </a:lnTo>
                  <a:lnTo>
                    <a:pt x="4496" y="5328"/>
                  </a:lnTo>
                  <a:lnTo>
                    <a:pt x="5356" y="5744"/>
                  </a:lnTo>
                  <a:lnTo>
                    <a:pt x="6216" y="6105"/>
                  </a:lnTo>
                  <a:lnTo>
                    <a:pt x="6299" y="6132"/>
                  </a:lnTo>
                  <a:lnTo>
                    <a:pt x="6354" y="6105"/>
                  </a:lnTo>
                  <a:lnTo>
                    <a:pt x="6410" y="6077"/>
                  </a:lnTo>
                  <a:lnTo>
                    <a:pt x="6438" y="5994"/>
                  </a:lnTo>
                  <a:lnTo>
                    <a:pt x="6438" y="5938"/>
                  </a:lnTo>
                  <a:lnTo>
                    <a:pt x="6438" y="5855"/>
                  </a:lnTo>
                  <a:lnTo>
                    <a:pt x="6105" y="5217"/>
                  </a:lnTo>
                  <a:lnTo>
                    <a:pt x="5772" y="4606"/>
                  </a:lnTo>
                  <a:lnTo>
                    <a:pt x="5411" y="3996"/>
                  </a:lnTo>
                  <a:lnTo>
                    <a:pt x="5050" y="3413"/>
                  </a:lnTo>
                  <a:lnTo>
                    <a:pt x="4745" y="2914"/>
                  </a:lnTo>
                  <a:lnTo>
                    <a:pt x="4412" y="2442"/>
                  </a:lnTo>
                  <a:lnTo>
                    <a:pt x="4079" y="1998"/>
                  </a:lnTo>
                  <a:lnTo>
                    <a:pt x="3719" y="1554"/>
                  </a:lnTo>
                  <a:lnTo>
                    <a:pt x="3386" y="1194"/>
                  </a:lnTo>
                  <a:lnTo>
                    <a:pt x="3053" y="833"/>
                  </a:lnTo>
                  <a:lnTo>
                    <a:pt x="2664" y="500"/>
                  </a:lnTo>
                  <a:lnTo>
                    <a:pt x="2470" y="361"/>
                  </a:lnTo>
                  <a:lnTo>
                    <a:pt x="2248" y="250"/>
                  </a:lnTo>
                  <a:lnTo>
                    <a:pt x="2082" y="167"/>
                  </a:lnTo>
                  <a:lnTo>
                    <a:pt x="1915" y="84"/>
                  </a:lnTo>
                  <a:lnTo>
                    <a:pt x="1721" y="56"/>
                  </a:lnTo>
                  <a:lnTo>
                    <a:pt x="1554" y="1"/>
                  </a:lnTo>
                  <a:close/>
                </a:path>
              </a:pathLst>
            </a:custGeom>
            <a:solidFill>
              <a:srgbClr val="728F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51"/>
            <p:cNvSpPr/>
            <p:nvPr/>
          </p:nvSpPr>
          <p:spPr>
            <a:xfrm>
              <a:off x="3135370" y="3901459"/>
              <a:ext cx="35373" cy="125879"/>
            </a:xfrm>
            <a:custGeom>
              <a:avLst/>
              <a:gdLst/>
              <a:ahLst/>
              <a:cxnLst/>
              <a:rect l="l" t="t" r="r" b="b"/>
              <a:pathLst>
                <a:path w="2082" h="7409" extrusionOk="0">
                  <a:moveTo>
                    <a:pt x="140" y="0"/>
                  </a:moveTo>
                  <a:lnTo>
                    <a:pt x="56" y="28"/>
                  </a:lnTo>
                  <a:lnTo>
                    <a:pt x="29" y="83"/>
                  </a:lnTo>
                  <a:lnTo>
                    <a:pt x="1" y="139"/>
                  </a:lnTo>
                  <a:lnTo>
                    <a:pt x="1" y="222"/>
                  </a:lnTo>
                  <a:lnTo>
                    <a:pt x="1527" y="6409"/>
                  </a:lnTo>
                  <a:lnTo>
                    <a:pt x="1721" y="7270"/>
                  </a:lnTo>
                  <a:lnTo>
                    <a:pt x="1777" y="7353"/>
                  </a:lnTo>
                  <a:lnTo>
                    <a:pt x="1832" y="7380"/>
                  </a:lnTo>
                  <a:lnTo>
                    <a:pt x="1888" y="7408"/>
                  </a:lnTo>
                  <a:lnTo>
                    <a:pt x="1943" y="7408"/>
                  </a:lnTo>
                  <a:lnTo>
                    <a:pt x="2026" y="7380"/>
                  </a:lnTo>
                  <a:lnTo>
                    <a:pt x="2054" y="7325"/>
                  </a:lnTo>
                  <a:lnTo>
                    <a:pt x="2082" y="7270"/>
                  </a:lnTo>
                  <a:lnTo>
                    <a:pt x="2082" y="7186"/>
                  </a:lnTo>
                  <a:lnTo>
                    <a:pt x="556" y="999"/>
                  </a:lnTo>
                  <a:lnTo>
                    <a:pt x="362" y="139"/>
                  </a:lnTo>
                  <a:lnTo>
                    <a:pt x="306" y="56"/>
                  </a:lnTo>
                  <a:lnTo>
                    <a:pt x="251" y="28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rgbClr val="728F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51"/>
            <p:cNvSpPr/>
            <p:nvPr/>
          </p:nvSpPr>
          <p:spPr>
            <a:xfrm>
              <a:off x="3020365" y="2355760"/>
              <a:ext cx="448298" cy="1367049"/>
            </a:xfrm>
            <a:custGeom>
              <a:avLst/>
              <a:gdLst/>
              <a:ahLst/>
              <a:cxnLst/>
              <a:rect l="l" t="t" r="r" b="b"/>
              <a:pathLst>
                <a:path w="26386" h="80462" extrusionOk="0">
                  <a:moveTo>
                    <a:pt x="23195" y="0"/>
                  </a:moveTo>
                  <a:lnTo>
                    <a:pt x="0" y="6770"/>
                  </a:lnTo>
                  <a:lnTo>
                    <a:pt x="8823" y="80462"/>
                  </a:lnTo>
                  <a:lnTo>
                    <a:pt x="22557" y="79962"/>
                  </a:lnTo>
                  <a:lnTo>
                    <a:pt x="22751" y="77909"/>
                  </a:lnTo>
                  <a:lnTo>
                    <a:pt x="23223" y="72305"/>
                  </a:lnTo>
                  <a:lnTo>
                    <a:pt x="23889" y="64120"/>
                  </a:lnTo>
                  <a:lnTo>
                    <a:pt x="24277" y="59348"/>
                  </a:lnTo>
                  <a:lnTo>
                    <a:pt x="24666" y="54242"/>
                  </a:lnTo>
                  <a:lnTo>
                    <a:pt x="25026" y="48971"/>
                  </a:lnTo>
                  <a:lnTo>
                    <a:pt x="25387" y="43616"/>
                  </a:lnTo>
                  <a:lnTo>
                    <a:pt x="25692" y="38317"/>
                  </a:lnTo>
                  <a:lnTo>
                    <a:pt x="25970" y="33156"/>
                  </a:lnTo>
                  <a:lnTo>
                    <a:pt x="26192" y="28273"/>
                  </a:lnTo>
                  <a:lnTo>
                    <a:pt x="26275" y="25970"/>
                  </a:lnTo>
                  <a:lnTo>
                    <a:pt x="26331" y="23778"/>
                  </a:lnTo>
                  <a:lnTo>
                    <a:pt x="26386" y="21725"/>
                  </a:lnTo>
                  <a:lnTo>
                    <a:pt x="26386" y="19783"/>
                  </a:lnTo>
                  <a:lnTo>
                    <a:pt x="26386" y="18007"/>
                  </a:lnTo>
                  <a:lnTo>
                    <a:pt x="26358" y="16425"/>
                  </a:lnTo>
                  <a:lnTo>
                    <a:pt x="26303" y="15593"/>
                  </a:lnTo>
                  <a:lnTo>
                    <a:pt x="26164" y="14594"/>
                  </a:lnTo>
                  <a:lnTo>
                    <a:pt x="25998" y="13457"/>
                  </a:lnTo>
                  <a:lnTo>
                    <a:pt x="25803" y="12208"/>
                  </a:lnTo>
                  <a:lnTo>
                    <a:pt x="25304" y="9517"/>
                  </a:lnTo>
                  <a:lnTo>
                    <a:pt x="24721" y="6742"/>
                  </a:lnTo>
                  <a:lnTo>
                    <a:pt x="24166" y="4162"/>
                  </a:lnTo>
                  <a:lnTo>
                    <a:pt x="23667" y="2026"/>
                  </a:lnTo>
                  <a:lnTo>
                    <a:pt x="23195" y="0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51"/>
            <p:cNvSpPr/>
            <p:nvPr/>
          </p:nvSpPr>
          <p:spPr>
            <a:xfrm>
              <a:off x="3195718" y="2422683"/>
              <a:ext cx="92884" cy="1301077"/>
            </a:xfrm>
            <a:custGeom>
              <a:avLst/>
              <a:gdLst/>
              <a:ahLst/>
              <a:cxnLst/>
              <a:rect l="l" t="t" r="r" b="b"/>
              <a:pathLst>
                <a:path w="5467" h="76579" extrusionOk="0">
                  <a:moveTo>
                    <a:pt x="278" y="1"/>
                  </a:moveTo>
                  <a:lnTo>
                    <a:pt x="167" y="29"/>
                  </a:lnTo>
                  <a:lnTo>
                    <a:pt x="84" y="84"/>
                  </a:lnTo>
                  <a:lnTo>
                    <a:pt x="28" y="167"/>
                  </a:lnTo>
                  <a:lnTo>
                    <a:pt x="0" y="306"/>
                  </a:lnTo>
                  <a:lnTo>
                    <a:pt x="472" y="7881"/>
                  </a:lnTo>
                  <a:lnTo>
                    <a:pt x="1637" y="26026"/>
                  </a:lnTo>
                  <a:lnTo>
                    <a:pt x="3052" y="48028"/>
                  </a:lnTo>
                  <a:lnTo>
                    <a:pt x="4273" y="66978"/>
                  </a:lnTo>
                  <a:lnTo>
                    <a:pt x="4384" y="69281"/>
                  </a:lnTo>
                  <a:lnTo>
                    <a:pt x="4523" y="71584"/>
                  </a:lnTo>
                  <a:lnTo>
                    <a:pt x="4662" y="73859"/>
                  </a:lnTo>
                  <a:lnTo>
                    <a:pt x="4745" y="75024"/>
                  </a:lnTo>
                  <a:lnTo>
                    <a:pt x="4856" y="76162"/>
                  </a:lnTo>
                  <a:lnTo>
                    <a:pt x="4856" y="76273"/>
                  </a:lnTo>
                  <a:lnTo>
                    <a:pt x="4911" y="76412"/>
                  </a:lnTo>
                  <a:lnTo>
                    <a:pt x="4967" y="76495"/>
                  </a:lnTo>
                  <a:lnTo>
                    <a:pt x="5078" y="76550"/>
                  </a:lnTo>
                  <a:lnTo>
                    <a:pt x="5189" y="76578"/>
                  </a:lnTo>
                  <a:lnTo>
                    <a:pt x="5300" y="76550"/>
                  </a:lnTo>
                  <a:lnTo>
                    <a:pt x="5383" y="76495"/>
                  </a:lnTo>
                  <a:lnTo>
                    <a:pt x="5466" y="76412"/>
                  </a:lnTo>
                  <a:lnTo>
                    <a:pt x="5466" y="76273"/>
                  </a:lnTo>
                  <a:lnTo>
                    <a:pt x="4995" y="68699"/>
                  </a:lnTo>
                  <a:lnTo>
                    <a:pt x="3829" y="50553"/>
                  </a:lnTo>
                  <a:lnTo>
                    <a:pt x="2414" y="28551"/>
                  </a:lnTo>
                  <a:lnTo>
                    <a:pt x="1193" y="9601"/>
                  </a:lnTo>
                  <a:lnTo>
                    <a:pt x="1082" y="7298"/>
                  </a:lnTo>
                  <a:lnTo>
                    <a:pt x="971" y="4995"/>
                  </a:lnTo>
                  <a:lnTo>
                    <a:pt x="805" y="2720"/>
                  </a:lnTo>
                  <a:lnTo>
                    <a:pt x="722" y="1555"/>
                  </a:lnTo>
                  <a:lnTo>
                    <a:pt x="611" y="417"/>
                  </a:lnTo>
                  <a:lnTo>
                    <a:pt x="611" y="306"/>
                  </a:lnTo>
                  <a:lnTo>
                    <a:pt x="583" y="167"/>
                  </a:lnTo>
                  <a:lnTo>
                    <a:pt x="500" y="84"/>
                  </a:lnTo>
                  <a:lnTo>
                    <a:pt x="389" y="29"/>
                  </a:lnTo>
                  <a:lnTo>
                    <a:pt x="278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51"/>
            <p:cNvSpPr/>
            <p:nvPr/>
          </p:nvSpPr>
          <p:spPr>
            <a:xfrm>
              <a:off x="3034025" y="2613600"/>
              <a:ext cx="374782" cy="1114391"/>
            </a:xfrm>
            <a:custGeom>
              <a:avLst/>
              <a:gdLst/>
              <a:ahLst/>
              <a:cxnLst/>
              <a:rect l="l" t="t" r="r" b="b"/>
              <a:pathLst>
                <a:path w="22059" h="65591" extrusionOk="0">
                  <a:moveTo>
                    <a:pt x="167" y="1"/>
                  </a:moveTo>
                  <a:lnTo>
                    <a:pt x="84" y="56"/>
                  </a:lnTo>
                  <a:lnTo>
                    <a:pt x="1" y="167"/>
                  </a:lnTo>
                  <a:lnTo>
                    <a:pt x="1" y="278"/>
                  </a:lnTo>
                  <a:lnTo>
                    <a:pt x="778" y="6771"/>
                  </a:lnTo>
                  <a:lnTo>
                    <a:pt x="2609" y="22253"/>
                  </a:lnTo>
                  <a:lnTo>
                    <a:pt x="4828" y="41092"/>
                  </a:lnTo>
                  <a:lnTo>
                    <a:pt x="6743" y="57267"/>
                  </a:lnTo>
                  <a:lnTo>
                    <a:pt x="6965" y="59237"/>
                  </a:lnTo>
                  <a:lnTo>
                    <a:pt x="7187" y="61235"/>
                  </a:lnTo>
                  <a:lnTo>
                    <a:pt x="7409" y="63205"/>
                  </a:lnTo>
                  <a:lnTo>
                    <a:pt x="7547" y="64204"/>
                  </a:lnTo>
                  <a:lnTo>
                    <a:pt x="7686" y="65175"/>
                  </a:lnTo>
                  <a:lnTo>
                    <a:pt x="7714" y="65286"/>
                  </a:lnTo>
                  <a:lnTo>
                    <a:pt x="7742" y="65397"/>
                  </a:lnTo>
                  <a:lnTo>
                    <a:pt x="7797" y="65508"/>
                  </a:lnTo>
                  <a:lnTo>
                    <a:pt x="7880" y="65563"/>
                  </a:lnTo>
                  <a:lnTo>
                    <a:pt x="8019" y="65591"/>
                  </a:lnTo>
                  <a:lnTo>
                    <a:pt x="20061" y="65147"/>
                  </a:lnTo>
                  <a:lnTo>
                    <a:pt x="21753" y="65092"/>
                  </a:lnTo>
                  <a:lnTo>
                    <a:pt x="21892" y="65064"/>
                  </a:lnTo>
                  <a:lnTo>
                    <a:pt x="21975" y="65008"/>
                  </a:lnTo>
                  <a:lnTo>
                    <a:pt x="22031" y="64897"/>
                  </a:lnTo>
                  <a:lnTo>
                    <a:pt x="22058" y="64786"/>
                  </a:lnTo>
                  <a:lnTo>
                    <a:pt x="22031" y="64675"/>
                  </a:lnTo>
                  <a:lnTo>
                    <a:pt x="21975" y="64564"/>
                  </a:lnTo>
                  <a:lnTo>
                    <a:pt x="21892" y="64509"/>
                  </a:lnTo>
                  <a:lnTo>
                    <a:pt x="21753" y="64481"/>
                  </a:lnTo>
                  <a:lnTo>
                    <a:pt x="9712" y="64925"/>
                  </a:lnTo>
                  <a:lnTo>
                    <a:pt x="8287" y="64972"/>
                  </a:lnTo>
                  <a:lnTo>
                    <a:pt x="8287" y="64972"/>
                  </a:lnTo>
                  <a:lnTo>
                    <a:pt x="7547" y="58793"/>
                  </a:lnTo>
                  <a:lnTo>
                    <a:pt x="5716" y="43311"/>
                  </a:lnTo>
                  <a:lnTo>
                    <a:pt x="3469" y="24472"/>
                  </a:lnTo>
                  <a:lnTo>
                    <a:pt x="1554" y="8297"/>
                  </a:lnTo>
                  <a:lnTo>
                    <a:pt x="1360" y="6327"/>
                  </a:lnTo>
                  <a:lnTo>
                    <a:pt x="1138" y="4329"/>
                  </a:lnTo>
                  <a:lnTo>
                    <a:pt x="916" y="2359"/>
                  </a:lnTo>
                  <a:lnTo>
                    <a:pt x="778" y="1360"/>
                  </a:lnTo>
                  <a:lnTo>
                    <a:pt x="639" y="389"/>
                  </a:lnTo>
                  <a:lnTo>
                    <a:pt x="611" y="278"/>
                  </a:lnTo>
                  <a:lnTo>
                    <a:pt x="583" y="167"/>
                  </a:lnTo>
                  <a:lnTo>
                    <a:pt x="500" y="56"/>
                  </a:lnTo>
                  <a:lnTo>
                    <a:pt x="389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51"/>
            <p:cNvSpPr/>
            <p:nvPr/>
          </p:nvSpPr>
          <p:spPr>
            <a:xfrm>
              <a:off x="2972742" y="2368010"/>
              <a:ext cx="346970" cy="59414"/>
            </a:xfrm>
            <a:custGeom>
              <a:avLst/>
              <a:gdLst/>
              <a:ahLst/>
              <a:cxnLst/>
              <a:rect l="l" t="t" r="r" b="b"/>
              <a:pathLst>
                <a:path w="20422" h="3497" extrusionOk="0">
                  <a:moveTo>
                    <a:pt x="167" y="1"/>
                  </a:moveTo>
                  <a:lnTo>
                    <a:pt x="112" y="56"/>
                  </a:lnTo>
                  <a:lnTo>
                    <a:pt x="29" y="112"/>
                  </a:lnTo>
                  <a:lnTo>
                    <a:pt x="1" y="195"/>
                  </a:lnTo>
                  <a:lnTo>
                    <a:pt x="1" y="306"/>
                  </a:lnTo>
                  <a:lnTo>
                    <a:pt x="56" y="389"/>
                  </a:lnTo>
                  <a:lnTo>
                    <a:pt x="140" y="444"/>
                  </a:lnTo>
                  <a:lnTo>
                    <a:pt x="694" y="750"/>
                  </a:lnTo>
                  <a:lnTo>
                    <a:pt x="1277" y="1027"/>
                  </a:lnTo>
                  <a:lnTo>
                    <a:pt x="1860" y="1305"/>
                  </a:lnTo>
                  <a:lnTo>
                    <a:pt x="2470" y="1527"/>
                  </a:lnTo>
                  <a:lnTo>
                    <a:pt x="3053" y="1776"/>
                  </a:lnTo>
                  <a:lnTo>
                    <a:pt x="3663" y="1970"/>
                  </a:lnTo>
                  <a:lnTo>
                    <a:pt x="4274" y="2165"/>
                  </a:lnTo>
                  <a:lnTo>
                    <a:pt x="4884" y="2331"/>
                  </a:lnTo>
                  <a:lnTo>
                    <a:pt x="6105" y="2636"/>
                  </a:lnTo>
                  <a:lnTo>
                    <a:pt x="7381" y="2886"/>
                  </a:lnTo>
                  <a:lnTo>
                    <a:pt x="8630" y="3108"/>
                  </a:lnTo>
                  <a:lnTo>
                    <a:pt x="9906" y="3247"/>
                  </a:lnTo>
                  <a:lnTo>
                    <a:pt x="11210" y="3358"/>
                  </a:lnTo>
                  <a:lnTo>
                    <a:pt x="12486" y="3441"/>
                  </a:lnTo>
                  <a:lnTo>
                    <a:pt x="13790" y="3496"/>
                  </a:lnTo>
                  <a:lnTo>
                    <a:pt x="17647" y="3496"/>
                  </a:lnTo>
                  <a:lnTo>
                    <a:pt x="20199" y="3469"/>
                  </a:lnTo>
                  <a:lnTo>
                    <a:pt x="20283" y="3441"/>
                  </a:lnTo>
                  <a:lnTo>
                    <a:pt x="20366" y="3385"/>
                  </a:lnTo>
                  <a:lnTo>
                    <a:pt x="20421" y="3302"/>
                  </a:lnTo>
                  <a:lnTo>
                    <a:pt x="20421" y="3219"/>
                  </a:lnTo>
                  <a:lnTo>
                    <a:pt x="20421" y="3108"/>
                  </a:lnTo>
                  <a:lnTo>
                    <a:pt x="20366" y="3053"/>
                  </a:lnTo>
                  <a:lnTo>
                    <a:pt x="20283" y="2997"/>
                  </a:lnTo>
                  <a:lnTo>
                    <a:pt x="20199" y="2969"/>
                  </a:lnTo>
                  <a:lnTo>
                    <a:pt x="17675" y="2997"/>
                  </a:lnTo>
                  <a:lnTo>
                    <a:pt x="15150" y="3025"/>
                  </a:lnTo>
                  <a:lnTo>
                    <a:pt x="13874" y="2997"/>
                  </a:lnTo>
                  <a:lnTo>
                    <a:pt x="12597" y="2969"/>
                  </a:lnTo>
                  <a:lnTo>
                    <a:pt x="11321" y="2886"/>
                  </a:lnTo>
                  <a:lnTo>
                    <a:pt x="10045" y="2775"/>
                  </a:lnTo>
                  <a:lnTo>
                    <a:pt x="8768" y="2636"/>
                  </a:lnTo>
                  <a:lnTo>
                    <a:pt x="7520" y="2442"/>
                  </a:lnTo>
                  <a:lnTo>
                    <a:pt x="6299" y="2192"/>
                  </a:lnTo>
                  <a:lnTo>
                    <a:pt x="5078" y="1887"/>
                  </a:lnTo>
                  <a:lnTo>
                    <a:pt x="4468" y="1721"/>
                  </a:lnTo>
                  <a:lnTo>
                    <a:pt x="3857" y="1527"/>
                  </a:lnTo>
                  <a:lnTo>
                    <a:pt x="3275" y="1332"/>
                  </a:lnTo>
                  <a:lnTo>
                    <a:pt x="2664" y="1110"/>
                  </a:lnTo>
                  <a:lnTo>
                    <a:pt x="2082" y="861"/>
                  </a:lnTo>
                  <a:lnTo>
                    <a:pt x="1499" y="611"/>
                  </a:lnTo>
                  <a:lnTo>
                    <a:pt x="944" y="333"/>
                  </a:lnTo>
                  <a:lnTo>
                    <a:pt x="362" y="28"/>
                  </a:lnTo>
                  <a:lnTo>
                    <a:pt x="278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51"/>
            <p:cNvSpPr/>
            <p:nvPr/>
          </p:nvSpPr>
          <p:spPr>
            <a:xfrm>
              <a:off x="2283101" y="1374315"/>
              <a:ext cx="477538" cy="586427"/>
            </a:xfrm>
            <a:custGeom>
              <a:avLst/>
              <a:gdLst/>
              <a:ahLst/>
              <a:cxnLst/>
              <a:rect l="l" t="t" r="r" b="b"/>
              <a:pathLst>
                <a:path w="28107" h="34516" extrusionOk="0">
                  <a:moveTo>
                    <a:pt x="2719" y="0"/>
                  </a:moveTo>
                  <a:lnTo>
                    <a:pt x="2553" y="28"/>
                  </a:lnTo>
                  <a:lnTo>
                    <a:pt x="2414" y="84"/>
                  </a:lnTo>
                  <a:lnTo>
                    <a:pt x="2275" y="111"/>
                  </a:lnTo>
                  <a:lnTo>
                    <a:pt x="2164" y="195"/>
                  </a:lnTo>
                  <a:lnTo>
                    <a:pt x="2081" y="278"/>
                  </a:lnTo>
                  <a:lnTo>
                    <a:pt x="1998" y="361"/>
                  </a:lnTo>
                  <a:lnTo>
                    <a:pt x="1942" y="472"/>
                  </a:lnTo>
                  <a:lnTo>
                    <a:pt x="1887" y="583"/>
                  </a:lnTo>
                  <a:lnTo>
                    <a:pt x="1804" y="860"/>
                  </a:lnTo>
                  <a:lnTo>
                    <a:pt x="1804" y="1166"/>
                  </a:lnTo>
                  <a:lnTo>
                    <a:pt x="1804" y="1471"/>
                  </a:lnTo>
                  <a:lnTo>
                    <a:pt x="1859" y="1804"/>
                  </a:lnTo>
                  <a:lnTo>
                    <a:pt x="1942" y="2164"/>
                  </a:lnTo>
                  <a:lnTo>
                    <a:pt x="2053" y="2470"/>
                  </a:lnTo>
                  <a:lnTo>
                    <a:pt x="2192" y="2775"/>
                  </a:lnTo>
                  <a:lnTo>
                    <a:pt x="2331" y="3052"/>
                  </a:lnTo>
                  <a:lnTo>
                    <a:pt x="2581" y="3468"/>
                  </a:lnTo>
                  <a:lnTo>
                    <a:pt x="2692" y="3607"/>
                  </a:lnTo>
                  <a:lnTo>
                    <a:pt x="2886" y="3885"/>
                  </a:lnTo>
                  <a:lnTo>
                    <a:pt x="3274" y="4495"/>
                  </a:lnTo>
                  <a:lnTo>
                    <a:pt x="3468" y="4828"/>
                  </a:lnTo>
                  <a:lnTo>
                    <a:pt x="3607" y="5105"/>
                  </a:lnTo>
                  <a:lnTo>
                    <a:pt x="3635" y="5216"/>
                  </a:lnTo>
                  <a:lnTo>
                    <a:pt x="3635" y="5300"/>
                  </a:lnTo>
                  <a:lnTo>
                    <a:pt x="3635" y="5355"/>
                  </a:lnTo>
                  <a:lnTo>
                    <a:pt x="3552" y="5383"/>
                  </a:lnTo>
                  <a:lnTo>
                    <a:pt x="3413" y="5411"/>
                  </a:lnTo>
                  <a:lnTo>
                    <a:pt x="3274" y="5438"/>
                  </a:lnTo>
                  <a:lnTo>
                    <a:pt x="3136" y="5494"/>
                  </a:lnTo>
                  <a:lnTo>
                    <a:pt x="2997" y="5577"/>
                  </a:lnTo>
                  <a:lnTo>
                    <a:pt x="2914" y="5688"/>
                  </a:lnTo>
                  <a:lnTo>
                    <a:pt x="2803" y="5799"/>
                  </a:lnTo>
                  <a:lnTo>
                    <a:pt x="2719" y="5910"/>
                  </a:lnTo>
                  <a:lnTo>
                    <a:pt x="2664" y="6049"/>
                  </a:lnTo>
                  <a:lnTo>
                    <a:pt x="2581" y="6326"/>
                  </a:lnTo>
                  <a:lnTo>
                    <a:pt x="2497" y="6493"/>
                  </a:lnTo>
                  <a:lnTo>
                    <a:pt x="2386" y="6576"/>
                  </a:lnTo>
                  <a:lnTo>
                    <a:pt x="2248" y="6631"/>
                  </a:lnTo>
                  <a:lnTo>
                    <a:pt x="2081" y="6687"/>
                  </a:lnTo>
                  <a:lnTo>
                    <a:pt x="1887" y="6742"/>
                  </a:lnTo>
                  <a:lnTo>
                    <a:pt x="1748" y="6798"/>
                  </a:lnTo>
                  <a:lnTo>
                    <a:pt x="1637" y="6853"/>
                  </a:lnTo>
                  <a:lnTo>
                    <a:pt x="1499" y="6964"/>
                  </a:lnTo>
                  <a:lnTo>
                    <a:pt x="1360" y="7103"/>
                  </a:lnTo>
                  <a:lnTo>
                    <a:pt x="1249" y="7242"/>
                  </a:lnTo>
                  <a:lnTo>
                    <a:pt x="1193" y="7353"/>
                  </a:lnTo>
                  <a:lnTo>
                    <a:pt x="1082" y="7575"/>
                  </a:lnTo>
                  <a:lnTo>
                    <a:pt x="1027" y="7714"/>
                  </a:lnTo>
                  <a:lnTo>
                    <a:pt x="971" y="7797"/>
                  </a:lnTo>
                  <a:lnTo>
                    <a:pt x="888" y="7824"/>
                  </a:lnTo>
                  <a:lnTo>
                    <a:pt x="611" y="7963"/>
                  </a:lnTo>
                  <a:lnTo>
                    <a:pt x="444" y="8074"/>
                  </a:lnTo>
                  <a:lnTo>
                    <a:pt x="278" y="8241"/>
                  </a:lnTo>
                  <a:lnTo>
                    <a:pt x="139" y="8435"/>
                  </a:lnTo>
                  <a:lnTo>
                    <a:pt x="84" y="8546"/>
                  </a:lnTo>
                  <a:lnTo>
                    <a:pt x="56" y="8685"/>
                  </a:lnTo>
                  <a:lnTo>
                    <a:pt x="28" y="8851"/>
                  </a:lnTo>
                  <a:lnTo>
                    <a:pt x="0" y="9018"/>
                  </a:lnTo>
                  <a:lnTo>
                    <a:pt x="28" y="9184"/>
                  </a:lnTo>
                  <a:lnTo>
                    <a:pt x="56" y="9406"/>
                  </a:lnTo>
                  <a:lnTo>
                    <a:pt x="111" y="9600"/>
                  </a:lnTo>
                  <a:lnTo>
                    <a:pt x="195" y="9794"/>
                  </a:lnTo>
                  <a:lnTo>
                    <a:pt x="361" y="10183"/>
                  </a:lnTo>
                  <a:lnTo>
                    <a:pt x="583" y="10516"/>
                  </a:lnTo>
                  <a:lnTo>
                    <a:pt x="833" y="10821"/>
                  </a:lnTo>
                  <a:lnTo>
                    <a:pt x="1082" y="11098"/>
                  </a:lnTo>
                  <a:lnTo>
                    <a:pt x="1332" y="11348"/>
                  </a:lnTo>
                  <a:lnTo>
                    <a:pt x="1776" y="11764"/>
                  </a:lnTo>
                  <a:lnTo>
                    <a:pt x="1887" y="11848"/>
                  </a:lnTo>
                  <a:lnTo>
                    <a:pt x="1998" y="11903"/>
                  </a:lnTo>
                  <a:lnTo>
                    <a:pt x="2192" y="11986"/>
                  </a:lnTo>
                  <a:lnTo>
                    <a:pt x="2414" y="12014"/>
                  </a:lnTo>
                  <a:lnTo>
                    <a:pt x="2608" y="11986"/>
                  </a:lnTo>
                  <a:lnTo>
                    <a:pt x="2775" y="11959"/>
                  </a:lnTo>
                  <a:lnTo>
                    <a:pt x="2914" y="11931"/>
                  </a:lnTo>
                  <a:lnTo>
                    <a:pt x="3025" y="11875"/>
                  </a:lnTo>
                  <a:lnTo>
                    <a:pt x="3274" y="12236"/>
                  </a:lnTo>
                  <a:lnTo>
                    <a:pt x="3912" y="13096"/>
                  </a:lnTo>
                  <a:lnTo>
                    <a:pt x="4273" y="13568"/>
                  </a:lnTo>
                  <a:lnTo>
                    <a:pt x="4662" y="14039"/>
                  </a:lnTo>
                  <a:lnTo>
                    <a:pt x="5022" y="14456"/>
                  </a:lnTo>
                  <a:lnTo>
                    <a:pt x="5327" y="14733"/>
                  </a:lnTo>
                  <a:lnTo>
                    <a:pt x="5605" y="14927"/>
                  </a:lnTo>
                  <a:lnTo>
                    <a:pt x="6021" y="15122"/>
                  </a:lnTo>
                  <a:lnTo>
                    <a:pt x="6909" y="15565"/>
                  </a:lnTo>
                  <a:lnTo>
                    <a:pt x="7714" y="15898"/>
                  </a:lnTo>
                  <a:lnTo>
                    <a:pt x="8074" y="16037"/>
                  </a:lnTo>
                  <a:lnTo>
                    <a:pt x="9711" y="18645"/>
                  </a:lnTo>
                  <a:lnTo>
                    <a:pt x="13429" y="24527"/>
                  </a:lnTo>
                  <a:lnTo>
                    <a:pt x="15538" y="27773"/>
                  </a:lnTo>
                  <a:lnTo>
                    <a:pt x="17508" y="30770"/>
                  </a:lnTo>
                  <a:lnTo>
                    <a:pt x="18368" y="32074"/>
                  </a:lnTo>
                  <a:lnTo>
                    <a:pt x="19117" y="33156"/>
                  </a:lnTo>
                  <a:lnTo>
                    <a:pt x="19727" y="33988"/>
                  </a:lnTo>
                  <a:lnTo>
                    <a:pt x="20143" y="34516"/>
                  </a:lnTo>
                  <a:lnTo>
                    <a:pt x="28106" y="26664"/>
                  </a:lnTo>
                  <a:lnTo>
                    <a:pt x="13429" y="12624"/>
                  </a:lnTo>
                  <a:lnTo>
                    <a:pt x="12513" y="13013"/>
                  </a:lnTo>
                  <a:lnTo>
                    <a:pt x="11764" y="11293"/>
                  </a:lnTo>
                  <a:lnTo>
                    <a:pt x="10266" y="8796"/>
                  </a:lnTo>
                  <a:lnTo>
                    <a:pt x="9156" y="7020"/>
                  </a:lnTo>
                  <a:lnTo>
                    <a:pt x="8740" y="6382"/>
                  </a:lnTo>
                  <a:lnTo>
                    <a:pt x="8490" y="6077"/>
                  </a:lnTo>
                  <a:lnTo>
                    <a:pt x="8352" y="5966"/>
                  </a:lnTo>
                  <a:lnTo>
                    <a:pt x="8185" y="5882"/>
                  </a:lnTo>
                  <a:lnTo>
                    <a:pt x="7824" y="5716"/>
                  </a:lnTo>
                  <a:lnTo>
                    <a:pt x="7381" y="5549"/>
                  </a:lnTo>
                  <a:lnTo>
                    <a:pt x="6715" y="4578"/>
                  </a:lnTo>
                  <a:lnTo>
                    <a:pt x="6104" y="3607"/>
                  </a:lnTo>
                  <a:lnTo>
                    <a:pt x="5466" y="2581"/>
                  </a:lnTo>
                  <a:lnTo>
                    <a:pt x="5133" y="2081"/>
                  </a:lnTo>
                  <a:lnTo>
                    <a:pt x="4828" y="1610"/>
                  </a:lnTo>
                  <a:lnTo>
                    <a:pt x="4467" y="1166"/>
                  </a:lnTo>
                  <a:lnTo>
                    <a:pt x="4134" y="777"/>
                  </a:lnTo>
                  <a:lnTo>
                    <a:pt x="3774" y="444"/>
                  </a:lnTo>
                  <a:lnTo>
                    <a:pt x="3607" y="305"/>
                  </a:lnTo>
                  <a:lnTo>
                    <a:pt x="3441" y="195"/>
                  </a:lnTo>
                  <a:lnTo>
                    <a:pt x="3247" y="111"/>
                  </a:lnTo>
                  <a:lnTo>
                    <a:pt x="3080" y="56"/>
                  </a:lnTo>
                  <a:lnTo>
                    <a:pt x="2914" y="28"/>
                  </a:lnTo>
                  <a:lnTo>
                    <a:pt x="2719" y="0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51"/>
            <p:cNvSpPr/>
            <p:nvPr/>
          </p:nvSpPr>
          <p:spPr>
            <a:xfrm>
              <a:off x="2318916" y="1419101"/>
              <a:ext cx="32077" cy="49985"/>
            </a:xfrm>
            <a:custGeom>
              <a:avLst/>
              <a:gdLst/>
              <a:ahLst/>
              <a:cxnLst/>
              <a:rect l="l" t="t" r="r" b="b"/>
              <a:pathLst>
                <a:path w="1888" h="2942" extrusionOk="0">
                  <a:moveTo>
                    <a:pt x="223" y="0"/>
                  </a:moveTo>
                  <a:lnTo>
                    <a:pt x="140" y="28"/>
                  </a:lnTo>
                  <a:lnTo>
                    <a:pt x="84" y="83"/>
                  </a:lnTo>
                  <a:lnTo>
                    <a:pt x="29" y="167"/>
                  </a:lnTo>
                  <a:lnTo>
                    <a:pt x="1" y="278"/>
                  </a:lnTo>
                  <a:lnTo>
                    <a:pt x="29" y="361"/>
                  </a:lnTo>
                  <a:lnTo>
                    <a:pt x="722" y="1609"/>
                  </a:lnTo>
                  <a:lnTo>
                    <a:pt x="1416" y="2830"/>
                  </a:lnTo>
                  <a:lnTo>
                    <a:pt x="1499" y="2886"/>
                  </a:lnTo>
                  <a:lnTo>
                    <a:pt x="1582" y="2941"/>
                  </a:lnTo>
                  <a:lnTo>
                    <a:pt x="1666" y="2941"/>
                  </a:lnTo>
                  <a:lnTo>
                    <a:pt x="1749" y="2913"/>
                  </a:lnTo>
                  <a:lnTo>
                    <a:pt x="1832" y="2830"/>
                  </a:lnTo>
                  <a:lnTo>
                    <a:pt x="1860" y="2775"/>
                  </a:lnTo>
                  <a:lnTo>
                    <a:pt x="1888" y="2664"/>
                  </a:lnTo>
                  <a:lnTo>
                    <a:pt x="1832" y="2580"/>
                  </a:lnTo>
                  <a:lnTo>
                    <a:pt x="1139" y="1360"/>
                  </a:lnTo>
                  <a:lnTo>
                    <a:pt x="473" y="111"/>
                  </a:lnTo>
                  <a:lnTo>
                    <a:pt x="389" y="28"/>
                  </a:lnTo>
                  <a:lnTo>
                    <a:pt x="306" y="0"/>
                  </a:lnTo>
                  <a:close/>
                </a:path>
              </a:pathLst>
            </a:custGeom>
            <a:solidFill>
              <a:srgbClr val="A157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51"/>
            <p:cNvSpPr/>
            <p:nvPr/>
          </p:nvSpPr>
          <p:spPr>
            <a:xfrm>
              <a:off x="2328345" y="1461984"/>
              <a:ext cx="65072" cy="76387"/>
            </a:xfrm>
            <a:custGeom>
              <a:avLst/>
              <a:gdLst/>
              <a:ahLst/>
              <a:cxnLst/>
              <a:rect l="l" t="t" r="r" b="b"/>
              <a:pathLst>
                <a:path w="3830" h="4496" extrusionOk="0">
                  <a:moveTo>
                    <a:pt x="833" y="1"/>
                  </a:moveTo>
                  <a:lnTo>
                    <a:pt x="528" y="56"/>
                  </a:lnTo>
                  <a:lnTo>
                    <a:pt x="445" y="112"/>
                  </a:lnTo>
                  <a:lnTo>
                    <a:pt x="389" y="167"/>
                  </a:lnTo>
                  <a:lnTo>
                    <a:pt x="362" y="278"/>
                  </a:lnTo>
                  <a:lnTo>
                    <a:pt x="362" y="362"/>
                  </a:lnTo>
                  <a:lnTo>
                    <a:pt x="389" y="445"/>
                  </a:lnTo>
                  <a:lnTo>
                    <a:pt x="473" y="500"/>
                  </a:lnTo>
                  <a:lnTo>
                    <a:pt x="556" y="528"/>
                  </a:lnTo>
                  <a:lnTo>
                    <a:pt x="667" y="528"/>
                  </a:lnTo>
                  <a:lnTo>
                    <a:pt x="805" y="500"/>
                  </a:lnTo>
                  <a:lnTo>
                    <a:pt x="916" y="500"/>
                  </a:lnTo>
                  <a:lnTo>
                    <a:pt x="1194" y="528"/>
                  </a:lnTo>
                  <a:lnTo>
                    <a:pt x="1416" y="584"/>
                  </a:lnTo>
                  <a:lnTo>
                    <a:pt x="1666" y="722"/>
                  </a:lnTo>
                  <a:lnTo>
                    <a:pt x="1860" y="889"/>
                  </a:lnTo>
                  <a:lnTo>
                    <a:pt x="2054" y="1055"/>
                  </a:lnTo>
                  <a:lnTo>
                    <a:pt x="2248" y="1249"/>
                  </a:lnTo>
                  <a:lnTo>
                    <a:pt x="2387" y="1471"/>
                  </a:lnTo>
                  <a:lnTo>
                    <a:pt x="2720" y="1943"/>
                  </a:lnTo>
                  <a:lnTo>
                    <a:pt x="2997" y="2443"/>
                  </a:lnTo>
                  <a:lnTo>
                    <a:pt x="3108" y="2664"/>
                  </a:lnTo>
                  <a:lnTo>
                    <a:pt x="3247" y="2914"/>
                  </a:lnTo>
                  <a:lnTo>
                    <a:pt x="3303" y="3192"/>
                  </a:lnTo>
                  <a:lnTo>
                    <a:pt x="3330" y="3303"/>
                  </a:lnTo>
                  <a:lnTo>
                    <a:pt x="3330" y="3441"/>
                  </a:lnTo>
                  <a:lnTo>
                    <a:pt x="3330" y="3552"/>
                  </a:lnTo>
                  <a:lnTo>
                    <a:pt x="3303" y="3663"/>
                  </a:lnTo>
                  <a:lnTo>
                    <a:pt x="3247" y="3747"/>
                  </a:lnTo>
                  <a:lnTo>
                    <a:pt x="3192" y="3830"/>
                  </a:lnTo>
                  <a:lnTo>
                    <a:pt x="3108" y="3885"/>
                  </a:lnTo>
                  <a:lnTo>
                    <a:pt x="3025" y="3941"/>
                  </a:lnTo>
                  <a:lnTo>
                    <a:pt x="2803" y="4024"/>
                  </a:lnTo>
                  <a:lnTo>
                    <a:pt x="2581" y="4024"/>
                  </a:lnTo>
                  <a:lnTo>
                    <a:pt x="2331" y="3969"/>
                  </a:lnTo>
                  <a:lnTo>
                    <a:pt x="2137" y="3858"/>
                  </a:lnTo>
                  <a:lnTo>
                    <a:pt x="1915" y="3747"/>
                  </a:lnTo>
                  <a:lnTo>
                    <a:pt x="1693" y="3580"/>
                  </a:lnTo>
                  <a:lnTo>
                    <a:pt x="1499" y="3414"/>
                  </a:lnTo>
                  <a:lnTo>
                    <a:pt x="1111" y="2997"/>
                  </a:lnTo>
                  <a:lnTo>
                    <a:pt x="750" y="2581"/>
                  </a:lnTo>
                  <a:lnTo>
                    <a:pt x="445" y="2137"/>
                  </a:lnTo>
                  <a:lnTo>
                    <a:pt x="389" y="2054"/>
                  </a:lnTo>
                  <a:lnTo>
                    <a:pt x="306" y="2026"/>
                  </a:lnTo>
                  <a:lnTo>
                    <a:pt x="195" y="2026"/>
                  </a:lnTo>
                  <a:lnTo>
                    <a:pt x="112" y="2054"/>
                  </a:lnTo>
                  <a:lnTo>
                    <a:pt x="56" y="2110"/>
                  </a:lnTo>
                  <a:lnTo>
                    <a:pt x="1" y="2193"/>
                  </a:lnTo>
                  <a:lnTo>
                    <a:pt x="1" y="2276"/>
                  </a:lnTo>
                  <a:lnTo>
                    <a:pt x="29" y="2359"/>
                  </a:lnTo>
                  <a:lnTo>
                    <a:pt x="334" y="2803"/>
                  </a:lnTo>
                  <a:lnTo>
                    <a:pt x="667" y="3247"/>
                  </a:lnTo>
                  <a:lnTo>
                    <a:pt x="1027" y="3636"/>
                  </a:lnTo>
                  <a:lnTo>
                    <a:pt x="1444" y="3996"/>
                  </a:lnTo>
                  <a:lnTo>
                    <a:pt x="1638" y="4135"/>
                  </a:lnTo>
                  <a:lnTo>
                    <a:pt x="1832" y="4274"/>
                  </a:lnTo>
                  <a:lnTo>
                    <a:pt x="2054" y="4357"/>
                  </a:lnTo>
                  <a:lnTo>
                    <a:pt x="2276" y="4440"/>
                  </a:lnTo>
                  <a:lnTo>
                    <a:pt x="2498" y="4496"/>
                  </a:lnTo>
                  <a:lnTo>
                    <a:pt x="2748" y="4496"/>
                  </a:lnTo>
                  <a:lnTo>
                    <a:pt x="2970" y="4468"/>
                  </a:lnTo>
                  <a:lnTo>
                    <a:pt x="3219" y="4412"/>
                  </a:lnTo>
                  <a:lnTo>
                    <a:pt x="3414" y="4274"/>
                  </a:lnTo>
                  <a:lnTo>
                    <a:pt x="3580" y="4107"/>
                  </a:lnTo>
                  <a:lnTo>
                    <a:pt x="3719" y="3913"/>
                  </a:lnTo>
                  <a:lnTo>
                    <a:pt x="3774" y="3719"/>
                  </a:lnTo>
                  <a:lnTo>
                    <a:pt x="3830" y="3497"/>
                  </a:lnTo>
                  <a:lnTo>
                    <a:pt x="3802" y="3247"/>
                  </a:lnTo>
                  <a:lnTo>
                    <a:pt x="3774" y="3025"/>
                  </a:lnTo>
                  <a:lnTo>
                    <a:pt x="3691" y="2775"/>
                  </a:lnTo>
                  <a:lnTo>
                    <a:pt x="3469" y="2276"/>
                  </a:lnTo>
                  <a:lnTo>
                    <a:pt x="3219" y="1804"/>
                  </a:lnTo>
                  <a:lnTo>
                    <a:pt x="2914" y="1333"/>
                  </a:lnTo>
                  <a:lnTo>
                    <a:pt x="2581" y="889"/>
                  </a:lnTo>
                  <a:lnTo>
                    <a:pt x="2387" y="667"/>
                  </a:lnTo>
                  <a:lnTo>
                    <a:pt x="2165" y="473"/>
                  </a:lnTo>
                  <a:lnTo>
                    <a:pt x="1915" y="306"/>
                  </a:lnTo>
                  <a:lnTo>
                    <a:pt x="1666" y="167"/>
                  </a:lnTo>
                  <a:lnTo>
                    <a:pt x="1388" y="84"/>
                  </a:lnTo>
                  <a:lnTo>
                    <a:pt x="1111" y="29"/>
                  </a:lnTo>
                  <a:lnTo>
                    <a:pt x="833" y="1"/>
                  </a:lnTo>
                  <a:close/>
                </a:path>
              </a:pathLst>
            </a:custGeom>
            <a:solidFill>
              <a:srgbClr val="A157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51"/>
            <p:cNvSpPr/>
            <p:nvPr/>
          </p:nvSpPr>
          <p:spPr>
            <a:xfrm>
              <a:off x="2304304" y="1516675"/>
              <a:ext cx="63186" cy="47623"/>
            </a:xfrm>
            <a:custGeom>
              <a:avLst/>
              <a:gdLst/>
              <a:ahLst/>
              <a:cxnLst/>
              <a:rect l="l" t="t" r="r" b="b"/>
              <a:pathLst>
                <a:path w="3719" h="2803" extrusionOk="0">
                  <a:moveTo>
                    <a:pt x="278" y="0"/>
                  </a:moveTo>
                  <a:lnTo>
                    <a:pt x="167" y="28"/>
                  </a:lnTo>
                  <a:lnTo>
                    <a:pt x="84" y="56"/>
                  </a:lnTo>
                  <a:lnTo>
                    <a:pt x="29" y="139"/>
                  </a:lnTo>
                  <a:lnTo>
                    <a:pt x="1" y="222"/>
                  </a:lnTo>
                  <a:lnTo>
                    <a:pt x="1" y="306"/>
                  </a:lnTo>
                  <a:lnTo>
                    <a:pt x="167" y="666"/>
                  </a:lnTo>
                  <a:lnTo>
                    <a:pt x="334" y="999"/>
                  </a:lnTo>
                  <a:lnTo>
                    <a:pt x="528" y="1332"/>
                  </a:lnTo>
                  <a:lnTo>
                    <a:pt x="750" y="1665"/>
                  </a:lnTo>
                  <a:lnTo>
                    <a:pt x="972" y="1970"/>
                  </a:lnTo>
                  <a:lnTo>
                    <a:pt x="1222" y="2248"/>
                  </a:lnTo>
                  <a:lnTo>
                    <a:pt x="1527" y="2470"/>
                  </a:lnTo>
                  <a:lnTo>
                    <a:pt x="1666" y="2581"/>
                  </a:lnTo>
                  <a:lnTo>
                    <a:pt x="1832" y="2664"/>
                  </a:lnTo>
                  <a:lnTo>
                    <a:pt x="1999" y="2719"/>
                  </a:lnTo>
                  <a:lnTo>
                    <a:pt x="2165" y="2775"/>
                  </a:lnTo>
                  <a:lnTo>
                    <a:pt x="2359" y="2803"/>
                  </a:lnTo>
                  <a:lnTo>
                    <a:pt x="2692" y="2803"/>
                  </a:lnTo>
                  <a:lnTo>
                    <a:pt x="2859" y="2775"/>
                  </a:lnTo>
                  <a:lnTo>
                    <a:pt x="3025" y="2719"/>
                  </a:lnTo>
                  <a:lnTo>
                    <a:pt x="3192" y="2636"/>
                  </a:lnTo>
                  <a:lnTo>
                    <a:pt x="3330" y="2525"/>
                  </a:lnTo>
                  <a:lnTo>
                    <a:pt x="3469" y="2414"/>
                  </a:lnTo>
                  <a:lnTo>
                    <a:pt x="3552" y="2276"/>
                  </a:lnTo>
                  <a:lnTo>
                    <a:pt x="3635" y="2137"/>
                  </a:lnTo>
                  <a:lnTo>
                    <a:pt x="3691" y="1970"/>
                  </a:lnTo>
                  <a:lnTo>
                    <a:pt x="3719" y="1804"/>
                  </a:lnTo>
                  <a:lnTo>
                    <a:pt x="3719" y="1637"/>
                  </a:lnTo>
                  <a:lnTo>
                    <a:pt x="3719" y="1471"/>
                  </a:lnTo>
                  <a:lnTo>
                    <a:pt x="3635" y="1110"/>
                  </a:lnTo>
                  <a:lnTo>
                    <a:pt x="3580" y="944"/>
                  </a:lnTo>
                  <a:lnTo>
                    <a:pt x="3497" y="777"/>
                  </a:lnTo>
                  <a:lnTo>
                    <a:pt x="3414" y="611"/>
                  </a:lnTo>
                  <a:lnTo>
                    <a:pt x="3275" y="472"/>
                  </a:lnTo>
                  <a:lnTo>
                    <a:pt x="3136" y="361"/>
                  </a:lnTo>
                  <a:lnTo>
                    <a:pt x="2997" y="278"/>
                  </a:lnTo>
                  <a:lnTo>
                    <a:pt x="2886" y="250"/>
                  </a:lnTo>
                  <a:lnTo>
                    <a:pt x="2803" y="250"/>
                  </a:lnTo>
                  <a:lnTo>
                    <a:pt x="2720" y="278"/>
                  </a:lnTo>
                  <a:lnTo>
                    <a:pt x="2637" y="361"/>
                  </a:lnTo>
                  <a:lnTo>
                    <a:pt x="2609" y="444"/>
                  </a:lnTo>
                  <a:lnTo>
                    <a:pt x="2637" y="528"/>
                  </a:lnTo>
                  <a:lnTo>
                    <a:pt x="2664" y="639"/>
                  </a:lnTo>
                  <a:lnTo>
                    <a:pt x="2748" y="694"/>
                  </a:lnTo>
                  <a:lnTo>
                    <a:pt x="2859" y="777"/>
                  </a:lnTo>
                  <a:lnTo>
                    <a:pt x="2970" y="861"/>
                  </a:lnTo>
                  <a:lnTo>
                    <a:pt x="3053" y="999"/>
                  </a:lnTo>
                  <a:lnTo>
                    <a:pt x="3136" y="1138"/>
                  </a:lnTo>
                  <a:lnTo>
                    <a:pt x="3192" y="1277"/>
                  </a:lnTo>
                  <a:lnTo>
                    <a:pt x="3219" y="1443"/>
                  </a:lnTo>
                  <a:lnTo>
                    <a:pt x="3247" y="1582"/>
                  </a:lnTo>
                  <a:lnTo>
                    <a:pt x="3247" y="1721"/>
                  </a:lnTo>
                  <a:lnTo>
                    <a:pt x="3219" y="1887"/>
                  </a:lnTo>
                  <a:lnTo>
                    <a:pt x="3164" y="1998"/>
                  </a:lnTo>
                  <a:lnTo>
                    <a:pt x="3053" y="2109"/>
                  </a:lnTo>
                  <a:lnTo>
                    <a:pt x="2942" y="2192"/>
                  </a:lnTo>
                  <a:lnTo>
                    <a:pt x="2831" y="2276"/>
                  </a:lnTo>
                  <a:lnTo>
                    <a:pt x="2692" y="2303"/>
                  </a:lnTo>
                  <a:lnTo>
                    <a:pt x="2526" y="2331"/>
                  </a:lnTo>
                  <a:lnTo>
                    <a:pt x="2387" y="2331"/>
                  </a:lnTo>
                  <a:lnTo>
                    <a:pt x="2220" y="2276"/>
                  </a:lnTo>
                  <a:lnTo>
                    <a:pt x="2054" y="2220"/>
                  </a:lnTo>
                  <a:lnTo>
                    <a:pt x="1888" y="2137"/>
                  </a:lnTo>
                  <a:lnTo>
                    <a:pt x="1749" y="2026"/>
                  </a:lnTo>
                  <a:lnTo>
                    <a:pt x="1471" y="1804"/>
                  </a:lnTo>
                  <a:lnTo>
                    <a:pt x="1249" y="1526"/>
                  </a:lnTo>
                  <a:lnTo>
                    <a:pt x="1027" y="1221"/>
                  </a:lnTo>
                  <a:lnTo>
                    <a:pt x="833" y="888"/>
                  </a:lnTo>
                  <a:lnTo>
                    <a:pt x="639" y="528"/>
                  </a:lnTo>
                  <a:lnTo>
                    <a:pt x="473" y="195"/>
                  </a:lnTo>
                  <a:lnTo>
                    <a:pt x="417" y="111"/>
                  </a:lnTo>
                  <a:lnTo>
                    <a:pt x="362" y="56"/>
                  </a:lnTo>
                  <a:lnTo>
                    <a:pt x="278" y="0"/>
                  </a:lnTo>
                  <a:close/>
                </a:path>
              </a:pathLst>
            </a:custGeom>
            <a:solidFill>
              <a:srgbClr val="A157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51"/>
            <p:cNvSpPr/>
            <p:nvPr/>
          </p:nvSpPr>
          <p:spPr>
            <a:xfrm>
              <a:off x="2290644" y="1552031"/>
              <a:ext cx="52329" cy="30650"/>
            </a:xfrm>
            <a:custGeom>
              <a:avLst/>
              <a:gdLst/>
              <a:ahLst/>
              <a:cxnLst/>
              <a:rect l="l" t="t" r="r" b="b"/>
              <a:pathLst>
                <a:path w="3080" h="1804" extrusionOk="0">
                  <a:moveTo>
                    <a:pt x="222" y="0"/>
                  </a:moveTo>
                  <a:lnTo>
                    <a:pt x="139" y="28"/>
                  </a:lnTo>
                  <a:lnTo>
                    <a:pt x="83" y="84"/>
                  </a:lnTo>
                  <a:lnTo>
                    <a:pt x="28" y="167"/>
                  </a:lnTo>
                  <a:lnTo>
                    <a:pt x="0" y="250"/>
                  </a:lnTo>
                  <a:lnTo>
                    <a:pt x="0" y="333"/>
                  </a:lnTo>
                  <a:lnTo>
                    <a:pt x="56" y="416"/>
                  </a:lnTo>
                  <a:lnTo>
                    <a:pt x="944" y="1277"/>
                  </a:lnTo>
                  <a:lnTo>
                    <a:pt x="1138" y="1443"/>
                  </a:lnTo>
                  <a:lnTo>
                    <a:pt x="1360" y="1610"/>
                  </a:lnTo>
                  <a:lnTo>
                    <a:pt x="1582" y="1721"/>
                  </a:lnTo>
                  <a:lnTo>
                    <a:pt x="1831" y="1804"/>
                  </a:lnTo>
                  <a:lnTo>
                    <a:pt x="2081" y="1804"/>
                  </a:lnTo>
                  <a:lnTo>
                    <a:pt x="2220" y="1776"/>
                  </a:lnTo>
                  <a:lnTo>
                    <a:pt x="2359" y="1748"/>
                  </a:lnTo>
                  <a:lnTo>
                    <a:pt x="2470" y="1693"/>
                  </a:lnTo>
                  <a:lnTo>
                    <a:pt x="2581" y="1637"/>
                  </a:lnTo>
                  <a:lnTo>
                    <a:pt x="2692" y="1554"/>
                  </a:lnTo>
                  <a:lnTo>
                    <a:pt x="2803" y="1443"/>
                  </a:lnTo>
                  <a:lnTo>
                    <a:pt x="2886" y="1332"/>
                  </a:lnTo>
                  <a:lnTo>
                    <a:pt x="2941" y="1221"/>
                  </a:lnTo>
                  <a:lnTo>
                    <a:pt x="3052" y="944"/>
                  </a:lnTo>
                  <a:lnTo>
                    <a:pt x="3080" y="666"/>
                  </a:lnTo>
                  <a:lnTo>
                    <a:pt x="3052" y="389"/>
                  </a:lnTo>
                  <a:lnTo>
                    <a:pt x="3024" y="305"/>
                  </a:lnTo>
                  <a:lnTo>
                    <a:pt x="2941" y="222"/>
                  </a:lnTo>
                  <a:lnTo>
                    <a:pt x="2858" y="195"/>
                  </a:lnTo>
                  <a:lnTo>
                    <a:pt x="2775" y="222"/>
                  </a:lnTo>
                  <a:lnTo>
                    <a:pt x="2664" y="250"/>
                  </a:lnTo>
                  <a:lnTo>
                    <a:pt x="2608" y="333"/>
                  </a:lnTo>
                  <a:lnTo>
                    <a:pt x="2581" y="416"/>
                  </a:lnTo>
                  <a:lnTo>
                    <a:pt x="2581" y="500"/>
                  </a:lnTo>
                  <a:lnTo>
                    <a:pt x="2608" y="694"/>
                  </a:lnTo>
                  <a:lnTo>
                    <a:pt x="2553" y="860"/>
                  </a:lnTo>
                  <a:lnTo>
                    <a:pt x="2497" y="1027"/>
                  </a:lnTo>
                  <a:lnTo>
                    <a:pt x="2386" y="1166"/>
                  </a:lnTo>
                  <a:lnTo>
                    <a:pt x="2248" y="1249"/>
                  </a:lnTo>
                  <a:lnTo>
                    <a:pt x="2109" y="1304"/>
                  </a:lnTo>
                  <a:lnTo>
                    <a:pt x="1942" y="1332"/>
                  </a:lnTo>
                  <a:lnTo>
                    <a:pt x="1748" y="1277"/>
                  </a:lnTo>
                  <a:lnTo>
                    <a:pt x="1582" y="1166"/>
                  </a:lnTo>
                  <a:lnTo>
                    <a:pt x="1415" y="1055"/>
                  </a:lnTo>
                  <a:lnTo>
                    <a:pt x="1138" y="777"/>
                  </a:lnTo>
                  <a:lnTo>
                    <a:pt x="416" y="84"/>
                  </a:lnTo>
                  <a:lnTo>
                    <a:pt x="333" y="28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A157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51"/>
            <p:cNvSpPr/>
            <p:nvPr/>
          </p:nvSpPr>
          <p:spPr>
            <a:xfrm>
              <a:off x="2349090" y="1448324"/>
              <a:ext cx="183390" cy="197050"/>
            </a:xfrm>
            <a:custGeom>
              <a:avLst/>
              <a:gdLst/>
              <a:ahLst/>
              <a:cxnLst/>
              <a:rect l="l" t="t" r="r" b="b"/>
              <a:pathLst>
                <a:path w="10794" h="11598" extrusionOk="0">
                  <a:moveTo>
                    <a:pt x="3164" y="0"/>
                  </a:moveTo>
                  <a:lnTo>
                    <a:pt x="2997" y="56"/>
                  </a:lnTo>
                  <a:lnTo>
                    <a:pt x="2636" y="195"/>
                  </a:lnTo>
                  <a:lnTo>
                    <a:pt x="2248" y="389"/>
                  </a:lnTo>
                  <a:lnTo>
                    <a:pt x="1693" y="722"/>
                  </a:lnTo>
                  <a:lnTo>
                    <a:pt x="1305" y="971"/>
                  </a:lnTo>
                  <a:lnTo>
                    <a:pt x="944" y="1249"/>
                  </a:lnTo>
                  <a:lnTo>
                    <a:pt x="583" y="1554"/>
                  </a:lnTo>
                  <a:lnTo>
                    <a:pt x="445" y="1721"/>
                  </a:lnTo>
                  <a:lnTo>
                    <a:pt x="278" y="1887"/>
                  </a:lnTo>
                  <a:lnTo>
                    <a:pt x="167" y="2053"/>
                  </a:lnTo>
                  <a:lnTo>
                    <a:pt x="84" y="2248"/>
                  </a:lnTo>
                  <a:lnTo>
                    <a:pt x="28" y="2442"/>
                  </a:lnTo>
                  <a:lnTo>
                    <a:pt x="1" y="2608"/>
                  </a:lnTo>
                  <a:lnTo>
                    <a:pt x="1" y="2803"/>
                  </a:lnTo>
                  <a:lnTo>
                    <a:pt x="28" y="2941"/>
                  </a:lnTo>
                  <a:lnTo>
                    <a:pt x="84" y="3080"/>
                  </a:lnTo>
                  <a:lnTo>
                    <a:pt x="167" y="3219"/>
                  </a:lnTo>
                  <a:lnTo>
                    <a:pt x="278" y="3302"/>
                  </a:lnTo>
                  <a:lnTo>
                    <a:pt x="389" y="3385"/>
                  </a:lnTo>
                  <a:lnTo>
                    <a:pt x="556" y="3441"/>
                  </a:lnTo>
                  <a:lnTo>
                    <a:pt x="694" y="3496"/>
                  </a:lnTo>
                  <a:lnTo>
                    <a:pt x="861" y="3496"/>
                  </a:lnTo>
                  <a:lnTo>
                    <a:pt x="1055" y="3524"/>
                  </a:lnTo>
                  <a:lnTo>
                    <a:pt x="1249" y="3496"/>
                  </a:lnTo>
                  <a:lnTo>
                    <a:pt x="1443" y="3468"/>
                  </a:lnTo>
                  <a:lnTo>
                    <a:pt x="1860" y="3358"/>
                  </a:lnTo>
                  <a:lnTo>
                    <a:pt x="2276" y="3163"/>
                  </a:lnTo>
                  <a:lnTo>
                    <a:pt x="2664" y="2941"/>
                  </a:lnTo>
                  <a:lnTo>
                    <a:pt x="2997" y="2719"/>
                  </a:lnTo>
                  <a:lnTo>
                    <a:pt x="3275" y="2525"/>
                  </a:lnTo>
                  <a:lnTo>
                    <a:pt x="3469" y="2359"/>
                  </a:lnTo>
                  <a:lnTo>
                    <a:pt x="3746" y="2081"/>
                  </a:lnTo>
                  <a:lnTo>
                    <a:pt x="3857" y="1998"/>
                  </a:lnTo>
                  <a:lnTo>
                    <a:pt x="8491" y="11598"/>
                  </a:lnTo>
                  <a:lnTo>
                    <a:pt x="10794" y="9794"/>
                  </a:lnTo>
                  <a:lnTo>
                    <a:pt x="8851" y="6687"/>
                  </a:lnTo>
                  <a:lnTo>
                    <a:pt x="7298" y="4218"/>
                  </a:lnTo>
                  <a:lnTo>
                    <a:pt x="6604" y="3163"/>
                  </a:lnTo>
                  <a:lnTo>
                    <a:pt x="6077" y="2386"/>
                  </a:lnTo>
                  <a:lnTo>
                    <a:pt x="5661" y="1832"/>
                  </a:lnTo>
                  <a:lnTo>
                    <a:pt x="5272" y="1388"/>
                  </a:lnTo>
                  <a:lnTo>
                    <a:pt x="4912" y="999"/>
                  </a:lnTo>
                  <a:lnTo>
                    <a:pt x="4579" y="694"/>
                  </a:lnTo>
                  <a:lnTo>
                    <a:pt x="4301" y="444"/>
                  </a:lnTo>
                  <a:lnTo>
                    <a:pt x="4051" y="250"/>
                  </a:lnTo>
                  <a:lnTo>
                    <a:pt x="3830" y="139"/>
                  </a:lnTo>
                  <a:lnTo>
                    <a:pt x="3663" y="56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51"/>
            <p:cNvSpPr/>
            <p:nvPr/>
          </p:nvSpPr>
          <p:spPr>
            <a:xfrm>
              <a:off x="2344384" y="1445028"/>
              <a:ext cx="67892" cy="69302"/>
            </a:xfrm>
            <a:custGeom>
              <a:avLst/>
              <a:gdLst/>
              <a:ahLst/>
              <a:cxnLst/>
              <a:rect l="l" t="t" r="r" b="b"/>
              <a:pathLst>
                <a:path w="3996" h="4079" extrusionOk="0">
                  <a:moveTo>
                    <a:pt x="3385" y="0"/>
                  </a:moveTo>
                  <a:lnTo>
                    <a:pt x="3302" y="28"/>
                  </a:lnTo>
                  <a:lnTo>
                    <a:pt x="2470" y="361"/>
                  </a:lnTo>
                  <a:lnTo>
                    <a:pt x="2081" y="555"/>
                  </a:lnTo>
                  <a:lnTo>
                    <a:pt x="1693" y="777"/>
                  </a:lnTo>
                  <a:lnTo>
                    <a:pt x="1332" y="1027"/>
                  </a:lnTo>
                  <a:lnTo>
                    <a:pt x="971" y="1304"/>
                  </a:lnTo>
                  <a:lnTo>
                    <a:pt x="666" y="1609"/>
                  </a:lnTo>
                  <a:lnTo>
                    <a:pt x="361" y="1942"/>
                  </a:lnTo>
                  <a:lnTo>
                    <a:pt x="250" y="2109"/>
                  </a:lnTo>
                  <a:lnTo>
                    <a:pt x="139" y="2331"/>
                  </a:lnTo>
                  <a:lnTo>
                    <a:pt x="56" y="2525"/>
                  </a:lnTo>
                  <a:lnTo>
                    <a:pt x="0" y="2747"/>
                  </a:lnTo>
                  <a:lnTo>
                    <a:pt x="0" y="2969"/>
                  </a:lnTo>
                  <a:lnTo>
                    <a:pt x="0" y="3191"/>
                  </a:lnTo>
                  <a:lnTo>
                    <a:pt x="83" y="3385"/>
                  </a:lnTo>
                  <a:lnTo>
                    <a:pt x="194" y="3579"/>
                  </a:lnTo>
                  <a:lnTo>
                    <a:pt x="333" y="3773"/>
                  </a:lnTo>
                  <a:lnTo>
                    <a:pt x="527" y="3884"/>
                  </a:lnTo>
                  <a:lnTo>
                    <a:pt x="722" y="3995"/>
                  </a:lnTo>
                  <a:lnTo>
                    <a:pt x="944" y="4051"/>
                  </a:lnTo>
                  <a:lnTo>
                    <a:pt x="1165" y="4079"/>
                  </a:lnTo>
                  <a:lnTo>
                    <a:pt x="1387" y="4079"/>
                  </a:lnTo>
                  <a:lnTo>
                    <a:pt x="1609" y="4023"/>
                  </a:lnTo>
                  <a:lnTo>
                    <a:pt x="1831" y="3968"/>
                  </a:lnTo>
                  <a:lnTo>
                    <a:pt x="2081" y="3857"/>
                  </a:lnTo>
                  <a:lnTo>
                    <a:pt x="2359" y="3746"/>
                  </a:lnTo>
                  <a:lnTo>
                    <a:pt x="2886" y="3441"/>
                  </a:lnTo>
                  <a:lnTo>
                    <a:pt x="3385" y="3135"/>
                  </a:lnTo>
                  <a:lnTo>
                    <a:pt x="3885" y="2775"/>
                  </a:lnTo>
                  <a:lnTo>
                    <a:pt x="3940" y="2691"/>
                  </a:lnTo>
                  <a:lnTo>
                    <a:pt x="3996" y="2608"/>
                  </a:lnTo>
                  <a:lnTo>
                    <a:pt x="3968" y="2525"/>
                  </a:lnTo>
                  <a:lnTo>
                    <a:pt x="3940" y="2414"/>
                  </a:lnTo>
                  <a:lnTo>
                    <a:pt x="3885" y="2358"/>
                  </a:lnTo>
                  <a:lnTo>
                    <a:pt x="3801" y="2303"/>
                  </a:lnTo>
                  <a:lnTo>
                    <a:pt x="3718" y="2303"/>
                  </a:lnTo>
                  <a:lnTo>
                    <a:pt x="3635" y="2358"/>
                  </a:lnTo>
                  <a:lnTo>
                    <a:pt x="2886" y="2858"/>
                  </a:lnTo>
                  <a:lnTo>
                    <a:pt x="2497" y="3108"/>
                  </a:lnTo>
                  <a:lnTo>
                    <a:pt x="2109" y="3302"/>
                  </a:lnTo>
                  <a:lnTo>
                    <a:pt x="1776" y="3468"/>
                  </a:lnTo>
                  <a:lnTo>
                    <a:pt x="1582" y="3524"/>
                  </a:lnTo>
                  <a:lnTo>
                    <a:pt x="1387" y="3579"/>
                  </a:lnTo>
                  <a:lnTo>
                    <a:pt x="1027" y="3579"/>
                  </a:lnTo>
                  <a:lnTo>
                    <a:pt x="860" y="3524"/>
                  </a:lnTo>
                  <a:lnTo>
                    <a:pt x="694" y="3413"/>
                  </a:lnTo>
                  <a:lnTo>
                    <a:pt x="555" y="3274"/>
                  </a:lnTo>
                  <a:lnTo>
                    <a:pt x="500" y="3135"/>
                  </a:lnTo>
                  <a:lnTo>
                    <a:pt x="472" y="2969"/>
                  </a:lnTo>
                  <a:lnTo>
                    <a:pt x="500" y="2802"/>
                  </a:lnTo>
                  <a:lnTo>
                    <a:pt x="555" y="2608"/>
                  </a:lnTo>
                  <a:lnTo>
                    <a:pt x="611" y="2469"/>
                  </a:lnTo>
                  <a:lnTo>
                    <a:pt x="805" y="2164"/>
                  </a:lnTo>
                  <a:lnTo>
                    <a:pt x="1055" y="1887"/>
                  </a:lnTo>
                  <a:lnTo>
                    <a:pt x="1304" y="1637"/>
                  </a:lnTo>
                  <a:lnTo>
                    <a:pt x="1609" y="1415"/>
                  </a:lnTo>
                  <a:lnTo>
                    <a:pt x="1915" y="1221"/>
                  </a:lnTo>
                  <a:lnTo>
                    <a:pt x="2275" y="999"/>
                  </a:lnTo>
                  <a:lnTo>
                    <a:pt x="2636" y="805"/>
                  </a:lnTo>
                  <a:lnTo>
                    <a:pt x="3413" y="500"/>
                  </a:lnTo>
                  <a:lnTo>
                    <a:pt x="3524" y="444"/>
                  </a:lnTo>
                  <a:lnTo>
                    <a:pt x="3552" y="361"/>
                  </a:lnTo>
                  <a:lnTo>
                    <a:pt x="3579" y="250"/>
                  </a:lnTo>
                  <a:lnTo>
                    <a:pt x="3579" y="167"/>
                  </a:lnTo>
                  <a:lnTo>
                    <a:pt x="3552" y="83"/>
                  </a:lnTo>
                  <a:lnTo>
                    <a:pt x="3468" y="28"/>
                  </a:lnTo>
                  <a:lnTo>
                    <a:pt x="3385" y="0"/>
                  </a:lnTo>
                  <a:close/>
                </a:path>
              </a:pathLst>
            </a:custGeom>
            <a:solidFill>
              <a:srgbClr val="A157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51"/>
            <p:cNvSpPr/>
            <p:nvPr/>
          </p:nvSpPr>
          <p:spPr>
            <a:xfrm>
              <a:off x="2481561" y="1688732"/>
              <a:ext cx="635443" cy="454907"/>
            </a:xfrm>
            <a:custGeom>
              <a:avLst/>
              <a:gdLst/>
              <a:ahLst/>
              <a:cxnLst/>
              <a:rect l="l" t="t" r="r" b="b"/>
              <a:pathLst>
                <a:path w="37401" h="26775" extrusionOk="0">
                  <a:moveTo>
                    <a:pt x="12846" y="0"/>
                  </a:moveTo>
                  <a:lnTo>
                    <a:pt x="12735" y="28"/>
                  </a:lnTo>
                  <a:lnTo>
                    <a:pt x="12541" y="111"/>
                  </a:lnTo>
                  <a:lnTo>
                    <a:pt x="12319" y="222"/>
                  </a:lnTo>
                  <a:lnTo>
                    <a:pt x="12069" y="389"/>
                  </a:lnTo>
                  <a:lnTo>
                    <a:pt x="11403" y="833"/>
                  </a:lnTo>
                  <a:lnTo>
                    <a:pt x="10599" y="1443"/>
                  </a:lnTo>
                  <a:lnTo>
                    <a:pt x="9683" y="2137"/>
                  </a:lnTo>
                  <a:lnTo>
                    <a:pt x="8712" y="2969"/>
                  </a:lnTo>
                  <a:lnTo>
                    <a:pt x="6576" y="4745"/>
                  </a:lnTo>
                  <a:lnTo>
                    <a:pt x="4467" y="6604"/>
                  </a:lnTo>
                  <a:lnTo>
                    <a:pt x="2580" y="8296"/>
                  </a:lnTo>
                  <a:lnTo>
                    <a:pt x="1138" y="9656"/>
                  </a:lnTo>
                  <a:lnTo>
                    <a:pt x="666" y="10128"/>
                  </a:lnTo>
                  <a:lnTo>
                    <a:pt x="361" y="10460"/>
                  </a:lnTo>
                  <a:lnTo>
                    <a:pt x="222" y="10682"/>
                  </a:lnTo>
                  <a:lnTo>
                    <a:pt x="111" y="10932"/>
                  </a:lnTo>
                  <a:lnTo>
                    <a:pt x="28" y="11182"/>
                  </a:lnTo>
                  <a:lnTo>
                    <a:pt x="0" y="11459"/>
                  </a:lnTo>
                  <a:lnTo>
                    <a:pt x="28" y="11737"/>
                  </a:lnTo>
                  <a:lnTo>
                    <a:pt x="56" y="11986"/>
                  </a:lnTo>
                  <a:lnTo>
                    <a:pt x="111" y="12264"/>
                  </a:lnTo>
                  <a:lnTo>
                    <a:pt x="167" y="12514"/>
                  </a:lnTo>
                  <a:lnTo>
                    <a:pt x="361" y="12985"/>
                  </a:lnTo>
                  <a:lnTo>
                    <a:pt x="527" y="13346"/>
                  </a:lnTo>
                  <a:lnTo>
                    <a:pt x="721" y="13679"/>
                  </a:lnTo>
                  <a:lnTo>
                    <a:pt x="916" y="14040"/>
                  </a:lnTo>
                  <a:lnTo>
                    <a:pt x="1110" y="14317"/>
                  </a:lnTo>
                  <a:lnTo>
                    <a:pt x="1304" y="14595"/>
                  </a:lnTo>
                  <a:lnTo>
                    <a:pt x="1498" y="14789"/>
                  </a:lnTo>
                  <a:lnTo>
                    <a:pt x="1693" y="14955"/>
                  </a:lnTo>
                  <a:lnTo>
                    <a:pt x="1859" y="15094"/>
                  </a:lnTo>
                  <a:lnTo>
                    <a:pt x="2053" y="15205"/>
                  </a:lnTo>
                  <a:lnTo>
                    <a:pt x="2220" y="15288"/>
                  </a:lnTo>
                  <a:lnTo>
                    <a:pt x="2525" y="15399"/>
                  </a:lnTo>
                  <a:lnTo>
                    <a:pt x="2775" y="15427"/>
                  </a:lnTo>
                  <a:lnTo>
                    <a:pt x="2997" y="15427"/>
                  </a:lnTo>
                  <a:lnTo>
                    <a:pt x="3579" y="16065"/>
                  </a:lnTo>
                  <a:lnTo>
                    <a:pt x="4190" y="16675"/>
                  </a:lnTo>
                  <a:lnTo>
                    <a:pt x="4772" y="17258"/>
                  </a:lnTo>
                  <a:lnTo>
                    <a:pt x="5383" y="17813"/>
                  </a:lnTo>
                  <a:lnTo>
                    <a:pt x="6548" y="18895"/>
                  </a:lnTo>
                  <a:lnTo>
                    <a:pt x="7741" y="19866"/>
                  </a:lnTo>
                  <a:lnTo>
                    <a:pt x="8934" y="20754"/>
                  </a:lnTo>
                  <a:lnTo>
                    <a:pt x="10099" y="21559"/>
                  </a:lnTo>
                  <a:lnTo>
                    <a:pt x="11265" y="22308"/>
                  </a:lnTo>
                  <a:lnTo>
                    <a:pt x="12430" y="22974"/>
                  </a:lnTo>
                  <a:lnTo>
                    <a:pt x="13568" y="23584"/>
                  </a:lnTo>
                  <a:lnTo>
                    <a:pt x="14677" y="24111"/>
                  </a:lnTo>
                  <a:lnTo>
                    <a:pt x="15787" y="24583"/>
                  </a:lnTo>
                  <a:lnTo>
                    <a:pt x="16869" y="24999"/>
                  </a:lnTo>
                  <a:lnTo>
                    <a:pt x="17924" y="25360"/>
                  </a:lnTo>
                  <a:lnTo>
                    <a:pt x="18950" y="25693"/>
                  </a:lnTo>
                  <a:lnTo>
                    <a:pt x="19949" y="25942"/>
                  </a:lnTo>
                  <a:lnTo>
                    <a:pt x="20892" y="26164"/>
                  </a:lnTo>
                  <a:lnTo>
                    <a:pt x="21808" y="26331"/>
                  </a:lnTo>
                  <a:lnTo>
                    <a:pt x="22696" y="26497"/>
                  </a:lnTo>
                  <a:lnTo>
                    <a:pt x="23528" y="26608"/>
                  </a:lnTo>
                  <a:lnTo>
                    <a:pt x="24333" y="26692"/>
                  </a:lnTo>
                  <a:lnTo>
                    <a:pt x="25082" y="26719"/>
                  </a:lnTo>
                  <a:lnTo>
                    <a:pt x="25776" y="26775"/>
                  </a:lnTo>
                  <a:lnTo>
                    <a:pt x="26996" y="26775"/>
                  </a:lnTo>
                  <a:lnTo>
                    <a:pt x="27995" y="26719"/>
                  </a:lnTo>
                  <a:lnTo>
                    <a:pt x="28744" y="26664"/>
                  </a:lnTo>
                  <a:lnTo>
                    <a:pt x="29355" y="26581"/>
                  </a:lnTo>
                  <a:lnTo>
                    <a:pt x="37401" y="1221"/>
                  </a:lnTo>
                  <a:lnTo>
                    <a:pt x="36541" y="1471"/>
                  </a:lnTo>
                  <a:lnTo>
                    <a:pt x="35681" y="1804"/>
                  </a:lnTo>
                  <a:lnTo>
                    <a:pt x="34765" y="2192"/>
                  </a:lnTo>
                  <a:lnTo>
                    <a:pt x="33877" y="2581"/>
                  </a:lnTo>
                  <a:lnTo>
                    <a:pt x="33017" y="2997"/>
                  </a:lnTo>
                  <a:lnTo>
                    <a:pt x="32213" y="3385"/>
                  </a:lnTo>
                  <a:lnTo>
                    <a:pt x="30908" y="4079"/>
                  </a:lnTo>
                  <a:lnTo>
                    <a:pt x="30243" y="4440"/>
                  </a:lnTo>
                  <a:lnTo>
                    <a:pt x="29577" y="4745"/>
                  </a:lnTo>
                  <a:lnTo>
                    <a:pt x="28939" y="5022"/>
                  </a:lnTo>
                  <a:lnTo>
                    <a:pt x="28300" y="5244"/>
                  </a:lnTo>
                  <a:lnTo>
                    <a:pt x="27662" y="5466"/>
                  </a:lnTo>
                  <a:lnTo>
                    <a:pt x="27052" y="5661"/>
                  </a:lnTo>
                  <a:lnTo>
                    <a:pt x="26441" y="5827"/>
                  </a:lnTo>
                  <a:lnTo>
                    <a:pt x="25831" y="5966"/>
                  </a:lnTo>
                  <a:lnTo>
                    <a:pt x="25276" y="6077"/>
                  </a:lnTo>
                  <a:lnTo>
                    <a:pt x="24694" y="6160"/>
                  </a:lnTo>
                  <a:lnTo>
                    <a:pt x="24166" y="6215"/>
                  </a:lnTo>
                  <a:lnTo>
                    <a:pt x="23611" y="6271"/>
                  </a:lnTo>
                  <a:lnTo>
                    <a:pt x="22613" y="6326"/>
                  </a:lnTo>
                  <a:lnTo>
                    <a:pt x="21697" y="6326"/>
                  </a:lnTo>
                  <a:lnTo>
                    <a:pt x="20837" y="6271"/>
                  </a:lnTo>
                  <a:lnTo>
                    <a:pt x="20088" y="6188"/>
                  </a:lnTo>
                  <a:lnTo>
                    <a:pt x="19422" y="6077"/>
                  </a:lnTo>
                  <a:lnTo>
                    <a:pt x="18867" y="5966"/>
                  </a:lnTo>
                  <a:lnTo>
                    <a:pt x="18423" y="5855"/>
                  </a:lnTo>
                  <a:lnTo>
                    <a:pt x="18118" y="5744"/>
                  </a:lnTo>
                  <a:lnTo>
                    <a:pt x="17840" y="5661"/>
                  </a:lnTo>
                  <a:lnTo>
                    <a:pt x="17924" y="5411"/>
                  </a:lnTo>
                  <a:lnTo>
                    <a:pt x="18007" y="5133"/>
                  </a:lnTo>
                  <a:lnTo>
                    <a:pt x="18035" y="4828"/>
                  </a:lnTo>
                  <a:lnTo>
                    <a:pt x="18007" y="4717"/>
                  </a:lnTo>
                  <a:lnTo>
                    <a:pt x="17868" y="4495"/>
                  </a:lnTo>
                  <a:lnTo>
                    <a:pt x="17396" y="3913"/>
                  </a:lnTo>
                  <a:lnTo>
                    <a:pt x="16675" y="3163"/>
                  </a:lnTo>
                  <a:lnTo>
                    <a:pt x="15843" y="2303"/>
                  </a:lnTo>
                  <a:lnTo>
                    <a:pt x="14983" y="1471"/>
                  </a:lnTo>
                  <a:lnTo>
                    <a:pt x="14539" y="1083"/>
                  </a:lnTo>
                  <a:lnTo>
                    <a:pt x="14123" y="750"/>
                  </a:lnTo>
                  <a:lnTo>
                    <a:pt x="13734" y="472"/>
                  </a:lnTo>
                  <a:lnTo>
                    <a:pt x="13373" y="222"/>
                  </a:lnTo>
                  <a:lnTo>
                    <a:pt x="13096" y="84"/>
                  </a:lnTo>
                  <a:lnTo>
                    <a:pt x="12957" y="28"/>
                  </a:lnTo>
                  <a:lnTo>
                    <a:pt x="12846" y="0"/>
                  </a:lnTo>
                  <a:close/>
                </a:path>
              </a:pathLst>
            </a:custGeom>
            <a:gradFill>
              <a:gsLst>
                <a:gs pos="0">
                  <a:srgbClr val="36D5E6"/>
                </a:gs>
                <a:gs pos="100000">
                  <a:srgbClr val="17788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51"/>
            <p:cNvSpPr/>
            <p:nvPr/>
          </p:nvSpPr>
          <p:spPr>
            <a:xfrm>
              <a:off x="2540958" y="1743406"/>
              <a:ext cx="187621" cy="154643"/>
            </a:xfrm>
            <a:custGeom>
              <a:avLst/>
              <a:gdLst/>
              <a:ahLst/>
              <a:cxnLst/>
              <a:rect l="l" t="t" r="r" b="b"/>
              <a:pathLst>
                <a:path w="11043" h="9102" extrusionOk="0">
                  <a:moveTo>
                    <a:pt x="9600" y="1"/>
                  </a:moveTo>
                  <a:lnTo>
                    <a:pt x="9489" y="29"/>
                  </a:lnTo>
                  <a:lnTo>
                    <a:pt x="9378" y="84"/>
                  </a:lnTo>
                  <a:lnTo>
                    <a:pt x="1249" y="7520"/>
                  </a:lnTo>
                  <a:lnTo>
                    <a:pt x="83" y="8574"/>
                  </a:lnTo>
                  <a:lnTo>
                    <a:pt x="28" y="8657"/>
                  </a:lnTo>
                  <a:lnTo>
                    <a:pt x="0" y="8768"/>
                  </a:lnTo>
                  <a:lnTo>
                    <a:pt x="28" y="8879"/>
                  </a:lnTo>
                  <a:lnTo>
                    <a:pt x="83" y="8963"/>
                  </a:lnTo>
                  <a:lnTo>
                    <a:pt x="139" y="9046"/>
                  </a:lnTo>
                  <a:lnTo>
                    <a:pt x="250" y="9074"/>
                  </a:lnTo>
                  <a:lnTo>
                    <a:pt x="361" y="9101"/>
                  </a:lnTo>
                  <a:lnTo>
                    <a:pt x="472" y="9046"/>
                  </a:lnTo>
                  <a:lnTo>
                    <a:pt x="1387" y="8491"/>
                  </a:lnTo>
                  <a:lnTo>
                    <a:pt x="2303" y="7964"/>
                  </a:lnTo>
                  <a:lnTo>
                    <a:pt x="4162" y="6965"/>
                  </a:lnTo>
                  <a:lnTo>
                    <a:pt x="5771" y="6133"/>
                  </a:lnTo>
                  <a:lnTo>
                    <a:pt x="6576" y="5716"/>
                  </a:lnTo>
                  <a:lnTo>
                    <a:pt x="7408" y="5356"/>
                  </a:lnTo>
                  <a:lnTo>
                    <a:pt x="8240" y="4995"/>
                  </a:lnTo>
                  <a:lnTo>
                    <a:pt x="9101" y="4662"/>
                  </a:lnTo>
                  <a:lnTo>
                    <a:pt x="9961" y="4385"/>
                  </a:lnTo>
                  <a:lnTo>
                    <a:pt x="10821" y="4135"/>
                  </a:lnTo>
                  <a:lnTo>
                    <a:pt x="10932" y="4079"/>
                  </a:lnTo>
                  <a:lnTo>
                    <a:pt x="11015" y="3996"/>
                  </a:lnTo>
                  <a:lnTo>
                    <a:pt x="11043" y="3885"/>
                  </a:lnTo>
                  <a:lnTo>
                    <a:pt x="11015" y="3774"/>
                  </a:lnTo>
                  <a:lnTo>
                    <a:pt x="10987" y="3663"/>
                  </a:lnTo>
                  <a:lnTo>
                    <a:pt x="10904" y="3580"/>
                  </a:lnTo>
                  <a:lnTo>
                    <a:pt x="10793" y="3525"/>
                  </a:lnTo>
                  <a:lnTo>
                    <a:pt x="10654" y="3552"/>
                  </a:lnTo>
                  <a:lnTo>
                    <a:pt x="9794" y="3774"/>
                  </a:lnTo>
                  <a:lnTo>
                    <a:pt x="8934" y="4079"/>
                  </a:lnTo>
                  <a:lnTo>
                    <a:pt x="8074" y="4412"/>
                  </a:lnTo>
                  <a:lnTo>
                    <a:pt x="7242" y="4745"/>
                  </a:lnTo>
                  <a:lnTo>
                    <a:pt x="6409" y="5134"/>
                  </a:lnTo>
                  <a:lnTo>
                    <a:pt x="5577" y="5550"/>
                  </a:lnTo>
                  <a:lnTo>
                    <a:pt x="3968" y="6382"/>
                  </a:lnTo>
                  <a:lnTo>
                    <a:pt x="2562" y="7136"/>
                  </a:lnTo>
                  <a:lnTo>
                    <a:pt x="2562" y="7136"/>
                  </a:lnTo>
                  <a:lnTo>
                    <a:pt x="8657" y="1582"/>
                  </a:lnTo>
                  <a:lnTo>
                    <a:pt x="9822" y="528"/>
                  </a:lnTo>
                  <a:lnTo>
                    <a:pt x="9877" y="417"/>
                  </a:lnTo>
                  <a:lnTo>
                    <a:pt x="9905" y="306"/>
                  </a:lnTo>
                  <a:lnTo>
                    <a:pt x="9877" y="195"/>
                  </a:lnTo>
                  <a:lnTo>
                    <a:pt x="9822" y="112"/>
                  </a:lnTo>
                  <a:lnTo>
                    <a:pt x="9711" y="29"/>
                  </a:lnTo>
                  <a:lnTo>
                    <a:pt x="9600" y="1"/>
                  </a:lnTo>
                  <a:close/>
                </a:path>
              </a:pathLst>
            </a:custGeom>
            <a:gradFill>
              <a:gsLst>
                <a:gs pos="0">
                  <a:srgbClr val="36D5E6"/>
                </a:gs>
                <a:gs pos="100000">
                  <a:srgbClr val="17788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51"/>
            <p:cNvSpPr/>
            <p:nvPr/>
          </p:nvSpPr>
          <p:spPr>
            <a:xfrm>
              <a:off x="2615425" y="2026714"/>
              <a:ext cx="330472" cy="122107"/>
            </a:xfrm>
            <a:custGeom>
              <a:avLst/>
              <a:gdLst/>
              <a:ahLst/>
              <a:cxnLst/>
              <a:rect l="l" t="t" r="r" b="b"/>
              <a:pathLst>
                <a:path w="19451" h="7187" extrusionOk="0">
                  <a:moveTo>
                    <a:pt x="278" y="1"/>
                  </a:moveTo>
                  <a:lnTo>
                    <a:pt x="167" y="56"/>
                  </a:lnTo>
                  <a:lnTo>
                    <a:pt x="84" y="112"/>
                  </a:lnTo>
                  <a:lnTo>
                    <a:pt x="29" y="195"/>
                  </a:lnTo>
                  <a:lnTo>
                    <a:pt x="1" y="306"/>
                  </a:lnTo>
                  <a:lnTo>
                    <a:pt x="1" y="417"/>
                  </a:lnTo>
                  <a:lnTo>
                    <a:pt x="84" y="528"/>
                  </a:lnTo>
                  <a:lnTo>
                    <a:pt x="500" y="861"/>
                  </a:lnTo>
                  <a:lnTo>
                    <a:pt x="916" y="1166"/>
                  </a:lnTo>
                  <a:lnTo>
                    <a:pt x="1749" y="1777"/>
                  </a:lnTo>
                  <a:lnTo>
                    <a:pt x="2637" y="2359"/>
                  </a:lnTo>
                  <a:lnTo>
                    <a:pt x="3524" y="2886"/>
                  </a:lnTo>
                  <a:lnTo>
                    <a:pt x="4579" y="3497"/>
                  </a:lnTo>
                  <a:lnTo>
                    <a:pt x="5633" y="4052"/>
                  </a:lnTo>
                  <a:lnTo>
                    <a:pt x="6715" y="4551"/>
                  </a:lnTo>
                  <a:lnTo>
                    <a:pt x="7825" y="5023"/>
                  </a:lnTo>
                  <a:lnTo>
                    <a:pt x="8935" y="5467"/>
                  </a:lnTo>
                  <a:lnTo>
                    <a:pt x="10100" y="5855"/>
                  </a:lnTo>
                  <a:lnTo>
                    <a:pt x="11238" y="6188"/>
                  </a:lnTo>
                  <a:lnTo>
                    <a:pt x="12403" y="6493"/>
                  </a:lnTo>
                  <a:lnTo>
                    <a:pt x="13235" y="6660"/>
                  </a:lnTo>
                  <a:lnTo>
                    <a:pt x="14068" y="6826"/>
                  </a:lnTo>
                  <a:lnTo>
                    <a:pt x="14900" y="6937"/>
                  </a:lnTo>
                  <a:lnTo>
                    <a:pt x="15760" y="7048"/>
                  </a:lnTo>
                  <a:lnTo>
                    <a:pt x="16593" y="7131"/>
                  </a:lnTo>
                  <a:lnTo>
                    <a:pt x="17453" y="7159"/>
                  </a:lnTo>
                  <a:lnTo>
                    <a:pt x="18285" y="7187"/>
                  </a:lnTo>
                  <a:lnTo>
                    <a:pt x="19145" y="7187"/>
                  </a:lnTo>
                  <a:lnTo>
                    <a:pt x="19284" y="7159"/>
                  </a:lnTo>
                  <a:lnTo>
                    <a:pt x="19367" y="7076"/>
                  </a:lnTo>
                  <a:lnTo>
                    <a:pt x="19423" y="6993"/>
                  </a:lnTo>
                  <a:lnTo>
                    <a:pt x="19450" y="6882"/>
                  </a:lnTo>
                  <a:lnTo>
                    <a:pt x="19423" y="6743"/>
                  </a:lnTo>
                  <a:lnTo>
                    <a:pt x="19367" y="6660"/>
                  </a:lnTo>
                  <a:lnTo>
                    <a:pt x="19284" y="6604"/>
                  </a:lnTo>
                  <a:lnTo>
                    <a:pt x="19145" y="6577"/>
                  </a:lnTo>
                  <a:lnTo>
                    <a:pt x="17980" y="6577"/>
                  </a:lnTo>
                  <a:lnTo>
                    <a:pt x="16815" y="6521"/>
                  </a:lnTo>
                  <a:lnTo>
                    <a:pt x="15621" y="6410"/>
                  </a:lnTo>
                  <a:lnTo>
                    <a:pt x="14484" y="6271"/>
                  </a:lnTo>
                  <a:lnTo>
                    <a:pt x="13319" y="6049"/>
                  </a:lnTo>
                  <a:lnTo>
                    <a:pt x="12181" y="5800"/>
                  </a:lnTo>
                  <a:lnTo>
                    <a:pt x="11043" y="5494"/>
                  </a:lnTo>
                  <a:lnTo>
                    <a:pt x="9906" y="5162"/>
                  </a:lnTo>
                  <a:lnTo>
                    <a:pt x="8796" y="4773"/>
                  </a:lnTo>
                  <a:lnTo>
                    <a:pt x="7714" y="4329"/>
                  </a:lnTo>
                  <a:lnTo>
                    <a:pt x="6632" y="3857"/>
                  </a:lnTo>
                  <a:lnTo>
                    <a:pt x="5578" y="3358"/>
                  </a:lnTo>
                  <a:lnTo>
                    <a:pt x="4551" y="2803"/>
                  </a:lnTo>
                  <a:lnTo>
                    <a:pt x="3524" y="2193"/>
                  </a:lnTo>
                  <a:lnTo>
                    <a:pt x="2553" y="1555"/>
                  </a:lnTo>
                  <a:lnTo>
                    <a:pt x="1582" y="889"/>
                  </a:lnTo>
                  <a:lnTo>
                    <a:pt x="1055" y="500"/>
                  </a:lnTo>
                  <a:lnTo>
                    <a:pt x="528" y="84"/>
                  </a:lnTo>
                  <a:lnTo>
                    <a:pt x="417" y="29"/>
                  </a:lnTo>
                  <a:lnTo>
                    <a:pt x="278" y="1"/>
                  </a:lnTo>
                  <a:close/>
                </a:path>
              </a:pathLst>
            </a:custGeom>
            <a:gradFill>
              <a:gsLst>
                <a:gs pos="0">
                  <a:srgbClr val="36D5E6"/>
                </a:gs>
                <a:gs pos="100000">
                  <a:srgbClr val="17788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51"/>
            <p:cNvSpPr/>
            <p:nvPr/>
          </p:nvSpPr>
          <p:spPr>
            <a:xfrm>
              <a:off x="3072218" y="1364410"/>
              <a:ext cx="217319" cy="359695"/>
            </a:xfrm>
            <a:custGeom>
              <a:avLst/>
              <a:gdLst/>
              <a:ahLst/>
              <a:cxnLst/>
              <a:rect l="l" t="t" r="r" b="b"/>
              <a:pathLst>
                <a:path w="12791" h="21171" extrusionOk="0">
                  <a:moveTo>
                    <a:pt x="4883" y="1"/>
                  </a:moveTo>
                  <a:lnTo>
                    <a:pt x="4439" y="28"/>
                  </a:lnTo>
                  <a:lnTo>
                    <a:pt x="4023" y="112"/>
                  </a:lnTo>
                  <a:lnTo>
                    <a:pt x="3607" y="250"/>
                  </a:lnTo>
                  <a:lnTo>
                    <a:pt x="3191" y="417"/>
                  </a:lnTo>
                  <a:lnTo>
                    <a:pt x="2830" y="639"/>
                  </a:lnTo>
                  <a:lnTo>
                    <a:pt x="2469" y="888"/>
                  </a:lnTo>
                  <a:lnTo>
                    <a:pt x="2137" y="1166"/>
                  </a:lnTo>
                  <a:lnTo>
                    <a:pt x="1804" y="1499"/>
                  </a:lnTo>
                  <a:lnTo>
                    <a:pt x="1526" y="1860"/>
                  </a:lnTo>
                  <a:lnTo>
                    <a:pt x="1276" y="2248"/>
                  </a:lnTo>
                  <a:lnTo>
                    <a:pt x="1054" y="2664"/>
                  </a:lnTo>
                  <a:lnTo>
                    <a:pt x="860" y="3080"/>
                  </a:lnTo>
                  <a:lnTo>
                    <a:pt x="721" y="3552"/>
                  </a:lnTo>
                  <a:lnTo>
                    <a:pt x="611" y="4024"/>
                  </a:lnTo>
                  <a:lnTo>
                    <a:pt x="527" y="4523"/>
                  </a:lnTo>
                  <a:lnTo>
                    <a:pt x="0" y="10072"/>
                  </a:lnTo>
                  <a:lnTo>
                    <a:pt x="0" y="10599"/>
                  </a:lnTo>
                  <a:lnTo>
                    <a:pt x="0" y="11071"/>
                  </a:lnTo>
                  <a:lnTo>
                    <a:pt x="83" y="11570"/>
                  </a:lnTo>
                  <a:lnTo>
                    <a:pt x="167" y="12042"/>
                  </a:lnTo>
                  <a:lnTo>
                    <a:pt x="305" y="12486"/>
                  </a:lnTo>
                  <a:lnTo>
                    <a:pt x="500" y="12902"/>
                  </a:lnTo>
                  <a:lnTo>
                    <a:pt x="721" y="13318"/>
                  </a:lnTo>
                  <a:lnTo>
                    <a:pt x="971" y="13679"/>
                  </a:lnTo>
                  <a:lnTo>
                    <a:pt x="1249" y="14040"/>
                  </a:lnTo>
                  <a:lnTo>
                    <a:pt x="1554" y="14345"/>
                  </a:lnTo>
                  <a:lnTo>
                    <a:pt x="1887" y="14622"/>
                  </a:lnTo>
                  <a:lnTo>
                    <a:pt x="2247" y="14872"/>
                  </a:lnTo>
                  <a:lnTo>
                    <a:pt x="2608" y="15066"/>
                  </a:lnTo>
                  <a:lnTo>
                    <a:pt x="3024" y="15233"/>
                  </a:lnTo>
                  <a:lnTo>
                    <a:pt x="3441" y="15344"/>
                  </a:lnTo>
                  <a:lnTo>
                    <a:pt x="3884" y="15427"/>
                  </a:lnTo>
                  <a:lnTo>
                    <a:pt x="5078" y="15538"/>
                  </a:lnTo>
                  <a:lnTo>
                    <a:pt x="4967" y="20449"/>
                  </a:lnTo>
                  <a:lnTo>
                    <a:pt x="7186" y="20921"/>
                  </a:lnTo>
                  <a:lnTo>
                    <a:pt x="7436" y="21004"/>
                  </a:lnTo>
                  <a:lnTo>
                    <a:pt x="7686" y="21032"/>
                  </a:lnTo>
                  <a:lnTo>
                    <a:pt x="9101" y="21170"/>
                  </a:lnTo>
                  <a:lnTo>
                    <a:pt x="9378" y="21170"/>
                  </a:lnTo>
                  <a:lnTo>
                    <a:pt x="9628" y="21143"/>
                  </a:lnTo>
                  <a:lnTo>
                    <a:pt x="9877" y="21087"/>
                  </a:lnTo>
                  <a:lnTo>
                    <a:pt x="10099" y="21032"/>
                  </a:lnTo>
                  <a:lnTo>
                    <a:pt x="10127" y="21032"/>
                  </a:lnTo>
                  <a:lnTo>
                    <a:pt x="10127" y="21004"/>
                  </a:lnTo>
                  <a:lnTo>
                    <a:pt x="10405" y="20893"/>
                  </a:lnTo>
                  <a:lnTo>
                    <a:pt x="10654" y="20726"/>
                  </a:lnTo>
                  <a:lnTo>
                    <a:pt x="10904" y="20532"/>
                  </a:lnTo>
                  <a:lnTo>
                    <a:pt x="11098" y="20283"/>
                  </a:lnTo>
                  <a:lnTo>
                    <a:pt x="11265" y="20033"/>
                  </a:lnTo>
                  <a:lnTo>
                    <a:pt x="11403" y="19755"/>
                  </a:lnTo>
                  <a:lnTo>
                    <a:pt x="11487" y="19450"/>
                  </a:lnTo>
                  <a:lnTo>
                    <a:pt x="11542" y="19145"/>
                  </a:lnTo>
                  <a:lnTo>
                    <a:pt x="11875" y="15760"/>
                  </a:lnTo>
                  <a:lnTo>
                    <a:pt x="11875" y="15594"/>
                  </a:lnTo>
                  <a:lnTo>
                    <a:pt x="12208" y="12209"/>
                  </a:lnTo>
                  <a:lnTo>
                    <a:pt x="12208" y="11931"/>
                  </a:lnTo>
                  <a:lnTo>
                    <a:pt x="12180" y="11681"/>
                  </a:lnTo>
                  <a:lnTo>
                    <a:pt x="12236" y="11238"/>
                  </a:lnTo>
                  <a:lnTo>
                    <a:pt x="12763" y="5688"/>
                  </a:lnTo>
                  <a:lnTo>
                    <a:pt x="12791" y="5161"/>
                  </a:lnTo>
                  <a:lnTo>
                    <a:pt x="12763" y="4690"/>
                  </a:lnTo>
                  <a:lnTo>
                    <a:pt x="12708" y="4190"/>
                  </a:lnTo>
                  <a:lnTo>
                    <a:pt x="12597" y="3746"/>
                  </a:lnTo>
                  <a:lnTo>
                    <a:pt x="12458" y="3275"/>
                  </a:lnTo>
                  <a:lnTo>
                    <a:pt x="12291" y="2858"/>
                  </a:lnTo>
                  <a:lnTo>
                    <a:pt x="12069" y="2442"/>
                  </a:lnTo>
                  <a:lnTo>
                    <a:pt x="11820" y="2082"/>
                  </a:lnTo>
                  <a:lnTo>
                    <a:pt x="11542" y="1721"/>
                  </a:lnTo>
                  <a:lnTo>
                    <a:pt x="11237" y="1416"/>
                  </a:lnTo>
                  <a:lnTo>
                    <a:pt x="10904" y="1138"/>
                  </a:lnTo>
                  <a:lnTo>
                    <a:pt x="10543" y="888"/>
                  </a:lnTo>
                  <a:lnTo>
                    <a:pt x="10155" y="694"/>
                  </a:lnTo>
                  <a:lnTo>
                    <a:pt x="9767" y="528"/>
                  </a:lnTo>
                  <a:lnTo>
                    <a:pt x="9323" y="417"/>
                  </a:lnTo>
                  <a:lnTo>
                    <a:pt x="8906" y="334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51"/>
            <p:cNvSpPr/>
            <p:nvPr/>
          </p:nvSpPr>
          <p:spPr>
            <a:xfrm>
              <a:off x="2978399" y="1214983"/>
              <a:ext cx="409187" cy="386081"/>
            </a:xfrm>
            <a:custGeom>
              <a:avLst/>
              <a:gdLst/>
              <a:ahLst/>
              <a:cxnLst/>
              <a:rect l="l" t="t" r="r" b="b"/>
              <a:pathLst>
                <a:path w="24084" h="22724" extrusionOk="0">
                  <a:moveTo>
                    <a:pt x="8824" y="0"/>
                  </a:moveTo>
                  <a:lnTo>
                    <a:pt x="8491" y="84"/>
                  </a:lnTo>
                  <a:lnTo>
                    <a:pt x="8297" y="167"/>
                  </a:lnTo>
                  <a:lnTo>
                    <a:pt x="8158" y="250"/>
                  </a:lnTo>
                  <a:lnTo>
                    <a:pt x="7991" y="333"/>
                  </a:lnTo>
                  <a:lnTo>
                    <a:pt x="7880" y="444"/>
                  </a:lnTo>
                  <a:lnTo>
                    <a:pt x="7769" y="555"/>
                  </a:lnTo>
                  <a:lnTo>
                    <a:pt x="7686" y="694"/>
                  </a:lnTo>
                  <a:lnTo>
                    <a:pt x="7631" y="833"/>
                  </a:lnTo>
                  <a:lnTo>
                    <a:pt x="7575" y="971"/>
                  </a:lnTo>
                  <a:lnTo>
                    <a:pt x="7492" y="1249"/>
                  </a:lnTo>
                  <a:lnTo>
                    <a:pt x="7464" y="1582"/>
                  </a:lnTo>
                  <a:lnTo>
                    <a:pt x="7492" y="1915"/>
                  </a:lnTo>
                  <a:lnTo>
                    <a:pt x="7548" y="2220"/>
                  </a:lnTo>
                  <a:lnTo>
                    <a:pt x="7603" y="2553"/>
                  </a:lnTo>
                  <a:lnTo>
                    <a:pt x="7714" y="2858"/>
                  </a:lnTo>
                  <a:lnTo>
                    <a:pt x="7908" y="3358"/>
                  </a:lnTo>
                  <a:lnTo>
                    <a:pt x="8075" y="3718"/>
                  </a:lnTo>
                  <a:lnTo>
                    <a:pt x="8130" y="3857"/>
                  </a:lnTo>
                  <a:lnTo>
                    <a:pt x="7797" y="3385"/>
                  </a:lnTo>
                  <a:lnTo>
                    <a:pt x="7381" y="2858"/>
                  </a:lnTo>
                  <a:lnTo>
                    <a:pt x="6882" y="2275"/>
                  </a:lnTo>
                  <a:lnTo>
                    <a:pt x="6576" y="1943"/>
                  </a:lnTo>
                  <a:lnTo>
                    <a:pt x="6271" y="1637"/>
                  </a:lnTo>
                  <a:lnTo>
                    <a:pt x="5938" y="1332"/>
                  </a:lnTo>
                  <a:lnTo>
                    <a:pt x="5578" y="1055"/>
                  </a:lnTo>
                  <a:lnTo>
                    <a:pt x="5217" y="805"/>
                  </a:lnTo>
                  <a:lnTo>
                    <a:pt x="4856" y="583"/>
                  </a:lnTo>
                  <a:lnTo>
                    <a:pt x="4496" y="417"/>
                  </a:lnTo>
                  <a:lnTo>
                    <a:pt x="4135" y="278"/>
                  </a:lnTo>
                  <a:lnTo>
                    <a:pt x="3746" y="222"/>
                  </a:lnTo>
                  <a:lnTo>
                    <a:pt x="3302" y="222"/>
                  </a:lnTo>
                  <a:lnTo>
                    <a:pt x="2859" y="278"/>
                  </a:lnTo>
                  <a:lnTo>
                    <a:pt x="2387" y="389"/>
                  </a:lnTo>
                  <a:lnTo>
                    <a:pt x="2165" y="472"/>
                  </a:lnTo>
                  <a:lnTo>
                    <a:pt x="1915" y="583"/>
                  </a:lnTo>
                  <a:lnTo>
                    <a:pt x="1693" y="694"/>
                  </a:lnTo>
                  <a:lnTo>
                    <a:pt x="1471" y="833"/>
                  </a:lnTo>
                  <a:lnTo>
                    <a:pt x="1249" y="999"/>
                  </a:lnTo>
                  <a:lnTo>
                    <a:pt x="1055" y="1166"/>
                  </a:lnTo>
                  <a:lnTo>
                    <a:pt x="861" y="1360"/>
                  </a:lnTo>
                  <a:lnTo>
                    <a:pt x="694" y="1582"/>
                  </a:lnTo>
                  <a:lnTo>
                    <a:pt x="528" y="1804"/>
                  </a:lnTo>
                  <a:lnTo>
                    <a:pt x="389" y="2054"/>
                  </a:lnTo>
                  <a:lnTo>
                    <a:pt x="250" y="2331"/>
                  </a:lnTo>
                  <a:lnTo>
                    <a:pt x="167" y="2636"/>
                  </a:lnTo>
                  <a:lnTo>
                    <a:pt x="84" y="2941"/>
                  </a:lnTo>
                  <a:lnTo>
                    <a:pt x="29" y="3274"/>
                  </a:lnTo>
                  <a:lnTo>
                    <a:pt x="1" y="3635"/>
                  </a:lnTo>
                  <a:lnTo>
                    <a:pt x="1" y="4023"/>
                  </a:lnTo>
                  <a:lnTo>
                    <a:pt x="29" y="4440"/>
                  </a:lnTo>
                  <a:lnTo>
                    <a:pt x="84" y="4856"/>
                  </a:lnTo>
                  <a:lnTo>
                    <a:pt x="167" y="5300"/>
                  </a:lnTo>
                  <a:lnTo>
                    <a:pt x="306" y="5771"/>
                  </a:lnTo>
                  <a:lnTo>
                    <a:pt x="472" y="6271"/>
                  </a:lnTo>
                  <a:lnTo>
                    <a:pt x="694" y="6798"/>
                  </a:lnTo>
                  <a:lnTo>
                    <a:pt x="944" y="7353"/>
                  </a:lnTo>
                  <a:lnTo>
                    <a:pt x="1222" y="7908"/>
                  </a:lnTo>
                  <a:lnTo>
                    <a:pt x="1555" y="8463"/>
                  </a:lnTo>
                  <a:lnTo>
                    <a:pt x="1943" y="8990"/>
                  </a:lnTo>
                  <a:lnTo>
                    <a:pt x="2387" y="9489"/>
                  </a:lnTo>
                  <a:lnTo>
                    <a:pt x="2859" y="9933"/>
                  </a:lnTo>
                  <a:lnTo>
                    <a:pt x="3358" y="10349"/>
                  </a:lnTo>
                  <a:lnTo>
                    <a:pt x="3913" y="10738"/>
                  </a:lnTo>
                  <a:lnTo>
                    <a:pt x="4468" y="11099"/>
                  </a:lnTo>
                  <a:lnTo>
                    <a:pt x="5050" y="11431"/>
                  </a:lnTo>
                  <a:lnTo>
                    <a:pt x="5689" y="11737"/>
                  </a:lnTo>
                  <a:lnTo>
                    <a:pt x="6299" y="12014"/>
                  </a:lnTo>
                  <a:lnTo>
                    <a:pt x="6965" y="12264"/>
                  </a:lnTo>
                  <a:lnTo>
                    <a:pt x="7603" y="12486"/>
                  </a:lnTo>
                  <a:lnTo>
                    <a:pt x="8269" y="12680"/>
                  </a:lnTo>
                  <a:lnTo>
                    <a:pt x="8935" y="12846"/>
                  </a:lnTo>
                  <a:lnTo>
                    <a:pt x="9601" y="13013"/>
                  </a:lnTo>
                  <a:lnTo>
                    <a:pt x="10239" y="13152"/>
                  </a:lnTo>
                  <a:lnTo>
                    <a:pt x="11515" y="13374"/>
                  </a:lnTo>
                  <a:lnTo>
                    <a:pt x="12708" y="13512"/>
                  </a:lnTo>
                  <a:lnTo>
                    <a:pt x="13818" y="13623"/>
                  </a:lnTo>
                  <a:lnTo>
                    <a:pt x="14789" y="13707"/>
                  </a:lnTo>
                  <a:lnTo>
                    <a:pt x="15594" y="13734"/>
                  </a:lnTo>
                  <a:lnTo>
                    <a:pt x="16731" y="13734"/>
                  </a:lnTo>
                  <a:lnTo>
                    <a:pt x="17009" y="18146"/>
                  </a:lnTo>
                  <a:lnTo>
                    <a:pt x="17453" y="19894"/>
                  </a:lnTo>
                  <a:lnTo>
                    <a:pt x="17647" y="22724"/>
                  </a:lnTo>
                  <a:lnTo>
                    <a:pt x="18618" y="21891"/>
                  </a:lnTo>
                  <a:lnTo>
                    <a:pt x="19506" y="21087"/>
                  </a:lnTo>
                  <a:lnTo>
                    <a:pt x="20338" y="20310"/>
                  </a:lnTo>
                  <a:lnTo>
                    <a:pt x="21087" y="19533"/>
                  </a:lnTo>
                  <a:lnTo>
                    <a:pt x="21753" y="18784"/>
                  </a:lnTo>
                  <a:lnTo>
                    <a:pt x="22364" y="18035"/>
                  </a:lnTo>
                  <a:lnTo>
                    <a:pt x="22613" y="17674"/>
                  </a:lnTo>
                  <a:lnTo>
                    <a:pt x="22863" y="17286"/>
                  </a:lnTo>
                  <a:lnTo>
                    <a:pt x="23085" y="16925"/>
                  </a:lnTo>
                  <a:lnTo>
                    <a:pt x="23307" y="16537"/>
                  </a:lnTo>
                  <a:lnTo>
                    <a:pt x="23473" y="16176"/>
                  </a:lnTo>
                  <a:lnTo>
                    <a:pt x="23640" y="15787"/>
                  </a:lnTo>
                  <a:lnTo>
                    <a:pt x="23751" y="15427"/>
                  </a:lnTo>
                  <a:lnTo>
                    <a:pt x="23862" y="15038"/>
                  </a:lnTo>
                  <a:lnTo>
                    <a:pt x="23973" y="14650"/>
                  </a:lnTo>
                  <a:lnTo>
                    <a:pt x="24028" y="14261"/>
                  </a:lnTo>
                  <a:lnTo>
                    <a:pt x="24056" y="13845"/>
                  </a:lnTo>
                  <a:lnTo>
                    <a:pt x="24084" y="13457"/>
                  </a:lnTo>
                  <a:lnTo>
                    <a:pt x="24056" y="13041"/>
                  </a:lnTo>
                  <a:lnTo>
                    <a:pt x="24028" y="12625"/>
                  </a:lnTo>
                  <a:lnTo>
                    <a:pt x="23973" y="12208"/>
                  </a:lnTo>
                  <a:lnTo>
                    <a:pt x="23890" y="11792"/>
                  </a:lnTo>
                  <a:lnTo>
                    <a:pt x="23751" y="11348"/>
                  </a:lnTo>
                  <a:lnTo>
                    <a:pt x="23612" y="10904"/>
                  </a:lnTo>
                  <a:lnTo>
                    <a:pt x="23446" y="10433"/>
                  </a:lnTo>
                  <a:lnTo>
                    <a:pt x="23251" y="9961"/>
                  </a:lnTo>
                  <a:lnTo>
                    <a:pt x="23029" y="9517"/>
                  </a:lnTo>
                  <a:lnTo>
                    <a:pt x="22780" y="9073"/>
                  </a:lnTo>
                  <a:lnTo>
                    <a:pt x="22502" y="8657"/>
                  </a:lnTo>
                  <a:lnTo>
                    <a:pt x="22197" y="8268"/>
                  </a:lnTo>
                  <a:lnTo>
                    <a:pt x="21864" y="7908"/>
                  </a:lnTo>
                  <a:lnTo>
                    <a:pt x="21531" y="7575"/>
                  </a:lnTo>
                  <a:lnTo>
                    <a:pt x="21171" y="7270"/>
                  </a:lnTo>
                  <a:lnTo>
                    <a:pt x="20810" y="6964"/>
                  </a:lnTo>
                  <a:lnTo>
                    <a:pt x="20421" y="6687"/>
                  </a:lnTo>
                  <a:lnTo>
                    <a:pt x="20033" y="6437"/>
                  </a:lnTo>
                  <a:lnTo>
                    <a:pt x="19617" y="6188"/>
                  </a:lnTo>
                  <a:lnTo>
                    <a:pt x="19201" y="5993"/>
                  </a:lnTo>
                  <a:lnTo>
                    <a:pt x="18396" y="5605"/>
                  </a:lnTo>
                  <a:lnTo>
                    <a:pt x="17591" y="5272"/>
                  </a:lnTo>
                  <a:lnTo>
                    <a:pt x="16787" y="5022"/>
                  </a:lnTo>
                  <a:lnTo>
                    <a:pt x="16038" y="4828"/>
                  </a:lnTo>
                  <a:lnTo>
                    <a:pt x="15372" y="4662"/>
                  </a:lnTo>
                  <a:lnTo>
                    <a:pt x="14761" y="4551"/>
                  </a:lnTo>
                  <a:lnTo>
                    <a:pt x="13901" y="4412"/>
                  </a:lnTo>
                  <a:lnTo>
                    <a:pt x="13568" y="4384"/>
                  </a:lnTo>
                  <a:lnTo>
                    <a:pt x="13402" y="3885"/>
                  </a:lnTo>
                  <a:lnTo>
                    <a:pt x="13208" y="3385"/>
                  </a:lnTo>
                  <a:lnTo>
                    <a:pt x="12986" y="2914"/>
                  </a:lnTo>
                  <a:lnTo>
                    <a:pt x="12708" y="2470"/>
                  </a:lnTo>
                  <a:lnTo>
                    <a:pt x="12431" y="2054"/>
                  </a:lnTo>
                  <a:lnTo>
                    <a:pt x="12098" y="1665"/>
                  </a:lnTo>
                  <a:lnTo>
                    <a:pt x="11765" y="1304"/>
                  </a:lnTo>
                  <a:lnTo>
                    <a:pt x="11432" y="971"/>
                  </a:lnTo>
                  <a:lnTo>
                    <a:pt x="11071" y="694"/>
                  </a:lnTo>
                  <a:lnTo>
                    <a:pt x="10683" y="472"/>
                  </a:lnTo>
                  <a:lnTo>
                    <a:pt x="10322" y="278"/>
                  </a:lnTo>
                  <a:lnTo>
                    <a:pt x="9934" y="111"/>
                  </a:lnTo>
                  <a:lnTo>
                    <a:pt x="9573" y="28"/>
                  </a:lnTo>
                  <a:lnTo>
                    <a:pt x="9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51"/>
            <p:cNvSpPr/>
            <p:nvPr/>
          </p:nvSpPr>
          <p:spPr>
            <a:xfrm>
              <a:off x="3172612" y="1468593"/>
              <a:ext cx="27371" cy="27354"/>
            </a:xfrm>
            <a:custGeom>
              <a:avLst/>
              <a:gdLst/>
              <a:ahLst/>
              <a:cxnLst/>
              <a:rect l="l" t="t" r="r" b="b"/>
              <a:pathLst>
                <a:path w="1611" h="1610" extrusionOk="0">
                  <a:moveTo>
                    <a:pt x="722" y="0"/>
                  </a:moveTo>
                  <a:lnTo>
                    <a:pt x="556" y="28"/>
                  </a:lnTo>
                  <a:lnTo>
                    <a:pt x="417" y="111"/>
                  </a:lnTo>
                  <a:lnTo>
                    <a:pt x="278" y="195"/>
                  </a:lnTo>
                  <a:lnTo>
                    <a:pt x="195" y="306"/>
                  </a:lnTo>
                  <a:lnTo>
                    <a:pt x="84" y="417"/>
                  </a:lnTo>
                  <a:lnTo>
                    <a:pt x="29" y="583"/>
                  </a:lnTo>
                  <a:lnTo>
                    <a:pt x="1" y="722"/>
                  </a:lnTo>
                  <a:lnTo>
                    <a:pt x="1" y="888"/>
                  </a:lnTo>
                  <a:lnTo>
                    <a:pt x="29" y="1055"/>
                  </a:lnTo>
                  <a:lnTo>
                    <a:pt x="84" y="1193"/>
                  </a:lnTo>
                  <a:lnTo>
                    <a:pt x="195" y="1332"/>
                  </a:lnTo>
                  <a:lnTo>
                    <a:pt x="306" y="1443"/>
                  </a:lnTo>
                  <a:lnTo>
                    <a:pt x="417" y="1526"/>
                  </a:lnTo>
                  <a:lnTo>
                    <a:pt x="584" y="1582"/>
                  </a:lnTo>
                  <a:lnTo>
                    <a:pt x="722" y="1610"/>
                  </a:lnTo>
                  <a:lnTo>
                    <a:pt x="889" y="1610"/>
                  </a:lnTo>
                  <a:lnTo>
                    <a:pt x="1055" y="1582"/>
                  </a:lnTo>
                  <a:lnTo>
                    <a:pt x="1194" y="1526"/>
                  </a:lnTo>
                  <a:lnTo>
                    <a:pt x="1333" y="1443"/>
                  </a:lnTo>
                  <a:lnTo>
                    <a:pt x="1444" y="1332"/>
                  </a:lnTo>
                  <a:lnTo>
                    <a:pt x="1527" y="1193"/>
                  </a:lnTo>
                  <a:lnTo>
                    <a:pt x="1582" y="1055"/>
                  </a:lnTo>
                  <a:lnTo>
                    <a:pt x="1610" y="888"/>
                  </a:lnTo>
                  <a:lnTo>
                    <a:pt x="1610" y="722"/>
                  </a:lnTo>
                  <a:lnTo>
                    <a:pt x="1582" y="555"/>
                  </a:lnTo>
                  <a:lnTo>
                    <a:pt x="1527" y="417"/>
                  </a:lnTo>
                  <a:lnTo>
                    <a:pt x="1444" y="306"/>
                  </a:lnTo>
                  <a:lnTo>
                    <a:pt x="1333" y="195"/>
                  </a:lnTo>
                  <a:lnTo>
                    <a:pt x="1194" y="84"/>
                  </a:lnTo>
                  <a:lnTo>
                    <a:pt x="1055" y="28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352C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51"/>
            <p:cNvSpPr/>
            <p:nvPr/>
          </p:nvSpPr>
          <p:spPr>
            <a:xfrm>
              <a:off x="3087288" y="1460574"/>
              <a:ext cx="23123" cy="23123"/>
            </a:xfrm>
            <a:custGeom>
              <a:avLst/>
              <a:gdLst/>
              <a:ahLst/>
              <a:cxnLst/>
              <a:rect l="l" t="t" r="r" b="b"/>
              <a:pathLst>
                <a:path w="1361" h="1361" extrusionOk="0">
                  <a:moveTo>
                    <a:pt x="611" y="1"/>
                  </a:moveTo>
                  <a:lnTo>
                    <a:pt x="473" y="28"/>
                  </a:lnTo>
                  <a:lnTo>
                    <a:pt x="334" y="84"/>
                  </a:lnTo>
                  <a:lnTo>
                    <a:pt x="223" y="139"/>
                  </a:lnTo>
                  <a:lnTo>
                    <a:pt x="140" y="250"/>
                  </a:lnTo>
                  <a:lnTo>
                    <a:pt x="56" y="361"/>
                  </a:lnTo>
                  <a:lnTo>
                    <a:pt x="29" y="472"/>
                  </a:lnTo>
                  <a:lnTo>
                    <a:pt x="1" y="611"/>
                  </a:lnTo>
                  <a:lnTo>
                    <a:pt x="1" y="750"/>
                  </a:lnTo>
                  <a:lnTo>
                    <a:pt x="29" y="889"/>
                  </a:lnTo>
                  <a:lnTo>
                    <a:pt x="56" y="1000"/>
                  </a:lnTo>
                  <a:lnTo>
                    <a:pt x="140" y="1111"/>
                  </a:lnTo>
                  <a:lnTo>
                    <a:pt x="251" y="1221"/>
                  </a:lnTo>
                  <a:lnTo>
                    <a:pt x="362" y="1277"/>
                  </a:lnTo>
                  <a:lnTo>
                    <a:pt x="473" y="1332"/>
                  </a:lnTo>
                  <a:lnTo>
                    <a:pt x="611" y="1360"/>
                  </a:lnTo>
                  <a:lnTo>
                    <a:pt x="750" y="1360"/>
                  </a:lnTo>
                  <a:lnTo>
                    <a:pt x="889" y="1332"/>
                  </a:lnTo>
                  <a:lnTo>
                    <a:pt x="1000" y="1277"/>
                  </a:lnTo>
                  <a:lnTo>
                    <a:pt x="1111" y="1221"/>
                  </a:lnTo>
                  <a:lnTo>
                    <a:pt x="1222" y="1111"/>
                  </a:lnTo>
                  <a:lnTo>
                    <a:pt x="1277" y="1000"/>
                  </a:lnTo>
                  <a:lnTo>
                    <a:pt x="1333" y="889"/>
                  </a:lnTo>
                  <a:lnTo>
                    <a:pt x="1360" y="750"/>
                  </a:lnTo>
                  <a:lnTo>
                    <a:pt x="1360" y="611"/>
                  </a:lnTo>
                  <a:lnTo>
                    <a:pt x="1333" y="472"/>
                  </a:lnTo>
                  <a:lnTo>
                    <a:pt x="1277" y="361"/>
                  </a:lnTo>
                  <a:lnTo>
                    <a:pt x="1222" y="250"/>
                  </a:lnTo>
                  <a:lnTo>
                    <a:pt x="1111" y="139"/>
                  </a:lnTo>
                  <a:lnTo>
                    <a:pt x="1000" y="84"/>
                  </a:lnTo>
                  <a:lnTo>
                    <a:pt x="889" y="28"/>
                  </a:lnTo>
                  <a:lnTo>
                    <a:pt x="750" y="1"/>
                  </a:lnTo>
                  <a:close/>
                </a:path>
              </a:pathLst>
            </a:custGeom>
            <a:solidFill>
              <a:srgbClr val="352C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51"/>
            <p:cNvSpPr/>
            <p:nvPr/>
          </p:nvSpPr>
          <p:spPr>
            <a:xfrm>
              <a:off x="3118414" y="1528924"/>
              <a:ext cx="48557" cy="25485"/>
            </a:xfrm>
            <a:custGeom>
              <a:avLst/>
              <a:gdLst/>
              <a:ahLst/>
              <a:cxnLst/>
              <a:rect l="l" t="t" r="r" b="b"/>
              <a:pathLst>
                <a:path w="2858" h="1500" extrusionOk="0">
                  <a:moveTo>
                    <a:pt x="2858" y="1"/>
                  </a:moveTo>
                  <a:lnTo>
                    <a:pt x="0" y="84"/>
                  </a:lnTo>
                  <a:lnTo>
                    <a:pt x="56" y="278"/>
                  </a:lnTo>
                  <a:lnTo>
                    <a:pt x="139" y="500"/>
                  </a:lnTo>
                  <a:lnTo>
                    <a:pt x="250" y="722"/>
                  </a:lnTo>
                  <a:lnTo>
                    <a:pt x="416" y="972"/>
                  </a:lnTo>
                  <a:lnTo>
                    <a:pt x="611" y="1194"/>
                  </a:lnTo>
                  <a:lnTo>
                    <a:pt x="722" y="1277"/>
                  </a:lnTo>
                  <a:lnTo>
                    <a:pt x="860" y="1360"/>
                  </a:lnTo>
                  <a:lnTo>
                    <a:pt x="999" y="1444"/>
                  </a:lnTo>
                  <a:lnTo>
                    <a:pt x="1138" y="1471"/>
                  </a:lnTo>
                  <a:lnTo>
                    <a:pt x="1304" y="1499"/>
                  </a:lnTo>
                  <a:lnTo>
                    <a:pt x="1443" y="1499"/>
                  </a:lnTo>
                  <a:lnTo>
                    <a:pt x="1609" y="1471"/>
                  </a:lnTo>
                  <a:lnTo>
                    <a:pt x="1748" y="1416"/>
                  </a:lnTo>
                  <a:lnTo>
                    <a:pt x="1887" y="1360"/>
                  </a:lnTo>
                  <a:lnTo>
                    <a:pt x="2026" y="1277"/>
                  </a:lnTo>
                  <a:lnTo>
                    <a:pt x="2275" y="1083"/>
                  </a:lnTo>
                  <a:lnTo>
                    <a:pt x="2497" y="833"/>
                  </a:lnTo>
                  <a:lnTo>
                    <a:pt x="2664" y="583"/>
                  </a:lnTo>
                  <a:lnTo>
                    <a:pt x="2802" y="306"/>
                  </a:lnTo>
                  <a:lnTo>
                    <a:pt x="2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51"/>
            <p:cNvSpPr/>
            <p:nvPr/>
          </p:nvSpPr>
          <p:spPr>
            <a:xfrm>
              <a:off x="3177335" y="1501112"/>
              <a:ext cx="64120" cy="64137"/>
            </a:xfrm>
            <a:custGeom>
              <a:avLst/>
              <a:gdLst/>
              <a:ahLst/>
              <a:cxnLst/>
              <a:rect l="l" t="t" r="r" b="b"/>
              <a:pathLst>
                <a:path w="3774" h="3775" extrusionOk="0">
                  <a:moveTo>
                    <a:pt x="1693" y="1"/>
                  </a:moveTo>
                  <a:lnTo>
                    <a:pt x="1499" y="29"/>
                  </a:lnTo>
                  <a:lnTo>
                    <a:pt x="1332" y="84"/>
                  </a:lnTo>
                  <a:lnTo>
                    <a:pt x="1166" y="140"/>
                  </a:lnTo>
                  <a:lnTo>
                    <a:pt x="999" y="223"/>
                  </a:lnTo>
                  <a:lnTo>
                    <a:pt x="833" y="306"/>
                  </a:lnTo>
                  <a:lnTo>
                    <a:pt x="694" y="417"/>
                  </a:lnTo>
                  <a:lnTo>
                    <a:pt x="555" y="528"/>
                  </a:lnTo>
                  <a:lnTo>
                    <a:pt x="444" y="667"/>
                  </a:lnTo>
                  <a:lnTo>
                    <a:pt x="333" y="833"/>
                  </a:lnTo>
                  <a:lnTo>
                    <a:pt x="222" y="972"/>
                  </a:lnTo>
                  <a:lnTo>
                    <a:pt x="139" y="1138"/>
                  </a:lnTo>
                  <a:lnTo>
                    <a:pt x="84" y="1305"/>
                  </a:lnTo>
                  <a:lnTo>
                    <a:pt x="28" y="1499"/>
                  </a:lnTo>
                  <a:lnTo>
                    <a:pt x="0" y="1693"/>
                  </a:lnTo>
                  <a:lnTo>
                    <a:pt x="0" y="1887"/>
                  </a:lnTo>
                  <a:lnTo>
                    <a:pt x="0" y="2082"/>
                  </a:lnTo>
                  <a:lnTo>
                    <a:pt x="28" y="2248"/>
                  </a:lnTo>
                  <a:lnTo>
                    <a:pt x="84" y="2442"/>
                  </a:lnTo>
                  <a:lnTo>
                    <a:pt x="139" y="2609"/>
                  </a:lnTo>
                  <a:lnTo>
                    <a:pt x="222" y="2775"/>
                  </a:lnTo>
                  <a:lnTo>
                    <a:pt x="306" y="2942"/>
                  </a:lnTo>
                  <a:lnTo>
                    <a:pt x="417" y="3081"/>
                  </a:lnTo>
                  <a:lnTo>
                    <a:pt x="527" y="3219"/>
                  </a:lnTo>
                  <a:lnTo>
                    <a:pt x="666" y="3330"/>
                  </a:lnTo>
                  <a:lnTo>
                    <a:pt x="805" y="3441"/>
                  </a:lnTo>
                  <a:lnTo>
                    <a:pt x="971" y="3524"/>
                  </a:lnTo>
                  <a:lnTo>
                    <a:pt x="1138" y="3608"/>
                  </a:lnTo>
                  <a:lnTo>
                    <a:pt x="1304" y="3691"/>
                  </a:lnTo>
                  <a:lnTo>
                    <a:pt x="1499" y="3719"/>
                  </a:lnTo>
                  <a:lnTo>
                    <a:pt x="1693" y="3746"/>
                  </a:lnTo>
                  <a:lnTo>
                    <a:pt x="1887" y="3774"/>
                  </a:lnTo>
                  <a:lnTo>
                    <a:pt x="2081" y="3746"/>
                  </a:lnTo>
                  <a:lnTo>
                    <a:pt x="2248" y="3719"/>
                  </a:lnTo>
                  <a:lnTo>
                    <a:pt x="2442" y="3691"/>
                  </a:lnTo>
                  <a:lnTo>
                    <a:pt x="2608" y="3635"/>
                  </a:lnTo>
                  <a:lnTo>
                    <a:pt x="2775" y="3552"/>
                  </a:lnTo>
                  <a:lnTo>
                    <a:pt x="2914" y="3441"/>
                  </a:lnTo>
                  <a:lnTo>
                    <a:pt x="3080" y="3358"/>
                  </a:lnTo>
                  <a:lnTo>
                    <a:pt x="3219" y="3219"/>
                  </a:lnTo>
                  <a:lnTo>
                    <a:pt x="3330" y="3081"/>
                  </a:lnTo>
                  <a:lnTo>
                    <a:pt x="3441" y="2942"/>
                  </a:lnTo>
                  <a:lnTo>
                    <a:pt x="3524" y="2803"/>
                  </a:lnTo>
                  <a:lnTo>
                    <a:pt x="3607" y="2637"/>
                  </a:lnTo>
                  <a:lnTo>
                    <a:pt x="3690" y="2442"/>
                  </a:lnTo>
                  <a:lnTo>
                    <a:pt x="3718" y="2276"/>
                  </a:lnTo>
                  <a:lnTo>
                    <a:pt x="3746" y="2082"/>
                  </a:lnTo>
                  <a:lnTo>
                    <a:pt x="3774" y="1887"/>
                  </a:lnTo>
                  <a:lnTo>
                    <a:pt x="3746" y="1693"/>
                  </a:lnTo>
                  <a:lnTo>
                    <a:pt x="3718" y="1499"/>
                  </a:lnTo>
                  <a:lnTo>
                    <a:pt x="3690" y="1333"/>
                  </a:lnTo>
                  <a:lnTo>
                    <a:pt x="3635" y="1166"/>
                  </a:lnTo>
                  <a:lnTo>
                    <a:pt x="3552" y="1000"/>
                  </a:lnTo>
                  <a:lnTo>
                    <a:pt x="3441" y="833"/>
                  </a:lnTo>
                  <a:lnTo>
                    <a:pt x="3330" y="694"/>
                  </a:lnTo>
                  <a:lnTo>
                    <a:pt x="3219" y="556"/>
                  </a:lnTo>
                  <a:lnTo>
                    <a:pt x="3080" y="445"/>
                  </a:lnTo>
                  <a:lnTo>
                    <a:pt x="2941" y="334"/>
                  </a:lnTo>
                  <a:lnTo>
                    <a:pt x="2775" y="223"/>
                  </a:lnTo>
                  <a:lnTo>
                    <a:pt x="2608" y="140"/>
                  </a:lnTo>
                  <a:lnTo>
                    <a:pt x="2442" y="84"/>
                  </a:lnTo>
                  <a:lnTo>
                    <a:pt x="2275" y="29"/>
                  </a:lnTo>
                  <a:lnTo>
                    <a:pt x="2081" y="1"/>
                  </a:lnTo>
                  <a:close/>
                </a:path>
              </a:pathLst>
            </a:custGeom>
            <a:solidFill>
              <a:srgbClr val="FF80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51"/>
            <p:cNvSpPr/>
            <p:nvPr/>
          </p:nvSpPr>
          <p:spPr>
            <a:xfrm>
              <a:off x="3072218" y="1498292"/>
              <a:ext cx="31601" cy="48574"/>
            </a:xfrm>
            <a:custGeom>
              <a:avLst/>
              <a:gdLst/>
              <a:ahLst/>
              <a:cxnLst/>
              <a:rect l="l" t="t" r="r" b="b"/>
              <a:pathLst>
                <a:path w="1860" h="2859" extrusionOk="0">
                  <a:moveTo>
                    <a:pt x="222" y="0"/>
                  </a:moveTo>
                  <a:lnTo>
                    <a:pt x="28" y="1970"/>
                  </a:lnTo>
                  <a:lnTo>
                    <a:pt x="0" y="2386"/>
                  </a:lnTo>
                  <a:lnTo>
                    <a:pt x="28" y="2803"/>
                  </a:lnTo>
                  <a:lnTo>
                    <a:pt x="278" y="2858"/>
                  </a:lnTo>
                  <a:lnTo>
                    <a:pt x="555" y="2858"/>
                  </a:lnTo>
                  <a:lnTo>
                    <a:pt x="832" y="2803"/>
                  </a:lnTo>
                  <a:lnTo>
                    <a:pt x="1110" y="2692"/>
                  </a:lnTo>
                  <a:lnTo>
                    <a:pt x="1332" y="2553"/>
                  </a:lnTo>
                  <a:lnTo>
                    <a:pt x="1526" y="2359"/>
                  </a:lnTo>
                  <a:lnTo>
                    <a:pt x="1693" y="2137"/>
                  </a:lnTo>
                  <a:lnTo>
                    <a:pt x="1804" y="1859"/>
                  </a:lnTo>
                  <a:lnTo>
                    <a:pt x="1859" y="1582"/>
                  </a:lnTo>
                  <a:lnTo>
                    <a:pt x="1859" y="1277"/>
                  </a:lnTo>
                  <a:lnTo>
                    <a:pt x="1804" y="999"/>
                  </a:lnTo>
                  <a:lnTo>
                    <a:pt x="1693" y="749"/>
                  </a:lnTo>
                  <a:lnTo>
                    <a:pt x="1526" y="527"/>
                  </a:lnTo>
                  <a:lnTo>
                    <a:pt x="1332" y="333"/>
                  </a:lnTo>
                  <a:lnTo>
                    <a:pt x="1110" y="167"/>
                  </a:lnTo>
                  <a:lnTo>
                    <a:pt x="860" y="56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80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51"/>
            <p:cNvSpPr/>
            <p:nvPr/>
          </p:nvSpPr>
          <p:spPr>
            <a:xfrm>
              <a:off x="3155180" y="1424759"/>
              <a:ext cx="90998" cy="107479"/>
            </a:xfrm>
            <a:custGeom>
              <a:avLst/>
              <a:gdLst/>
              <a:ahLst/>
              <a:cxnLst/>
              <a:rect l="l" t="t" r="r" b="b"/>
              <a:pathLst>
                <a:path w="5356" h="6326" extrusionOk="0">
                  <a:moveTo>
                    <a:pt x="2941" y="388"/>
                  </a:moveTo>
                  <a:lnTo>
                    <a:pt x="3163" y="416"/>
                  </a:lnTo>
                  <a:lnTo>
                    <a:pt x="3385" y="472"/>
                  </a:lnTo>
                  <a:lnTo>
                    <a:pt x="3579" y="555"/>
                  </a:lnTo>
                  <a:lnTo>
                    <a:pt x="3774" y="666"/>
                  </a:lnTo>
                  <a:lnTo>
                    <a:pt x="3968" y="805"/>
                  </a:lnTo>
                  <a:lnTo>
                    <a:pt x="4162" y="971"/>
                  </a:lnTo>
                  <a:lnTo>
                    <a:pt x="4329" y="1138"/>
                  </a:lnTo>
                  <a:lnTo>
                    <a:pt x="4467" y="1332"/>
                  </a:lnTo>
                  <a:lnTo>
                    <a:pt x="4606" y="1554"/>
                  </a:lnTo>
                  <a:lnTo>
                    <a:pt x="4717" y="1803"/>
                  </a:lnTo>
                  <a:lnTo>
                    <a:pt x="4828" y="2025"/>
                  </a:lnTo>
                  <a:lnTo>
                    <a:pt x="4884" y="2303"/>
                  </a:lnTo>
                  <a:lnTo>
                    <a:pt x="4939" y="2553"/>
                  </a:lnTo>
                  <a:lnTo>
                    <a:pt x="4967" y="2830"/>
                  </a:lnTo>
                  <a:lnTo>
                    <a:pt x="4994" y="3108"/>
                  </a:lnTo>
                  <a:lnTo>
                    <a:pt x="4967" y="3385"/>
                  </a:lnTo>
                  <a:lnTo>
                    <a:pt x="4939" y="3662"/>
                  </a:lnTo>
                  <a:lnTo>
                    <a:pt x="4856" y="3940"/>
                  </a:lnTo>
                  <a:lnTo>
                    <a:pt x="4800" y="4190"/>
                  </a:lnTo>
                  <a:lnTo>
                    <a:pt x="4689" y="4439"/>
                  </a:lnTo>
                  <a:lnTo>
                    <a:pt x="4578" y="4661"/>
                  </a:lnTo>
                  <a:lnTo>
                    <a:pt x="4440" y="4883"/>
                  </a:lnTo>
                  <a:lnTo>
                    <a:pt x="4273" y="5105"/>
                  </a:lnTo>
                  <a:lnTo>
                    <a:pt x="4107" y="5299"/>
                  </a:lnTo>
                  <a:lnTo>
                    <a:pt x="3912" y="5466"/>
                  </a:lnTo>
                  <a:lnTo>
                    <a:pt x="3718" y="5605"/>
                  </a:lnTo>
                  <a:lnTo>
                    <a:pt x="3524" y="5716"/>
                  </a:lnTo>
                  <a:lnTo>
                    <a:pt x="3302" y="5827"/>
                  </a:lnTo>
                  <a:lnTo>
                    <a:pt x="3080" y="5882"/>
                  </a:lnTo>
                  <a:lnTo>
                    <a:pt x="2858" y="5938"/>
                  </a:lnTo>
                  <a:lnTo>
                    <a:pt x="2636" y="5965"/>
                  </a:lnTo>
                  <a:lnTo>
                    <a:pt x="2414" y="5938"/>
                  </a:lnTo>
                  <a:lnTo>
                    <a:pt x="2192" y="5910"/>
                  </a:lnTo>
                  <a:lnTo>
                    <a:pt x="1970" y="5854"/>
                  </a:lnTo>
                  <a:lnTo>
                    <a:pt x="1748" y="5771"/>
                  </a:lnTo>
                  <a:lnTo>
                    <a:pt x="1554" y="5660"/>
                  </a:lnTo>
                  <a:lnTo>
                    <a:pt x="1360" y="5521"/>
                  </a:lnTo>
                  <a:lnTo>
                    <a:pt x="1193" y="5355"/>
                  </a:lnTo>
                  <a:lnTo>
                    <a:pt x="1027" y="5188"/>
                  </a:lnTo>
                  <a:lnTo>
                    <a:pt x="860" y="4994"/>
                  </a:lnTo>
                  <a:lnTo>
                    <a:pt x="749" y="4772"/>
                  </a:lnTo>
                  <a:lnTo>
                    <a:pt x="611" y="4550"/>
                  </a:lnTo>
                  <a:lnTo>
                    <a:pt x="527" y="4301"/>
                  </a:lnTo>
                  <a:lnTo>
                    <a:pt x="444" y="4051"/>
                  </a:lnTo>
                  <a:lnTo>
                    <a:pt x="389" y="3773"/>
                  </a:lnTo>
                  <a:lnTo>
                    <a:pt x="361" y="3496"/>
                  </a:lnTo>
                  <a:lnTo>
                    <a:pt x="361" y="3219"/>
                  </a:lnTo>
                  <a:lnTo>
                    <a:pt x="361" y="2941"/>
                  </a:lnTo>
                  <a:lnTo>
                    <a:pt x="416" y="2691"/>
                  </a:lnTo>
                  <a:lnTo>
                    <a:pt x="472" y="2414"/>
                  </a:lnTo>
                  <a:lnTo>
                    <a:pt x="527" y="2164"/>
                  </a:lnTo>
                  <a:lnTo>
                    <a:pt x="638" y="1942"/>
                  </a:lnTo>
                  <a:lnTo>
                    <a:pt x="749" y="1720"/>
                  </a:lnTo>
                  <a:lnTo>
                    <a:pt x="860" y="1498"/>
                  </a:lnTo>
                  <a:lnTo>
                    <a:pt x="999" y="1304"/>
                  </a:lnTo>
                  <a:lnTo>
                    <a:pt x="1166" y="1110"/>
                  </a:lnTo>
                  <a:lnTo>
                    <a:pt x="1332" y="943"/>
                  </a:lnTo>
                  <a:lnTo>
                    <a:pt x="1499" y="805"/>
                  </a:lnTo>
                  <a:lnTo>
                    <a:pt x="1693" y="694"/>
                  </a:lnTo>
                  <a:lnTo>
                    <a:pt x="1887" y="583"/>
                  </a:lnTo>
                  <a:lnTo>
                    <a:pt x="2109" y="499"/>
                  </a:lnTo>
                  <a:lnTo>
                    <a:pt x="2303" y="444"/>
                  </a:lnTo>
                  <a:lnTo>
                    <a:pt x="2525" y="388"/>
                  </a:lnTo>
                  <a:close/>
                  <a:moveTo>
                    <a:pt x="2692" y="0"/>
                  </a:moveTo>
                  <a:lnTo>
                    <a:pt x="2414" y="28"/>
                  </a:lnTo>
                  <a:lnTo>
                    <a:pt x="2164" y="83"/>
                  </a:lnTo>
                  <a:lnTo>
                    <a:pt x="1915" y="167"/>
                  </a:lnTo>
                  <a:lnTo>
                    <a:pt x="1665" y="278"/>
                  </a:lnTo>
                  <a:lnTo>
                    <a:pt x="1415" y="416"/>
                  </a:lnTo>
                  <a:lnTo>
                    <a:pt x="1193" y="583"/>
                  </a:lnTo>
                  <a:lnTo>
                    <a:pt x="999" y="777"/>
                  </a:lnTo>
                  <a:lnTo>
                    <a:pt x="805" y="971"/>
                  </a:lnTo>
                  <a:lnTo>
                    <a:pt x="638" y="1193"/>
                  </a:lnTo>
                  <a:lnTo>
                    <a:pt x="472" y="1443"/>
                  </a:lnTo>
                  <a:lnTo>
                    <a:pt x="333" y="1720"/>
                  </a:lnTo>
                  <a:lnTo>
                    <a:pt x="222" y="1998"/>
                  </a:lnTo>
                  <a:lnTo>
                    <a:pt x="111" y="2303"/>
                  </a:lnTo>
                  <a:lnTo>
                    <a:pt x="56" y="2608"/>
                  </a:lnTo>
                  <a:lnTo>
                    <a:pt x="0" y="2913"/>
                  </a:lnTo>
                  <a:lnTo>
                    <a:pt x="0" y="3219"/>
                  </a:lnTo>
                  <a:lnTo>
                    <a:pt x="0" y="3524"/>
                  </a:lnTo>
                  <a:lnTo>
                    <a:pt x="28" y="3829"/>
                  </a:lnTo>
                  <a:lnTo>
                    <a:pt x="84" y="4134"/>
                  </a:lnTo>
                  <a:lnTo>
                    <a:pt x="167" y="4412"/>
                  </a:lnTo>
                  <a:lnTo>
                    <a:pt x="278" y="4689"/>
                  </a:lnTo>
                  <a:lnTo>
                    <a:pt x="416" y="4966"/>
                  </a:lnTo>
                  <a:lnTo>
                    <a:pt x="583" y="5188"/>
                  </a:lnTo>
                  <a:lnTo>
                    <a:pt x="749" y="5438"/>
                  </a:lnTo>
                  <a:lnTo>
                    <a:pt x="944" y="5632"/>
                  </a:lnTo>
                  <a:lnTo>
                    <a:pt x="1138" y="5827"/>
                  </a:lnTo>
                  <a:lnTo>
                    <a:pt x="1360" y="5965"/>
                  </a:lnTo>
                  <a:lnTo>
                    <a:pt x="1610" y="6104"/>
                  </a:lnTo>
                  <a:lnTo>
                    <a:pt x="1859" y="6187"/>
                  </a:lnTo>
                  <a:lnTo>
                    <a:pt x="2109" y="6271"/>
                  </a:lnTo>
                  <a:lnTo>
                    <a:pt x="2386" y="6298"/>
                  </a:lnTo>
                  <a:lnTo>
                    <a:pt x="2581" y="6326"/>
                  </a:lnTo>
                  <a:lnTo>
                    <a:pt x="2830" y="6298"/>
                  </a:lnTo>
                  <a:lnTo>
                    <a:pt x="3080" y="6271"/>
                  </a:lnTo>
                  <a:lnTo>
                    <a:pt x="3302" y="6215"/>
                  </a:lnTo>
                  <a:lnTo>
                    <a:pt x="3524" y="6132"/>
                  </a:lnTo>
                  <a:lnTo>
                    <a:pt x="3746" y="6021"/>
                  </a:lnTo>
                  <a:lnTo>
                    <a:pt x="3968" y="5882"/>
                  </a:lnTo>
                  <a:lnTo>
                    <a:pt x="4162" y="5743"/>
                  </a:lnTo>
                  <a:lnTo>
                    <a:pt x="4356" y="5549"/>
                  </a:lnTo>
                  <a:lnTo>
                    <a:pt x="4551" y="5327"/>
                  </a:lnTo>
                  <a:lnTo>
                    <a:pt x="4717" y="5105"/>
                  </a:lnTo>
                  <a:lnTo>
                    <a:pt x="4884" y="4855"/>
                  </a:lnTo>
                  <a:lnTo>
                    <a:pt x="5022" y="4606"/>
                  </a:lnTo>
                  <a:lnTo>
                    <a:pt x="5133" y="4328"/>
                  </a:lnTo>
                  <a:lnTo>
                    <a:pt x="5216" y="4023"/>
                  </a:lnTo>
                  <a:lnTo>
                    <a:pt x="5300" y="3718"/>
                  </a:lnTo>
                  <a:lnTo>
                    <a:pt x="5327" y="3413"/>
                  </a:lnTo>
                  <a:lnTo>
                    <a:pt x="5355" y="3108"/>
                  </a:lnTo>
                  <a:lnTo>
                    <a:pt x="5327" y="2802"/>
                  </a:lnTo>
                  <a:lnTo>
                    <a:pt x="5300" y="2497"/>
                  </a:lnTo>
                  <a:lnTo>
                    <a:pt x="5244" y="2192"/>
                  </a:lnTo>
                  <a:lnTo>
                    <a:pt x="5161" y="1914"/>
                  </a:lnTo>
                  <a:lnTo>
                    <a:pt x="5050" y="1637"/>
                  </a:lnTo>
                  <a:lnTo>
                    <a:pt x="4911" y="1387"/>
                  </a:lnTo>
                  <a:lnTo>
                    <a:pt x="4773" y="1138"/>
                  </a:lnTo>
                  <a:lnTo>
                    <a:pt x="4606" y="888"/>
                  </a:lnTo>
                  <a:lnTo>
                    <a:pt x="4412" y="694"/>
                  </a:lnTo>
                  <a:lnTo>
                    <a:pt x="4190" y="527"/>
                  </a:lnTo>
                  <a:lnTo>
                    <a:pt x="3968" y="361"/>
                  </a:lnTo>
                  <a:lnTo>
                    <a:pt x="3746" y="222"/>
                  </a:lnTo>
                  <a:lnTo>
                    <a:pt x="3496" y="139"/>
                  </a:lnTo>
                  <a:lnTo>
                    <a:pt x="3219" y="56"/>
                  </a:lnTo>
                  <a:lnTo>
                    <a:pt x="2969" y="28"/>
                  </a:lnTo>
                  <a:lnTo>
                    <a:pt x="2692" y="0"/>
                  </a:lnTo>
                  <a:close/>
                </a:path>
              </a:pathLst>
            </a:custGeom>
            <a:solidFill>
              <a:srgbClr val="728F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51"/>
            <p:cNvSpPr/>
            <p:nvPr/>
          </p:nvSpPr>
          <p:spPr>
            <a:xfrm>
              <a:off x="3054769" y="1413443"/>
              <a:ext cx="81569" cy="100887"/>
            </a:xfrm>
            <a:custGeom>
              <a:avLst/>
              <a:gdLst/>
              <a:ahLst/>
              <a:cxnLst/>
              <a:rect l="l" t="t" r="r" b="b"/>
              <a:pathLst>
                <a:path w="4801" h="5938" extrusionOk="0">
                  <a:moveTo>
                    <a:pt x="2498" y="361"/>
                  </a:moveTo>
                  <a:lnTo>
                    <a:pt x="2636" y="389"/>
                  </a:lnTo>
                  <a:lnTo>
                    <a:pt x="2858" y="416"/>
                  </a:lnTo>
                  <a:lnTo>
                    <a:pt x="3053" y="472"/>
                  </a:lnTo>
                  <a:lnTo>
                    <a:pt x="3247" y="555"/>
                  </a:lnTo>
                  <a:lnTo>
                    <a:pt x="3413" y="666"/>
                  </a:lnTo>
                  <a:lnTo>
                    <a:pt x="3580" y="777"/>
                  </a:lnTo>
                  <a:lnTo>
                    <a:pt x="3746" y="916"/>
                  </a:lnTo>
                  <a:lnTo>
                    <a:pt x="3885" y="1082"/>
                  </a:lnTo>
                  <a:lnTo>
                    <a:pt x="3996" y="1276"/>
                  </a:lnTo>
                  <a:lnTo>
                    <a:pt x="4107" y="1471"/>
                  </a:lnTo>
                  <a:lnTo>
                    <a:pt x="4218" y="1665"/>
                  </a:lnTo>
                  <a:lnTo>
                    <a:pt x="4301" y="1915"/>
                  </a:lnTo>
                  <a:lnTo>
                    <a:pt x="4357" y="2137"/>
                  </a:lnTo>
                  <a:lnTo>
                    <a:pt x="4412" y="2386"/>
                  </a:lnTo>
                  <a:lnTo>
                    <a:pt x="4440" y="2636"/>
                  </a:lnTo>
                  <a:lnTo>
                    <a:pt x="4440" y="2886"/>
                  </a:lnTo>
                  <a:lnTo>
                    <a:pt x="4440" y="3163"/>
                  </a:lnTo>
                  <a:lnTo>
                    <a:pt x="4384" y="3413"/>
                  </a:lnTo>
                  <a:lnTo>
                    <a:pt x="4329" y="3663"/>
                  </a:lnTo>
                  <a:lnTo>
                    <a:pt x="4273" y="3912"/>
                  </a:lnTo>
                  <a:lnTo>
                    <a:pt x="4190" y="4134"/>
                  </a:lnTo>
                  <a:lnTo>
                    <a:pt x="4079" y="4356"/>
                  </a:lnTo>
                  <a:lnTo>
                    <a:pt x="3940" y="4578"/>
                  </a:lnTo>
                  <a:lnTo>
                    <a:pt x="3802" y="4772"/>
                  </a:lnTo>
                  <a:lnTo>
                    <a:pt x="3635" y="4939"/>
                  </a:lnTo>
                  <a:lnTo>
                    <a:pt x="3496" y="5105"/>
                  </a:lnTo>
                  <a:lnTo>
                    <a:pt x="3302" y="5244"/>
                  </a:lnTo>
                  <a:lnTo>
                    <a:pt x="3136" y="5355"/>
                  </a:lnTo>
                  <a:lnTo>
                    <a:pt x="2942" y="5438"/>
                  </a:lnTo>
                  <a:lnTo>
                    <a:pt x="2747" y="5494"/>
                  </a:lnTo>
                  <a:lnTo>
                    <a:pt x="2553" y="5549"/>
                  </a:lnTo>
                  <a:lnTo>
                    <a:pt x="2359" y="5577"/>
                  </a:lnTo>
                  <a:lnTo>
                    <a:pt x="2165" y="5577"/>
                  </a:lnTo>
                  <a:lnTo>
                    <a:pt x="1970" y="5521"/>
                  </a:lnTo>
                  <a:lnTo>
                    <a:pt x="1776" y="5466"/>
                  </a:lnTo>
                  <a:lnTo>
                    <a:pt x="1582" y="5411"/>
                  </a:lnTo>
                  <a:lnTo>
                    <a:pt x="1416" y="5300"/>
                  </a:lnTo>
                  <a:lnTo>
                    <a:pt x="1249" y="5189"/>
                  </a:lnTo>
                  <a:lnTo>
                    <a:pt x="1083" y="5022"/>
                  </a:lnTo>
                  <a:lnTo>
                    <a:pt x="944" y="4883"/>
                  </a:lnTo>
                  <a:lnTo>
                    <a:pt x="805" y="4689"/>
                  </a:lnTo>
                  <a:lnTo>
                    <a:pt x="694" y="4495"/>
                  </a:lnTo>
                  <a:lnTo>
                    <a:pt x="583" y="4273"/>
                  </a:lnTo>
                  <a:lnTo>
                    <a:pt x="500" y="4023"/>
                  </a:lnTo>
                  <a:lnTo>
                    <a:pt x="444" y="3801"/>
                  </a:lnTo>
                  <a:lnTo>
                    <a:pt x="389" y="3552"/>
                  </a:lnTo>
                  <a:lnTo>
                    <a:pt x="361" y="3302"/>
                  </a:lnTo>
                  <a:lnTo>
                    <a:pt x="361" y="3052"/>
                  </a:lnTo>
                  <a:lnTo>
                    <a:pt x="389" y="2775"/>
                  </a:lnTo>
                  <a:lnTo>
                    <a:pt x="417" y="2525"/>
                  </a:lnTo>
                  <a:lnTo>
                    <a:pt x="472" y="2275"/>
                  </a:lnTo>
                  <a:lnTo>
                    <a:pt x="528" y="2026"/>
                  </a:lnTo>
                  <a:lnTo>
                    <a:pt x="639" y="1804"/>
                  </a:lnTo>
                  <a:lnTo>
                    <a:pt x="750" y="1582"/>
                  </a:lnTo>
                  <a:lnTo>
                    <a:pt x="861" y="1360"/>
                  </a:lnTo>
                  <a:lnTo>
                    <a:pt x="999" y="1165"/>
                  </a:lnTo>
                  <a:lnTo>
                    <a:pt x="1166" y="999"/>
                  </a:lnTo>
                  <a:lnTo>
                    <a:pt x="1305" y="860"/>
                  </a:lnTo>
                  <a:lnTo>
                    <a:pt x="1471" y="722"/>
                  </a:lnTo>
                  <a:lnTo>
                    <a:pt x="1638" y="611"/>
                  </a:lnTo>
                  <a:lnTo>
                    <a:pt x="1804" y="527"/>
                  </a:lnTo>
                  <a:lnTo>
                    <a:pt x="1970" y="472"/>
                  </a:lnTo>
                  <a:lnTo>
                    <a:pt x="2137" y="416"/>
                  </a:lnTo>
                  <a:lnTo>
                    <a:pt x="2303" y="389"/>
                  </a:lnTo>
                  <a:lnTo>
                    <a:pt x="2498" y="361"/>
                  </a:lnTo>
                  <a:close/>
                  <a:moveTo>
                    <a:pt x="2442" y="0"/>
                  </a:moveTo>
                  <a:lnTo>
                    <a:pt x="2192" y="28"/>
                  </a:lnTo>
                  <a:lnTo>
                    <a:pt x="1970" y="83"/>
                  </a:lnTo>
                  <a:lnTo>
                    <a:pt x="1721" y="139"/>
                  </a:lnTo>
                  <a:lnTo>
                    <a:pt x="1499" y="250"/>
                  </a:lnTo>
                  <a:lnTo>
                    <a:pt x="1305" y="389"/>
                  </a:lnTo>
                  <a:lnTo>
                    <a:pt x="1083" y="555"/>
                  </a:lnTo>
                  <a:lnTo>
                    <a:pt x="888" y="722"/>
                  </a:lnTo>
                  <a:lnTo>
                    <a:pt x="722" y="944"/>
                  </a:lnTo>
                  <a:lnTo>
                    <a:pt x="555" y="1165"/>
                  </a:lnTo>
                  <a:lnTo>
                    <a:pt x="417" y="1387"/>
                  </a:lnTo>
                  <a:lnTo>
                    <a:pt x="306" y="1637"/>
                  </a:lnTo>
                  <a:lnTo>
                    <a:pt x="195" y="1915"/>
                  </a:lnTo>
                  <a:lnTo>
                    <a:pt x="112" y="2164"/>
                  </a:lnTo>
                  <a:lnTo>
                    <a:pt x="56" y="2469"/>
                  </a:lnTo>
                  <a:lnTo>
                    <a:pt x="1" y="2747"/>
                  </a:lnTo>
                  <a:lnTo>
                    <a:pt x="1" y="3052"/>
                  </a:lnTo>
                  <a:lnTo>
                    <a:pt x="1" y="3330"/>
                  </a:lnTo>
                  <a:lnTo>
                    <a:pt x="28" y="3607"/>
                  </a:lnTo>
                  <a:lnTo>
                    <a:pt x="84" y="3885"/>
                  </a:lnTo>
                  <a:lnTo>
                    <a:pt x="167" y="4162"/>
                  </a:lnTo>
                  <a:lnTo>
                    <a:pt x="250" y="4412"/>
                  </a:lnTo>
                  <a:lnTo>
                    <a:pt x="361" y="4661"/>
                  </a:lnTo>
                  <a:lnTo>
                    <a:pt x="500" y="4883"/>
                  </a:lnTo>
                  <a:lnTo>
                    <a:pt x="666" y="5105"/>
                  </a:lnTo>
                  <a:lnTo>
                    <a:pt x="833" y="5300"/>
                  </a:lnTo>
                  <a:lnTo>
                    <a:pt x="1027" y="5466"/>
                  </a:lnTo>
                  <a:lnTo>
                    <a:pt x="1221" y="5605"/>
                  </a:lnTo>
                  <a:lnTo>
                    <a:pt x="1443" y="5743"/>
                  </a:lnTo>
                  <a:lnTo>
                    <a:pt x="1665" y="5827"/>
                  </a:lnTo>
                  <a:lnTo>
                    <a:pt x="1887" y="5882"/>
                  </a:lnTo>
                  <a:lnTo>
                    <a:pt x="2137" y="5938"/>
                  </a:lnTo>
                  <a:lnTo>
                    <a:pt x="2525" y="5938"/>
                  </a:lnTo>
                  <a:lnTo>
                    <a:pt x="2747" y="5882"/>
                  </a:lnTo>
                  <a:lnTo>
                    <a:pt x="2942" y="5827"/>
                  </a:lnTo>
                  <a:lnTo>
                    <a:pt x="3164" y="5743"/>
                  </a:lnTo>
                  <a:lnTo>
                    <a:pt x="3358" y="5660"/>
                  </a:lnTo>
                  <a:lnTo>
                    <a:pt x="3552" y="5521"/>
                  </a:lnTo>
                  <a:lnTo>
                    <a:pt x="3746" y="5383"/>
                  </a:lnTo>
                  <a:lnTo>
                    <a:pt x="3913" y="5216"/>
                  </a:lnTo>
                  <a:lnTo>
                    <a:pt x="4079" y="4994"/>
                  </a:lnTo>
                  <a:lnTo>
                    <a:pt x="4246" y="4772"/>
                  </a:lnTo>
                  <a:lnTo>
                    <a:pt x="4384" y="4550"/>
                  </a:lnTo>
                  <a:lnTo>
                    <a:pt x="4523" y="4301"/>
                  </a:lnTo>
                  <a:lnTo>
                    <a:pt x="4606" y="4051"/>
                  </a:lnTo>
                  <a:lnTo>
                    <a:pt x="4690" y="3774"/>
                  </a:lnTo>
                  <a:lnTo>
                    <a:pt x="4745" y="3496"/>
                  </a:lnTo>
                  <a:lnTo>
                    <a:pt x="4800" y="3191"/>
                  </a:lnTo>
                  <a:lnTo>
                    <a:pt x="4800" y="2886"/>
                  </a:lnTo>
                  <a:lnTo>
                    <a:pt x="4800" y="2580"/>
                  </a:lnTo>
                  <a:lnTo>
                    <a:pt x="4773" y="2303"/>
                  </a:lnTo>
                  <a:lnTo>
                    <a:pt x="4717" y="2026"/>
                  </a:lnTo>
                  <a:lnTo>
                    <a:pt x="4634" y="1748"/>
                  </a:lnTo>
                  <a:lnTo>
                    <a:pt x="4551" y="1498"/>
                  </a:lnTo>
                  <a:lnTo>
                    <a:pt x="4412" y="1249"/>
                  </a:lnTo>
                  <a:lnTo>
                    <a:pt x="4301" y="1027"/>
                  </a:lnTo>
                  <a:lnTo>
                    <a:pt x="4135" y="833"/>
                  </a:lnTo>
                  <a:lnTo>
                    <a:pt x="3968" y="638"/>
                  </a:lnTo>
                  <a:lnTo>
                    <a:pt x="3774" y="472"/>
                  </a:lnTo>
                  <a:lnTo>
                    <a:pt x="3580" y="333"/>
                  </a:lnTo>
                  <a:lnTo>
                    <a:pt x="3385" y="222"/>
                  </a:lnTo>
                  <a:lnTo>
                    <a:pt x="3164" y="111"/>
                  </a:lnTo>
                  <a:lnTo>
                    <a:pt x="2914" y="56"/>
                  </a:lnTo>
                  <a:lnTo>
                    <a:pt x="2692" y="0"/>
                  </a:lnTo>
                  <a:close/>
                </a:path>
              </a:pathLst>
            </a:custGeom>
            <a:solidFill>
              <a:srgbClr val="728F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51"/>
            <p:cNvSpPr/>
            <p:nvPr/>
          </p:nvSpPr>
          <p:spPr>
            <a:xfrm>
              <a:off x="3241439" y="1479433"/>
              <a:ext cx="55642" cy="23582"/>
            </a:xfrm>
            <a:custGeom>
              <a:avLst/>
              <a:gdLst/>
              <a:ahLst/>
              <a:cxnLst/>
              <a:rect l="l" t="t" r="r" b="b"/>
              <a:pathLst>
                <a:path w="3275" h="1388" extrusionOk="0">
                  <a:moveTo>
                    <a:pt x="139" y="1"/>
                  </a:moveTo>
                  <a:lnTo>
                    <a:pt x="1" y="361"/>
                  </a:lnTo>
                  <a:lnTo>
                    <a:pt x="3136" y="1388"/>
                  </a:lnTo>
                  <a:lnTo>
                    <a:pt x="3275" y="1055"/>
                  </a:lnTo>
                  <a:lnTo>
                    <a:pt x="139" y="1"/>
                  </a:lnTo>
                  <a:close/>
                </a:path>
              </a:pathLst>
            </a:custGeom>
            <a:solidFill>
              <a:srgbClr val="728F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51"/>
            <p:cNvSpPr/>
            <p:nvPr/>
          </p:nvSpPr>
          <p:spPr>
            <a:xfrm>
              <a:off x="3120300" y="1456326"/>
              <a:ext cx="28764" cy="54708"/>
            </a:xfrm>
            <a:custGeom>
              <a:avLst/>
              <a:gdLst/>
              <a:ahLst/>
              <a:cxnLst/>
              <a:rect l="l" t="t" r="r" b="b"/>
              <a:pathLst>
                <a:path w="1693" h="3220" extrusionOk="0">
                  <a:moveTo>
                    <a:pt x="1443" y="1"/>
                  </a:moveTo>
                  <a:lnTo>
                    <a:pt x="1360" y="29"/>
                  </a:lnTo>
                  <a:lnTo>
                    <a:pt x="1276" y="84"/>
                  </a:lnTo>
                  <a:lnTo>
                    <a:pt x="1221" y="167"/>
                  </a:lnTo>
                  <a:lnTo>
                    <a:pt x="999" y="695"/>
                  </a:lnTo>
                  <a:lnTo>
                    <a:pt x="749" y="1222"/>
                  </a:lnTo>
                  <a:lnTo>
                    <a:pt x="444" y="1721"/>
                  </a:lnTo>
                  <a:lnTo>
                    <a:pt x="83" y="2165"/>
                  </a:lnTo>
                  <a:lnTo>
                    <a:pt x="28" y="2276"/>
                  </a:lnTo>
                  <a:lnTo>
                    <a:pt x="0" y="2387"/>
                  </a:lnTo>
                  <a:lnTo>
                    <a:pt x="28" y="2470"/>
                  </a:lnTo>
                  <a:lnTo>
                    <a:pt x="111" y="2554"/>
                  </a:lnTo>
                  <a:lnTo>
                    <a:pt x="1165" y="3192"/>
                  </a:lnTo>
                  <a:lnTo>
                    <a:pt x="1276" y="3219"/>
                  </a:lnTo>
                  <a:lnTo>
                    <a:pt x="1360" y="3219"/>
                  </a:lnTo>
                  <a:lnTo>
                    <a:pt x="1443" y="3164"/>
                  </a:lnTo>
                  <a:lnTo>
                    <a:pt x="1498" y="3081"/>
                  </a:lnTo>
                  <a:lnTo>
                    <a:pt x="1526" y="2997"/>
                  </a:lnTo>
                  <a:lnTo>
                    <a:pt x="1526" y="2914"/>
                  </a:lnTo>
                  <a:lnTo>
                    <a:pt x="1498" y="2831"/>
                  </a:lnTo>
                  <a:lnTo>
                    <a:pt x="1415" y="2748"/>
                  </a:lnTo>
                  <a:lnTo>
                    <a:pt x="617" y="2285"/>
                  </a:lnTo>
                  <a:lnTo>
                    <a:pt x="617" y="2285"/>
                  </a:lnTo>
                  <a:lnTo>
                    <a:pt x="833" y="2026"/>
                  </a:lnTo>
                  <a:lnTo>
                    <a:pt x="1165" y="1471"/>
                  </a:lnTo>
                  <a:lnTo>
                    <a:pt x="1471" y="889"/>
                  </a:lnTo>
                  <a:lnTo>
                    <a:pt x="1693" y="306"/>
                  </a:lnTo>
                  <a:lnTo>
                    <a:pt x="1693" y="195"/>
                  </a:lnTo>
                  <a:lnTo>
                    <a:pt x="1665" y="112"/>
                  </a:lnTo>
                  <a:lnTo>
                    <a:pt x="1609" y="29"/>
                  </a:lnTo>
                  <a:lnTo>
                    <a:pt x="1526" y="1"/>
                  </a:lnTo>
                  <a:close/>
                </a:path>
              </a:pathLst>
            </a:custGeom>
            <a:solidFill>
              <a:srgbClr val="A157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51"/>
            <p:cNvSpPr/>
            <p:nvPr/>
          </p:nvSpPr>
          <p:spPr>
            <a:xfrm>
              <a:off x="3128302" y="1470479"/>
              <a:ext cx="31601" cy="12267"/>
            </a:xfrm>
            <a:custGeom>
              <a:avLst/>
              <a:gdLst/>
              <a:ahLst/>
              <a:cxnLst/>
              <a:rect l="l" t="t" r="r" b="b"/>
              <a:pathLst>
                <a:path w="1860" h="722" extrusionOk="0">
                  <a:moveTo>
                    <a:pt x="833" y="0"/>
                  </a:moveTo>
                  <a:lnTo>
                    <a:pt x="583" y="28"/>
                  </a:lnTo>
                  <a:lnTo>
                    <a:pt x="362" y="84"/>
                  </a:lnTo>
                  <a:lnTo>
                    <a:pt x="195" y="139"/>
                  </a:lnTo>
                  <a:lnTo>
                    <a:pt x="56" y="222"/>
                  </a:lnTo>
                  <a:lnTo>
                    <a:pt x="1" y="528"/>
                  </a:lnTo>
                  <a:lnTo>
                    <a:pt x="140" y="472"/>
                  </a:lnTo>
                  <a:lnTo>
                    <a:pt x="306" y="444"/>
                  </a:lnTo>
                  <a:lnTo>
                    <a:pt x="528" y="417"/>
                  </a:lnTo>
                  <a:lnTo>
                    <a:pt x="778" y="417"/>
                  </a:lnTo>
                  <a:lnTo>
                    <a:pt x="1055" y="444"/>
                  </a:lnTo>
                  <a:lnTo>
                    <a:pt x="1333" y="528"/>
                  </a:lnTo>
                  <a:lnTo>
                    <a:pt x="1499" y="611"/>
                  </a:lnTo>
                  <a:lnTo>
                    <a:pt x="1638" y="722"/>
                  </a:lnTo>
                  <a:lnTo>
                    <a:pt x="1860" y="389"/>
                  </a:lnTo>
                  <a:lnTo>
                    <a:pt x="1666" y="250"/>
                  </a:lnTo>
                  <a:lnTo>
                    <a:pt x="1499" y="167"/>
                  </a:lnTo>
                  <a:lnTo>
                    <a:pt x="1305" y="84"/>
                  </a:lnTo>
                  <a:lnTo>
                    <a:pt x="1138" y="56"/>
                  </a:lnTo>
                  <a:lnTo>
                    <a:pt x="833" y="0"/>
                  </a:lnTo>
                  <a:close/>
                </a:path>
              </a:pathLst>
            </a:custGeom>
            <a:solidFill>
              <a:srgbClr val="728F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51"/>
            <p:cNvSpPr/>
            <p:nvPr/>
          </p:nvSpPr>
          <p:spPr>
            <a:xfrm>
              <a:off x="3084944" y="1438894"/>
              <a:ext cx="34422" cy="12267"/>
            </a:xfrm>
            <a:custGeom>
              <a:avLst/>
              <a:gdLst/>
              <a:ahLst/>
              <a:cxnLst/>
              <a:rect l="l" t="t" r="r" b="b"/>
              <a:pathLst>
                <a:path w="2026" h="722" extrusionOk="0">
                  <a:moveTo>
                    <a:pt x="1720" y="0"/>
                  </a:moveTo>
                  <a:lnTo>
                    <a:pt x="194" y="250"/>
                  </a:lnTo>
                  <a:lnTo>
                    <a:pt x="111" y="306"/>
                  </a:lnTo>
                  <a:lnTo>
                    <a:pt x="56" y="361"/>
                  </a:lnTo>
                  <a:lnTo>
                    <a:pt x="0" y="472"/>
                  </a:lnTo>
                  <a:lnTo>
                    <a:pt x="28" y="555"/>
                  </a:lnTo>
                  <a:lnTo>
                    <a:pt x="56" y="639"/>
                  </a:lnTo>
                  <a:lnTo>
                    <a:pt x="139" y="694"/>
                  </a:lnTo>
                  <a:lnTo>
                    <a:pt x="222" y="722"/>
                  </a:lnTo>
                  <a:lnTo>
                    <a:pt x="333" y="722"/>
                  </a:lnTo>
                  <a:lnTo>
                    <a:pt x="1831" y="472"/>
                  </a:lnTo>
                  <a:lnTo>
                    <a:pt x="1942" y="444"/>
                  </a:lnTo>
                  <a:lnTo>
                    <a:pt x="1998" y="361"/>
                  </a:lnTo>
                  <a:lnTo>
                    <a:pt x="2026" y="278"/>
                  </a:lnTo>
                  <a:lnTo>
                    <a:pt x="2026" y="195"/>
                  </a:lnTo>
                  <a:lnTo>
                    <a:pt x="1970" y="84"/>
                  </a:lnTo>
                  <a:lnTo>
                    <a:pt x="1887" y="28"/>
                  </a:lnTo>
                  <a:lnTo>
                    <a:pt x="1804" y="0"/>
                  </a:lnTo>
                  <a:close/>
                </a:path>
              </a:pathLst>
            </a:custGeom>
            <a:solidFill>
              <a:srgbClr val="352C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51"/>
            <p:cNvSpPr/>
            <p:nvPr/>
          </p:nvSpPr>
          <p:spPr>
            <a:xfrm>
              <a:off x="3181107" y="1449258"/>
              <a:ext cx="40079" cy="18400"/>
            </a:xfrm>
            <a:custGeom>
              <a:avLst/>
              <a:gdLst/>
              <a:ahLst/>
              <a:cxnLst/>
              <a:rect l="l" t="t" r="r" b="b"/>
              <a:pathLst>
                <a:path w="2359" h="1083" extrusionOk="0">
                  <a:moveTo>
                    <a:pt x="222" y="1"/>
                  </a:moveTo>
                  <a:lnTo>
                    <a:pt x="111" y="29"/>
                  </a:lnTo>
                  <a:lnTo>
                    <a:pt x="56" y="84"/>
                  </a:lnTo>
                  <a:lnTo>
                    <a:pt x="0" y="167"/>
                  </a:lnTo>
                  <a:lnTo>
                    <a:pt x="0" y="278"/>
                  </a:lnTo>
                  <a:lnTo>
                    <a:pt x="28" y="361"/>
                  </a:lnTo>
                  <a:lnTo>
                    <a:pt x="84" y="445"/>
                  </a:lnTo>
                  <a:lnTo>
                    <a:pt x="167" y="472"/>
                  </a:lnTo>
                  <a:lnTo>
                    <a:pt x="2053" y="1083"/>
                  </a:lnTo>
                  <a:lnTo>
                    <a:pt x="2164" y="1083"/>
                  </a:lnTo>
                  <a:lnTo>
                    <a:pt x="2248" y="1055"/>
                  </a:lnTo>
                  <a:lnTo>
                    <a:pt x="2303" y="1000"/>
                  </a:lnTo>
                  <a:lnTo>
                    <a:pt x="2359" y="916"/>
                  </a:lnTo>
                  <a:lnTo>
                    <a:pt x="2359" y="805"/>
                  </a:lnTo>
                  <a:lnTo>
                    <a:pt x="2331" y="722"/>
                  </a:lnTo>
                  <a:lnTo>
                    <a:pt x="2275" y="639"/>
                  </a:lnTo>
                  <a:lnTo>
                    <a:pt x="2192" y="611"/>
                  </a:lnTo>
                  <a:lnTo>
                    <a:pt x="305" y="1"/>
                  </a:lnTo>
                  <a:close/>
                </a:path>
              </a:pathLst>
            </a:custGeom>
            <a:solidFill>
              <a:srgbClr val="352C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51"/>
            <p:cNvSpPr/>
            <p:nvPr/>
          </p:nvSpPr>
          <p:spPr>
            <a:xfrm>
              <a:off x="3262659" y="1480384"/>
              <a:ext cx="97115" cy="96639"/>
            </a:xfrm>
            <a:custGeom>
              <a:avLst/>
              <a:gdLst/>
              <a:ahLst/>
              <a:cxnLst/>
              <a:rect l="l" t="t" r="r" b="b"/>
              <a:pathLst>
                <a:path w="5716" h="5688" extrusionOk="0">
                  <a:moveTo>
                    <a:pt x="2830" y="0"/>
                  </a:moveTo>
                  <a:lnTo>
                    <a:pt x="2553" y="28"/>
                  </a:lnTo>
                  <a:lnTo>
                    <a:pt x="2248" y="83"/>
                  </a:lnTo>
                  <a:lnTo>
                    <a:pt x="1998" y="139"/>
                  </a:lnTo>
                  <a:lnTo>
                    <a:pt x="1720" y="250"/>
                  </a:lnTo>
                  <a:lnTo>
                    <a:pt x="1471" y="361"/>
                  </a:lnTo>
                  <a:lnTo>
                    <a:pt x="1249" y="499"/>
                  </a:lnTo>
                  <a:lnTo>
                    <a:pt x="1027" y="666"/>
                  </a:lnTo>
                  <a:lnTo>
                    <a:pt x="833" y="860"/>
                  </a:lnTo>
                  <a:lnTo>
                    <a:pt x="638" y="1054"/>
                  </a:lnTo>
                  <a:lnTo>
                    <a:pt x="472" y="1276"/>
                  </a:lnTo>
                  <a:lnTo>
                    <a:pt x="333" y="1498"/>
                  </a:lnTo>
                  <a:lnTo>
                    <a:pt x="222" y="1748"/>
                  </a:lnTo>
                  <a:lnTo>
                    <a:pt x="111" y="2025"/>
                  </a:lnTo>
                  <a:lnTo>
                    <a:pt x="56" y="2303"/>
                  </a:lnTo>
                  <a:lnTo>
                    <a:pt x="0" y="2580"/>
                  </a:lnTo>
                  <a:lnTo>
                    <a:pt x="0" y="2886"/>
                  </a:lnTo>
                  <a:lnTo>
                    <a:pt x="0" y="3163"/>
                  </a:lnTo>
                  <a:lnTo>
                    <a:pt x="56" y="3440"/>
                  </a:lnTo>
                  <a:lnTo>
                    <a:pt x="139" y="3718"/>
                  </a:lnTo>
                  <a:lnTo>
                    <a:pt x="222" y="3968"/>
                  </a:lnTo>
                  <a:lnTo>
                    <a:pt x="333" y="4217"/>
                  </a:lnTo>
                  <a:lnTo>
                    <a:pt x="500" y="4439"/>
                  </a:lnTo>
                  <a:lnTo>
                    <a:pt x="666" y="4661"/>
                  </a:lnTo>
                  <a:lnTo>
                    <a:pt x="833" y="4855"/>
                  </a:lnTo>
                  <a:lnTo>
                    <a:pt x="1055" y="5050"/>
                  </a:lnTo>
                  <a:lnTo>
                    <a:pt x="1277" y="5216"/>
                  </a:lnTo>
                  <a:lnTo>
                    <a:pt x="1499" y="5355"/>
                  </a:lnTo>
                  <a:lnTo>
                    <a:pt x="1748" y="5466"/>
                  </a:lnTo>
                  <a:lnTo>
                    <a:pt x="2026" y="5577"/>
                  </a:lnTo>
                  <a:lnTo>
                    <a:pt x="2303" y="5632"/>
                  </a:lnTo>
                  <a:lnTo>
                    <a:pt x="2581" y="5688"/>
                  </a:lnTo>
                  <a:lnTo>
                    <a:pt x="3163" y="5688"/>
                  </a:lnTo>
                  <a:lnTo>
                    <a:pt x="3441" y="5632"/>
                  </a:lnTo>
                  <a:lnTo>
                    <a:pt x="3718" y="5549"/>
                  </a:lnTo>
                  <a:lnTo>
                    <a:pt x="3996" y="5466"/>
                  </a:lnTo>
                  <a:lnTo>
                    <a:pt x="4218" y="5355"/>
                  </a:lnTo>
                  <a:lnTo>
                    <a:pt x="4467" y="5216"/>
                  </a:lnTo>
                  <a:lnTo>
                    <a:pt x="4689" y="5050"/>
                  </a:lnTo>
                  <a:lnTo>
                    <a:pt x="4883" y="4855"/>
                  </a:lnTo>
                  <a:lnTo>
                    <a:pt x="5078" y="4661"/>
                  </a:lnTo>
                  <a:lnTo>
                    <a:pt x="5244" y="4439"/>
                  </a:lnTo>
                  <a:lnTo>
                    <a:pt x="5383" y="4190"/>
                  </a:lnTo>
                  <a:lnTo>
                    <a:pt x="5494" y="3940"/>
                  </a:lnTo>
                  <a:lnTo>
                    <a:pt x="5605" y="3690"/>
                  </a:lnTo>
                  <a:lnTo>
                    <a:pt x="5660" y="3413"/>
                  </a:lnTo>
                  <a:lnTo>
                    <a:pt x="5716" y="3107"/>
                  </a:lnTo>
                  <a:lnTo>
                    <a:pt x="5716" y="2830"/>
                  </a:lnTo>
                  <a:lnTo>
                    <a:pt x="5688" y="2553"/>
                  </a:lnTo>
                  <a:lnTo>
                    <a:pt x="5660" y="2275"/>
                  </a:lnTo>
                  <a:lnTo>
                    <a:pt x="5577" y="1998"/>
                  </a:lnTo>
                  <a:lnTo>
                    <a:pt x="5494" y="1748"/>
                  </a:lnTo>
                  <a:lnTo>
                    <a:pt x="5355" y="1498"/>
                  </a:lnTo>
                  <a:lnTo>
                    <a:pt x="5216" y="1249"/>
                  </a:lnTo>
                  <a:lnTo>
                    <a:pt x="5050" y="1054"/>
                  </a:lnTo>
                  <a:lnTo>
                    <a:pt x="4883" y="832"/>
                  </a:lnTo>
                  <a:lnTo>
                    <a:pt x="4661" y="666"/>
                  </a:lnTo>
                  <a:lnTo>
                    <a:pt x="4440" y="499"/>
                  </a:lnTo>
                  <a:lnTo>
                    <a:pt x="4218" y="361"/>
                  </a:lnTo>
                  <a:lnTo>
                    <a:pt x="3968" y="222"/>
                  </a:lnTo>
                  <a:lnTo>
                    <a:pt x="3690" y="139"/>
                  </a:lnTo>
                  <a:lnTo>
                    <a:pt x="3413" y="55"/>
                  </a:lnTo>
                  <a:lnTo>
                    <a:pt x="3108" y="28"/>
                  </a:lnTo>
                  <a:lnTo>
                    <a:pt x="2830" y="0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51"/>
            <p:cNvSpPr/>
            <p:nvPr/>
          </p:nvSpPr>
          <p:spPr>
            <a:xfrm>
              <a:off x="3281042" y="1502539"/>
              <a:ext cx="41031" cy="33470"/>
            </a:xfrm>
            <a:custGeom>
              <a:avLst/>
              <a:gdLst/>
              <a:ahLst/>
              <a:cxnLst/>
              <a:rect l="l" t="t" r="r" b="b"/>
              <a:pathLst>
                <a:path w="2415" h="1970" extrusionOk="0">
                  <a:moveTo>
                    <a:pt x="1582" y="0"/>
                  </a:moveTo>
                  <a:lnTo>
                    <a:pt x="1360" y="28"/>
                  </a:lnTo>
                  <a:lnTo>
                    <a:pt x="1138" y="83"/>
                  </a:lnTo>
                  <a:lnTo>
                    <a:pt x="916" y="167"/>
                  </a:lnTo>
                  <a:lnTo>
                    <a:pt x="722" y="277"/>
                  </a:lnTo>
                  <a:lnTo>
                    <a:pt x="555" y="416"/>
                  </a:lnTo>
                  <a:lnTo>
                    <a:pt x="361" y="666"/>
                  </a:lnTo>
                  <a:lnTo>
                    <a:pt x="222" y="916"/>
                  </a:lnTo>
                  <a:lnTo>
                    <a:pt x="111" y="1193"/>
                  </a:lnTo>
                  <a:lnTo>
                    <a:pt x="28" y="1471"/>
                  </a:lnTo>
                  <a:lnTo>
                    <a:pt x="0" y="1776"/>
                  </a:lnTo>
                  <a:lnTo>
                    <a:pt x="0" y="1859"/>
                  </a:lnTo>
                  <a:lnTo>
                    <a:pt x="56" y="1914"/>
                  </a:lnTo>
                  <a:lnTo>
                    <a:pt x="111" y="1970"/>
                  </a:lnTo>
                  <a:lnTo>
                    <a:pt x="278" y="1970"/>
                  </a:lnTo>
                  <a:lnTo>
                    <a:pt x="333" y="1914"/>
                  </a:lnTo>
                  <a:lnTo>
                    <a:pt x="389" y="1859"/>
                  </a:lnTo>
                  <a:lnTo>
                    <a:pt x="389" y="1776"/>
                  </a:lnTo>
                  <a:lnTo>
                    <a:pt x="417" y="1720"/>
                  </a:lnTo>
                  <a:lnTo>
                    <a:pt x="417" y="1665"/>
                  </a:lnTo>
                  <a:lnTo>
                    <a:pt x="417" y="1637"/>
                  </a:lnTo>
                  <a:lnTo>
                    <a:pt x="444" y="1415"/>
                  </a:lnTo>
                  <a:lnTo>
                    <a:pt x="527" y="1221"/>
                  </a:lnTo>
                  <a:lnTo>
                    <a:pt x="527" y="1165"/>
                  </a:lnTo>
                  <a:lnTo>
                    <a:pt x="555" y="1138"/>
                  </a:lnTo>
                  <a:lnTo>
                    <a:pt x="611" y="1027"/>
                  </a:lnTo>
                  <a:lnTo>
                    <a:pt x="694" y="888"/>
                  </a:lnTo>
                  <a:lnTo>
                    <a:pt x="722" y="832"/>
                  </a:lnTo>
                  <a:lnTo>
                    <a:pt x="749" y="805"/>
                  </a:lnTo>
                  <a:lnTo>
                    <a:pt x="860" y="694"/>
                  </a:lnTo>
                  <a:lnTo>
                    <a:pt x="916" y="638"/>
                  </a:lnTo>
                  <a:lnTo>
                    <a:pt x="944" y="610"/>
                  </a:lnTo>
                  <a:lnTo>
                    <a:pt x="1082" y="527"/>
                  </a:lnTo>
                  <a:lnTo>
                    <a:pt x="1166" y="499"/>
                  </a:lnTo>
                  <a:lnTo>
                    <a:pt x="1221" y="472"/>
                  </a:lnTo>
                  <a:lnTo>
                    <a:pt x="1443" y="416"/>
                  </a:lnTo>
                  <a:lnTo>
                    <a:pt x="1665" y="388"/>
                  </a:lnTo>
                  <a:lnTo>
                    <a:pt x="1915" y="388"/>
                  </a:lnTo>
                  <a:lnTo>
                    <a:pt x="2137" y="444"/>
                  </a:lnTo>
                  <a:lnTo>
                    <a:pt x="2220" y="444"/>
                  </a:lnTo>
                  <a:lnTo>
                    <a:pt x="2303" y="416"/>
                  </a:lnTo>
                  <a:lnTo>
                    <a:pt x="2359" y="361"/>
                  </a:lnTo>
                  <a:lnTo>
                    <a:pt x="2386" y="305"/>
                  </a:lnTo>
                  <a:lnTo>
                    <a:pt x="2414" y="222"/>
                  </a:lnTo>
                  <a:lnTo>
                    <a:pt x="2386" y="139"/>
                  </a:lnTo>
                  <a:lnTo>
                    <a:pt x="2331" y="83"/>
                  </a:lnTo>
                  <a:lnTo>
                    <a:pt x="2248" y="56"/>
                  </a:lnTo>
                  <a:lnTo>
                    <a:pt x="2026" y="0"/>
                  </a:lnTo>
                  <a:close/>
                </a:path>
              </a:pathLst>
            </a:custGeom>
            <a:solidFill>
              <a:srgbClr val="A157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51"/>
            <p:cNvSpPr/>
            <p:nvPr/>
          </p:nvSpPr>
          <p:spPr>
            <a:xfrm>
              <a:off x="2935975" y="1689667"/>
              <a:ext cx="518076" cy="704762"/>
            </a:xfrm>
            <a:custGeom>
              <a:avLst/>
              <a:gdLst/>
              <a:ahLst/>
              <a:cxnLst/>
              <a:rect l="l" t="t" r="r" b="b"/>
              <a:pathLst>
                <a:path w="30493" h="41481" extrusionOk="0">
                  <a:moveTo>
                    <a:pt x="14567" y="1"/>
                  </a:moveTo>
                  <a:lnTo>
                    <a:pt x="14012" y="112"/>
                  </a:lnTo>
                  <a:lnTo>
                    <a:pt x="13457" y="251"/>
                  </a:lnTo>
                  <a:lnTo>
                    <a:pt x="12930" y="389"/>
                  </a:lnTo>
                  <a:lnTo>
                    <a:pt x="12403" y="528"/>
                  </a:lnTo>
                  <a:lnTo>
                    <a:pt x="11903" y="695"/>
                  </a:lnTo>
                  <a:lnTo>
                    <a:pt x="11404" y="861"/>
                  </a:lnTo>
                  <a:lnTo>
                    <a:pt x="10461" y="1249"/>
                  </a:lnTo>
                  <a:lnTo>
                    <a:pt x="9601" y="1693"/>
                  </a:lnTo>
                  <a:lnTo>
                    <a:pt x="8768" y="2137"/>
                  </a:lnTo>
                  <a:lnTo>
                    <a:pt x="7991" y="2637"/>
                  </a:lnTo>
                  <a:lnTo>
                    <a:pt x="7298" y="3164"/>
                  </a:lnTo>
                  <a:lnTo>
                    <a:pt x="6632" y="3747"/>
                  </a:lnTo>
                  <a:lnTo>
                    <a:pt x="6021" y="4301"/>
                  </a:lnTo>
                  <a:lnTo>
                    <a:pt x="5467" y="4912"/>
                  </a:lnTo>
                  <a:lnTo>
                    <a:pt x="4939" y="5522"/>
                  </a:lnTo>
                  <a:lnTo>
                    <a:pt x="4468" y="6133"/>
                  </a:lnTo>
                  <a:lnTo>
                    <a:pt x="4024" y="6771"/>
                  </a:lnTo>
                  <a:lnTo>
                    <a:pt x="3635" y="7409"/>
                  </a:lnTo>
                  <a:lnTo>
                    <a:pt x="3275" y="8019"/>
                  </a:lnTo>
                  <a:lnTo>
                    <a:pt x="2969" y="8658"/>
                  </a:lnTo>
                  <a:lnTo>
                    <a:pt x="2664" y="9268"/>
                  </a:lnTo>
                  <a:lnTo>
                    <a:pt x="2415" y="9851"/>
                  </a:lnTo>
                  <a:lnTo>
                    <a:pt x="2193" y="10433"/>
                  </a:lnTo>
                  <a:lnTo>
                    <a:pt x="1998" y="10988"/>
                  </a:lnTo>
                  <a:lnTo>
                    <a:pt x="1832" y="11515"/>
                  </a:lnTo>
                  <a:lnTo>
                    <a:pt x="1582" y="12459"/>
                  </a:lnTo>
                  <a:lnTo>
                    <a:pt x="1388" y="13263"/>
                  </a:lnTo>
                  <a:lnTo>
                    <a:pt x="1305" y="13874"/>
                  </a:lnTo>
                  <a:lnTo>
                    <a:pt x="1221" y="14401"/>
                  </a:lnTo>
                  <a:lnTo>
                    <a:pt x="639" y="22752"/>
                  </a:lnTo>
                  <a:lnTo>
                    <a:pt x="223" y="29134"/>
                  </a:lnTo>
                  <a:lnTo>
                    <a:pt x="84" y="31742"/>
                  </a:lnTo>
                  <a:lnTo>
                    <a:pt x="1" y="33462"/>
                  </a:lnTo>
                  <a:lnTo>
                    <a:pt x="1" y="34045"/>
                  </a:lnTo>
                  <a:lnTo>
                    <a:pt x="56" y="34627"/>
                  </a:lnTo>
                  <a:lnTo>
                    <a:pt x="139" y="35154"/>
                  </a:lnTo>
                  <a:lnTo>
                    <a:pt x="278" y="35654"/>
                  </a:lnTo>
                  <a:lnTo>
                    <a:pt x="445" y="36125"/>
                  </a:lnTo>
                  <a:lnTo>
                    <a:pt x="667" y="36569"/>
                  </a:lnTo>
                  <a:lnTo>
                    <a:pt x="944" y="37013"/>
                  </a:lnTo>
                  <a:lnTo>
                    <a:pt x="1277" y="37402"/>
                  </a:lnTo>
                  <a:lnTo>
                    <a:pt x="1665" y="37762"/>
                  </a:lnTo>
                  <a:lnTo>
                    <a:pt x="2109" y="38123"/>
                  </a:lnTo>
                  <a:lnTo>
                    <a:pt x="2636" y="38428"/>
                  </a:lnTo>
                  <a:lnTo>
                    <a:pt x="3191" y="38706"/>
                  </a:lnTo>
                  <a:lnTo>
                    <a:pt x="3857" y="38983"/>
                  </a:lnTo>
                  <a:lnTo>
                    <a:pt x="4579" y="39205"/>
                  </a:lnTo>
                  <a:lnTo>
                    <a:pt x="5383" y="39427"/>
                  </a:lnTo>
                  <a:lnTo>
                    <a:pt x="6243" y="39621"/>
                  </a:lnTo>
                  <a:lnTo>
                    <a:pt x="7270" y="39788"/>
                  </a:lnTo>
                  <a:lnTo>
                    <a:pt x="8519" y="39954"/>
                  </a:lnTo>
                  <a:lnTo>
                    <a:pt x="9906" y="40121"/>
                  </a:lnTo>
                  <a:lnTo>
                    <a:pt x="11432" y="40287"/>
                  </a:lnTo>
                  <a:lnTo>
                    <a:pt x="14733" y="40592"/>
                  </a:lnTo>
                  <a:lnTo>
                    <a:pt x="18091" y="40898"/>
                  </a:lnTo>
                  <a:lnTo>
                    <a:pt x="21226" y="41120"/>
                  </a:lnTo>
                  <a:lnTo>
                    <a:pt x="23834" y="41314"/>
                  </a:lnTo>
                  <a:lnTo>
                    <a:pt x="26276" y="41480"/>
                  </a:lnTo>
                  <a:lnTo>
                    <a:pt x="26387" y="41425"/>
                  </a:lnTo>
                  <a:lnTo>
                    <a:pt x="26636" y="41203"/>
                  </a:lnTo>
                  <a:lnTo>
                    <a:pt x="27025" y="40814"/>
                  </a:lnTo>
                  <a:lnTo>
                    <a:pt x="27219" y="40565"/>
                  </a:lnTo>
                  <a:lnTo>
                    <a:pt x="27469" y="40259"/>
                  </a:lnTo>
                  <a:lnTo>
                    <a:pt x="27691" y="39899"/>
                  </a:lnTo>
                  <a:lnTo>
                    <a:pt x="27940" y="39483"/>
                  </a:lnTo>
                  <a:lnTo>
                    <a:pt x="28162" y="39011"/>
                  </a:lnTo>
                  <a:lnTo>
                    <a:pt x="28384" y="38484"/>
                  </a:lnTo>
                  <a:lnTo>
                    <a:pt x="28606" y="37901"/>
                  </a:lnTo>
                  <a:lnTo>
                    <a:pt x="28773" y="37263"/>
                  </a:lnTo>
                  <a:lnTo>
                    <a:pt x="28939" y="36542"/>
                  </a:lnTo>
                  <a:lnTo>
                    <a:pt x="29050" y="35765"/>
                  </a:lnTo>
                  <a:lnTo>
                    <a:pt x="29161" y="34821"/>
                  </a:lnTo>
                  <a:lnTo>
                    <a:pt x="29300" y="33601"/>
                  </a:lnTo>
                  <a:lnTo>
                    <a:pt x="29522" y="30632"/>
                  </a:lnTo>
                  <a:lnTo>
                    <a:pt x="29772" y="27164"/>
                  </a:lnTo>
                  <a:lnTo>
                    <a:pt x="29993" y="23557"/>
                  </a:lnTo>
                  <a:lnTo>
                    <a:pt x="30326" y="17286"/>
                  </a:lnTo>
                  <a:lnTo>
                    <a:pt x="30493" y="14595"/>
                  </a:lnTo>
                  <a:lnTo>
                    <a:pt x="30382" y="13596"/>
                  </a:lnTo>
                  <a:lnTo>
                    <a:pt x="30215" y="12681"/>
                  </a:lnTo>
                  <a:lnTo>
                    <a:pt x="30021" y="11793"/>
                  </a:lnTo>
                  <a:lnTo>
                    <a:pt x="29772" y="10933"/>
                  </a:lnTo>
                  <a:lnTo>
                    <a:pt x="29494" y="10100"/>
                  </a:lnTo>
                  <a:lnTo>
                    <a:pt x="29161" y="9323"/>
                  </a:lnTo>
                  <a:lnTo>
                    <a:pt x="28800" y="8602"/>
                  </a:lnTo>
                  <a:lnTo>
                    <a:pt x="28412" y="7881"/>
                  </a:lnTo>
                  <a:lnTo>
                    <a:pt x="27996" y="7215"/>
                  </a:lnTo>
                  <a:lnTo>
                    <a:pt x="27552" y="6604"/>
                  </a:lnTo>
                  <a:lnTo>
                    <a:pt x="27108" y="5994"/>
                  </a:lnTo>
                  <a:lnTo>
                    <a:pt x="26636" y="5439"/>
                  </a:lnTo>
                  <a:lnTo>
                    <a:pt x="26165" y="4912"/>
                  </a:lnTo>
                  <a:lnTo>
                    <a:pt x="25665" y="4412"/>
                  </a:lnTo>
                  <a:lnTo>
                    <a:pt x="25166" y="3941"/>
                  </a:lnTo>
                  <a:lnTo>
                    <a:pt x="24666" y="3525"/>
                  </a:lnTo>
                  <a:lnTo>
                    <a:pt x="24167" y="3108"/>
                  </a:lnTo>
                  <a:lnTo>
                    <a:pt x="23695" y="2748"/>
                  </a:lnTo>
                  <a:lnTo>
                    <a:pt x="23196" y="2415"/>
                  </a:lnTo>
                  <a:lnTo>
                    <a:pt x="22752" y="2110"/>
                  </a:lnTo>
                  <a:lnTo>
                    <a:pt x="21864" y="1555"/>
                  </a:lnTo>
                  <a:lnTo>
                    <a:pt x="21087" y="1139"/>
                  </a:lnTo>
                  <a:lnTo>
                    <a:pt x="20421" y="806"/>
                  </a:lnTo>
                  <a:lnTo>
                    <a:pt x="19922" y="584"/>
                  </a:lnTo>
                  <a:lnTo>
                    <a:pt x="19478" y="417"/>
                  </a:lnTo>
                  <a:lnTo>
                    <a:pt x="14567" y="1"/>
                  </a:lnTo>
                  <a:close/>
                </a:path>
              </a:pathLst>
            </a:custGeom>
            <a:gradFill>
              <a:gsLst>
                <a:gs pos="0">
                  <a:srgbClr val="36D5E6"/>
                </a:gs>
                <a:gs pos="100000">
                  <a:srgbClr val="17788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51"/>
            <p:cNvSpPr/>
            <p:nvPr/>
          </p:nvSpPr>
          <p:spPr>
            <a:xfrm>
              <a:off x="3116987" y="1685895"/>
              <a:ext cx="180094" cy="167368"/>
            </a:xfrm>
            <a:custGeom>
              <a:avLst/>
              <a:gdLst/>
              <a:ahLst/>
              <a:cxnLst/>
              <a:rect l="l" t="t" r="r" b="b"/>
              <a:pathLst>
                <a:path w="10600" h="9851" extrusionOk="0">
                  <a:moveTo>
                    <a:pt x="4718" y="1"/>
                  </a:moveTo>
                  <a:lnTo>
                    <a:pt x="4107" y="29"/>
                  </a:lnTo>
                  <a:lnTo>
                    <a:pt x="3802" y="56"/>
                  </a:lnTo>
                  <a:lnTo>
                    <a:pt x="3497" y="112"/>
                  </a:lnTo>
                  <a:lnTo>
                    <a:pt x="2831" y="278"/>
                  </a:lnTo>
                  <a:lnTo>
                    <a:pt x="2137" y="500"/>
                  </a:lnTo>
                  <a:lnTo>
                    <a:pt x="1471" y="750"/>
                  </a:lnTo>
                  <a:lnTo>
                    <a:pt x="889" y="1000"/>
                  </a:lnTo>
                  <a:lnTo>
                    <a:pt x="417" y="1194"/>
                  </a:lnTo>
                  <a:lnTo>
                    <a:pt x="1" y="1388"/>
                  </a:lnTo>
                  <a:lnTo>
                    <a:pt x="3497" y="9851"/>
                  </a:lnTo>
                  <a:lnTo>
                    <a:pt x="4579" y="8880"/>
                  </a:lnTo>
                  <a:lnTo>
                    <a:pt x="5716" y="7881"/>
                  </a:lnTo>
                  <a:lnTo>
                    <a:pt x="7021" y="6688"/>
                  </a:lnTo>
                  <a:lnTo>
                    <a:pt x="8325" y="5439"/>
                  </a:lnTo>
                  <a:lnTo>
                    <a:pt x="9462" y="4302"/>
                  </a:lnTo>
                  <a:lnTo>
                    <a:pt x="9934" y="3802"/>
                  </a:lnTo>
                  <a:lnTo>
                    <a:pt x="10267" y="3386"/>
                  </a:lnTo>
                  <a:lnTo>
                    <a:pt x="10516" y="3025"/>
                  </a:lnTo>
                  <a:lnTo>
                    <a:pt x="10572" y="2914"/>
                  </a:lnTo>
                  <a:lnTo>
                    <a:pt x="10600" y="2803"/>
                  </a:lnTo>
                  <a:lnTo>
                    <a:pt x="10600" y="2637"/>
                  </a:lnTo>
                  <a:lnTo>
                    <a:pt x="10544" y="2443"/>
                  </a:lnTo>
                  <a:lnTo>
                    <a:pt x="10461" y="2248"/>
                  </a:lnTo>
                  <a:lnTo>
                    <a:pt x="10322" y="2054"/>
                  </a:lnTo>
                  <a:lnTo>
                    <a:pt x="10183" y="1832"/>
                  </a:lnTo>
                  <a:lnTo>
                    <a:pt x="10017" y="1638"/>
                  </a:lnTo>
                  <a:lnTo>
                    <a:pt x="9629" y="1250"/>
                  </a:lnTo>
                  <a:lnTo>
                    <a:pt x="9240" y="889"/>
                  </a:lnTo>
                  <a:lnTo>
                    <a:pt x="8907" y="611"/>
                  </a:lnTo>
                  <a:lnTo>
                    <a:pt x="8602" y="362"/>
                  </a:lnTo>
                  <a:lnTo>
                    <a:pt x="8519" y="306"/>
                  </a:lnTo>
                  <a:lnTo>
                    <a:pt x="8380" y="278"/>
                  </a:lnTo>
                  <a:lnTo>
                    <a:pt x="7992" y="195"/>
                  </a:lnTo>
                  <a:lnTo>
                    <a:pt x="7437" y="112"/>
                  </a:lnTo>
                  <a:lnTo>
                    <a:pt x="6799" y="56"/>
                  </a:lnTo>
                  <a:lnTo>
                    <a:pt x="6105" y="29"/>
                  </a:lnTo>
                  <a:lnTo>
                    <a:pt x="5411" y="1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51"/>
            <p:cNvSpPr/>
            <p:nvPr/>
          </p:nvSpPr>
          <p:spPr>
            <a:xfrm>
              <a:off x="3296588" y="2245444"/>
              <a:ext cx="116466" cy="130126"/>
            </a:xfrm>
            <a:custGeom>
              <a:avLst/>
              <a:gdLst/>
              <a:ahLst/>
              <a:cxnLst/>
              <a:rect l="l" t="t" r="r" b="b"/>
              <a:pathLst>
                <a:path w="6855" h="7659" extrusionOk="0">
                  <a:moveTo>
                    <a:pt x="6549" y="1"/>
                  </a:moveTo>
                  <a:lnTo>
                    <a:pt x="6410" y="28"/>
                  </a:lnTo>
                  <a:lnTo>
                    <a:pt x="6327" y="84"/>
                  </a:lnTo>
                  <a:lnTo>
                    <a:pt x="6244" y="223"/>
                  </a:lnTo>
                  <a:lnTo>
                    <a:pt x="6049" y="778"/>
                  </a:lnTo>
                  <a:lnTo>
                    <a:pt x="5800" y="1305"/>
                  </a:lnTo>
                  <a:lnTo>
                    <a:pt x="5550" y="1832"/>
                  </a:lnTo>
                  <a:lnTo>
                    <a:pt x="5245" y="2359"/>
                  </a:lnTo>
                  <a:lnTo>
                    <a:pt x="4940" y="2859"/>
                  </a:lnTo>
                  <a:lnTo>
                    <a:pt x="4607" y="3330"/>
                  </a:lnTo>
                  <a:lnTo>
                    <a:pt x="4246" y="3802"/>
                  </a:lnTo>
                  <a:lnTo>
                    <a:pt x="3858" y="4246"/>
                  </a:lnTo>
                  <a:lnTo>
                    <a:pt x="3469" y="4662"/>
                  </a:lnTo>
                  <a:lnTo>
                    <a:pt x="3053" y="5078"/>
                  </a:lnTo>
                  <a:lnTo>
                    <a:pt x="2609" y="5467"/>
                  </a:lnTo>
                  <a:lnTo>
                    <a:pt x="2137" y="5855"/>
                  </a:lnTo>
                  <a:lnTo>
                    <a:pt x="1666" y="6188"/>
                  </a:lnTo>
                  <a:lnTo>
                    <a:pt x="1194" y="6521"/>
                  </a:lnTo>
                  <a:lnTo>
                    <a:pt x="667" y="6826"/>
                  </a:lnTo>
                  <a:lnTo>
                    <a:pt x="140" y="7104"/>
                  </a:lnTo>
                  <a:lnTo>
                    <a:pt x="56" y="7187"/>
                  </a:lnTo>
                  <a:lnTo>
                    <a:pt x="1" y="7270"/>
                  </a:lnTo>
                  <a:lnTo>
                    <a:pt x="1" y="7381"/>
                  </a:lnTo>
                  <a:lnTo>
                    <a:pt x="29" y="7492"/>
                  </a:lnTo>
                  <a:lnTo>
                    <a:pt x="112" y="7575"/>
                  </a:lnTo>
                  <a:lnTo>
                    <a:pt x="223" y="7631"/>
                  </a:lnTo>
                  <a:lnTo>
                    <a:pt x="334" y="7658"/>
                  </a:lnTo>
                  <a:lnTo>
                    <a:pt x="445" y="7631"/>
                  </a:lnTo>
                  <a:lnTo>
                    <a:pt x="1000" y="7326"/>
                  </a:lnTo>
                  <a:lnTo>
                    <a:pt x="1555" y="7020"/>
                  </a:lnTo>
                  <a:lnTo>
                    <a:pt x="2054" y="6660"/>
                  </a:lnTo>
                  <a:lnTo>
                    <a:pt x="2554" y="6299"/>
                  </a:lnTo>
                  <a:lnTo>
                    <a:pt x="3025" y="5910"/>
                  </a:lnTo>
                  <a:lnTo>
                    <a:pt x="3497" y="5494"/>
                  </a:lnTo>
                  <a:lnTo>
                    <a:pt x="3941" y="5078"/>
                  </a:lnTo>
                  <a:lnTo>
                    <a:pt x="4357" y="4606"/>
                  </a:lnTo>
                  <a:lnTo>
                    <a:pt x="4745" y="4135"/>
                  </a:lnTo>
                  <a:lnTo>
                    <a:pt x="5134" y="3663"/>
                  </a:lnTo>
                  <a:lnTo>
                    <a:pt x="5467" y="3136"/>
                  </a:lnTo>
                  <a:lnTo>
                    <a:pt x="5800" y="2609"/>
                  </a:lnTo>
                  <a:lnTo>
                    <a:pt x="6105" y="2082"/>
                  </a:lnTo>
                  <a:lnTo>
                    <a:pt x="6382" y="1527"/>
                  </a:lnTo>
                  <a:lnTo>
                    <a:pt x="6632" y="944"/>
                  </a:lnTo>
                  <a:lnTo>
                    <a:pt x="6854" y="361"/>
                  </a:lnTo>
                  <a:lnTo>
                    <a:pt x="6854" y="250"/>
                  </a:lnTo>
                  <a:lnTo>
                    <a:pt x="6826" y="139"/>
                  </a:lnTo>
                  <a:lnTo>
                    <a:pt x="6743" y="56"/>
                  </a:lnTo>
                  <a:lnTo>
                    <a:pt x="6660" y="28"/>
                  </a:lnTo>
                  <a:lnTo>
                    <a:pt x="6549" y="1"/>
                  </a:lnTo>
                  <a:close/>
                </a:path>
              </a:pathLst>
            </a:custGeom>
            <a:gradFill>
              <a:gsLst>
                <a:gs pos="0">
                  <a:srgbClr val="36D5E6"/>
                </a:gs>
                <a:gs pos="100000">
                  <a:srgbClr val="17788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51"/>
            <p:cNvSpPr/>
            <p:nvPr/>
          </p:nvSpPr>
          <p:spPr>
            <a:xfrm>
              <a:off x="2930793" y="1929617"/>
              <a:ext cx="528457" cy="468584"/>
            </a:xfrm>
            <a:custGeom>
              <a:avLst/>
              <a:gdLst/>
              <a:ahLst/>
              <a:cxnLst/>
              <a:rect l="l" t="t" r="r" b="b"/>
              <a:pathLst>
                <a:path w="31104" h="27580" extrusionOk="0">
                  <a:moveTo>
                    <a:pt x="1554" y="0"/>
                  </a:moveTo>
                  <a:lnTo>
                    <a:pt x="1443" y="28"/>
                  </a:lnTo>
                  <a:lnTo>
                    <a:pt x="1332" y="84"/>
                  </a:lnTo>
                  <a:lnTo>
                    <a:pt x="1249" y="167"/>
                  </a:lnTo>
                  <a:lnTo>
                    <a:pt x="1221" y="278"/>
                  </a:lnTo>
                  <a:lnTo>
                    <a:pt x="694" y="7519"/>
                  </a:lnTo>
                  <a:lnTo>
                    <a:pt x="222" y="14733"/>
                  </a:lnTo>
                  <a:lnTo>
                    <a:pt x="139" y="16564"/>
                  </a:lnTo>
                  <a:lnTo>
                    <a:pt x="28" y="18396"/>
                  </a:lnTo>
                  <a:lnTo>
                    <a:pt x="0" y="19256"/>
                  </a:lnTo>
                  <a:lnTo>
                    <a:pt x="0" y="19700"/>
                  </a:lnTo>
                  <a:lnTo>
                    <a:pt x="28" y="20143"/>
                  </a:lnTo>
                  <a:lnTo>
                    <a:pt x="56" y="20560"/>
                  </a:lnTo>
                  <a:lnTo>
                    <a:pt x="139" y="21004"/>
                  </a:lnTo>
                  <a:lnTo>
                    <a:pt x="222" y="21420"/>
                  </a:lnTo>
                  <a:lnTo>
                    <a:pt x="333" y="21836"/>
                  </a:lnTo>
                  <a:lnTo>
                    <a:pt x="472" y="22197"/>
                  </a:lnTo>
                  <a:lnTo>
                    <a:pt x="639" y="22530"/>
                  </a:lnTo>
                  <a:lnTo>
                    <a:pt x="833" y="22835"/>
                  </a:lnTo>
                  <a:lnTo>
                    <a:pt x="1027" y="23140"/>
                  </a:lnTo>
                  <a:lnTo>
                    <a:pt x="1221" y="23390"/>
                  </a:lnTo>
                  <a:lnTo>
                    <a:pt x="1471" y="23667"/>
                  </a:lnTo>
                  <a:lnTo>
                    <a:pt x="1721" y="23889"/>
                  </a:lnTo>
                  <a:lnTo>
                    <a:pt x="1970" y="24111"/>
                  </a:lnTo>
                  <a:lnTo>
                    <a:pt x="2248" y="24305"/>
                  </a:lnTo>
                  <a:lnTo>
                    <a:pt x="2525" y="24499"/>
                  </a:lnTo>
                  <a:lnTo>
                    <a:pt x="2831" y="24666"/>
                  </a:lnTo>
                  <a:lnTo>
                    <a:pt x="3136" y="24832"/>
                  </a:lnTo>
                  <a:lnTo>
                    <a:pt x="3802" y="25110"/>
                  </a:lnTo>
                  <a:lnTo>
                    <a:pt x="4467" y="25360"/>
                  </a:lnTo>
                  <a:lnTo>
                    <a:pt x="5189" y="25554"/>
                  </a:lnTo>
                  <a:lnTo>
                    <a:pt x="5883" y="25720"/>
                  </a:lnTo>
                  <a:lnTo>
                    <a:pt x="6632" y="25859"/>
                  </a:lnTo>
                  <a:lnTo>
                    <a:pt x="7353" y="25970"/>
                  </a:lnTo>
                  <a:lnTo>
                    <a:pt x="8768" y="26164"/>
                  </a:lnTo>
                  <a:lnTo>
                    <a:pt x="10100" y="26331"/>
                  </a:lnTo>
                  <a:lnTo>
                    <a:pt x="12930" y="26691"/>
                  </a:lnTo>
                  <a:lnTo>
                    <a:pt x="15760" y="27024"/>
                  </a:lnTo>
                  <a:lnTo>
                    <a:pt x="17175" y="27191"/>
                  </a:lnTo>
                  <a:lnTo>
                    <a:pt x="18590" y="27302"/>
                  </a:lnTo>
                  <a:lnTo>
                    <a:pt x="20005" y="27413"/>
                  </a:lnTo>
                  <a:lnTo>
                    <a:pt x="21420" y="27496"/>
                  </a:lnTo>
                  <a:lnTo>
                    <a:pt x="22585" y="27551"/>
                  </a:lnTo>
                  <a:lnTo>
                    <a:pt x="23751" y="27579"/>
                  </a:lnTo>
                  <a:lnTo>
                    <a:pt x="24916" y="27579"/>
                  </a:lnTo>
                  <a:lnTo>
                    <a:pt x="26081" y="27524"/>
                  </a:lnTo>
                  <a:lnTo>
                    <a:pt x="26275" y="27496"/>
                  </a:lnTo>
                  <a:lnTo>
                    <a:pt x="26470" y="27468"/>
                  </a:lnTo>
                  <a:lnTo>
                    <a:pt x="26636" y="27413"/>
                  </a:lnTo>
                  <a:lnTo>
                    <a:pt x="26803" y="27330"/>
                  </a:lnTo>
                  <a:lnTo>
                    <a:pt x="27108" y="27135"/>
                  </a:lnTo>
                  <a:lnTo>
                    <a:pt x="27385" y="26913"/>
                  </a:lnTo>
                  <a:lnTo>
                    <a:pt x="27663" y="26636"/>
                  </a:lnTo>
                  <a:lnTo>
                    <a:pt x="27885" y="26358"/>
                  </a:lnTo>
                  <a:lnTo>
                    <a:pt x="28107" y="26053"/>
                  </a:lnTo>
                  <a:lnTo>
                    <a:pt x="28329" y="25720"/>
                  </a:lnTo>
                  <a:lnTo>
                    <a:pt x="28606" y="25249"/>
                  </a:lnTo>
                  <a:lnTo>
                    <a:pt x="28828" y="24777"/>
                  </a:lnTo>
                  <a:lnTo>
                    <a:pt x="29050" y="24278"/>
                  </a:lnTo>
                  <a:lnTo>
                    <a:pt x="29216" y="23778"/>
                  </a:lnTo>
                  <a:lnTo>
                    <a:pt x="29355" y="23251"/>
                  </a:lnTo>
                  <a:lnTo>
                    <a:pt x="29494" y="22724"/>
                  </a:lnTo>
                  <a:lnTo>
                    <a:pt x="29605" y="22197"/>
                  </a:lnTo>
                  <a:lnTo>
                    <a:pt x="29688" y="21669"/>
                  </a:lnTo>
                  <a:lnTo>
                    <a:pt x="29827" y="20587"/>
                  </a:lnTo>
                  <a:lnTo>
                    <a:pt x="29938" y="19478"/>
                  </a:lnTo>
                  <a:lnTo>
                    <a:pt x="30077" y="17341"/>
                  </a:lnTo>
                  <a:lnTo>
                    <a:pt x="30354" y="13207"/>
                  </a:lnTo>
                  <a:lnTo>
                    <a:pt x="30631" y="9073"/>
                  </a:lnTo>
                  <a:lnTo>
                    <a:pt x="30853" y="4939"/>
                  </a:lnTo>
                  <a:lnTo>
                    <a:pt x="31075" y="833"/>
                  </a:lnTo>
                  <a:lnTo>
                    <a:pt x="31103" y="472"/>
                  </a:lnTo>
                  <a:lnTo>
                    <a:pt x="31075" y="333"/>
                  </a:lnTo>
                  <a:lnTo>
                    <a:pt x="31020" y="250"/>
                  </a:lnTo>
                  <a:lnTo>
                    <a:pt x="30909" y="195"/>
                  </a:lnTo>
                  <a:lnTo>
                    <a:pt x="30798" y="167"/>
                  </a:lnTo>
                  <a:lnTo>
                    <a:pt x="30687" y="195"/>
                  </a:lnTo>
                  <a:lnTo>
                    <a:pt x="30576" y="250"/>
                  </a:lnTo>
                  <a:lnTo>
                    <a:pt x="30520" y="333"/>
                  </a:lnTo>
                  <a:lnTo>
                    <a:pt x="30493" y="472"/>
                  </a:lnTo>
                  <a:lnTo>
                    <a:pt x="30104" y="7436"/>
                  </a:lnTo>
                  <a:lnTo>
                    <a:pt x="29882" y="10932"/>
                  </a:lnTo>
                  <a:lnTo>
                    <a:pt x="29660" y="14428"/>
                  </a:lnTo>
                  <a:lnTo>
                    <a:pt x="29549" y="16370"/>
                  </a:lnTo>
                  <a:lnTo>
                    <a:pt x="29438" y="18312"/>
                  </a:lnTo>
                  <a:lnTo>
                    <a:pt x="29355" y="19283"/>
                  </a:lnTo>
                  <a:lnTo>
                    <a:pt x="29244" y="20254"/>
                  </a:lnTo>
                  <a:lnTo>
                    <a:pt x="29133" y="21226"/>
                  </a:lnTo>
                  <a:lnTo>
                    <a:pt x="28967" y="22197"/>
                  </a:lnTo>
                  <a:lnTo>
                    <a:pt x="28856" y="22779"/>
                  </a:lnTo>
                  <a:lnTo>
                    <a:pt x="28689" y="23362"/>
                  </a:lnTo>
                  <a:lnTo>
                    <a:pt x="28523" y="23945"/>
                  </a:lnTo>
                  <a:lnTo>
                    <a:pt x="28273" y="24499"/>
                  </a:lnTo>
                  <a:lnTo>
                    <a:pt x="28023" y="25054"/>
                  </a:lnTo>
                  <a:lnTo>
                    <a:pt x="27690" y="25554"/>
                  </a:lnTo>
                  <a:lnTo>
                    <a:pt x="27330" y="26053"/>
                  </a:lnTo>
                  <a:lnTo>
                    <a:pt x="27136" y="26275"/>
                  </a:lnTo>
                  <a:lnTo>
                    <a:pt x="26914" y="26497"/>
                  </a:lnTo>
                  <a:lnTo>
                    <a:pt x="26664" y="26719"/>
                  </a:lnTo>
                  <a:lnTo>
                    <a:pt x="26426" y="26886"/>
                  </a:lnTo>
                  <a:lnTo>
                    <a:pt x="26414" y="26886"/>
                  </a:lnTo>
                  <a:lnTo>
                    <a:pt x="25582" y="26913"/>
                  </a:lnTo>
                  <a:lnTo>
                    <a:pt x="24749" y="26941"/>
                  </a:lnTo>
                  <a:lnTo>
                    <a:pt x="23917" y="26969"/>
                  </a:lnTo>
                  <a:lnTo>
                    <a:pt x="23085" y="26941"/>
                  </a:lnTo>
                  <a:lnTo>
                    <a:pt x="21947" y="26913"/>
                  </a:lnTo>
                  <a:lnTo>
                    <a:pt x="20810" y="26858"/>
                  </a:lnTo>
                  <a:lnTo>
                    <a:pt x="18507" y="26691"/>
                  </a:lnTo>
                  <a:lnTo>
                    <a:pt x="16232" y="26469"/>
                  </a:lnTo>
                  <a:lnTo>
                    <a:pt x="13956" y="26220"/>
                  </a:lnTo>
                  <a:lnTo>
                    <a:pt x="12070" y="25970"/>
                  </a:lnTo>
                  <a:lnTo>
                    <a:pt x="10183" y="25720"/>
                  </a:lnTo>
                  <a:lnTo>
                    <a:pt x="8296" y="25471"/>
                  </a:lnTo>
                  <a:lnTo>
                    <a:pt x="6437" y="25165"/>
                  </a:lnTo>
                  <a:lnTo>
                    <a:pt x="5772" y="25027"/>
                  </a:lnTo>
                  <a:lnTo>
                    <a:pt x="5133" y="24888"/>
                  </a:lnTo>
                  <a:lnTo>
                    <a:pt x="4467" y="24694"/>
                  </a:lnTo>
                  <a:lnTo>
                    <a:pt x="3829" y="24472"/>
                  </a:lnTo>
                  <a:lnTo>
                    <a:pt x="3496" y="24333"/>
                  </a:lnTo>
                  <a:lnTo>
                    <a:pt x="3191" y="24194"/>
                  </a:lnTo>
                  <a:lnTo>
                    <a:pt x="2914" y="24028"/>
                  </a:lnTo>
                  <a:lnTo>
                    <a:pt x="2636" y="23834"/>
                  </a:lnTo>
                  <a:lnTo>
                    <a:pt x="2359" y="23639"/>
                  </a:lnTo>
                  <a:lnTo>
                    <a:pt x="2109" y="23417"/>
                  </a:lnTo>
                  <a:lnTo>
                    <a:pt x="1859" y="23195"/>
                  </a:lnTo>
                  <a:lnTo>
                    <a:pt x="1637" y="22946"/>
                  </a:lnTo>
                  <a:lnTo>
                    <a:pt x="1388" y="22585"/>
                  </a:lnTo>
                  <a:lnTo>
                    <a:pt x="1166" y="22224"/>
                  </a:lnTo>
                  <a:lnTo>
                    <a:pt x="999" y="21836"/>
                  </a:lnTo>
                  <a:lnTo>
                    <a:pt x="861" y="21420"/>
                  </a:lnTo>
                  <a:lnTo>
                    <a:pt x="750" y="21004"/>
                  </a:lnTo>
                  <a:lnTo>
                    <a:pt x="666" y="20587"/>
                  </a:lnTo>
                  <a:lnTo>
                    <a:pt x="611" y="20143"/>
                  </a:lnTo>
                  <a:lnTo>
                    <a:pt x="583" y="19700"/>
                  </a:lnTo>
                  <a:lnTo>
                    <a:pt x="583" y="18812"/>
                  </a:lnTo>
                  <a:lnTo>
                    <a:pt x="639" y="17896"/>
                  </a:lnTo>
                  <a:lnTo>
                    <a:pt x="750" y="16176"/>
                  </a:lnTo>
                  <a:lnTo>
                    <a:pt x="999" y="12292"/>
                  </a:lnTo>
                  <a:lnTo>
                    <a:pt x="1249" y="8407"/>
                  </a:lnTo>
                  <a:lnTo>
                    <a:pt x="1804" y="638"/>
                  </a:lnTo>
                  <a:lnTo>
                    <a:pt x="1832" y="278"/>
                  </a:lnTo>
                  <a:lnTo>
                    <a:pt x="1832" y="167"/>
                  </a:lnTo>
                  <a:lnTo>
                    <a:pt x="1748" y="84"/>
                  </a:lnTo>
                  <a:lnTo>
                    <a:pt x="1665" y="28"/>
                  </a:lnTo>
                  <a:lnTo>
                    <a:pt x="1554" y="0"/>
                  </a:lnTo>
                  <a:close/>
                </a:path>
              </a:pathLst>
            </a:custGeom>
            <a:gradFill>
              <a:gsLst>
                <a:gs pos="0">
                  <a:srgbClr val="36D5E6"/>
                </a:gs>
                <a:gs pos="100000">
                  <a:srgbClr val="17788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51"/>
            <p:cNvSpPr/>
            <p:nvPr/>
          </p:nvSpPr>
          <p:spPr>
            <a:xfrm>
              <a:off x="3343735" y="2111580"/>
              <a:ext cx="420503" cy="459155"/>
            </a:xfrm>
            <a:custGeom>
              <a:avLst/>
              <a:gdLst/>
              <a:ahLst/>
              <a:cxnLst/>
              <a:rect l="l" t="t" r="r" b="b"/>
              <a:pathLst>
                <a:path w="24750" h="27025" extrusionOk="0">
                  <a:moveTo>
                    <a:pt x="20588" y="0"/>
                  </a:moveTo>
                  <a:lnTo>
                    <a:pt x="11737" y="9322"/>
                  </a:lnTo>
                  <a:lnTo>
                    <a:pt x="11071" y="10155"/>
                  </a:lnTo>
                  <a:lnTo>
                    <a:pt x="10377" y="10959"/>
                  </a:lnTo>
                  <a:lnTo>
                    <a:pt x="9656" y="11709"/>
                  </a:lnTo>
                  <a:lnTo>
                    <a:pt x="8907" y="12430"/>
                  </a:lnTo>
                  <a:lnTo>
                    <a:pt x="8130" y="13124"/>
                  </a:lnTo>
                  <a:lnTo>
                    <a:pt x="7353" y="13789"/>
                  </a:lnTo>
                  <a:lnTo>
                    <a:pt x="6576" y="14428"/>
                  </a:lnTo>
                  <a:lnTo>
                    <a:pt x="5799" y="15038"/>
                  </a:lnTo>
                  <a:lnTo>
                    <a:pt x="5022" y="15593"/>
                  </a:lnTo>
                  <a:lnTo>
                    <a:pt x="4246" y="16148"/>
                  </a:lnTo>
                  <a:lnTo>
                    <a:pt x="2720" y="17147"/>
                  </a:lnTo>
                  <a:lnTo>
                    <a:pt x="1305" y="18035"/>
                  </a:lnTo>
                  <a:lnTo>
                    <a:pt x="0" y="18811"/>
                  </a:lnTo>
                  <a:lnTo>
                    <a:pt x="2663" y="26910"/>
                  </a:lnTo>
                  <a:lnTo>
                    <a:pt x="2663" y="26910"/>
                  </a:lnTo>
                  <a:lnTo>
                    <a:pt x="3691" y="26358"/>
                  </a:lnTo>
                  <a:lnTo>
                    <a:pt x="5050" y="25609"/>
                  </a:lnTo>
                  <a:lnTo>
                    <a:pt x="6548" y="24721"/>
                  </a:lnTo>
                  <a:lnTo>
                    <a:pt x="8185" y="23750"/>
                  </a:lnTo>
                  <a:lnTo>
                    <a:pt x="9878" y="22668"/>
                  </a:lnTo>
                  <a:lnTo>
                    <a:pt x="11654" y="21558"/>
                  </a:lnTo>
                  <a:lnTo>
                    <a:pt x="13429" y="20393"/>
                  </a:lnTo>
                  <a:lnTo>
                    <a:pt x="15177" y="19200"/>
                  </a:lnTo>
                  <a:lnTo>
                    <a:pt x="16897" y="18007"/>
                  </a:lnTo>
                  <a:lnTo>
                    <a:pt x="18534" y="16841"/>
                  </a:lnTo>
                  <a:lnTo>
                    <a:pt x="20033" y="15704"/>
                  </a:lnTo>
                  <a:lnTo>
                    <a:pt x="21392" y="14622"/>
                  </a:lnTo>
                  <a:lnTo>
                    <a:pt x="21975" y="14122"/>
                  </a:lnTo>
                  <a:lnTo>
                    <a:pt x="22530" y="13623"/>
                  </a:lnTo>
                  <a:lnTo>
                    <a:pt x="23029" y="13151"/>
                  </a:lnTo>
                  <a:lnTo>
                    <a:pt x="23473" y="12707"/>
                  </a:lnTo>
                  <a:lnTo>
                    <a:pt x="23862" y="12319"/>
                  </a:lnTo>
                  <a:lnTo>
                    <a:pt x="24167" y="11931"/>
                  </a:lnTo>
                  <a:lnTo>
                    <a:pt x="24389" y="11598"/>
                  </a:lnTo>
                  <a:lnTo>
                    <a:pt x="24555" y="11292"/>
                  </a:lnTo>
                  <a:lnTo>
                    <a:pt x="24638" y="10987"/>
                  </a:lnTo>
                  <a:lnTo>
                    <a:pt x="24722" y="10682"/>
                  </a:lnTo>
                  <a:lnTo>
                    <a:pt x="24749" y="10321"/>
                  </a:lnTo>
                  <a:lnTo>
                    <a:pt x="24722" y="9933"/>
                  </a:lnTo>
                  <a:lnTo>
                    <a:pt x="24694" y="9544"/>
                  </a:lnTo>
                  <a:lnTo>
                    <a:pt x="24638" y="9128"/>
                  </a:lnTo>
                  <a:lnTo>
                    <a:pt x="24555" y="8712"/>
                  </a:lnTo>
                  <a:lnTo>
                    <a:pt x="24444" y="8268"/>
                  </a:lnTo>
                  <a:lnTo>
                    <a:pt x="24167" y="7353"/>
                  </a:lnTo>
                  <a:lnTo>
                    <a:pt x="23834" y="6409"/>
                  </a:lnTo>
                  <a:lnTo>
                    <a:pt x="23445" y="5466"/>
                  </a:lnTo>
                  <a:lnTo>
                    <a:pt x="23029" y="4523"/>
                  </a:lnTo>
                  <a:lnTo>
                    <a:pt x="22613" y="3635"/>
                  </a:lnTo>
                  <a:lnTo>
                    <a:pt x="22169" y="2775"/>
                  </a:lnTo>
                  <a:lnTo>
                    <a:pt x="21392" y="1360"/>
                  </a:lnTo>
                  <a:lnTo>
                    <a:pt x="20810" y="361"/>
                  </a:lnTo>
                  <a:lnTo>
                    <a:pt x="20588" y="0"/>
                  </a:lnTo>
                  <a:close/>
                  <a:moveTo>
                    <a:pt x="2663" y="26910"/>
                  </a:moveTo>
                  <a:lnTo>
                    <a:pt x="2553" y="26969"/>
                  </a:lnTo>
                  <a:lnTo>
                    <a:pt x="2470" y="27024"/>
                  </a:lnTo>
                  <a:lnTo>
                    <a:pt x="2470" y="27024"/>
                  </a:lnTo>
                  <a:lnTo>
                    <a:pt x="2581" y="26969"/>
                  </a:lnTo>
                  <a:lnTo>
                    <a:pt x="2720" y="26913"/>
                  </a:lnTo>
                  <a:lnTo>
                    <a:pt x="2664" y="26913"/>
                  </a:lnTo>
                  <a:lnTo>
                    <a:pt x="2663" y="26910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51"/>
            <p:cNvSpPr/>
            <p:nvPr/>
          </p:nvSpPr>
          <p:spPr>
            <a:xfrm>
              <a:off x="3381453" y="2381211"/>
              <a:ext cx="128224" cy="139080"/>
            </a:xfrm>
            <a:custGeom>
              <a:avLst/>
              <a:gdLst/>
              <a:ahLst/>
              <a:cxnLst/>
              <a:rect l="l" t="t" r="r" b="b"/>
              <a:pathLst>
                <a:path w="7547" h="8186" extrusionOk="0">
                  <a:moveTo>
                    <a:pt x="2220" y="0"/>
                  </a:moveTo>
                  <a:lnTo>
                    <a:pt x="0" y="1582"/>
                  </a:lnTo>
                  <a:lnTo>
                    <a:pt x="5355" y="8185"/>
                  </a:lnTo>
                  <a:lnTo>
                    <a:pt x="7547" y="6881"/>
                  </a:lnTo>
                  <a:lnTo>
                    <a:pt x="222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51"/>
            <p:cNvSpPr/>
            <p:nvPr/>
          </p:nvSpPr>
          <p:spPr>
            <a:xfrm>
              <a:off x="3413038" y="2418453"/>
              <a:ext cx="66006" cy="66006"/>
            </a:xfrm>
            <a:custGeom>
              <a:avLst/>
              <a:gdLst/>
              <a:ahLst/>
              <a:cxnLst/>
              <a:rect l="l" t="t" r="r" b="b"/>
              <a:pathLst>
                <a:path w="3885" h="3885" extrusionOk="0">
                  <a:moveTo>
                    <a:pt x="1804" y="0"/>
                  </a:moveTo>
                  <a:lnTo>
                    <a:pt x="1609" y="28"/>
                  </a:lnTo>
                  <a:lnTo>
                    <a:pt x="1415" y="84"/>
                  </a:lnTo>
                  <a:lnTo>
                    <a:pt x="1221" y="139"/>
                  </a:lnTo>
                  <a:lnTo>
                    <a:pt x="1054" y="222"/>
                  </a:lnTo>
                  <a:lnTo>
                    <a:pt x="888" y="305"/>
                  </a:lnTo>
                  <a:lnTo>
                    <a:pt x="749" y="416"/>
                  </a:lnTo>
                  <a:lnTo>
                    <a:pt x="610" y="527"/>
                  </a:lnTo>
                  <a:lnTo>
                    <a:pt x="472" y="666"/>
                  </a:lnTo>
                  <a:lnTo>
                    <a:pt x="361" y="805"/>
                  </a:lnTo>
                  <a:lnTo>
                    <a:pt x="250" y="971"/>
                  </a:lnTo>
                  <a:lnTo>
                    <a:pt x="167" y="1138"/>
                  </a:lnTo>
                  <a:lnTo>
                    <a:pt x="111" y="1304"/>
                  </a:lnTo>
                  <a:lnTo>
                    <a:pt x="56" y="1499"/>
                  </a:lnTo>
                  <a:lnTo>
                    <a:pt x="28" y="1693"/>
                  </a:lnTo>
                  <a:lnTo>
                    <a:pt x="0" y="1887"/>
                  </a:lnTo>
                  <a:lnTo>
                    <a:pt x="0" y="2081"/>
                  </a:lnTo>
                  <a:lnTo>
                    <a:pt x="28" y="2275"/>
                  </a:lnTo>
                  <a:lnTo>
                    <a:pt x="83" y="2470"/>
                  </a:lnTo>
                  <a:lnTo>
                    <a:pt x="139" y="2636"/>
                  </a:lnTo>
                  <a:lnTo>
                    <a:pt x="222" y="2803"/>
                  </a:lnTo>
                  <a:lnTo>
                    <a:pt x="305" y="2969"/>
                  </a:lnTo>
                  <a:lnTo>
                    <a:pt x="416" y="3136"/>
                  </a:lnTo>
                  <a:lnTo>
                    <a:pt x="527" y="3274"/>
                  </a:lnTo>
                  <a:lnTo>
                    <a:pt x="666" y="3385"/>
                  </a:lnTo>
                  <a:lnTo>
                    <a:pt x="805" y="3524"/>
                  </a:lnTo>
                  <a:lnTo>
                    <a:pt x="971" y="3607"/>
                  </a:lnTo>
                  <a:lnTo>
                    <a:pt x="1138" y="3690"/>
                  </a:lnTo>
                  <a:lnTo>
                    <a:pt x="1304" y="3774"/>
                  </a:lnTo>
                  <a:lnTo>
                    <a:pt x="1498" y="3829"/>
                  </a:lnTo>
                  <a:lnTo>
                    <a:pt x="1693" y="3857"/>
                  </a:lnTo>
                  <a:lnTo>
                    <a:pt x="1887" y="3885"/>
                  </a:lnTo>
                  <a:lnTo>
                    <a:pt x="2081" y="3857"/>
                  </a:lnTo>
                  <a:lnTo>
                    <a:pt x="2275" y="3857"/>
                  </a:lnTo>
                  <a:lnTo>
                    <a:pt x="2469" y="3801"/>
                  </a:lnTo>
                  <a:lnTo>
                    <a:pt x="2636" y="3746"/>
                  </a:lnTo>
                  <a:lnTo>
                    <a:pt x="2802" y="3663"/>
                  </a:lnTo>
                  <a:lnTo>
                    <a:pt x="2969" y="3579"/>
                  </a:lnTo>
                  <a:lnTo>
                    <a:pt x="3135" y="3468"/>
                  </a:lnTo>
                  <a:lnTo>
                    <a:pt x="3274" y="3357"/>
                  </a:lnTo>
                  <a:lnTo>
                    <a:pt x="3385" y="3219"/>
                  </a:lnTo>
                  <a:lnTo>
                    <a:pt x="3524" y="3080"/>
                  </a:lnTo>
                  <a:lnTo>
                    <a:pt x="3607" y="2914"/>
                  </a:lnTo>
                  <a:lnTo>
                    <a:pt x="3690" y="2747"/>
                  </a:lnTo>
                  <a:lnTo>
                    <a:pt x="3773" y="2581"/>
                  </a:lnTo>
                  <a:lnTo>
                    <a:pt x="3829" y="2386"/>
                  </a:lnTo>
                  <a:lnTo>
                    <a:pt x="3857" y="2192"/>
                  </a:lnTo>
                  <a:lnTo>
                    <a:pt x="3884" y="1998"/>
                  </a:lnTo>
                  <a:lnTo>
                    <a:pt x="3857" y="1804"/>
                  </a:lnTo>
                  <a:lnTo>
                    <a:pt x="3857" y="1610"/>
                  </a:lnTo>
                  <a:lnTo>
                    <a:pt x="3801" y="1415"/>
                  </a:lnTo>
                  <a:lnTo>
                    <a:pt x="3746" y="1249"/>
                  </a:lnTo>
                  <a:lnTo>
                    <a:pt x="3662" y="1055"/>
                  </a:lnTo>
                  <a:lnTo>
                    <a:pt x="3579" y="916"/>
                  </a:lnTo>
                  <a:lnTo>
                    <a:pt x="3468" y="749"/>
                  </a:lnTo>
                  <a:lnTo>
                    <a:pt x="3357" y="611"/>
                  </a:lnTo>
                  <a:lnTo>
                    <a:pt x="3219" y="472"/>
                  </a:lnTo>
                  <a:lnTo>
                    <a:pt x="3052" y="361"/>
                  </a:lnTo>
                  <a:lnTo>
                    <a:pt x="2913" y="250"/>
                  </a:lnTo>
                  <a:lnTo>
                    <a:pt x="2747" y="167"/>
                  </a:lnTo>
                  <a:lnTo>
                    <a:pt x="2553" y="111"/>
                  </a:lnTo>
                  <a:lnTo>
                    <a:pt x="2386" y="56"/>
                  </a:lnTo>
                  <a:lnTo>
                    <a:pt x="2192" y="28"/>
                  </a:lnTo>
                  <a:lnTo>
                    <a:pt x="19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51"/>
            <p:cNvSpPr/>
            <p:nvPr/>
          </p:nvSpPr>
          <p:spPr>
            <a:xfrm>
              <a:off x="3407839" y="2413271"/>
              <a:ext cx="76387" cy="76370"/>
            </a:xfrm>
            <a:custGeom>
              <a:avLst/>
              <a:gdLst/>
              <a:ahLst/>
              <a:cxnLst/>
              <a:rect l="l" t="t" r="r" b="b"/>
              <a:pathLst>
                <a:path w="4496" h="4495" extrusionOk="0">
                  <a:moveTo>
                    <a:pt x="2331" y="610"/>
                  </a:moveTo>
                  <a:lnTo>
                    <a:pt x="2581" y="638"/>
                  </a:lnTo>
                  <a:lnTo>
                    <a:pt x="2859" y="749"/>
                  </a:lnTo>
                  <a:lnTo>
                    <a:pt x="3108" y="860"/>
                  </a:lnTo>
                  <a:lnTo>
                    <a:pt x="3330" y="1054"/>
                  </a:lnTo>
                  <a:lnTo>
                    <a:pt x="3525" y="1249"/>
                  </a:lnTo>
                  <a:lnTo>
                    <a:pt x="3663" y="1471"/>
                  </a:lnTo>
                  <a:lnTo>
                    <a:pt x="3774" y="1748"/>
                  </a:lnTo>
                  <a:lnTo>
                    <a:pt x="3857" y="1998"/>
                  </a:lnTo>
                  <a:lnTo>
                    <a:pt x="3885" y="2303"/>
                  </a:lnTo>
                  <a:lnTo>
                    <a:pt x="3830" y="2553"/>
                  </a:lnTo>
                  <a:lnTo>
                    <a:pt x="3774" y="2775"/>
                  </a:lnTo>
                  <a:lnTo>
                    <a:pt x="3691" y="3024"/>
                  </a:lnTo>
                  <a:lnTo>
                    <a:pt x="3552" y="3219"/>
                  </a:lnTo>
                  <a:lnTo>
                    <a:pt x="3386" y="3413"/>
                  </a:lnTo>
                  <a:lnTo>
                    <a:pt x="3192" y="3579"/>
                  </a:lnTo>
                  <a:lnTo>
                    <a:pt x="2997" y="3690"/>
                  </a:lnTo>
                  <a:lnTo>
                    <a:pt x="2748" y="3801"/>
                  </a:lnTo>
                  <a:lnTo>
                    <a:pt x="2498" y="3857"/>
                  </a:lnTo>
                  <a:lnTo>
                    <a:pt x="2248" y="3884"/>
                  </a:lnTo>
                  <a:lnTo>
                    <a:pt x="1999" y="3857"/>
                  </a:lnTo>
                  <a:lnTo>
                    <a:pt x="1777" y="3801"/>
                  </a:lnTo>
                  <a:lnTo>
                    <a:pt x="1527" y="3718"/>
                  </a:lnTo>
                  <a:lnTo>
                    <a:pt x="1333" y="3579"/>
                  </a:lnTo>
                  <a:lnTo>
                    <a:pt x="1138" y="3441"/>
                  </a:lnTo>
                  <a:lnTo>
                    <a:pt x="944" y="3246"/>
                  </a:lnTo>
                  <a:lnTo>
                    <a:pt x="805" y="3024"/>
                  </a:lnTo>
                  <a:lnTo>
                    <a:pt x="722" y="2802"/>
                  </a:lnTo>
                  <a:lnTo>
                    <a:pt x="639" y="2553"/>
                  </a:lnTo>
                  <a:lnTo>
                    <a:pt x="611" y="2303"/>
                  </a:lnTo>
                  <a:lnTo>
                    <a:pt x="639" y="2081"/>
                  </a:lnTo>
                  <a:lnTo>
                    <a:pt x="667" y="1831"/>
                  </a:lnTo>
                  <a:lnTo>
                    <a:pt x="750" y="1582"/>
                  </a:lnTo>
                  <a:lnTo>
                    <a:pt x="861" y="1360"/>
                  </a:lnTo>
                  <a:lnTo>
                    <a:pt x="1027" y="1165"/>
                  </a:lnTo>
                  <a:lnTo>
                    <a:pt x="1194" y="999"/>
                  </a:lnTo>
                  <a:lnTo>
                    <a:pt x="1388" y="860"/>
                  </a:lnTo>
                  <a:lnTo>
                    <a:pt x="1610" y="749"/>
                  </a:lnTo>
                  <a:lnTo>
                    <a:pt x="1860" y="666"/>
                  </a:lnTo>
                  <a:lnTo>
                    <a:pt x="2082" y="610"/>
                  </a:lnTo>
                  <a:close/>
                  <a:moveTo>
                    <a:pt x="2054" y="0"/>
                  </a:moveTo>
                  <a:lnTo>
                    <a:pt x="1721" y="56"/>
                  </a:lnTo>
                  <a:lnTo>
                    <a:pt x="1388" y="167"/>
                  </a:lnTo>
                  <a:lnTo>
                    <a:pt x="1083" y="333"/>
                  </a:lnTo>
                  <a:lnTo>
                    <a:pt x="805" y="527"/>
                  </a:lnTo>
                  <a:lnTo>
                    <a:pt x="556" y="777"/>
                  </a:lnTo>
                  <a:lnTo>
                    <a:pt x="362" y="1054"/>
                  </a:lnTo>
                  <a:lnTo>
                    <a:pt x="195" y="1360"/>
                  </a:lnTo>
                  <a:lnTo>
                    <a:pt x="84" y="1665"/>
                  </a:lnTo>
                  <a:lnTo>
                    <a:pt x="29" y="2025"/>
                  </a:lnTo>
                  <a:lnTo>
                    <a:pt x="1" y="2358"/>
                  </a:lnTo>
                  <a:lnTo>
                    <a:pt x="56" y="2691"/>
                  </a:lnTo>
                  <a:lnTo>
                    <a:pt x="140" y="3024"/>
                  </a:lnTo>
                  <a:lnTo>
                    <a:pt x="278" y="3330"/>
                  </a:lnTo>
                  <a:lnTo>
                    <a:pt x="473" y="3635"/>
                  </a:lnTo>
                  <a:lnTo>
                    <a:pt x="722" y="3884"/>
                  </a:lnTo>
                  <a:lnTo>
                    <a:pt x="972" y="4106"/>
                  </a:lnTo>
                  <a:lnTo>
                    <a:pt x="1277" y="4273"/>
                  </a:lnTo>
                  <a:lnTo>
                    <a:pt x="1582" y="4384"/>
                  </a:lnTo>
                  <a:lnTo>
                    <a:pt x="1915" y="4467"/>
                  </a:lnTo>
                  <a:lnTo>
                    <a:pt x="2276" y="4495"/>
                  </a:lnTo>
                  <a:lnTo>
                    <a:pt x="2609" y="4467"/>
                  </a:lnTo>
                  <a:lnTo>
                    <a:pt x="2803" y="4412"/>
                  </a:lnTo>
                  <a:lnTo>
                    <a:pt x="2997" y="4356"/>
                  </a:lnTo>
                  <a:lnTo>
                    <a:pt x="3192" y="4273"/>
                  </a:lnTo>
                  <a:lnTo>
                    <a:pt x="3358" y="4190"/>
                  </a:lnTo>
                  <a:lnTo>
                    <a:pt x="3497" y="4106"/>
                  </a:lnTo>
                  <a:lnTo>
                    <a:pt x="3663" y="3968"/>
                  </a:lnTo>
                  <a:lnTo>
                    <a:pt x="3941" y="3718"/>
                  </a:lnTo>
                  <a:lnTo>
                    <a:pt x="4163" y="3413"/>
                  </a:lnTo>
                  <a:lnTo>
                    <a:pt x="4329" y="3052"/>
                  </a:lnTo>
                  <a:lnTo>
                    <a:pt x="4440" y="2691"/>
                  </a:lnTo>
                  <a:lnTo>
                    <a:pt x="4468" y="2497"/>
                  </a:lnTo>
                  <a:lnTo>
                    <a:pt x="4496" y="2303"/>
                  </a:lnTo>
                  <a:lnTo>
                    <a:pt x="4468" y="1942"/>
                  </a:lnTo>
                  <a:lnTo>
                    <a:pt x="4385" y="1609"/>
                  </a:lnTo>
                  <a:lnTo>
                    <a:pt x="4274" y="1304"/>
                  </a:lnTo>
                  <a:lnTo>
                    <a:pt x="4107" y="999"/>
                  </a:lnTo>
                  <a:lnTo>
                    <a:pt x="3913" y="749"/>
                  </a:lnTo>
                  <a:lnTo>
                    <a:pt x="3663" y="500"/>
                  </a:lnTo>
                  <a:lnTo>
                    <a:pt x="3386" y="305"/>
                  </a:lnTo>
                  <a:lnTo>
                    <a:pt x="3081" y="167"/>
                  </a:lnTo>
                  <a:lnTo>
                    <a:pt x="2748" y="56"/>
                  </a:lnTo>
                  <a:lnTo>
                    <a:pt x="2387" y="0"/>
                  </a:lnTo>
                  <a:close/>
                </a:path>
              </a:pathLst>
            </a:custGeom>
            <a:solidFill>
              <a:srgbClr val="352C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51"/>
            <p:cNvSpPr/>
            <p:nvPr/>
          </p:nvSpPr>
          <p:spPr>
            <a:xfrm>
              <a:off x="3334306" y="2410434"/>
              <a:ext cx="87227" cy="228651"/>
            </a:xfrm>
            <a:custGeom>
              <a:avLst/>
              <a:gdLst/>
              <a:ahLst/>
              <a:cxnLst/>
              <a:rect l="l" t="t" r="r" b="b"/>
              <a:pathLst>
                <a:path w="5134" h="13458" extrusionOk="0">
                  <a:moveTo>
                    <a:pt x="278" y="1"/>
                  </a:moveTo>
                  <a:lnTo>
                    <a:pt x="195" y="28"/>
                  </a:lnTo>
                  <a:lnTo>
                    <a:pt x="112" y="56"/>
                  </a:lnTo>
                  <a:lnTo>
                    <a:pt x="28" y="112"/>
                  </a:lnTo>
                  <a:lnTo>
                    <a:pt x="1" y="223"/>
                  </a:lnTo>
                  <a:lnTo>
                    <a:pt x="28" y="306"/>
                  </a:lnTo>
                  <a:lnTo>
                    <a:pt x="528" y="1971"/>
                  </a:lnTo>
                  <a:lnTo>
                    <a:pt x="1055" y="3608"/>
                  </a:lnTo>
                  <a:lnTo>
                    <a:pt x="1610" y="5244"/>
                  </a:lnTo>
                  <a:lnTo>
                    <a:pt x="2165" y="6854"/>
                  </a:lnTo>
                  <a:lnTo>
                    <a:pt x="2747" y="8491"/>
                  </a:lnTo>
                  <a:lnTo>
                    <a:pt x="3358" y="10100"/>
                  </a:lnTo>
                  <a:lnTo>
                    <a:pt x="3996" y="11709"/>
                  </a:lnTo>
                  <a:lnTo>
                    <a:pt x="4634" y="13291"/>
                  </a:lnTo>
                  <a:lnTo>
                    <a:pt x="4690" y="13402"/>
                  </a:lnTo>
                  <a:lnTo>
                    <a:pt x="4773" y="13429"/>
                  </a:lnTo>
                  <a:lnTo>
                    <a:pt x="4856" y="13457"/>
                  </a:lnTo>
                  <a:lnTo>
                    <a:pt x="4967" y="13457"/>
                  </a:lnTo>
                  <a:lnTo>
                    <a:pt x="5050" y="13429"/>
                  </a:lnTo>
                  <a:lnTo>
                    <a:pt x="5106" y="13346"/>
                  </a:lnTo>
                  <a:lnTo>
                    <a:pt x="5133" y="13263"/>
                  </a:lnTo>
                  <a:lnTo>
                    <a:pt x="5106" y="13180"/>
                  </a:lnTo>
                  <a:lnTo>
                    <a:pt x="4468" y="11570"/>
                  </a:lnTo>
                  <a:lnTo>
                    <a:pt x="3829" y="9961"/>
                  </a:lnTo>
                  <a:lnTo>
                    <a:pt x="3219" y="8352"/>
                  </a:lnTo>
                  <a:lnTo>
                    <a:pt x="2636" y="6743"/>
                  </a:lnTo>
                  <a:lnTo>
                    <a:pt x="2081" y="5106"/>
                  </a:lnTo>
                  <a:lnTo>
                    <a:pt x="1527" y="3469"/>
                  </a:lnTo>
                  <a:lnTo>
                    <a:pt x="999" y="1832"/>
                  </a:lnTo>
                  <a:lnTo>
                    <a:pt x="500" y="195"/>
                  </a:lnTo>
                  <a:lnTo>
                    <a:pt x="444" y="84"/>
                  </a:lnTo>
                  <a:lnTo>
                    <a:pt x="361" y="28"/>
                  </a:lnTo>
                  <a:lnTo>
                    <a:pt x="278" y="1"/>
                  </a:lnTo>
                  <a:close/>
                </a:path>
              </a:pathLst>
            </a:custGeom>
            <a:solidFill>
              <a:srgbClr val="728F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51"/>
            <p:cNvSpPr/>
            <p:nvPr/>
          </p:nvSpPr>
          <p:spPr>
            <a:xfrm>
              <a:off x="3293292" y="1708526"/>
              <a:ext cx="482720" cy="602941"/>
            </a:xfrm>
            <a:custGeom>
              <a:avLst/>
              <a:gdLst/>
              <a:ahLst/>
              <a:cxnLst/>
              <a:rect l="l" t="t" r="r" b="b"/>
              <a:pathLst>
                <a:path w="28412" h="35488" extrusionOk="0">
                  <a:moveTo>
                    <a:pt x="1" y="1"/>
                  </a:moveTo>
                  <a:lnTo>
                    <a:pt x="223" y="445"/>
                  </a:lnTo>
                  <a:lnTo>
                    <a:pt x="445" y="1000"/>
                  </a:lnTo>
                  <a:lnTo>
                    <a:pt x="639" y="1610"/>
                  </a:lnTo>
                  <a:lnTo>
                    <a:pt x="805" y="2276"/>
                  </a:lnTo>
                  <a:lnTo>
                    <a:pt x="972" y="2997"/>
                  </a:lnTo>
                  <a:lnTo>
                    <a:pt x="1111" y="3802"/>
                  </a:lnTo>
                  <a:lnTo>
                    <a:pt x="1249" y="4634"/>
                  </a:lnTo>
                  <a:lnTo>
                    <a:pt x="1360" y="5494"/>
                  </a:lnTo>
                  <a:lnTo>
                    <a:pt x="1554" y="7353"/>
                  </a:lnTo>
                  <a:lnTo>
                    <a:pt x="1693" y="9323"/>
                  </a:lnTo>
                  <a:lnTo>
                    <a:pt x="1776" y="11321"/>
                  </a:lnTo>
                  <a:lnTo>
                    <a:pt x="1832" y="13319"/>
                  </a:lnTo>
                  <a:lnTo>
                    <a:pt x="1860" y="15261"/>
                  </a:lnTo>
                  <a:lnTo>
                    <a:pt x="1887" y="17092"/>
                  </a:lnTo>
                  <a:lnTo>
                    <a:pt x="1832" y="20283"/>
                  </a:lnTo>
                  <a:lnTo>
                    <a:pt x="1776" y="22475"/>
                  </a:lnTo>
                  <a:lnTo>
                    <a:pt x="1749" y="23307"/>
                  </a:lnTo>
                  <a:lnTo>
                    <a:pt x="12070" y="31242"/>
                  </a:lnTo>
                  <a:lnTo>
                    <a:pt x="11321" y="32019"/>
                  </a:lnTo>
                  <a:lnTo>
                    <a:pt x="11404" y="32463"/>
                  </a:lnTo>
                  <a:lnTo>
                    <a:pt x="11487" y="32907"/>
                  </a:lnTo>
                  <a:lnTo>
                    <a:pt x="11626" y="33406"/>
                  </a:lnTo>
                  <a:lnTo>
                    <a:pt x="11793" y="33961"/>
                  </a:lnTo>
                  <a:lnTo>
                    <a:pt x="11903" y="34211"/>
                  </a:lnTo>
                  <a:lnTo>
                    <a:pt x="12014" y="34461"/>
                  </a:lnTo>
                  <a:lnTo>
                    <a:pt x="12153" y="34655"/>
                  </a:lnTo>
                  <a:lnTo>
                    <a:pt x="12292" y="34849"/>
                  </a:lnTo>
                  <a:lnTo>
                    <a:pt x="12458" y="34988"/>
                  </a:lnTo>
                  <a:lnTo>
                    <a:pt x="12653" y="35099"/>
                  </a:lnTo>
                  <a:lnTo>
                    <a:pt x="13041" y="35210"/>
                  </a:lnTo>
                  <a:lnTo>
                    <a:pt x="13457" y="35321"/>
                  </a:lnTo>
                  <a:lnTo>
                    <a:pt x="13901" y="35404"/>
                  </a:lnTo>
                  <a:lnTo>
                    <a:pt x="14345" y="35459"/>
                  </a:lnTo>
                  <a:lnTo>
                    <a:pt x="14789" y="35487"/>
                  </a:lnTo>
                  <a:lnTo>
                    <a:pt x="15760" y="35487"/>
                  </a:lnTo>
                  <a:lnTo>
                    <a:pt x="16232" y="35432"/>
                  </a:lnTo>
                  <a:lnTo>
                    <a:pt x="17231" y="35321"/>
                  </a:lnTo>
                  <a:lnTo>
                    <a:pt x="18229" y="35154"/>
                  </a:lnTo>
                  <a:lnTo>
                    <a:pt x="19228" y="34904"/>
                  </a:lnTo>
                  <a:lnTo>
                    <a:pt x="20227" y="34655"/>
                  </a:lnTo>
                  <a:lnTo>
                    <a:pt x="21170" y="34350"/>
                  </a:lnTo>
                  <a:lnTo>
                    <a:pt x="22086" y="34044"/>
                  </a:lnTo>
                  <a:lnTo>
                    <a:pt x="22946" y="33739"/>
                  </a:lnTo>
                  <a:lnTo>
                    <a:pt x="23751" y="33434"/>
                  </a:lnTo>
                  <a:lnTo>
                    <a:pt x="25083" y="32907"/>
                  </a:lnTo>
                  <a:lnTo>
                    <a:pt x="25998" y="32546"/>
                  </a:lnTo>
                  <a:lnTo>
                    <a:pt x="26303" y="32407"/>
                  </a:lnTo>
                  <a:lnTo>
                    <a:pt x="26581" y="32269"/>
                  </a:lnTo>
                  <a:lnTo>
                    <a:pt x="26858" y="32130"/>
                  </a:lnTo>
                  <a:lnTo>
                    <a:pt x="27080" y="31963"/>
                  </a:lnTo>
                  <a:lnTo>
                    <a:pt x="27302" y="31769"/>
                  </a:lnTo>
                  <a:lnTo>
                    <a:pt x="27469" y="31575"/>
                  </a:lnTo>
                  <a:lnTo>
                    <a:pt x="27663" y="31381"/>
                  </a:lnTo>
                  <a:lnTo>
                    <a:pt x="27802" y="31159"/>
                  </a:lnTo>
                  <a:lnTo>
                    <a:pt x="27940" y="30937"/>
                  </a:lnTo>
                  <a:lnTo>
                    <a:pt x="28051" y="30715"/>
                  </a:lnTo>
                  <a:lnTo>
                    <a:pt x="28135" y="30465"/>
                  </a:lnTo>
                  <a:lnTo>
                    <a:pt x="28218" y="30243"/>
                  </a:lnTo>
                  <a:lnTo>
                    <a:pt x="28357" y="29744"/>
                  </a:lnTo>
                  <a:lnTo>
                    <a:pt x="28412" y="29244"/>
                  </a:lnTo>
                  <a:lnTo>
                    <a:pt x="28412" y="28745"/>
                  </a:lnTo>
                  <a:lnTo>
                    <a:pt x="28384" y="28273"/>
                  </a:lnTo>
                  <a:lnTo>
                    <a:pt x="28329" y="27802"/>
                  </a:lnTo>
                  <a:lnTo>
                    <a:pt x="28218" y="27385"/>
                  </a:lnTo>
                  <a:lnTo>
                    <a:pt x="28107" y="26969"/>
                  </a:lnTo>
                  <a:lnTo>
                    <a:pt x="27968" y="26636"/>
                  </a:lnTo>
                  <a:lnTo>
                    <a:pt x="27802" y="26331"/>
                  </a:lnTo>
                  <a:lnTo>
                    <a:pt x="27635" y="26109"/>
                  </a:lnTo>
                  <a:lnTo>
                    <a:pt x="27469" y="25943"/>
                  </a:lnTo>
                  <a:lnTo>
                    <a:pt x="27274" y="25776"/>
                  </a:lnTo>
                  <a:lnTo>
                    <a:pt x="26886" y="25443"/>
                  </a:lnTo>
                  <a:lnTo>
                    <a:pt x="26470" y="25194"/>
                  </a:lnTo>
                  <a:lnTo>
                    <a:pt x="26081" y="24972"/>
                  </a:lnTo>
                  <a:lnTo>
                    <a:pt x="25721" y="24777"/>
                  </a:lnTo>
                  <a:lnTo>
                    <a:pt x="25443" y="24666"/>
                  </a:lnTo>
                  <a:lnTo>
                    <a:pt x="25194" y="24555"/>
                  </a:lnTo>
                  <a:lnTo>
                    <a:pt x="25083" y="24278"/>
                  </a:lnTo>
                  <a:lnTo>
                    <a:pt x="24805" y="23501"/>
                  </a:lnTo>
                  <a:lnTo>
                    <a:pt x="24306" y="22280"/>
                  </a:lnTo>
                  <a:lnTo>
                    <a:pt x="23973" y="21531"/>
                  </a:lnTo>
                  <a:lnTo>
                    <a:pt x="23584" y="20671"/>
                  </a:lnTo>
                  <a:lnTo>
                    <a:pt x="23113" y="19755"/>
                  </a:lnTo>
                  <a:lnTo>
                    <a:pt x="22585" y="18784"/>
                  </a:lnTo>
                  <a:lnTo>
                    <a:pt x="22003" y="17730"/>
                  </a:lnTo>
                  <a:lnTo>
                    <a:pt x="21337" y="16648"/>
                  </a:lnTo>
                  <a:lnTo>
                    <a:pt x="20588" y="15510"/>
                  </a:lnTo>
                  <a:lnTo>
                    <a:pt x="19783" y="14345"/>
                  </a:lnTo>
                  <a:lnTo>
                    <a:pt x="18895" y="13152"/>
                  </a:lnTo>
                  <a:lnTo>
                    <a:pt x="17924" y="11959"/>
                  </a:lnTo>
                  <a:lnTo>
                    <a:pt x="17203" y="11127"/>
                  </a:lnTo>
                  <a:lnTo>
                    <a:pt x="16481" y="10350"/>
                  </a:lnTo>
                  <a:lnTo>
                    <a:pt x="15760" y="9601"/>
                  </a:lnTo>
                  <a:lnTo>
                    <a:pt x="15011" y="8879"/>
                  </a:lnTo>
                  <a:lnTo>
                    <a:pt x="14262" y="8213"/>
                  </a:lnTo>
                  <a:lnTo>
                    <a:pt x="13513" y="7548"/>
                  </a:lnTo>
                  <a:lnTo>
                    <a:pt x="12736" y="6937"/>
                  </a:lnTo>
                  <a:lnTo>
                    <a:pt x="11987" y="6327"/>
                  </a:lnTo>
                  <a:lnTo>
                    <a:pt x="11238" y="5772"/>
                  </a:lnTo>
                  <a:lnTo>
                    <a:pt x="10488" y="5245"/>
                  </a:lnTo>
                  <a:lnTo>
                    <a:pt x="9739" y="4745"/>
                  </a:lnTo>
                  <a:lnTo>
                    <a:pt x="8990" y="4274"/>
                  </a:lnTo>
                  <a:lnTo>
                    <a:pt x="8269" y="3830"/>
                  </a:lnTo>
                  <a:lnTo>
                    <a:pt x="7547" y="3413"/>
                  </a:lnTo>
                  <a:lnTo>
                    <a:pt x="6188" y="2637"/>
                  </a:lnTo>
                  <a:lnTo>
                    <a:pt x="4884" y="1998"/>
                  </a:lnTo>
                  <a:lnTo>
                    <a:pt x="3719" y="1444"/>
                  </a:lnTo>
                  <a:lnTo>
                    <a:pt x="2664" y="972"/>
                  </a:lnTo>
                  <a:lnTo>
                    <a:pt x="1749" y="611"/>
                  </a:lnTo>
                  <a:lnTo>
                    <a:pt x="1027" y="334"/>
                  </a:lnTo>
                  <a:lnTo>
                    <a:pt x="472" y="13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36D5E6"/>
                </a:gs>
                <a:gs pos="100000">
                  <a:srgbClr val="17788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51"/>
            <p:cNvSpPr/>
            <p:nvPr/>
          </p:nvSpPr>
          <p:spPr>
            <a:xfrm>
              <a:off x="3530404" y="2146460"/>
              <a:ext cx="171599" cy="114564"/>
            </a:xfrm>
            <a:custGeom>
              <a:avLst/>
              <a:gdLst/>
              <a:ahLst/>
              <a:cxnLst/>
              <a:rect l="l" t="t" r="r" b="b"/>
              <a:pathLst>
                <a:path w="10100" h="6743" extrusionOk="0">
                  <a:moveTo>
                    <a:pt x="8796" y="0"/>
                  </a:moveTo>
                  <a:lnTo>
                    <a:pt x="8657" y="56"/>
                  </a:lnTo>
                  <a:lnTo>
                    <a:pt x="6465" y="1526"/>
                  </a:lnTo>
                  <a:lnTo>
                    <a:pt x="4301" y="3024"/>
                  </a:lnTo>
                  <a:lnTo>
                    <a:pt x="2165" y="4606"/>
                  </a:lnTo>
                  <a:lnTo>
                    <a:pt x="84" y="6215"/>
                  </a:lnTo>
                  <a:lnTo>
                    <a:pt x="1" y="6298"/>
                  </a:lnTo>
                  <a:lnTo>
                    <a:pt x="1" y="6382"/>
                  </a:lnTo>
                  <a:lnTo>
                    <a:pt x="1" y="6465"/>
                  </a:lnTo>
                  <a:lnTo>
                    <a:pt x="28" y="6576"/>
                  </a:lnTo>
                  <a:lnTo>
                    <a:pt x="112" y="6659"/>
                  </a:lnTo>
                  <a:lnTo>
                    <a:pt x="195" y="6715"/>
                  </a:lnTo>
                  <a:lnTo>
                    <a:pt x="278" y="6742"/>
                  </a:lnTo>
                  <a:lnTo>
                    <a:pt x="389" y="6715"/>
                  </a:lnTo>
                  <a:lnTo>
                    <a:pt x="2720" y="5827"/>
                  </a:lnTo>
                  <a:lnTo>
                    <a:pt x="5106" y="4967"/>
                  </a:lnTo>
                  <a:lnTo>
                    <a:pt x="7492" y="4162"/>
                  </a:lnTo>
                  <a:lnTo>
                    <a:pt x="9878" y="3385"/>
                  </a:lnTo>
                  <a:lnTo>
                    <a:pt x="9989" y="3330"/>
                  </a:lnTo>
                  <a:lnTo>
                    <a:pt x="10072" y="3219"/>
                  </a:lnTo>
                  <a:lnTo>
                    <a:pt x="10100" y="3108"/>
                  </a:lnTo>
                  <a:lnTo>
                    <a:pt x="10072" y="2997"/>
                  </a:lnTo>
                  <a:lnTo>
                    <a:pt x="10044" y="2913"/>
                  </a:lnTo>
                  <a:lnTo>
                    <a:pt x="9961" y="2830"/>
                  </a:lnTo>
                  <a:lnTo>
                    <a:pt x="9850" y="2775"/>
                  </a:lnTo>
                  <a:lnTo>
                    <a:pt x="9712" y="2802"/>
                  </a:lnTo>
                  <a:lnTo>
                    <a:pt x="7325" y="3552"/>
                  </a:lnTo>
                  <a:lnTo>
                    <a:pt x="4939" y="4384"/>
                  </a:lnTo>
                  <a:lnTo>
                    <a:pt x="2553" y="5216"/>
                  </a:lnTo>
                  <a:lnTo>
                    <a:pt x="2157" y="5372"/>
                  </a:lnTo>
                  <a:lnTo>
                    <a:pt x="2157" y="5372"/>
                  </a:lnTo>
                  <a:lnTo>
                    <a:pt x="2581" y="5050"/>
                  </a:lnTo>
                  <a:lnTo>
                    <a:pt x="4690" y="3524"/>
                  </a:lnTo>
                  <a:lnTo>
                    <a:pt x="6798" y="2026"/>
                  </a:lnTo>
                  <a:lnTo>
                    <a:pt x="8962" y="583"/>
                  </a:lnTo>
                  <a:lnTo>
                    <a:pt x="9073" y="472"/>
                  </a:lnTo>
                  <a:lnTo>
                    <a:pt x="9101" y="389"/>
                  </a:lnTo>
                  <a:lnTo>
                    <a:pt x="9101" y="250"/>
                  </a:lnTo>
                  <a:lnTo>
                    <a:pt x="9073" y="139"/>
                  </a:lnTo>
                  <a:lnTo>
                    <a:pt x="8990" y="56"/>
                  </a:lnTo>
                  <a:lnTo>
                    <a:pt x="8907" y="0"/>
                  </a:lnTo>
                  <a:close/>
                </a:path>
              </a:pathLst>
            </a:custGeom>
            <a:gradFill>
              <a:gsLst>
                <a:gs pos="0">
                  <a:srgbClr val="36D5E6"/>
                </a:gs>
                <a:gs pos="100000">
                  <a:srgbClr val="17788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51"/>
            <p:cNvSpPr/>
            <p:nvPr/>
          </p:nvSpPr>
          <p:spPr>
            <a:xfrm>
              <a:off x="3359298" y="2127601"/>
              <a:ext cx="147558" cy="116449"/>
            </a:xfrm>
            <a:custGeom>
              <a:avLst/>
              <a:gdLst/>
              <a:ahLst/>
              <a:cxnLst/>
              <a:rect l="l" t="t" r="r" b="b"/>
              <a:pathLst>
                <a:path w="8685" h="6854" extrusionOk="0">
                  <a:moveTo>
                    <a:pt x="222" y="0"/>
                  </a:moveTo>
                  <a:lnTo>
                    <a:pt x="139" y="56"/>
                  </a:lnTo>
                  <a:lnTo>
                    <a:pt x="56" y="139"/>
                  </a:lnTo>
                  <a:lnTo>
                    <a:pt x="28" y="250"/>
                  </a:lnTo>
                  <a:lnTo>
                    <a:pt x="0" y="361"/>
                  </a:lnTo>
                  <a:lnTo>
                    <a:pt x="56" y="472"/>
                  </a:lnTo>
                  <a:lnTo>
                    <a:pt x="167" y="583"/>
                  </a:lnTo>
                  <a:lnTo>
                    <a:pt x="694" y="916"/>
                  </a:lnTo>
                  <a:lnTo>
                    <a:pt x="1221" y="1277"/>
                  </a:lnTo>
                  <a:lnTo>
                    <a:pt x="2247" y="1998"/>
                  </a:lnTo>
                  <a:lnTo>
                    <a:pt x="3246" y="2775"/>
                  </a:lnTo>
                  <a:lnTo>
                    <a:pt x="4245" y="3552"/>
                  </a:lnTo>
                  <a:lnTo>
                    <a:pt x="5244" y="4329"/>
                  </a:lnTo>
                  <a:lnTo>
                    <a:pt x="6243" y="5106"/>
                  </a:lnTo>
                  <a:lnTo>
                    <a:pt x="7214" y="5910"/>
                  </a:lnTo>
                  <a:lnTo>
                    <a:pt x="7686" y="6326"/>
                  </a:lnTo>
                  <a:lnTo>
                    <a:pt x="8157" y="6770"/>
                  </a:lnTo>
                  <a:lnTo>
                    <a:pt x="8268" y="6826"/>
                  </a:lnTo>
                  <a:lnTo>
                    <a:pt x="8379" y="6854"/>
                  </a:lnTo>
                  <a:lnTo>
                    <a:pt x="8490" y="6826"/>
                  </a:lnTo>
                  <a:lnTo>
                    <a:pt x="8601" y="6770"/>
                  </a:lnTo>
                  <a:lnTo>
                    <a:pt x="8657" y="6659"/>
                  </a:lnTo>
                  <a:lnTo>
                    <a:pt x="8684" y="6548"/>
                  </a:lnTo>
                  <a:lnTo>
                    <a:pt x="8657" y="6437"/>
                  </a:lnTo>
                  <a:lnTo>
                    <a:pt x="8601" y="6326"/>
                  </a:lnTo>
                  <a:lnTo>
                    <a:pt x="7908" y="5716"/>
                  </a:lnTo>
                  <a:lnTo>
                    <a:pt x="7186" y="5106"/>
                  </a:lnTo>
                  <a:lnTo>
                    <a:pt x="5743" y="3940"/>
                  </a:lnTo>
                  <a:lnTo>
                    <a:pt x="3857" y="2470"/>
                  </a:lnTo>
                  <a:lnTo>
                    <a:pt x="1915" y="1055"/>
                  </a:lnTo>
                  <a:lnTo>
                    <a:pt x="1193" y="528"/>
                  </a:lnTo>
                  <a:lnTo>
                    <a:pt x="472" y="28"/>
                  </a:lnTo>
                  <a:lnTo>
                    <a:pt x="333" y="0"/>
                  </a:lnTo>
                  <a:close/>
                </a:path>
              </a:pathLst>
            </a:custGeom>
            <a:gradFill>
              <a:gsLst>
                <a:gs pos="0">
                  <a:srgbClr val="36D5E6"/>
                </a:gs>
                <a:gs pos="100000">
                  <a:srgbClr val="17788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51"/>
            <p:cNvSpPr/>
            <p:nvPr/>
          </p:nvSpPr>
          <p:spPr>
            <a:xfrm>
              <a:off x="3071742" y="1750491"/>
              <a:ext cx="288031" cy="211661"/>
            </a:xfrm>
            <a:custGeom>
              <a:avLst/>
              <a:gdLst/>
              <a:ahLst/>
              <a:cxnLst/>
              <a:rect l="l" t="t" r="r" b="b"/>
              <a:pathLst>
                <a:path w="16953" h="12458" extrusionOk="0">
                  <a:moveTo>
                    <a:pt x="278" y="0"/>
                  </a:moveTo>
                  <a:lnTo>
                    <a:pt x="167" y="28"/>
                  </a:lnTo>
                  <a:lnTo>
                    <a:pt x="84" y="111"/>
                  </a:lnTo>
                  <a:lnTo>
                    <a:pt x="0" y="222"/>
                  </a:lnTo>
                  <a:lnTo>
                    <a:pt x="0" y="333"/>
                  </a:lnTo>
                  <a:lnTo>
                    <a:pt x="28" y="472"/>
                  </a:lnTo>
                  <a:lnTo>
                    <a:pt x="4662" y="10849"/>
                  </a:lnTo>
                  <a:lnTo>
                    <a:pt x="5327" y="12319"/>
                  </a:lnTo>
                  <a:lnTo>
                    <a:pt x="5355" y="12375"/>
                  </a:lnTo>
                  <a:lnTo>
                    <a:pt x="5411" y="12402"/>
                  </a:lnTo>
                  <a:lnTo>
                    <a:pt x="5466" y="12430"/>
                  </a:lnTo>
                  <a:lnTo>
                    <a:pt x="5549" y="12458"/>
                  </a:lnTo>
                  <a:lnTo>
                    <a:pt x="5688" y="12430"/>
                  </a:lnTo>
                  <a:lnTo>
                    <a:pt x="5799" y="12375"/>
                  </a:lnTo>
                  <a:lnTo>
                    <a:pt x="15510" y="2664"/>
                  </a:lnTo>
                  <a:lnTo>
                    <a:pt x="16870" y="1304"/>
                  </a:lnTo>
                  <a:lnTo>
                    <a:pt x="16925" y="1193"/>
                  </a:lnTo>
                  <a:lnTo>
                    <a:pt x="16953" y="1082"/>
                  </a:lnTo>
                  <a:lnTo>
                    <a:pt x="16925" y="971"/>
                  </a:lnTo>
                  <a:lnTo>
                    <a:pt x="16842" y="860"/>
                  </a:lnTo>
                  <a:lnTo>
                    <a:pt x="16759" y="805"/>
                  </a:lnTo>
                  <a:lnTo>
                    <a:pt x="16648" y="777"/>
                  </a:lnTo>
                  <a:lnTo>
                    <a:pt x="16537" y="777"/>
                  </a:lnTo>
                  <a:lnTo>
                    <a:pt x="16426" y="860"/>
                  </a:lnTo>
                  <a:lnTo>
                    <a:pt x="6715" y="10571"/>
                  </a:lnTo>
                  <a:lnTo>
                    <a:pt x="5689" y="11618"/>
                  </a:lnTo>
                  <a:lnTo>
                    <a:pt x="5689" y="11618"/>
                  </a:lnTo>
                  <a:lnTo>
                    <a:pt x="1193" y="1609"/>
                  </a:lnTo>
                  <a:lnTo>
                    <a:pt x="555" y="139"/>
                  </a:lnTo>
                  <a:lnTo>
                    <a:pt x="472" y="56"/>
                  </a:lnTo>
                  <a:lnTo>
                    <a:pt x="361" y="0"/>
                  </a:lnTo>
                  <a:close/>
                </a:path>
              </a:pathLst>
            </a:custGeom>
            <a:gradFill>
              <a:gsLst>
                <a:gs pos="0">
                  <a:srgbClr val="36D5E6"/>
                </a:gs>
                <a:gs pos="100000">
                  <a:srgbClr val="17788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51"/>
            <p:cNvSpPr/>
            <p:nvPr/>
          </p:nvSpPr>
          <p:spPr>
            <a:xfrm>
              <a:off x="3120759" y="1951772"/>
              <a:ext cx="50936" cy="356858"/>
            </a:xfrm>
            <a:custGeom>
              <a:avLst/>
              <a:gdLst/>
              <a:ahLst/>
              <a:cxnLst/>
              <a:rect l="l" t="t" r="r" b="b"/>
              <a:pathLst>
                <a:path w="2998" h="21004" extrusionOk="0">
                  <a:moveTo>
                    <a:pt x="2637" y="0"/>
                  </a:moveTo>
                  <a:lnTo>
                    <a:pt x="2526" y="28"/>
                  </a:lnTo>
                  <a:lnTo>
                    <a:pt x="2442" y="111"/>
                  </a:lnTo>
                  <a:lnTo>
                    <a:pt x="2415" y="222"/>
                  </a:lnTo>
                  <a:lnTo>
                    <a:pt x="2054" y="2775"/>
                  </a:lnTo>
                  <a:lnTo>
                    <a:pt x="1721" y="5327"/>
                  </a:lnTo>
                  <a:lnTo>
                    <a:pt x="1444" y="7908"/>
                  </a:lnTo>
                  <a:lnTo>
                    <a:pt x="1166" y="10460"/>
                  </a:lnTo>
                  <a:lnTo>
                    <a:pt x="611" y="15593"/>
                  </a:lnTo>
                  <a:lnTo>
                    <a:pt x="334" y="18146"/>
                  </a:lnTo>
                  <a:lnTo>
                    <a:pt x="1" y="20726"/>
                  </a:lnTo>
                  <a:lnTo>
                    <a:pt x="29" y="20837"/>
                  </a:lnTo>
                  <a:lnTo>
                    <a:pt x="84" y="20920"/>
                  </a:lnTo>
                  <a:lnTo>
                    <a:pt x="167" y="20976"/>
                  </a:lnTo>
                  <a:lnTo>
                    <a:pt x="278" y="21004"/>
                  </a:lnTo>
                  <a:lnTo>
                    <a:pt x="389" y="20976"/>
                  </a:lnTo>
                  <a:lnTo>
                    <a:pt x="500" y="20920"/>
                  </a:lnTo>
                  <a:lnTo>
                    <a:pt x="584" y="20837"/>
                  </a:lnTo>
                  <a:lnTo>
                    <a:pt x="611" y="20726"/>
                  </a:lnTo>
                  <a:lnTo>
                    <a:pt x="944" y="18174"/>
                  </a:lnTo>
                  <a:lnTo>
                    <a:pt x="1222" y="15621"/>
                  </a:lnTo>
                  <a:lnTo>
                    <a:pt x="1777" y="10544"/>
                  </a:lnTo>
                  <a:lnTo>
                    <a:pt x="2026" y="7991"/>
                  </a:lnTo>
                  <a:lnTo>
                    <a:pt x="2331" y="5466"/>
                  </a:lnTo>
                  <a:lnTo>
                    <a:pt x="2637" y="2914"/>
                  </a:lnTo>
                  <a:lnTo>
                    <a:pt x="2997" y="389"/>
                  </a:lnTo>
                  <a:lnTo>
                    <a:pt x="2997" y="250"/>
                  </a:lnTo>
                  <a:lnTo>
                    <a:pt x="2942" y="139"/>
                  </a:lnTo>
                  <a:lnTo>
                    <a:pt x="2859" y="56"/>
                  </a:lnTo>
                  <a:lnTo>
                    <a:pt x="2748" y="28"/>
                  </a:lnTo>
                  <a:lnTo>
                    <a:pt x="2637" y="0"/>
                  </a:lnTo>
                  <a:close/>
                </a:path>
              </a:pathLst>
            </a:custGeom>
            <a:gradFill>
              <a:gsLst>
                <a:gs pos="0">
                  <a:srgbClr val="36D5E6"/>
                </a:gs>
                <a:gs pos="100000">
                  <a:srgbClr val="17788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60" name="Google Shape;3460;p51"/>
          <p:cNvGrpSpPr/>
          <p:nvPr/>
        </p:nvGrpSpPr>
        <p:grpSpPr>
          <a:xfrm>
            <a:off x="579341" y="748296"/>
            <a:ext cx="611648" cy="365223"/>
            <a:chOff x="4504125" y="1762525"/>
            <a:chExt cx="985575" cy="588500"/>
          </a:xfrm>
        </p:grpSpPr>
        <p:sp>
          <p:nvSpPr>
            <p:cNvPr id="3461" name="Google Shape;3461;p51"/>
            <p:cNvSpPr/>
            <p:nvPr/>
          </p:nvSpPr>
          <p:spPr>
            <a:xfrm>
              <a:off x="4691775" y="2150600"/>
              <a:ext cx="87950" cy="105425"/>
            </a:xfrm>
            <a:custGeom>
              <a:avLst/>
              <a:gdLst/>
              <a:ahLst/>
              <a:cxnLst/>
              <a:rect l="l" t="t" r="r" b="b"/>
              <a:pathLst>
                <a:path w="3518" h="4217" extrusionOk="0">
                  <a:moveTo>
                    <a:pt x="1910" y="0"/>
                  </a:moveTo>
                  <a:lnTo>
                    <a:pt x="1" y="4216"/>
                  </a:lnTo>
                  <a:lnTo>
                    <a:pt x="3517" y="1607"/>
                  </a:lnTo>
                  <a:lnTo>
                    <a:pt x="3498" y="1569"/>
                  </a:lnTo>
                  <a:lnTo>
                    <a:pt x="191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51"/>
            <p:cNvSpPr/>
            <p:nvPr/>
          </p:nvSpPr>
          <p:spPr>
            <a:xfrm>
              <a:off x="4504125" y="1762525"/>
              <a:ext cx="985575" cy="310100"/>
            </a:xfrm>
            <a:custGeom>
              <a:avLst/>
              <a:gdLst/>
              <a:ahLst/>
              <a:cxnLst/>
              <a:rect l="l" t="t" r="r" b="b"/>
              <a:pathLst>
                <a:path w="39423" h="12404" extrusionOk="0">
                  <a:moveTo>
                    <a:pt x="39422" y="0"/>
                  </a:moveTo>
                  <a:lnTo>
                    <a:pt x="0" y="4859"/>
                  </a:lnTo>
                  <a:lnTo>
                    <a:pt x="6372" y="12403"/>
                  </a:lnTo>
                  <a:lnTo>
                    <a:pt x="39422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EFEFE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51"/>
            <p:cNvSpPr/>
            <p:nvPr/>
          </p:nvSpPr>
          <p:spPr>
            <a:xfrm>
              <a:off x="4663425" y="1762525"/>
              <a:ext cx="826275" cy="588500"/>
            </a:xfrm>
            <a:custGeom>
              <a:avLst/>
              <a:gdLst/>
              <a:ahLst/>
              <a:cxnLst/>
              <a:rect l="l" t="t" r="r" b="b"/>
              <a:pathLst>
                <a:path w="33051" h="235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4632" y="17092"/>
                  </a:lnTo>
                  <a:lnTo>
                    <a:pt x="10513" y="23540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51"/>
            <p:cNvSpPr/>
            <p:nvPr/>
          </p:nvSpPr>
          <p:spPr>
            <a:xfrm>
              <a:off x="4663425" y="1762525"/>
              <a:ext cx="826275" cy="493500"/>
            </a:xfrm>
            <a:custGeom>
              <a:avLst/>
              <a:gdLst/>
              <a:ahLst/>
              <a:cxnLst/>
              <a:rect l="l" t="t" r="r" b="b"/>
              <a:pathLst>
                <a:path w="33051" h="197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65" name="Google Shape;3465;p51"/>
          <p:cNvGrpSpPr/>
          <p:nvPr/>
        </p:nvGrpSpPr>
        <p:grpSpPr>
          <a:xfrm>
            <a:off x="1036997" y="4400580"/>
            <a:ext cx="745923" cy="742920"/>
            <a:chOff x="778525" y="3588975"/>
            <a:chExt cx="1073425" cy="1068950"/>
          </a:xfrm>
        </p:grpSpPr>
        <p:sp>
          <p:nvSpPr>
            <p:cNvPr id="3466" name="Google Shape;3466;p51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67" name="Google Shape;3467;p51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3468" name="Google Shape;3468;p51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9" name="Google Shape;3469;p51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0" name="Google Shape;3470;p51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1" name="Google Shape;3471;p51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2" name="Google Shape;3472;p51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3" name="Google Shape;3473;p51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4" name="Google Shape;3474;p51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5" name="Google Shape;3475;p51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6" name="Google Shape;3476;p51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7" name="Google Shape;3477;p51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8" name="Google Shape;3478;p51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9" name="Google Shape;3479;p51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80" name="Google Shape;3480;p51"/>
          <p:cNvGrpSpPr/>
          <p:nvPr/>
        </p:nvGrpSpPr>
        <p:grpSpPr>
          <a:xfrm flipH="1">
            <a:off x="2633528" y="3990225"/>
            <a:ext cx="611638" cy="609195"/>
            <a:chOff x="778525" y="3588975"/>
            <a:chExt cx="1073425" cy="1068950"/>
          </a:xfrm>
        </p:grpSpPr>
        <p:sp>
          <p:nvSpPr>
            <p:cNvPr id="3481" name="Google Shape;3481;p51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82" name="Google Shape;3482;p51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3483" name="Google Shape;3483;p51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4" name="Google Shape;3484;p51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5" name="Google Shape;3485;p51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6" name="Google Shape;3486;p51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7" name="Google Shape;3487;p51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8" name="Google Shape;3488;p51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9" name="Google Shape;3489;p51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0" name="Google Shape;3490;p51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1" name="Google Shape;3491;p51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2" name="Google Shape;3492;p51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3" name="Google Shape;3493;p51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4" name="Google Shape;3494;p51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95" name="Google Shape;3495;p51"/>
          <p:cNvGrpSpPr/>
          <p:nvPr/>
        </p:nvGrpSpPr>
        <p:grpSpPr>
          <a:xfrm flipH="1">
            <a:off x="8583565" y="4320387"/>
            <a:ext cx="560435" cy="558099"/>
            <a:chOff x="778525" y="3588975"/>
            <a:chExt cx="1073425" cy="1068950"/>
          </a:xfrm>
        </p:grpSpPr>
        <p:sp>
          <p:nvSpPr>
            <p:cNvPr id="3496" name="Google Shape;3496;p51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97" name="Google Shape;3497;p51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3498" name="Google Shape;3498;p51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9" name="Google Shape;3499;p51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0" name="Google Shape;3500;p51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1" name="Google Shape;3501;p51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2" name="Google Shape;3502;p51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3" name="Google Shape;3503;p51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4" name="Google Shape;3504;p51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5" name="Google Shape;3505;p51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6" name="Google Shape;3506;p51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7" name="Google Shape;3507;p51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8" name="Google Shape;3508;p51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9" name="Google Shape;3509;p51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10" name="Google Shape;3510;p51"/>
          <p:cNvGrpSpPr/>
          <p:nvPr/>
        </p:nvGrpSpPr>
        <p:grpSpPr>
          <a:xfrm>
            <a:off x="579346" y="3458067"/>
            <a:ext cx="930353" cy="829089"/>
            <a:chOff x="2236010" y="3967511"/>
            <a:chExt cx="930353" cy="829089"/>
          </a:xfrm>
        </p:grpSpPr>
        <p:sp>
          <p:nvSpPr>
            <p:cNvPr id="3511" name="Google Shape;3511;p51"/>
            <p:cNvSpPr/>
            <p:nvPr/>
          </p:nvSpPr>
          <p:spPr>
            <a:xfrm>
              <a:off x="2265825" y="4694000"/>
              <a:ext cx="767100" cy="1026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12" name="Google Shape;3512;p51"/>
            <p:cNvGrpSpPr/>
            <p:nvPr/>
          </p:nvGrpSpPr>
          <p:grpSpPr>
            <a:xfrm>
              <a:off x="2236010" y="3967511"/>
              <a:ext cx="930353" cy="794959"/>
              <a:chOff x="1627375" y="-1981850"/>
              <a:chExt cx="1305575" cy="1115575"/>
            </a:xfrm>
          </p:grpSpPr>
          <p:sp>
            <p:nvSpPr>
              <p:cNvPr id="3513" name="Google Shape;3513;p51"/>
              <p:cNvSpPr/>
              <p:nvPr/>
            </p:nvSpPr>
            <p:spPr>
              <a:xfrm>
                <a:off x="1627375" y="-1981850"/>
                <a:ext cx="1115075" cy="1115575"/>
              </a:xfrm>
              <a:custGeom>
                <a:avLst/>
                <a:gdLst/>
                <a:ahLst/>
                <a:cxnLst/>
                <a:rect l="l" t="t" r="r" b="b"/>
                <a:pathLst>
                  <a:path w="44603" h="44623" extrusionOk="0">
                    <a:moveTo>
                      <a:pt x="21725" y="1"/>
                    </a:moveTo>
                    <a:lnTo>
                      <a:pt x="21158" y="39"/>
                    </a:lnTo>
                    <a:lnTo>
                      <a:pt x="20590" y="57"/>
                    </a:lnTo>
                    <a:lnTo>
                      <a:pt x="20023" y="114"/>
                    </a:lnTo>
                    <a:lnTo>
                      <a:pt x="19456" y="190"/>
                    </a:lnTo>
                    <a:lnTo>
                      <a:pt x="18908" y="265"/>
                    </a:lnTo>
                    <a:lnTo>
                      <a:pt x="18359" y="341"/>
                    </a:lnTo>
                    <a:lnTo>
                      <a:pt x="17811" y="455"/>
                    </a:lnTo>
                    <a:lnTo>
                      <a:pt x="17263" y="568"/>
                    </a:lnTo>
                    <a:lnTo>
                      <a:pt x="16733" y="700"/>
                    </a:lnTo>
                    <a:lnTo>
                      <a:pt x="16204" y="852"/>
                    </a:lnTo>
                    <a:lnTo>
                      <a:pt x="15674" y="1003"/>
                    </a:lnTo>
                    <a:lnTo>
                      <a:pt x="15145" y="1173"/>
                    </a:lnTo>
                    <a:lnTo>
                      <a:pt x="14634" y="1362"/>
                    </a:lnTo>
                    <a:lnTo>
                      <a:pt x="14124" y="1551"/>
                    </a:lnTo>
                    <a:lnTo>
                      <a:pt x="13613" y="1759"/>
                    </a:lnTo>
                    <a:lnTo>
                      <a:pt x="13122" y="1967"/>
                    </a:lnTo>
                    <a:lnTo>
                      <a:pt x="12630" y="2194"/>
                    </a:lnTo>
                    <a:lnTo>
                      <a:pt x="12139" y="2440"/>
                    </a:lnTo>
                    <a:lnTo>
                      <a:pt x="11666" y="2686"/>
                    </a:lnTo>
                    <a:lnTo>
                      <a:pt x="11193" y="2950"/>
                    </a:lnTo>
                    <a:lnTo>
                      <a:pt x="10740" y="3234"/>
                    </a:lnTo>
                    <a:lnTo>
                      <a:pt x="10286" y="3517"/>
                    </a:lnTo>
                    <a:lnTo>
                      <a:pt x="9832" y="3820"/>
                    </a:lnTo>
                    <a:lnTo>
                      <a:pt x="9397" y="4123"/>
                    </a:lnTo>
                    <a:lnTo>
                      <a:pt x="8962" y="4425"/>
                    </a:lnTo>
                    <a:lnTo>
                      <a:pt x="8527" y="4765"/>
                    </a:lnTo>
                    <a:lnTo>
                      <a:pt x="8111" y="5087"/>
                    </a:lnTo>
                    <a:lnTo>
                      <a:pt x="7696" y="5446"/>
                    </a:lnTo>
                    <a:lnTo>
                      <a:pt x="7298" y="5805"/>
                    </a:lnTo>
                    <a:lnTo>
                      <a:pt x="6920" y="6165"/>
                    </a:lnTo>
                    <a:lnTo>
                      <a:pt x="6523" y="6543"/>
                    </a:lnTo>
                    <a:lnTo>
                      <a:pt x="6164" y="6921"/>
                    </a:lnTo>
                    <a:lnTo>
                      <a:pt x="5786" y="7318"/>
                    </a:lnTo>
                    <a:lnTo>
                      <a:pt x="5427" y="7715"/>
                    </a:lnTo>
                    <a:lnTo>
                      <a:pt x="5086" y="8112"/>
                    </a:lnTo>
                    <a:lnTo>
                      <a:pt x="4746" y="8528"/>
                    </a:lnTo>
                    <a:lnTo>
                      <a:pt x="4425" y="8963"/>
                    </a:lnTo>
                    <a:lnTo>
                      <a:pt x="4103" y="9398"/>
                    </a:lnTo>
                    <a:lnTo>
                      <a:pt x="3801" y="9833"/>
                    </a:lnTo>
                    <a:lnTo>
                      <a:pt x="3517" y="10286"/>
                    </a:lnTo>
                    <a:lnTo>
                      <a:pt x="3233" y="10740"/>
                    </a:lnTo>
                    <a:lnTo>
                      <a:pt x="2950" y="11213"/>
                    </a:lnTo>
                    <a:lnTo>
                      <a:pt x="2685" y="11685"/>
                    </a:lnTo>
                    <a:lnTo>
                      <a:pt x="2439" y="12158"/>
                    </a:lnTo>
                    <a:lnTo>
                      <a:pt x="2193" y="12631"/>
                    </a:lnTo>
                    <a:lnTo>
                      <a:pt x="1967" y="13122"/>
                    </a:lnTo>
                    <a:lnTo>
                      <a:pt x="1740" y="13633"/>
                    </a:lnTo>
                    <a:lnTo>
                      <a:pt x="1551" y="14125"/>
                    </a:lnTo>
                    <a:lnTo>
                      <a:pt x="1343" y="14635"/>
                    </a:lnTo>
                    <a:lnTo>
                      <a:pt x="1172" y="15164"/>
                    </a:lnTo>
                    <a:lnTo>
                      <a:pt x="1002" y="15675"/>
                    </a:lnTo>
                    <a:lnTo>
                      <a:pt x="832" y="16204"/>
                    </a:lnTo>
                    <a:lnTo>
                      <a:pt x="700" y="16734"/>
                    </a:lnTo>
                    <a:lnTo>
                      <a:pt x="567" y="17263"/>
                    </a:lnTo>
                    <a:lnTo>
                      <a:pt x="454" y="17811"/>
                    </a:lnTo>
                    <a:lnTo>
                      <a:pt x="341" y="18360"/>
                    </a:lnTo>
                    <a:lnTo>
                      <a:pt x="246" y="18908"/>
                    </a:lnTo>
                    <a:lnTo>
                      <a:pt x="170" y="19475"/>
                    </a:lnTo>
                    <a:lnTo>
                      <a:pt x="114" y="20024"/>
                    </a:lnTo>
                    <a:lnTo>
                      <a:pt x="57" y="20591"/>
                    </a:lnTo>
                    <a:lnTo>
                      <a:pt x="19" y="21158"/>
                    </a:lnTo>
                    <a:lnTo>
                      <a:pt x="0" y="21725"/>
                    </a:lnTo>
                    <a:lnTo>
                      <a:pt x="0" y="22311"/>
                    </a:lnTo>
                    <a:lnTo>
                      <a:pt x="0" y="22879"/>
                    </a:lnTo>
                    <a:lnTo>
                      <a:pt x="19" y="23465"/>
                    </a:lnTo>
                    <a:lnTo>
                      <a:pt x="57" y="24032"/>
                    </a:lnTo>
                    <a:lnTo>
                      <a:pt x="114" y="24599"/>
                    </a:lnTo>
                    <a:lnTo>
                      <a:pt x="170" y="25147"/>
                    </a:lnTo>
                    <a:lnTo>
                      <a:pt x="246" y="25715"/>
                    </a:lnTo>
                    <a:lnTo>
                      <a:pt x="341" y="26263"/>
                    </a:lnTo>
                    <a:lnTo>
                      <a:pt x="454" y="26811"/>
                    </a:lnTo>
                    <a:lnTo>
                      <a:pt x="567" y="27341"/>
                    </a:lnTo>
                    <a:lnTo>
                      <a:pt x="700" y="27889"/>
                    </a:lnTo>
                    <a:lnTo>
                      <a:pt x="832" y="28418"/>
                    </a:lnTo>
                    <a:lnTo>
                      <a:pt x="1002" y="28948"/>
                    </a:lnTo>
                    <a:lnTo>
                      <a:pt x="1172" y="29458"/>
                    </a:lnTo>
                    <a:lnTo>
                      <a:pt x="1343" y="29988"/>
                    </a:lnTo>
                    <a:lnTo>
                      <a:pt x="1551" y="30498"/>
                    </a:lnTo>
                    <a:lnTo>
                      <a:pt x="1740" y="30990"/>
                    </a:lnTo>
                    <a:lnTo>
                      <a:pt x="1967" y="31481"/>
                    </a:lnTo>
                    <a:lnTo>
                      <a:pt x="2193" y="31973"/>
                    </a:lnTo>
                    <a:lnTo>
                      <a:pt x="2439" y="32465"/>
                    </a:lnTo>
                    <a:lnTo>
                      <a:pt x="2685" y="32937"/>
                    </a:lnTo>
                    <a:lnTo>
                      <a:pt x="2950" y="33410"/>
                    </a:lnTo>
                    <a:lnTo>
                      <a:pt x="3233" y="33883"/>
                    </a:lnTo>
                    <a:lnTo>
                      <a:pt x="3517" y="34336"/>
                    </a:lnTo>
                    <a:lnTo>
                      <a:pt x="3801" y="34790"/>
                    </a:lnTo>
                    <a:lnTo>
                      <a:pt x="4103" y="35225"/>
                    </a:lnTo>
                    <a:lnTo>
                      <a:pt x="4425" y="35660"/>
                    </a:lnTo>
                    <a:lnTo>
                      <a:pt x="4746" y="36076"/>
                    </a:lnTo>
                    <a:lnTo>
                      <a:pt x="5086" y="36492"/>
                    </a:lnTo>
                    <a:lnTo>
                      <a:pt x="5427" y="36908"/>
                    </a:lnTo>
                    <a:lnTo>
                      <a:pt x="5786" y="37305"/>
                    </a:lnTo>
                    <a:lnTo>
                      <a:pt x="6164" y="37702"/>
                    </a:lnTo>
                    <a:lnTo>
                      <a:pt x="6523" y="38080"/>
                    </a:lnTo>
                    <a:lnTo>
                      <a:pt x="6920" y="38458"/>
                    </a:lnTo>
                    <a:lnTo>
                      <a:pt x="7298" y="38817"/>
                    </a:lnTo>
                    <a:lnTo>
                      <a:pt x="7696" y="39177"/>
                    </a:lnTo>
                    <a:lnTo>
                      <a:pt x="8111" y="39517"/>
                    </a:lnTo>
                    <a:lnTo>
                      <a:pt x="8527" y="39857"/>
                    </a:lnTo>
                    <a:lnTo>
                      <a:pt x="8962" y="40179"/>
                    </a:lnTo>
                    <a:lnTo>
                      <a:pt x="9397" y="40500"/>
                    </a:lnTo>
                    <a:lnTo>
                      <a:pt x="9832" y="40803"/>
                    </a:lnTo>
                    <a:lnTo>
                      <a:pt x="10286" y="41105"/>
                    </a:lnTo>
                    <a:lnTo>
                      <a:pt x="10740" y="41389"/>
                    </a:lnTo>
                    <a:lnTo>
                      <a:pt x="11193" y="41654"/>
                    </a:lnTo>
                    <a:lnTo>
                      <a:pt x="11666" y="41918"/>
                    </a:lnTo>
                    <a:lnTo>
                      <a:pt x="12139" y="42183"/>
                    </a:lnTo>
                    <a:lnTo>
                      <a:pt x="12630" y="42410"/>
                    </a:lnTo>
                    <a:lnTo>
                      <a:pt x="13122" y="42656"/>
                    </a:lnTo>
                    <a:lnTo>
                      <a:pt x="13613" y="42864"/>
                    </a:lnTo>
                    <a:lnTo>
                      <a:pt x="14124" y="43072"/>
                    </a:lnTo>
                    <a:lnTo>
                      <a:pt x="14634" y="43261"/>
                    </a:lnTo>
                    <a:lnTo>
                      <a:pt x="15145" y="43450"/>
                    </a:lnTo>
                    <a:lnTo>
                      <a:pt x="15674" y="43620"/>
                    </a:lnTo>
                    <a:lnTo>
                      <a:pt x="16204" y="43771"/>
                    </a:lnTo>
                    <a:lnTo>
                      <a:pt x="16733" y="43922"/>
                    </a:lnTo>
                    <a:lnTo>
                      <a:pt x="17263" y="44055"/>
                    </a:lnTo>
                    <a:lnTo>
                      <a:pt x="17811" y="44168"/>
                    </a:lnTo>
                    <a:lnTo>
                      <a:pt x="18359" y="44263"/>
                    </a:lnTo>
                    <a:lnTo>
                      <a:pt x="18908" y="44357"/>
                    </a:lnTo>
                    <a:lnTo>
                      <a:pt x="19456" y="44433"/>
                    </a:lnTo>
                    <a:lnTo>
                      <a:pt x="20023" y="44509"/>
                    </a:lnTo>
                    <a:lnTo>
                      <a:pt x="20590" y="44546"/>
                    </a:lnTo>
                    <a:lnTo>
                      <a:pt x="21158" y="44584"/>
                    </a:lnTo>
                    <a:lnTo>
                      <a:pt x="21725" y="44603"/>
                    </a:lnTo>
                    <a:lnTo>
                      <a:pt x="22311" y="44622"/>
                    </a:lnTo>
                    <a:lnTo>
                      <a:pt x="22878" y="44603"/>
                    </a:lnTo>
                    <a:lnTo>
                      <a:pt x="23445" y="44584"/>
                    </a:lnTo>
                    <a:lnTo>
                      <a:pt x="24013" y="44546"/>
                    </a:lnTo>
                    <a:lnTo>
                      <a:pt x="24580" y="44509"/>
                    </a:lnTo>
                    <a:lnTo>
                      <a:pt x="25147" y="44433"/>
                    </a:lnTo>
                    <a:lnTo>
                      <a:pt x="25695" y="44357"/>
                    </a:lnTo>
                    <a:lnTo>
                      <a:pt x="26244" y="44263"/>
                    </a:lnTo>
                    <a:lnTo>
                      <a:pt x="26792" y="44168"/>
                    </a:lnTo>
                    <a:lnTo>
                      <a:pt x="27340" y="44055"/>
                    </a:lnTo>
                    <a:lnTo>
                      <a:pt x="27870" y="43922"/>
                    </a:lnTo>
                    <a:lnTo>
                      <a:pt x="28418" y="43771"/>
                    </a:lnTo>
                    <a:lnTo>
                      <a:pt x="28928" y="43620"/>
                    </a:lnTo>
                    <a:lnTo>
                      <a:pt x="29458" y="43450"/>
                    </a:lnTo>
                    <a:lnTo>
                      <a:pt x="29968" y="43261"/>
                    </a:lnTo>
                    <a:lnTo>
                      <a:pt x="30479" y="43072"/>
                    </a:lnTo>
                    <a:lnTo>
                      <a:pt x="30989" y="42864"/>
                    </a:lnTo>
                    <a:lnTo>
                      <a:pt x="31481" y="42656"/>
                    </a:lnTo>
                    <a:lnTo>
                      <a:pt x="31972" y="42410"/>
                    </a:lnTo>
                    <a:lnTo>
                      <a:pt x="32464" y="42183"/>
                    </a:lnTo>
                    <a:lnTo>
                      <a:pt x="32937" y="41918"/>
                    </a:lnTo>
                    <a:lnTo>
                      <a:pt x="33409" y="41654"/>
                    </a:lnTo>
                    <a:lnTo>
                      <a:pt x="33863" y="41389"/>
                    </a:lnTo>
                    <a:lnTo>
                      <a:pt x="34336" y="41105"/>
                    </a:lnTo>
                    <a:lnTo>
                      <a:pt x="34771" y="40803"/>
                    </a:lnTo>
                    <a:lnTo>
                      <a:pt x="35225" y="40500"/>
                    </a:lnTo>
                    <a:lnTo>
                      <a:pt x="35659" y="40179"/>
                    </a:lnTo>
                    <a:lnTo>
                      <a:pt x="36075" y="39857"/>
                    </a:lnTo>
                    <a:lnTo>
                      <a:pt x="36491" y="39517"/>
                    </a:lnTo>
                    <a:lnTo>
                      <a:pt x="36907" y="39177"/>
                    </a:lnTo>
                    <a:lnTo>
                      <a:pt x="37304" y="38817"/>
                    </a:lnTo>
                    <a:lnTo>
                      <a:pt x="37701" y="38458"/>
                    </a:lnTo>
                    <a:lnTo>
                      <a:pt x="38080" y="38080"/>
                    </a:lnTo>
                    <a:lnTo>
                      <a:pt x="38458" y="37702"/>
                    </a:lnTo>
                    <a:lnTo>
                      <a:pt x="38817" y="37305"/>
                    </a:lnTo>
                    <a:lnTo>
                      <a:pt x="39176" y="36908"/>
                    </a:lnTo>
                    <a:lnTo>
                      <a:pt x="39517" y="36492"/>
                    </a:lnTo>
                    <a:lnTo>
                      <a:pt x="39857" y="36076"/>
                    </a:lnTo>
                    <a:lnTo>
                      <a:pt x="40178" y="35660"/>
                    </a:lnTo>
                    <a:lnTo>
                      <a:pt x="40500" y="35225"/>
                    </a:lnTo>
                    <a:lnTo>
                      <a:pt x="40802" y="34790"/>
                    </a:lnTo>
                    <a:lnTo>
                      <a:pt x="41105" y="34336"/>
                    </a:lnTo>
                    <a:lnTo>
                      <a:pt x="41388" y="33883"/>
                    </a:lnTo>
                    <a:lnTo>
                      <a:pt x="41653" y="33410"/>
                    </a:lnTo>
                    <a:lnTo>
                      <a:pt x="41918" y="32937"/>
                    </a:lnTo>
                    <a:lnTo>
                      <a:pt x="42164" y="32465"/>
                    </a:lnTo>
                    <a:lnTo>
                      <a:pt x="42409" y="31973"/>
                    </a:lnTo>
                    <a:lnTo>
                      <a:pt x="42636" y="31481"/>
                    </a:lnTo>
                    <a:lnTo>
                      <a:pt x="42863" y="30990"/>
                    </a:lnTo>
                    <a:lnTo>
                      <a:pt x="43071" y="30498"/>
                    </a:lnTo>
                    <a:lnTo>
                      <a:pt x="43260" y="29988"/>
                    </a:lnTo>
                    <a:lnTo>
                      <a:pt x="43430" y="29458"/>
                    </a:lnTo>
                    <a:lnTo>
                      <a:pt x="43600" y="28948"/>
                    </a:lnTo>
                    <a:lnTo>
                      <a:pt x="43771" y="28418"/>
                    </a:lnTo>
                    <a:lnTo>
                      <a:pt x="43903" y="27889"/>
                    </a:lnTo>
                    <a:lnTo>
                      <a:pt x="44035" y="27341"/>
                    </a:lnTo>
                    <a:lnTo>
                      <a:pt x="44149" y="26811"/>
                    </a:lnTo>
                    <a:lnTo>
                      <a:pt x="44262" y="26263"/>
                    </a:lnTo>
                    <a:lnTo>
                      <a:pt x="44357" y="25715"/>
                    </a:lnTo>
                    <a:lnTo>
                      <a:pt x="44432" y="25147"/>
                    </a:lnTo>
                    <a:lnTo>
                      <a:pt x="44489" y="24599"/>
                    </a:lnTo>
                    <a:lnTo>
                      <a:pt x="44546" y="24032"/>
                    </a:lnTo>
                    <a:lnTo>
                      <a:pt x="44584" y="23465"/>
                    </a:lnTo>
                    <a:lnTo>
                      <a:pt x="44603" y="22879"/>
                    </a:lnTo>
                    <a:lnTo>
                      <a:pt x="44603" y="22311"/>
                    </a:lnTo>
                    <a:lnTo>
                      <a:pt x="44603" y="21725"/>
                    </a:lnTo>
                    <a:lnTo>
                      <a:pt x="44584" y="21158"/>
                    </a:lnTo>
                    <a:lnTo>
                      <a:pt x="44546" y="20591"/>
                    </a:lnTo>
                    <a:lnTo>
                      <a:pt x="44489" y="20024"/>
                    </a:lnTo>
                    <a:lnTo>
                      <a:pt x="44432" y="19475"/>
                    </a:lnTo>
                    <a:lnTo>
                      <a:pt x="44357" y="18908"/>
                    </a:lnTo>
                    <a:lnTo>
                      <a:pt x="44262" y="18360"/>
                    </a:lnTo>
                    <a:lnTo>
                      <a:pt x="44149" y="17811"/>
                    </a:lnTo>
                    <a:lnTo>
                      <a:pt x="44035" y="17263"/>
                    </a:lnTo>
                    <a:lnTo>
                      <a:pt x="43903" y="16734"/>
                    </a:lnTo>
                    <a:lnTo>
                      <a:pt x="43771" y="16204"/>
                    </a:lnTo>
                    <a:lnTo>
                      <a:pt x="43600" y="15675"/>
                    </a:lnTo>
                    <a:lnTo>
                      <a:pt x="43430" y="15164"/>
                    </a:lnTo>
                    <a:lnTo>
                      <a:pt x="43260" y="14635"/>
                    </a:lnTo>
                    <a:lnTo>
                      <a:pt x="43071" y="14125"/>
                    </a:lnTo>
                    <a:lnTo>
                      <a:pt x="42863" y="13633"/>
                    </a:lnTo>
                    <a:lnTo>
                      <a:pt x="42636" y="13122"/>
                    </a:lnTo>
                    <a:lnTo>
                      <a:pt x="42409" y="12631"/>
                    </a:lnTo>
                    <a:lnTo>
                      <a:pt x="42164" y="12158"/>
                    </a:lnTo>
                    <a:lnTo>
                      <a:pt x="41918" y="11685"/>
                    </a:lnTo>
                    <a:lnTo>
                      <a:pt x="41653" y="11213"/>
                    </a:lnTo>
                    <a:lnTo>
                      <a:pt x="41388" y="10740"/>
                    </a:lnTo>
                    <a:lnTo>
                      <a:pt x="41105" y="10286"/>
                    </a:lnTo>
                    <a:lnTo>
                      <a:pt x="40802" y="9833"/>
                    </a:lnTo>
                    <a:lnTo>
                      <a:pt x="40500" y="9398"/>
                    </a:lnTo>
                    <a:lnTo>
                      <a:pt x="40178" y="8963"/>
                    </a:lnTo>
                    <a:lnTo>
                      <a:pt x="39857" y="8528"/>
                    </a:lnTo>
                    <a:lnTo>
                      <a:pt x="39517" y="8112"/>
                    </a:lnTo>
                    <a:lnTo>
                      <a:pt x="39176" y="7715"/>
                    </a:lnTo>
                    <a:lnTo>
                      <a:pt x="38817" y="7318"/>
                    </a:lnTo>
                    <a:lnTo>
                      <a:pt x="38458" y="6921"/>
                    </a:lnTo>
                    <a:lnTo>
                      <a:pt x="38080" y="6543"/>
                    </a:lnTo>
                    <a:lnTo>
                      <a:pt x="37701" y="6165"/>
                    </a:lnTo>
                    <a:lnTo>
                      <a:pt x="37304" y="5805"/>
                    </a:lnTo>
                    <a:lnTo>
                      <a:pt x="36907" y="5446"/>
                    </a:lnTo>
                    <a:lnTo>
                      <a:pt x="36491" y="5087"/>
                    </a:lnTo>
                    <a:lnTo>
                      <a:pt x="36075" y="4765"/>
                    </a:lnTo>
                    <a:lnTo>
                      <a:pt x="35659" y="4425"/>
                    </a:lnTo>
                    <a:lnTo>
                      <a:pt x="35225" y="4123"/>
                    </a:lnTo>
                    <a:lnTo>
                      <a:pt x="34771" y="3820"/>
                    </a:lnTo>
                    <a:lnTo>
                      <a:pt x="34336" y="3517"/>
                    </a:lnTo>
                    <a:lnTo>
                      <a:pt x="33863" y="3234"/>
                    </a:lnTo>
                    <a:lnTo>
                      <a:pt x="33409" y="2950"/>
                    </a:lnTo>
                    <a:lnTo>
                      <a:pt x="32937" y="2686"/>
                    </a:lnTo>
                    <a:lnTo>
                      <a:pt x="32464" y="2440"/>
                    </a:lnTo>
                    <a:lnTo>
                      <a:pt x="31972" y="2194"/>
                    </a:lnTo>
                    <a:lnTo>
                      <a:pt x="31481" y="1967"/>
                    </a:lnTo>
                    <a:lnTo>
                      <a:pt x="30989" y="1759"/>
                    </a:lnTo>
                    <a:lnTo>
                      <a:pt x="30479" y="1551"/>
                    </a:lnTo>
                    <a:lnTo>
                      <a:pt x="29968" y="1362"/>
                    </a:lnTo>
                    <a:lnTo>
                      <a:pt x="29458" y="1173"/>
                    </a:lnTo>
                    <a:lnTo>
                      <a:pt x="28928" y="1003"/>
                    </a:lnTo>
                    <a:lnTo>
                      <a:pt x="28418" y="852"/>
                    </a:lnTo>
                    <a:lnTo>
                      <a:pt x="27870" y="700"/>
                    </a:lnTo>
                    <a:lnTo>
                      <a:pt x="27340" y="568"/>
                    </a:lnTo>
                    <a:lnTo>
                      <a:pt x="26792" y="455"/>
                    </a:lnTo>
                    <a:lnTo>
                      <a:pt x="26244" y="341"/>
                    </a:lnTo>
                    <a:lnTo>
                      <a:pt x="25695" y="265"/>
                    </a:lnTo>
                    <a:lnTo>
                      <a:pt x="25147" y="190"/>
                    </a:lnTo>
                    <a:lnTo>
                      <a:pt x="24580" y="114"/>
                    </a:lnTo>
                    <a:lnTo>
                      <a:pt x="24013" y="57"/>
                    </a:lnTo>
                    <a:lnTo>
                      <a:pt x="23445" y="39"/>
                    </a:lnTo>
                    <a:lnTo>
                      <a:pt x="22878" y="1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4" name="Google Shape;3514;p51"/>
              <p:cNvSpPr/>
              <p:nvPr/>
            </p:nvSpPr>
            <p:spPr>
              <a:xfrm>
                <a:off x="1764450" y="-1858000"/>
                <a:ext cx="854150" cy="854625"/>
              </a:xfrm>
              <a:custGeom>
                <a:avLst/>
                <a:gdLst/>
                <a:ahLst/>
                <a:cxnLst/>
                <a:rect l="l" t="t" r="r" b="b"/>
                <a:pathLst>
                  <a:path w="34166" h="34185" extrusionOk="0">
                    <a:moveTo>
                      <a:pt x="17093" y="0"/>
                    </a:moveTo>
                    <a:lnTo>
                      <a:pt x="16204" y="19"/>
                    </a:lnTo>
                    <a:lnTo>
                      <a:pt x="15334" y="95"/>
                    </a:lnTo>
                    <a:lnTo>
                      <a:pt x="14483" y="208"/>
                    </a:lnTo>
                    <a:lnTo>
                      <a:pt x="13651" y="360"/>
                    </a:lnTo>
                    <a:lnTo>
                      <a:pt x="12820" y="549"/>
                    </a:lnTo>
                    <a:lnTo>
                      <a:pt x="12006" y="776"/>
                    </a:lnTo>
                    <a:lnTo>
                      <a:pt x="11212" y="1040"/>
                    </a:lnTo>
                    <a:lnTo>
                      <a:pt x="10437" y="1343"/>
                    </a:lnTo>
                    <a:lnTo>
                      <a:pt x="9681" y="1683"/>
                    </a:lnTo>
                    <a:lnTo>
                      <a:pt x="8944" y="2061"/>
                    </a:lnTo>
                    <a:lnTo>
                      <a:pt x="8225" y="2477"/>
                    </a:lnTo>
                    <a:lnTo>
                      <a:pt x="7525" y="2931"/>
                    </a:lnTo>
                    <a:lnTo>
                      <a:pt x="6864" y="3404"/>
                    </a:lnTo>
                    <a:lnTo>
                      <a:pt x="6221" y="3914"/>
                    </a:lnTo>
                    <a:lnTo>
                      <a:pt x="5597" y="4444"/>
                    </a:lnTo>
                    <a:lnTo>
                      <a:pt x="5011" y="5011"/>
                    </a:lnTo>
                    <a:lnTo>
                      <a:pt x="4444" y="5597"/>
                    </a:lnTo>
                    <a:lnTo>
                      <a:pt x="3895" y="6221"/>
                    </a:lnTo>
                    <a:lnTo>
                      <a:pt x="3404" y="6864"/>
                    </a:lnTo>
                    <a:lnTo>
                      <a:pt x="2912" y="7544"/>
                    </a:lnTo>
                    <a:lnTo>
                      <a:pt x="2477" y="8225"/>
                    </a:lnTo>
                    <a:lnTo>
                      <a:pt x="2061" y="8944"/>
                    </a:lnTo>
                    <a:lnTo>
                      <a:pt x="1683" y="9681"/>
                    </a:lnTo>
                    <a:lnTo>
                      <a:pt x="1343" y="10437"/>
                    </a:lnTo>
                    <a:lnTo>
                      <a:pt x="1040" y="11213"/>
                    </a:lnTo>
                    <a:lnTo>
                      <a:pt x="776" y="12007"/>
                    </a:lnTo>
                    <a:lnTo>
                      <a:pt x="530" y="12820"/>
                    </a:lnTo>
                    <a:lnTo>
                      <a:pt x="341" y="13652"/>
                    </a:lnTo>
                    <a:lnTo>
                      <a:pt x="189" y="14483"/>
                    </a:lnTo>
                    <a:lnTo>
                      <a:pt x="95" y="15334"/>
                    </a:lnTo>
                    <a:lnTo>
                      <a:pt x="19" y="16204"/>
                    </a:lnTo>
                    <a:lnTo>
                      <a:pt x="0" y="17093"/>
                    </a:lnTo>
                    <a:lnTo>
                      <a:pt x="19" y="17962"/>
                    </a:lnTo>
                    <a:lnTo>
                      <a:pt x="95" y="18832"/>
                    </a:lnTo>
                    <a:lnTo>
                      <a:pt x="189" y="19683"/>
                    </a:lnTo>
                    <a:lnTo>
                      <a:pt x="341" y="20534"/>
                    </a:lnTo>
                    <a:lnTo>
                      <a:pt x="530" y="21366"/>
                    </a:lnTo>
                    <a:lnTo>
                      <a:pt x="776" y="22179"/>
                    </a:lnTo>
                    <a:lnTo>
                      <a:pt x="1040" y="22973"/>
                    </a:lnTo>
                    <a:lnTo>
                      <a:pt x="1343" y="23748"/>
                    </a:lnTo>
                    <a:lnTo>
                      <a:pt x="1683" y="24504"/>
                    </a:lnTo>
                    <a:lnTo>
                      <a:pt x="2061" y="25242"/>
                    </a:lnTo>
                    <a:lnTo>
                      <a:pt x="2477" y="25941"/>
                    </a:lnTo>
                    <a:lnTo>
                      <a:pt x="2912" y="26641"/>
                    </a:lnTo>
                    <a:lnTo>
                      <a:pt x="3404" y="27322"/>
                    </a:lnTo>
                    <a:lnTo>
                      <a:pt x="3895" y="27964"/>
                    </a:lnTo>
                    <a:lnTo>
                      <a:pt x="4444" y="28569"/>
                    </a:lnTo>
                    <a:lnTo>
                      <a:pt x="5011" y="29174"/>
                    </a:lnTo>
                    <a:lnTo>
                      <a:pt x="5597" y="29742"/>
                    </a:lnTo>
                    <a:lnTo>
                      <a:pt x="6221" y="30271"/>
                    </a:lnTo>
                    <a:lnTo>
                      <a:pt x="6864" y="30782"/>
                    </a:lnTo>
                    <a:lnTo>
                      <a:pt x="7525" y="31254"/>
                    </a:lnTo>
                    <a:lnTo>
                      <a:pt x="8225" y="31708"/>
                    </a:lnTo>
                    <a:lnTo>
                      <a:pt x="8944" y="32105"/>
                    </a:lnTo>
                    <a:lnTo>
                      <a:pt x="9681" y="32483"/>
                    </a:lnTo>
                    <a:lnTo>
                      <a:pt x="10437" y="32824"/>
                    </a:lnTo>
                    <a:lnTo>
                      <a:pt x="11212" y="33145"/>
                    </a:lnTo>
                    <a:lnTo>
                      <a:pt x="12006" y="33410"/>
                    </a:lnTo>
                    <a:lnTo>
                      <a:pt x="12820" y="33637"/>
                    </a:lnTo>
                    <a:lnTo>
                      <a:pt x="13651" y="33826"/>
                    </a:lnTo>
                    <a:lnTo>
                      <a:pt x="14483" y="33977"/>
                    </a:lnTo>
                    <a:lnTo>
                      <a:pt x="15334" y="34090"/>
                    </a:lnTo>
                    <a:lnTo>
                      <a:pt x="16204" y="34147"/>
                    </a:lnTo>
                    <a:lnTo>
                      <a:pt x="17093" y="34185"/>
                    </a:lnTo>
                    <a:lnTo>
                      <a:pt x="17962" y="34147"/>
                    </a:lnTo>
                    <a:lnTo>
                      <a:pt x="18832" y="34090"/>
                    </a:lnTo>
                    <a:lnTo>
                      <a:pt x="19683" y="33977"/>
                    </a:lnTo>
                    <a:lnTo>
                      <a:pt x="20534" y="33826"/>
                    </a:lnTo>
                    <a:lnTo>
                      <a:pt x="21347" y="33637"/>
                    </a:lnTo>
                    <a:lnTo>
                      <a:pt x="22160" y="33410"/>
                    </a:lnTo>
                    <a:lnTo>
                      <a:pt x="22954" y="33145"/>
                    </a:lnTo>
                    <a:lnTo>
                      <a:pt x="23729" y="32824"/>
                    </a:lnTo>
                    <a:lnTo>
                      <a:pt x="24485" y="32483"/>
                    </a:lnTo>
                    <a:lnTo>
                      <a:pt x="25223" y="32105"/>
                    </a:lnTo>
                    <a:lnTo>
                      <a:pt x="25941" y="31708"/>
                    </a:lnTo>
                    <a:lnTo>
                      <a:pt x="26641" y="31254"/>
                    </a:lnTo>
                    <a:lnTo>
                      <a:pt x="27303" y="30782"/>
                    </a:lnTo>
                    <a:lnTo>
                      <a:pt x="27945" y="30271"/>
                    </a:lnTo>
                    <a:lnTo>
                      <a:pt x="28569" y="29742"/>
                    </a:lnTo>
                    <a:lnTo>
                      <a:pt x="29174" y="29174"/>
                    </a:lnTo>
                    <a:lnTo>
                      <a:pt x="29723" y="28569"/>
                    </a:lnTo>
                    <a:lnTo>
                      <a:pt x="30271" y="27964"/>
                    </a:lnTo>
                    <a:lnTo>
                      <a:pt x="30781" y="27322"/>
                    </a:lnTo>
                    <a:lnTo>
                      <a:pt x="31254" y="26641"/>
                    </a:lnTo>
                    <a:lnTo>
                      <a:pt x="31689" y="25941"/>
                    </a:lnTo>
                    <a:lnTo>
                      <a:pt x="32105" y="25242"/>
                    </a:lnTo>
                    <a:lnTo>
                      <a:pt x="32483" y="24504"/>
                    </a:lnTo>
                    <a:lnTo>
                      <a:pt x="32823" y="23748"/>
                    </a:lnTo>
                    <a:lnTo>
                      <a:pt x="33126" y="22973"/>
                    </a:lnTo>
                    <a:lnTo>
                      <a:pt x="33410" y="22179"/>
                    </a:lnTo>
                    <a:lnTo>
                      <a:pt x="33636" y="21366"/>
                    </a:lnTo>
                    <a:lnTo>
                      <a:pt x="33826" y="20534"/>
                    </a:lnTo>
                    <a:lnTo>
                      <a:pt x="33977" y="19683"/>
                    </a:lnTo>
                    <a:lnTo>
                      <a:pt x="34090" y="18832"/>
                    </a:lnTo>
                    <a:lnTo>
                      <a:pt x="34147" y="17962"/>
                    </a:lnTo>
                    <a:lnTo>
                      <a:pt x="34166" y="17093"/>
                    </a:lnTo>
                    <a:lnTo>
                      <a:pt x="34147" y="16204"/>
                    </a:lnTo>
                    <a:lnTo>
                      <a:pt x="34090" y="15334"/>
                    </a:lnTo>
                    <a:lnTo>
                      <a:pt x="33977" y="14483"/>
                    </a:lnTo>
                    <a:lnTo>
                      <a:pt x="33826" y="13652"/>
                    </a:lnTo>
                    <a:lnTo>
                      <a:pt x="33636" y="12820"/>
                    </a:lnTo>
                    <a:lnTo>
                      <a:pt x="33410" y="12007"/>
                    </a:lnTo>
                    <a:lnTo>
                      <a:pt x="33126" y="11213"/>
                    </a:lnTo>
                    <a:lnTo>
                      <a:pt x="32823" y="10437"/>
                    </a:lnTo>
                    <a:lnTo>
                      <a:pt x="32483" y="9681"/>
                    </a:lnTo>
                    <a:lnTo>
                      <a:pt x="32105" y="8944"/>
                    </a:lnTo>
                    <a:lnTo>
                      <a:pt x="31689" y="8225"/>
                    </a:lnTo>
                    <a:lnTo>
                      <a:pt x="31254" y="7544"/>
                    </a:lnTo>
                    <a:lnTo>
                      <a:pt x="30781" y="6864"/>
                    </a:lnTo>
                    <a:lnTo>
                      <a:pt x="30271" y="6221"/>
                    </a:lnTo>
                    <a:lnTo>
                      <a:pt x="29723" y="5597"/>
                    </a:lnTo>
                    <a:lnTo>
                      <a:pt x="29174" y="5011"/>
                    </a:lnTo>
                    <a:lnTo>
                      <a:pt x="28569" y="4444"/>
                    </a:lnTo>
                    <a:lnTo>
                      <a:pt x="27945" y="3914"/>
                    </a:lnTo>
                    <a:lnTo>
                      <a:pt x="27303" y="3404"/>
                    </a:lnTo>
                    <a:lnTo>
                      <a:pt x="26641" y="2931"/>
                    </a:lnTo>
                    <a:lnTo>
                      <a:pt x="25941" y="2477"/>
                    </a:lnTo>
                    <a:lnTo>
                      <a:pt x="25223" y="2061"/>
                    </a:lnTo>
                    <a:lnTo>
                      <a:pt x="24485" y="1683"/>
                    </a:lnTo>
                    <a:lnTo>
                      <a:pt x="23729" y="1343"/>
                    </a:lnTo>
                    <a:lnTo>
                      <a:pt x="22954" y="1040"/>
                    </a:lnTo>
                    <a:lnTo>
                      <a:pt x="22160" y="776"/>
                    </a:lnTo>
                    <a:lnTo>
                      <a:pt x="21347" y="549"/>
                    </a:lnTo>
                    <a:lnTo>
                      <a:pt x="20534" y="360"/>
                    </a:lnTo>
                    <a:lnTo>
                      <a:pt x="19683" y="208"/>
                    </a:lnTo>
                    <a:lnTo>
                      <a:pt x="18832" y="95"/>
                    </a:lnTo>
                    <a:lnTo>
                      <a:pt x="17962" y="19"/>
                    </a:lnTo>
                    <a:lnTo>
                      <a:pt x="170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5" name="Google Shape;3515;p51"/>
              <p:cNvSpPr/>
              <p:nvPr/>
            </p:nvSpPr>
            <p:spPr>
              <a:xfrm>
                <a:off x="1875050" y="-1734150"/>
                <a:ext cx="619725" cy="619700"/>
              </a:xfrm>
              <a:custGeom>
                <a:avLst/>
                <a:gdLst/>
                <a:ahLst/>
                <a:cxnLst/>
                <a:rect l="l" t="t" r="r" b="b"/>
                <a:pathLst>
                  <a:path w="24789" h="24788" extrusionOk="0">
                    <a:moveTo>
                      <a:pt x="12404" y="0"/>
                    </a:moveTo>
                    <a:lnTo>
                      <a:pt x="11761" y="19"/>
                    </a:lnTo>
                    <a:lnTo>
                      <a:pt x="11137" y="76"/>
                    </a:lnTo>
                    <a:lnTo>
                      <a:pt x="10513" y="151"/>
                    </a:lnTo>
                    <a:lnTo>
                      <a:pt x="9889" y="265"/>
                    </a:lnTo>
                    <a:lnTo>
                      <a:pt x="9303" y="397"/>
                    </a:lnTo>
                    <a:lnTo>
                      <a:pt x="8717" y="567"/>
                    </a:lnTo>
                    <a:lnTo>
                      <a:pt x="8131" y="756"/>
                    </a:lnTo>
                    <a:lnTo>
                      <a:pt x="7564" y="983"/>
                    </a:lnTo>
                    <a:lnTo>
                      <a:pt x="7015" y="1229"/>
                    </a:lnTo>
                    <a:lnTo>
                      <a:pt x="6486" y="1513"/>
                    </a:lnTo>
                    <a:lnTo>
                      <a:pt x="5975" y="1796"/>
                    </a:lnTo>
                    <a:lnTo>
                      <a:pt x="5465" y="2118"/>
                    </a:lnTo>
                    <a:lnTo>
                      <a:pt x="4973" y="2477"/>
                    </a:lnTo>
                    <a:lnTo>
                      <a:pt x="4520" y="2836"/>
                    </a:lnTo>
                    <a:lnTo>
                      <a:pt x="4066" y="3233"/>
                    </a:lnTo>
                    <a:lnTo>
                      <a:pt x="3631" y="3630"/>
                    </a:lnTo>
                    <a:lnTo>
                      <a:pt x="3215" y="4065"/>
                    </a:lnTo>
                    <a:lnTo>
                      <a:pt x="2837" y="4519"/>
                    </a:lnTo>
                    <a:lnTo>
                      <a:pt x="2459" y="4992"/>
                    </a:lnTo>
                    <a:lnTo>
                      <a:pt x="2118" y="5464"/>
                    </a:lnTo>
                    <a:lnTo>
                      <a:pt x="1797" y="5975"/>
                    </a:lnTo>
                    <a:lnTo>
                      <a:pt x="1494" y="6485"/>
                    </a:lnTo>
                    <a:lnTo>
                      <a:pt x="1230" y="7034"/>
                    </a:lnTo>
                    <a:lnTo>
                      <a:pt x="984" y="7582"/>
                    </a:lnTo>
                    <a:lnTo>
                      <a:pt x="757" y="8149"/>
                    </a:lnTo>
                    <a:lnTo>
                      <a:pt x="568" y="8716"/>
                    </a:lnTo>
                    <a:lnTo>
                      <a:pt x="398" y="9303"/>
                    </a:lnTo>
                    <a:lnTo>
                      <a:pt x="246" y="9908"/>
                    </a:lnTo>
                    <a:lnTo>
                      <a:pt x="152" y="10513"/>
                    </a:lnTo>
                    <a:lnTo>
                      <a:pt x="57" y="11137"/>
                    </a:lnTo>
                    <a:lnTo>
                      <a:pt x="20" y="11761"/>
                    </a:lnTo>
                    <a:lnTo>
                      <a:pt x="1" y="12403"/>
                    </a:lnTo>
                    <a:lnTo>
                      <a:pt x="20" y="13046"/>
                    </a:lnTo>
                    <a:lnTo>
                      <a:pt x="57" y="13670"/>
                    </a:lnTo>
                    <a:lnTo>
                      <a:pt x="152" y="14294"/>
                    </a:lnTo>
                    <a:lnTo>
                      <a:pt x="246" y="14899"/>
                    </a:lnTo>
                    <a:lnTo>
                      <a:pt x="398" y="15504"/>
                    </a:lnTo>
                    <a:lnTo>
                      <a:pt x="568" y="16090"/>
                    </a:lnTo>
                    <a:lnTo>
                      <a:pt x="757" y="16658"/>
                    </a:lnTo>
                    <a:lnTo>
                      <a:pt x="984" y="17225"/>
                    </a:lnTo>
                    <a:lnTo>
                      <a:pt x="1230" y="17773"/>
                    </a:lnTo>
                    <a:lnTo>
                      <a:pt x="1494" y="18302"/>
                    </a:lnTo>
                    <a:lnTo>
                      <a:pt x="1797" y="18832"/>
                    </a:lnTo>
                    <a:lnTo>
                      <a:pt x="2118" y="19323"/>
                    </a:lnTo>
                    <a:lnTo>
                      <a:pt x="2459" y="19815"/>
                    </a:lnTo>
                    <a:lnTo>
                      <a:pt x="2837" y="20288"/>
                    </a:lnTo>
                    <a:lnTo>
                      <a:pt x="3215" y="20742"/>
                    </a:lnTo>
                    <a:lnTo>
                      <a:pt x="3631" y="21157"/>
                    </a:lnTo>
                    <a:lnTo>
                      <a:pt x="4066" y="21573"/>
                    </a:lnTo>
                    <a:lnTo>
                      <a:pt x="4520" y="21971"/>
                    </a:lnTo>
                    <a:lnTo>
                      <a:pt x="4973" y="22330"/>
                    </a:lnTo>
                    <a:lnTo>
                      <a:pt x="5465" y="22670"/>
                    </a:lnTo>
                    <a:lnTo>
                      <a:pt x="5975" y="22991"/>
                    </a:lnTo>
                    <a:lnTo>
                      <a:pt x="6486" y="23294"/>
                    </a:lnTo>
                    <a:lnTo>
                      <a:pt x="7015" y="23578"/>
                    </a:lnTo>
                    <a:lnTo>
                      <a:pt x="7564" y="23823"/>
                    </a:lnTo>
                    <a:lnTo>
                      <a:pt x="8131" y="24050"/>
                    </a:lnTo>
                    <a:lnTo>
                      <a:pt x="8717" y="24239"/>
                    </a:lnTo>
                    <a:lnTo>
                      <a:pt x="9303" y="24410"/>
                    </a:lnTo>
                    <a:lnTo>
                      <a:pt x="9889" y="24542"/>
                    </a:lnTo>
                    <a:lnTo>
                      <a:pt x="10513" y="24655"/>
                    </a:lnTo>
                    <a:lnTo>
                      <a:pt x="11137" y="24731"/>
                    </a:lnTo>
                    <a:lnTo>
                      <a:pt x="11761" y="24788"/>
                    </a:lnTo>
                    <a:lnTo>
                      <a:pt x="13028" y="24788"/>
                    </a:lnTo>
                    <a:lnTo>
                      <a:pt x="13671" y="24731"/>
                    </a:lnTo>
                    <a:lnTo>
                      <a:pt x="14276" y="24655"/>
                    </a:lnTo>
                    <a:lnTo>
                      <a:pt x="14900" y="24542"/>
                    </a:lnTo>
                    <a:lnTo>
                      <a:pt x="15486" y="24410"/>
                    </a:lnTo>
                    <a:lnTo>
                      <a:pt x="16072" y="24239"/>
                    </a:lnTo>
                    <a:lnTo>
                      <a:pt x="16658" y="24050"/>
                    </a:lnTo>
                    <a:lnTo>
                      <a:pt x="17225" y="23823"/>
                    </a:lnTo>
                    <a:lnTo>
                      <a:pt x="17774" y="23578"/>
                    </a:lnTo>
                    <a:lnTo>
                      <a:pt x="18303" y="23294"/>
                    </a:lnTo>
                    <a:lnTo>
                      <a:pt x="18813" y="22991"/>
                    </a:lnTo>
                    <a:lnTo>
                      <a:pt x="19324" y="22670"/>
                    </a:lnTo>
                    <a:lnTo>
                      <a:pt x="19816" y="22330"/>
                    </a:lnTo>
                    <a:lnTo>
                      <a:pt x="20288" y="21971"/>
                    </a:lnTo>
                    <a:lnTo>
                      <a:pt x="20723" y="21573"/>
                    </a:lnTo>
                    <a:lnTo>
                      <a:pt x="21158" y="21157"/>
                    </a:lnTo>
                    <a:lnTo>
                      <a:pt x="21574" y="20742"/>
                    </a:lnTo>
                    <a:lnTo>
                      <a:pt x="21952" y="20288"/>
                    </a:lnTo>
                    <a:lnTo>
                      <a:pt x="22330" y="19815"/>
                    </a:lnTo>
                    <a:lnTo>
                      <a:pt x="22671" y="19323"/>
                    </a:lnTo>
                    <a:lnTo>
                      <a:pt x="22992" y="18832"/>
                    </a:lnTo>
                    <a:lnTo>
                      <a:pt x="23294" y="18302"/>
                    </a:lnTo>
                    <a:lnTo>
                      <a:pt x="23559" y="17773"/>
                    </a:lnTo>
                    <a:lnTo>
                      <a:pt x="23824" y="17225"/>
                    </a:lnTo>
                    <a:lnTo>
                      <a:pt x="24032" y="16658"/>
                    </a:lnTo>
                    <a:lnTo>
                      <a:pt x="24240" y="16090"/>
                    </a:lnTo>
                    <a:lnTo>
                      <a:pt x="24391" y="15504"/>
                    </a:lnTo>
                    <a:lnTo>
                      <a:pt x="24542" y="14899"/>
                    </a:lnTo>
                    <a:lnTo>
                      <a:pt x="24656" y="14294"/>
                    </a:lnTo>
                    <a:lnTo>
                      <a:pt x="24731" y="13670"/>
                    </a:lnTo>
                    <a:lnTo>
                      <a:pt x="24769" y="13046"/>
                    </a:lnTo>
                    <a:lnTo>
                      <a:pt x="24788" y="12403"/>
                    </a:lnTo>
                    <a:lnTo>
                      <a:pt x="24769" y="11761"/>
                    </a:lnTo>
                    <a:lnTo>
                      <a:pt x="24731" y="11137"/>
                    </a:lnTo>
                    <a:lnTo>
                      <a:pt x="24656" y="10513"/>
                    </a:lnTo>
                    <a:lnTo>
                      <a:pt x="24542" y="9908"/>
                    </a:lnTo>
                    <a:lnTo>
                      <a:pt x="24391" y="9303"/>
                    </a:lnTo>
                    <a:lnTo>
                      <a:pt x="24240" y="8716"/>
                    </a:lnTo>
                    <a:lnTo>
                      <a:pt x="24032" y="8149"/>
                    </a:lnTo>
                    <a:lnTo>
                      <a:pt x="23824" y="7582"/>
                    </a:lnTo>
                    <a:lnTo>
                      <a:pt x="23559" y="7034"/>
                    </a:lnTo>
                    <a:lnTo>
                      <a:pt x="23294" y="6485"/>
                    </a:lnTo>
                    <a:lnTo>
                      <a:pt x="22992" y="5975"/>
                    </a:lnTo>
                    <a:lnTo>
                      <a:pt x="22671" y="5464"/>
                    </a:lnTo>
                    <a:lnTo>
                      <a:pt x="22330" y="4992"/>
                    </a:lnTo>
                    <a:lnTo>
                      <a:pt x="21952" y="4519"/>
                    </a:lnTo>
                    <a:lnTo>
                      <a:pt x="21574" y="4065"/>
                    </a:lnTo>
                    <a:lnTo>
                      <a:pt x="21158" y="3630"/>
                    </a:lnTo>
                    <a:lnTo>
                      <a:pt x="20723" y="3233"/>
                    </a:lnTo>
                    <a:lnTo>
                      <a:pt x="20288" y="2836"/>
                    </a:lnTo>
                    <a:lnTo>
                      <a:pt x="19816" y="2477"/>
                    </a:lnTo>
                    <a:lnTo>
                      <a:pt x="19324" y="2118"/>
                    </a:lnTo>
                    <a:lnTo>
                      <a:pt x="18813" y="1796"/>
                    </a:lnTo>
                    <a:lnTo>
                      <a:pt x="18303" y="1513"/>
                    </a:lnTo>
                    <a:lnTo>
                      <a:pt x="17774" y="1229"/>
                    </a:lnTo>
                    <a:lnTo>
                      <a:pt x="17225" y="983"/>
                    </a:lnTo>
                    <a:lnTo>
                      <a:pt x="16658" y="756"/>
                    </a:lnTo>
                    <a:lnTo>
                      <a:pt x="16072" y="567"/>
                    </a:lnTo>
                    <a:lnTo>
                      <a:pt x="15486" y="397"/>
                    </a:lnTo>
                    <a:lnTo>
                      <a:pt x="14900" y="265"/>
                    </a:lnTo>
                    <a:lnTo>
                      <a:pt x="14276" y="151"/>
                    </a:lnTo>
                    <a:lnTo>
                      <a:pt x="13671" y="76"/>
                    </a:lnTo>
                    <a:lnTo>
                      <a:pt x="13028" y="19"/>
                    </a:lnTo>
                    <a:lnTo>
                      <a:pt x="1240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6" name="Google Shape;3516;p51"/>
              <p:cNvSpPr/>
              <p:nvPr/>
            </p:nvSpPr>
            <p:spPr>
              <a:xfrm>
                <a:off x="1974325" y="-1634425"/>
                <a:ext cx="421175" cy="420725"/>
              </a:xfrm>
              <a:custGeom>
                <a:avLst/>
                <a:gdLst/>
                <a:ahLst/>
                <a:cxnLst/>
                <a:rect l="l" t="t" r="r" b="b"/>
                <a:pathLst>
                  <a:path w="16847" h="16829" extrusionOk="0">
                    <a:moveTo>
                      <a:pt x="7998" y="1"/>
                    </a:moveTo>
                    <a:lnTo>
                      <a:pt x="7563" y="38"/>
                    </a:lnTo>
                    <a:lnTo>
                      <a:pt x="7147" y="95"/>
                    </a:lnTo>
                    <a:lnTo>
                      <a:pt x="6731" y="171"/>
                    </a:lnTo>
                    <a:lnTo>
                      <a:pt x="6315" y="265"/>
                    </a:lnTo>
                    <a:lnTo>
                      <a:pt x="5918" y="379"/>
                    </a:lnTo>
                    <a:lnTo>
                      <a:pt x="5521" y="511"/>
                    </a:lnTo>
                    <a:lnTo>
                      <a:pt x="5143" y="662"/>
                    </a:lnTo>
                    <a:lnTo>
                      <a:pt x="4765" y="814"/>
                    </a:lnTo>
                    <a:lnTo>
                      <a:pt x="4406" y="1003"/>
                    </a:lnTo>
                    <a:lnTo>
                      <a:pt x="4065" y="1211"/>
                    </a:lnTo>
                    <a:lnTo>
                      <a:pt x="3725" y="1438"/>
                    </a:lnTo>
                    <a:lnTo>
                      <a:pt x="3385" y="1664"/>
                    </a:lnTo>
                    <a:lnTo>
                      <a:pt x="3063" y="1910"/>
                    </a:lnTo>
                    <a:lnTo>
                      <a:pt x="2761" y="2175"/>
                    </a:lnTo>
                    <a:lnTo>
                      <a:pt x="2477" y="2459"/>
                    </a:lnTo>
                    <a:lnTo>
                      <a:pt x="2193" y="2742"/>
                    </a:lnTo>
                    <a:lnTo>
                      <a:pt x="1929" y="3064"/>
                    </a:lnTo>
                    <a:lnTo>
                      <a:pt x="1683" y="3366"/>
                    </a:lnTo>
                    <a:lnTo>
                      <a:pt x="1437" y="3706"/>
                    </a:lnTo>
                    <a:lnTo>
                      <a:pt x="1229" y="4047"/>
                    </a:lnTo>
                    <a:lnTo>
                      <a:pt x="1021" y="4406"/>
                    </a:lnTo>
                    <a:lnTo>
                      <a:pt x="832" y="4765"/>
                    </a:lnTo>
                    <a:lnTo>
                      <a:pt x="662" y="5143"/>
                    </a:lnTo>
                    <a:lnTo>
                      <a:pt x="511" y="5522"/>
                    </a:lnTo>
                    <a:lnTo>
                      <a:pt x="378" y="5900"/>
                    </a:lnTo>
                    <a:lnTo>
                      <a:pt x="265" y="6316"/>
                    </a:lnTo>
                    <a:lnTo>
                      <a:pt x="170" y="6713"/>
                    </a:lnTo>
                    <a:lnTo>
                      <a:pt x="95" y="7129"/>
                    </a:lnTo>
                    <a:lnTo>
                      <a:pt x="38" y="7545"/>
                    </a:lnTo>
                    <a:lnTo>
                      <a:pt x="19" y="7980"/>
                    </a:lnTo>
                    <a:lnTo>
                      <a:pt x="0" y="8414"/>
                    </a:lnTo>
                    <a:lnTo>
                      <a:pt x="19" y="8849"/>
                    </a:lnTo>
                    <a:lnTo>
                      <a:pt x="38" y="9265"/>
                    </a:lnTo>
                    <a:lnTo>
                      <a:pt x="95" y="9700"/>
                    </a:lnTo>
                    <a:lnTo>
                      <a:pt x="170" y="10116"/>
                    </a:lnTo>
                    <a:lnTo>
                      <a:pt x="265" y="10513"/>
                    </a:lnTo>
                    <a:lnTo>
                      <a:pt x="378" y="10910"/>
                    </a:lnTo>
                    <a:lnTo>
                      <a:pt x="511" y="11307"/>
                    </a:lnTo>
                    <a:lnTo>
                      <a:pt x="662" y="11685"/>
                    </a:lnTo>
                    <a:lnTo>
                      <a:pt x="832" y="12064"/>
                    </a:lnTo>
                    <a:lnTo>
                      <a:pt x="1021" y="12423"/>
                    </a:lnTo>
                    <a:lnTo>
                      <a:pt x="1229" y="12782"/>
                    </a:lnTo>
                    <a:lnTo>
                      <a:pt x="1437" y="13122"/>
                    </a:lnTo>
                    <a:lnTo>
                      <a:pt x="1683" y="13444"/>
                    </a:lnTo>
                    <a:lnTo>
                      <a:pt x="1929" y="13765"/>
                    </a:lnTo>
                    <a:lnTo>
                      <a:pt x="2193" y="14068"/>
                    </a:lnTo>
                    <a:lnTo>
                      <a:pt x="2477" y="14370"/>
                    </a:lnTo>
                    <a:lnTo>
                      <a:pt x="2761" y="14654"/>
                    </a:lnTo>
                    <a:lnTo>
                      <a:pt x="3063" y="14919"/>
                    </a:lnTo>
                    <a:lnTo>
                      <a:pt x="3385" y="15164"/>
                    </a:lnTo>
                    <a:lnTo>
                      <a:pt x="3725" y="15391"/>
                    </a:lnTo>
                    <a:lnTo>
                      <a:pt x="4065" y="15618"/>
                    </a:lnTo>
                    <a:lnTo>
                      <a:pt x="4406" y="15826"/>
                    </a:lnTo>
                    <a:lnTo>
                      <a:pt x="4765" y="15996"/>
                    </a:lnTo>
                    <a:lnTo>
                      <a:pt x="5143" y="16166"/>
                    </a:lnTo>
                    <a:lnTo>
                      <a:pt x="5521" y="16318"/>
                    </a:lnTo>
                    <a:lnTo>
                      <a:pt x="5918" y="16450"/>
                    </a:lnTo>
                    <a:lnTo>
                      <a:pt x="6315" y="16563"/>
                    </a:lnTo>
                    <a:lnTo>
                      <a:pt x="6731" y="16658"/>
                    </a:lnTo>
                    <a:lnTo>
                      <a:pt x="7147" y="16734"/>
                    </a:lnTo>
                    <a:lnTo>
                      <a:pt x="7563" y="16790"/>
                    </a:lnTo>
                    <a:lnTo>
                      <a:pt x="7998" y="16828"/>
                    </a:lnTo>
                    <a:lnTo>
                      <a:pt x="8849" y="16828"/>
                    </a:lnTo>
                    <a:lnTo>
                      <a:pt x="9284" y="16790"/>
                    </a:lnTo>
                    <a:lnTo>
                      <a:pt x="9700" y="16734"/>
                    </a:lnTo>
                    <a:lnTo>
                      <a:pt x="10116" y="16658"/>
                    </a:lnTo>
                    <a:lnTo>
                      <a:pt x="10532" y="16563"/>
                    </a:lnTo>
                    <a:lnTo>
                      <a:pt x="10929" y="16450"/>
                    </a:lnTo>
                    <a:lnTo>
                      <a:pt x="11326" y="16318"/>
                    </a:lnTo>
                    <a:lnTo>
                      <a:pt x="11704" y="16166"/>
                    </a:lnTo>
                    <a:lnTo>
                      <a:pt x="12082" y="15996"/>
                    </a:lnTo>
                    <a:lnTo>
                      <a:pt x="12441" y="15826"/>
                    </a:lnTo>
                    <a:lnTo>
                      <a:pt x="12800" y="15618"/>
                    </a:lnTo>
                    <a:lnTo>
                      <a:pt x="13141" y="15391"/>
                    </a:lnTo>
                    <a:lnTo>
                      <a:pt x="13462" y="15164"/>
                    </a:lnTo>
                    <a:lnTo>
                      <a:pt x="13784" y="14919"/>
                    </a:lnTo>
                    <a:lnTo>
                      <a:pt x="14086" y="14654"/>
                    </a:lnTo>
                    <a:lnTo>
                      <a:pt x="14389" y="14370"/>
                    </a:lnTo>
                    <a:lnTo>
                      <a:pt x="14653" y="14068"/>
                    </a:lnTo>
                    <a:lnTo>
                      <a:pt x="14918" y="13765"/>
                    </a:lnTo>
                    <a:lnTo>
                      <a:pt x="15183" y="13444"/>
                    </a:lnTo>
                    <a:lnTo>
                      <a:pt x="15410" y="13122"/>
                    </a:lnTo>
                    <a:lnTo>
                      <a:pt x="15637" y="12782"/>
                    </a:lnTo>
                    <a:lnTo>
                      <a:pt x="15826" y="12423"/>
                    </a:lnTo>
                    <a:lnTo>
                      <a:pt x="16015" y="12064"/>
                    </a:lnTo>
                    <a:lnTo>
                      <a:pt x="16185" y="11685"/>
                    </a:lnTo>
                    <a:lnTo>
                      <a:pt x="16336" y="11307"/>
                    </a:lnTo>
                    <a:lnTo>
                      <a:pt x="16468" y="10910"/>
                    </a:lnTo>
                    <a:lnTo>
                      <a:pt x="16582" y="10513"/>
                    </a:lnTo>
                    <a:lnTo>
                      <a:pt x="16676" y="10116"/>
                    </a:lnTo>
                    <a:lnTo>
                      <a:pt x="16752" y="9700"/>
                    </a:lnTo>
                    <a:lnTo>
                      <a:pt x="16809" y="9265"/>
                    </a:lnTo>
                    <a:lnTo>
                      <a:pt x="16828" y="8849"/>
                    </a:lnTo>
                    <a:lnTo>
                      <a:pt x="16847" y="8414"/>
                    </a:lnTo>
                    <a:lnTo>
                      <a:pt x="16828" y="7980"/>
                    </a:lnTo>
                    <a:lnTo>
                      <a:pt x="16809" y="7545"/>
                    </a:lnTo>
                    <a:lnTo>
                      <a:pt x="16752" y="7129"/>
                    </a:lnTo>
                    <a:lnTo>
                      <a:pt x="16676" y="6713"/>
                    </a:lnTo>
                    <a:lnTo>
                      <a:pt x="16582" y="6316"/>
                    </a:lnTo>
                    <a:lnTo>
                      <a:pt x="16468" y="5900"/>
                    </a:lnTo>
                    <a:lnTo>
                      <a:pt x="16336" y="5522"/>
                    </a:lnTo>
                    <a:lnTo>
                      <a:pt x="16185" y="5143"/>
                    </a:lnTo>
                    <a:lnTo>
                      <a:pt x="16015" y="4765"/>
                    </a:lnTo>
                    <a:lnTo>
                      <a:pt x="15826" y="4406"/>
                    </a:lnTo>
                    <a:lnTo>
                      <a:pt x="15637" y="4047"/>
                    </a:lnTo>
                    <a:lnTo>
                      <a:pt x="15410" y="3706"/>
                    </a:lnTo>
                    <a:lnTo>
                      <a:pt x="15183" y="3366"/>
                    </a:lnTo>
                    <a:lnTo>
                      <a:pt x="14918" y="3064"/>
                    </a:lnTo>
                    <a:lnTo>
                      <a:pt x="14653" y="2742"/>
                    </a:lnTo>
                    <a:lnTo>
                      <a:pt x="14389" y="2459"/>
                    </a:lnTo>
                    <a:lnTo>
                      <a:pt x="14086" y="2175"/>
                    </a:lnTo>
                    <a:lnTo>
                      <a:pt x="13784" y="1910"/>
                    </a:lnTo>
                    <a:lnTo>
                      <a:pt x="13462" y="1664"/>
                    </a:lnTo>
                    <a:lnTo>
                      <a:pt x="13141" y="1438"/>
                    </a:lnTo>
                    <a:lnTo>
                      <a:pt x="12800" y="1211"/>
                    </a:lnTo>
                    <a:lnTo>
                      <a:pt x="12441" y="1003"/>
                    </a:lnTo>
                    <a:lnTo>
                      <a:pt x="12082" y="814"/>
                    </a:lnTo>
                    <a:lnTo>
                      <a:pt x="11704" y="662"/>
                    </a:lnTo>
                    <a:lnTo>
                      <a:pt x="11326" y="511"/>
                    </a:lnTo>
                    <a:lnTo>
                      <a:pt x="10929" y="379"/>
                    </a:lnTo>
                    <a:lnTo>
                      <a:pt x="10532" y="265"/>
                    </a:lnTo>
                    <a:lnTo>
                      <a:pt x="10116" y="171"/>
                    </a:lnTo>
                    <a:lnTo>
                      <a:pt x="9700" y="95"/>
                    </a:lnTo>
                    <a:lnTo>
                      <a:pt x="9284" y="38"/>
                    </a:lnTo>
                    <a:lnTo>
                      <a:pt x="88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7" name="Google Shape;3517;p51"/>
              <p:cNvSpPr/>
              <p:nvPr/>
            </p:nvSpPr>
            <p:spPr>
              <a:xfrm>
                <a:off x="2074050" y="-1535150"/>
                <a:ext cx="221725" cy="222175"/>
              </a:xfrm>
              <a:custGeom>
                <a:avLst/>
                <a:gdLst/>
                <a:ahLst/>
                <a:cxnLst/>
                <a:rect l="l" t="t" r="r" b="b"/>
                <a:pathLst>
                  <a:path w="8869" h="8887" extrusionOk="0">
                    <a:moveTo>
                      <a:pt x="4444" y="0"/>
                    </a:moveTo>
                    <a:lnTo>
                      <a:pt x="4198" y="19"/>
                    </a:lnTo>
                    <a:lnTo>
                      <a:pt x="3990" y="19"/>
                    </a:lnTo>
                    <a:lnTo>
                      <a:pt x="3536" y="95"/>
                    </a:lnTo>
                    <a:lnTo>
                      <a:pt x="3120" y="208"/>
                    </a:lnTo>
                    <a:lnTo>
                      <a:pt x="2704" y="359"/>
                    </a:lnTo>
                    <a:lnTo>
                      <a:pt x="2326" y="548"/>
                    </a:lnTo>
                    <a:lnTo>
                      <a:pt x="1948" y="756"/>
                    </a:lnTo>
                    <a:lnTo>
                      <a:pt x="1608" y="1021"/>
                    </a:lnTo>
                    <a:lnTo>
                      <a:pt x="1305" y="1305"/>
                    </a:lnTo>
                    <a:lnTo>
                      <a:pt x="1003" y="1626"/>
                    </a:lnTo>
                    <a:lnTo>
                      <a:pt x="757" y="1967"/>
                    </a:lnTo>
                    <a:lnTo>
                      <a:pt x="530" y="2326"/>
                    </a:lnTo>
                    <a:lnTo>
                      <a:pt x="341" y="2723"/>
                    </a:lnTo>
                    <a:lnTo>
                      <a:pt x="190" y="3120"/>
                    </a:lnTo>
                    <a:lnTo>
                      <a:pt x="95" y="3555"/>
                    </a:lnTo>
                    <a:lnTo>
                      <a:pt x="20" y="3990"/>
                    </a:lnTo>
                    <a:lnTo>
                      <a:pt x="1" y="4217"/>
                    </a:lnTo>
                    <a:lnTo>
                      <a:pt x="1" y="4443"/>
                    </a:lnTo>
                    <a:lnTo>
                      <a:pt x="1" y="4670"/>
                    </a:lnTo>
                    <a:lnTo>
                      <a:pt x="20" y="4897"/>
                    </a:lnTo>
                    <a:lnTo>
                      <a:pt x="95" y="5332"/>
                    </a:lnTo>
                    <a:lnTo>
                      <a:pt x="190" y="5767"/>
                    </a:lnTo>
                    <a:lnTo>
                      <a:pt x="341" y="6164"/>
                    </a:lnTo>
                    <a:lnTo>
                      <a:pt x="530" y="6561"/>
                    </a:lnTo>
                    <a:lnTo>
                      <a:pt x="757" y="6920"/>
                    </a:lnTo>
                    <a:lnTo>
                      <a:pt x="1003" y="7261"/>
                    </a:lnTo>
                    <a:lnTo>
                      <a:pt x="1305" y="7582"/>
                    </a:lnTo>
                    <a:lnTo>
                      <a:pt x="1608" y="7866"/>
                    </a:lnTo>
                    <a:lnTo>
                      <a:pt x="1948" y="8130"/>
                    </a:lnTo>
                    <a:lnTo>
                      <a:pt x="2326" y="8338"/>
                    </a:lnTo>
                    <a:lnTo>
                      <a:pt x="2704" y="8527"/>
                    </a:lnTo>
                    <a:lnTo>
                      <a:pt x="3120" y="8679"/>
                    </a:lnTo>
                    <a:lnTo>
                      <a:pt x="3536" y="8792"/>
                    </a:lnTo>
                    <a:lnTo>
                      <a:pt x="3990" y="8849"/>
                    </a:lnTo>
                    <a:lnTo>
                      <a:pt x="4198" y="8868"/>
                    </a:lnTo>
                    <a:lnTo>
                      <a:pt x="4444" y="8887"/>
                    </a:lnTo>
                    <a:lnTo>
                      <a:pt x="4671" y="8868"/>
                    </a:lnTo>
                    <a:lnTo>
                      <a:pt x="4898" y="8849"/>
                    </a:lnTo>
                    <a:lnTo>
                      <a:pt x="5333" y="8792"/>
                    </a:lnTo>
                    <a:lnTo>
                      <a:pt x="5748" y="8679"/>
                    </a:lnTo>
                    <a:lnTo>
                      <a:pt x="6164" y="8527"/>
                    </a:lnTo>
                    <a:lnTo>
                      <a:pt x="6543" y="8338"/>
                    </a:lnTo>
                    <a:lnTo>
                      <a:pt x="6921" y="8130"/>
                    </a:lnTo>
                    <a:lnTo>
                      <a:pt x="7261" y="7866"/>
                    </a:lnTo>
                    <a:lnTo>
                      <a:pt x="7582" y="7582"/>
                    </a:lnTo>
                    <a:lnTo>
                      <a:pt x="7866" y="7261"/>
                    </a:lnTo>
                    <a:lnTo>
                      <a:pt x="8112" y="6920"/>
                    </a:lnTo>
                    <a:lnTo>
                      <a:pt x="8339" y="6561"/>
                    </a:lnTo>
                    <a:lnTo>
                      <a:pt x="8528" y="6164"/>
                    </a:lnTo>
                    <a:lnTo>
                      <a:pt x="8679" y="5767"/>
                    </a:lnTo>
                    <a:lnTo>
                      <a:pt x="8793" y="5332"/>
                    </a:lnTo>
                    <a:lnTo>
                      <a:pt x="8849" y="4897"/>
                    </a:lnTo>
                    <a:lnTo>
                      <a:pt x="8868" y="4670"/>
                    </a:lnTo>
                    <a:lnTo>
                      <a:pt x="8868" y="4443"/>
                    </a:lnTo>
                    <a:lnTo>
                      <a:pt x="8868" y="4217"/>
                    </a:lnTo>
                    <a:lnTo>
                      <a:pt x="8849" y="3990"/>
                    </a:lnTo>
                    <a:lnTo>
                      <a:pt x="8793" y="3555"/>
                    </a:lnTo>
                    <a:lnTo>
                      <a:pt x="8679" y="3120"/>
                    </a:lnTo>
                    <a:lnTo>
                      <a:pt x="8528" y="2723"/>
                    </a:lnTo>
                    <a:lnTo>
                      <a:pt x="8339" y="2326"/>
                    </a:lnTo>
                    <a:lnTo>
                      <a:pt x="8112" y="1967"/>
                    </a:lnTo>
                    <a:lnTo>
                      <a:pt x="7866" y="1626"/>
                    </a:lnTo>
                    <a:lnTo>
                      <a:pt x="7582" y="1305"/>
                    </a:lnTo>
                    <a:lnTo>
                      <a:pt x="7261" y="1021"/>
                    </a:lnTo>
                    <a:lnTo>
                      <a:pt x="6921" y="756"/>
                    </a:lnTo>
                    <a:lnTo>
                      <a:pt x="6543" y="548"/>
                    </a:lnTo>
                    <a:lnTo>
                      <a:pt x="6164" y="359"/>
                    </a:lnTo>
                    <a:lnTo>
                      <a:pt x="5748" y="208"/>
                    </a:lnTo>
                    <a:lnTo>
                      <a:pt x="5333" y="95"/>
                    </a:lnTo>
                    <a:lnTo>
                      <a:pt x="4898" y="19"/>
                    </a:lnTo>
                    <a:lnTo>
                      <a:pt x="4671" y="19"/>
                    </a:lnTo>
                    <a:lnTo>
                      <a:pt x="444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8" name="Google Shape;3518;p51"/>
              <p:cNvSpPr/>
              <p:nvPr/>
            </p:nvSpPr>
            <p:spPr>
              <a:xfrm>
                <a:off x="2192700" y="-1659475"/>
                <a:ext cx="515250" cy="237775"/>
              </a:xfrm>
              <a:custGeom>
                <a:avLst/>
                <a:gdLst/>
                <a:ahLst/>
                <a:cxnLst/>
                <a:rect l="l" t="t" r="r" b="b"/>
                <a:pathLst>
                  <a:path w="20610" h="9511" extrusionOk="0">
                    <a:moveTo>
                      <a:pt x="19815" y="1"/>
                    </a:moveTo>
                    <a:lnTo>
                      <a:pt x="0" y="9114"/>
                    </a:lnTo>
                    <a:lnTo>
                      <a:pt x="152" y="9511"/>
                    </a:lnTo>
                    <a:lnTo>
                      <a:pt x="20609" y="1040"/>
                    </a:lnTo>
                    <a:lnTo>
                      <a:pt x="19815" y="1"/>
                    </a:lnTo>
                    <a:close/>
                  </a:path>
                </a:pathLst>
              </a:custGeom>
              <a:gradFill>
                <a:gsLst>
                  <a:gs pos="0">
                    <a:srgbClr val="575757"/>
                  </a:gs>
                  <a:gs pos="100000">
                    <a:srgbClr val="16161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9" name="Google Shape;3519;p51"/>
              <p:cNvSpPr/>
              <p:nvPr/>
            </p:nvSpPr>
            <p:spPr>
              <a:xfrm>
                <a:off x="2620475" y="-1822550"/>
                <a:ext cx="312475" cy="245350"/>
              </a:xfrm>
              <a:custGeom>
                <a:avLst/>
                <a:gdLst/>
                <a:ahLst/>
                <a:cxnLst/>
                <a:rect l="l" t="t" r="r" b="b"/>
                <a:pathLst>
                  <a:path w="12499" h="9814" extrusionOk="0">
                    <a:moveTo>
                      <a:pt x="8509" y="1"/>
                    </a:moveTo>
                    <a:lnTo>
                      <a:pt x="1078" y="4803"/>
                    </a:lnTo>
                    <a:lnTo>
                      <a:pt x="0" y="8358"/>
                    </a:lnTo>
                    <a:lnTo>
                      <a:pt x="3820" y="9813"/>
                    </a:lnTo>
                    <a:lnTo>
                      <a:pt x="12498" y="5862"/>
                    </a:lnTo>
                    <a:lnTo>
                      <a:pt x="8376" y="4160"/>
                    </a:lnTo>
                    <a:lnTo>
                      <a:pt x="8509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0B9"/>
                  </a:gs>
                  <a:gs pos="100000">
                    <a:srgbClr val="F9D03C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20" name="Google Shape;3520;p51"/>
          <p:cNvGrpSpPr/>
          <p:nvPr/>
        </p:nvGrpSpPr>
        <p:grpSpPr>
          <a:xfrm>
            <a:off x="1036991" y="184496"/>
            <a:ext cx="611648" cy="365223"/>
            <a:chOff x="4504125" y="1762525"/>
            <a:chExt cx="985575" cy="588500"/>
          </a:xfrm>
        </p:grpSpPr>
        <p:sp>
          <p:nvSpPr>
            <p:cNvPr id="3521" name="Google Shape;3521;p51"/>
            <p:cNvSpPr/>
            <p:nvPr/>
          </p:nvSpPr>
          <p:spPr>
            <a:xfrm>
              <a:off x="4691775" y="2150600"/>
              <a:ext cx="87950" cy="105425"/>
            </a:xfrm>
            <a:custGeom>
              <a:avLst/>
              <a:gdLst/>
              <a:ahLst/>
              <a:cxnLst/>
              <a:rect l="l" t="t" r="r" b="b"/>
              <a:pathLst>
                <a:path w="3518" h="4217" extrusionOk="0">
                  <a:moveTo>
                    <a:pt x="1910" y="0"/>
                  </a:moveTo>
                  <a:lnTo>
                    <a:pt x="1" y="4216"/>
                  </a:lnTo>
                  <a:lnTo>
                    <a:pt x="3517" y="1607"/>
                  </a:lnTo>
                  <a:lnTo>
                    <a:pt x="3498" y="1569"/>
                  </a:lnTo>
                  <a:lnTo>
                    <a:pt x="191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51"/>
            <p:cNvSpPr/>
            <p:nvPr/>
          </p:nvSpPr>
          <p:spPr>
            <a:xfrm>
              <a:off x="4504125" y="1762525"/>
              <a:ext cx="985575" cy="310100"/>
            </a:xfrm>
            <a:custGeom>
              <a:avLst/>
              <a:gdLst/>
              <a:ahLst/>
              <a:cxnLst/>
              <a:rect l="l" t="t" r="r" b="b"/>
              <a:pathLst>
                <a:path w="39423" h="12404" extrusionOk="0">
                  <a:moveTo>
                    <a:pt x="39422" y="0"/>
                  </a:moveTo>
                  <a:lnTo>
                    <a:pt x="0" y="4859"/>
                  </a:lnTo>
                  <a:lnTo>
                    <a:pt x="6372" y="12403"/>
                  </a:lnTo>
                  <a:lnTo>
                    <a:pt x="39422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EFEFE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51"/>
            <p:cNvSpPr/>
            <p:nvPr/>
          </p:nvSpPr>
          <p:spPr>
            <a:xfrm>
              <a:off x="4663425" y="1762525"/>
              <a:ext cx="826275" cy="588500"/>
            </a:xfrm>
            <a:custGeom>
              <a:avLst/>
              <a:gdLst/>
              <a:ahLst/>
              <a:cxnLst/>
              <a:rect l="l" t="t" r="r" b="b"/>
              <a:pathLst>
                <a:path w="33051" h="235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4632" y="17092"/>
                  </a:lnTo>
                  <a:lnTo>
                    <a:pt x="10513" y="23540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51"/>
            <p:cNvSpPr/>
            <p:nvPr/>
          </p:nvSpPr>
          <p:spPr>
            <a:xfrm>
              <a:off x="4663425" y="1762525"/>
              <a:ext cx="826275" cy="493500"/>
            </a:xfrm>
            <a:custGeom>
              <a:avLst/>
              <a:gdLst/>
              <a:ahLst/>
              <a:cxnLst/>
              <a:rect l="l" t="t" r="r" b="b"/>
              <a:pathLst>
                <a:path w="33051" h="197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1732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5" name="Google Shape;3955;p54"/>
          <p:cNvSpPr/>
          <p:nvPr/>
        </p:nvSpPr>
        <p:spPr>
          <a:xfrm>
            <a:off x="5894863" y="2110487"/>
            <a:ext cx="439416" cy="200667"/>
          </a:xfrm>
          <a:custGeom>
            <a:avLst/>
            <a:gdLst/>
            <a:ahLst/>
            <a:cxnLst/>
            <a:rect l="l" t="t" r="r" b="b"/>
            <a:pathLst>
              <a:path w="34316" h="15671" extrusionOk="0">
                <a:moveTo>
                  <a:pt x="18626" y="0"/>
                </a:moveTo>
                <a:lnTo>
                  <a:pt x="18191" y="38"/>
                </a:lnTo>
                <a:lnTo>
                  <a:pt x="17755" y="76"/>
                </a:lnTo>
                <a:lnTo>
                  <a:pt x="17300" y="152"/>
                </a:lnTo>
                <a:lnTo>
                  <a:pt x="16883" y="228"/>
                </a:lnTo>
                <a:lnTo>
                  <a:pt x="16447" y="322"/>
                </a:lnTo>
                <a:lnTo>
                  <a:pt x="16030" y="436"/>
                </a:lnTo>
                <a:lnTo>
                  <a:pt x="15614" y="569"/>
                </a:lnTo>
                <a:lnTo>
                  <a:pt x="15216" y="701"/>
                </a:lnTo>
                <a:lnTo>
                  <a:pt x="14818" y="872"/>
                </a:lnTo>
                <a:lnTo>
                  <a:pt x="14439" y="1042"/>
                </a:lnTo>
                <a:lnTo>
                  <a:pt x="14060" y="1232"/>
                </a:lnTo>
                <a:lnTo>
                  <a:pt x="13681" y="1440"/>
                </a:lnTo>
                <a:lnTo>
                  <a:pt x="13321" y="1649"/>
                </a:lnTo>
                <a:lnTo>
                  <a:pt x="12961" y="1876"/>
                </a:lnTo>
                <a:lnTo>
                  <a:pt x="12620" y="2123"/>
                </a:lnTo>
                <a:lnTo>
                  <a:pt x="12279" y="2388"/>
                </a:lnTo>
                <a:lnTo>
                  <a:pt x="11957" y="2653"/>
                </a:lnTo>
                <a:lnTo>
                  <a:pt x="11653" y="2937"/>
                </a:lnTo>
                <a:lnTo>
                  <a:pt x="11350" y="3222"/>
                </a:lnTo>
                <a:lnTo>
                  <a:pt x="11047" y="3525"/>
                </a:lnTo>
                <a:lnTo>
                  <a:pt x="10782" y="3847"/>
                </a:lnTo>
                <a:lnTo>
                  <a:pt x="10498" y="4169"/>
                </a:lnTo>
                <a:lnTo>
                  <a:pt x="10251" y="4510"/>
                </a:lnTo>
                <a:lnTo>
                  <a:pt x="10005" y="4851"/>
                </a:lnTo>
                <a:lnTo>
                  <a:pt x="9777" y="5211"/>
                </a:lnTo>
                <a:lnTo>
                  <a:pt x="9569" y="5571"/>
                </a:lnTo>
                <a:lnTo>
                  <a:pt x="9361" y="5950"/>
                </a:lnTo>
                <a:lnTo>
                  <a:pt x="9190" y="6329"/>
                </a:lnTo>
                <a:lnTo>
                  <a:pt x="9001" y="6727"/>
                </a:lnTo>
                <a:lnTo>
                  <a:pt x="8849" y="7125"/>
                </a:lnTo>
                <a:lnTo>
                  <a:pt x="8716" y="7523"/>
                </a:lnTo>
                <a:lnTo>
                  <a:pt x="8262" y="7428"/>
                </a:lnTo>
                <a:lnTo>
                  <a:pt x="7807" y="7333"/>
                </a:lnTo>
                <a:lnTo>
                  <a:pt x="7333" y="7295"/>
                </a:lnTo>
                <a:lnTo>
                  <a:pt x="6859" y="7276"/>
                </a:lnTo>
                <a:lnTo>
                  <a:pt x="6499" y="7276"/>
                </a:lnTo>
                <a:lnTo>
                  <a:pt x="6158" y="7314"/>
                </a:lnTo>
                <a:lnTo>
                  <a:pt x="5817" y="7352"/>
                </a:lnTo>
                <a:lnTo>
                  <a:pt x="5476" y="7409"/>
                </a:lnTo>
                <a:lnTo>
                  <a:pt x="5135" y="7485"/>
                </a:lnTo>
                <a:lnTo>
                  <a:pt x="4813" y="7580"/>
                </a:lnTo>
                <a:lnTo>
                  <a:pt x="4491" y="7693"/>
                </a:lnTo>
                <a:lnTo>
                  <a:pt x="4188" y="7807"/>
                </a:lnTo>
                <a:lnTo>
                  <a:pt x="3885" y="7959"/>
                </a:lnTo>
                <a:lnTo>
                  <a:pt x="3581" y="8110"/>
                </a:lnTo>
                <a:lnTo>
                  <a:pt x="3297" y="8262"/>
                </a:lnTo>
                <a:lnTo>
                  <a:pt x="3013" y="8451"/>
                </a:lnTo>
                <a:lnTo>
                  <a:pt x="2748" y="8641"/>
                </a:lnTo>
                <a:lnTo>
                  <a:pt x="2501" y="8849"/>
                </a:lnTo>
                <a:lnTo>
                  <a:pt x="2236" y="9058"/>
                </a:lnTo>
                <a:lnTo>
                  <a:pt x="2009" y="9285"/>
                </a:lnTo>
                <a:lnTo>
                  <a:pt x="1781" y="9531"/>
                </a:lnTo>
                <a:lnTo>
                  <a:pt x="1554" y="9778"/>
                </a:lnTo>
                <a:lnTo>
                  <a:pt x="1364" y="10024"/>
                </a:lnTo>
                <a:lnTo>
                  <a:pt x="1175" y="10308"/>
                </a:lnTo>
                <a:lnTo>
                  <a:pt x="985" y="10574"/>
                </a:lnTo>
                <a:lnTo>
                  <a:pt x="815" y="10858"/>
                </a:lnTo>
                <a:lnTo>
                  <a:pt x="663" y="11161"/>
                </a:lnTo>
                <a:lnTo>
                  <a:pt x="531" y="11464"/>
                </a:lnTo>
                <a:lnTo>
                  <a:pt x="417" y="11786"/>
                </a:lnTo>
                <a:lnTo>
                  <a:pt x="303" y="12089"/>
                </a:lnTo>
                <a:lnTo>
                  <a:pt x="209" y="12430"/>
                </a:lnTo>
                <a:lnTo>
                  <a:pt x="133" y="12753"/>
                </a:lnTo>
                <a:lnTo>
                  <a:pt x="76" y="13094"/>
                </a:lnTo>
                <a:lnTo>
                  <a:pt x="38" y="13435"/>
                </a:lnTo>
                <a:lnTo>
                  <a:pt x="0" y="13795"/>
                </a:lnTo>
                <a:lnTo>
                  <a:pt x="0" y="14136"/>
                </a:lnTo>
                <a:lnTo>
                  <a:pt x="0" y="14534"/>
                </a:lnTo>
                <a:lnTo>
                  <a:pt x="38" y="14913"/>
                </a:lnTo>
                <a:lnTo>
                  <a:pt x="95" y="15311"/>
                </a:lnTo>
                <a:lnTo>
                  <a:pt x="171" y="15671"/>
                </a:lnTo>
                <a:lnTo>
                  <a:pt x="34088" y="15671"/>
                </a:lnTo>
                <a:lnTo>
                  <a:pt x="34183" y="15311"/>
                </a:lnTo>
                <a:lnTo>
                  <a:pt x="34259" y="14932"/>
                </a:lnTo>
                <a:lnTo>
                  <a:pt x="34297" y="14534"/>
                </a:lnTo>
                <a:lnTo>
                  <a:pt x="34316" y="14136"/>
                </a:lnTo>
                <a:lnTo>
                  <a:pt x="34316" y="13889"/>
                </a:lnTo>
                <a:lnTo>
                  <a:pt x="34297" y="13643"/>
                </a:lnTo>
                <a:lnTo>
                  <a:pt x="34221" y="13169"/>
                </a:lnTo>
                <a:lnTo>
                  <a:pt x="34126" y="12715"/>
                </a:lnTo>
                <a:lnTo>
                  <a:pt x="33974" y="12279"/>
                </a:lnTo>
                <a:lnTo>
                  <a:pt x="33785" y="11843"/>
                </a:lnTo>
                <a:lnTo>
                  <a:pt x="33558" y="11445"/>
                </a:lnTo>
                <a:lnTo>
                  <a:pt x="33311" y="11066"/>
                </a:lnTo>
                <a:lnTo>
                  <a:pt x="33027" y="10706"/>
                </a:lnTo>
                <a:lnTo>
                  <a:pt x="32705" y="10365"/>
                </a:lnTo>
                <a:lnTo>
                  <a:pt x="32364" y="10081"/>
                </a:lnTo>
                <a:lnTo>
                  <a:pt x="31985" y="9797"/>
                </a:lnTo>
                <a:lnTo>
                  <a:pt x="31606" y="9569"/>
                </a:lnTo>
                <a:lnTo>
                  <a:pt x="31189" y="9361"/>
                </a:lnTo>
                <a:lnTo>
                  <a:pt x="30753" y="9190"/>
                </a:lnTo>
                <a:lnTo>
                  <a:pt x="30298" y="9058"/>
                </a:lnTo>
                <a:lnTo>
                  <a:pt x="29825" y="8982"/>
                </a:lnTo>
                <a:lnTo>
                  <a:pt x="29730" y="8508"/>
                </a:lnTo>
                <a:lnTo>
                  <a:pt x="29616" y="8034"/>
                </a:lnTo>
                <a:lnTo>
                  <a:pt x="29484" y="7580"/>
                </a:lnTo>
                <a:lnTo>
                  <a:pt x="29332" y="7125"/>
                </a:lnTo>
                <a:lnTo>
                  <a:pt x="29143" y="6689"/>
                </a:lnTo>
                <a:lnTo>
                  <a:pt x="28953" y="6253"/>
                </a:lnTo>
                <a:lnTo>
                  <a:pt x="28745" y="5836"/>
                </a:lnTo>
                <a:lnTo>
                  <a:pt x="28517" y="5420"/>
                </a:lnTo>
                <a:lnTo>
                  <a:pt x="28271" y="5022"/>
                </a:lnTo>
                <a:lnTo>
                  <a:pt x="28006" y="4643"/>
                </a:lnTo>
                <a:lnTo>
                  <a:pt x="27740" y="4264"/>
                </a:lnTo>
                <a:lnTo>
                  <a:pt x="27437" y="3904"/>
                </a:lnTo>
                <a:lnTo>
                  <a:pt x="27134" y="3544"/>
                </a:lnTo>
                <a:lnTo>
                  <a:pt x="26812" y="3203"/>
                </a:lnTo>
                <a:lnTo>
                  <a:pt x="26471" y="2880"/>
                </a:lnTo>
                <a:lnTo>
                  <a:pt x="26130" y="2577"/>
                </a:lnTo>
                <a:lnTo>
                  <a:pt x="25770" y="2274"/>
                </a:lnTo>
                <a:lnTo>
                  <a:pt x="25391" y="2009"/>
                </a:lnTo>
                <a:lnTo>
                  <a:pt x="25012" y="1744"/>
                </a:lnTo>
                <a:lnTo>
                  <a:pt x="24595" y="1497"/>
                </a:lnTo>
                <a:lnTo>
                  <a:pt x="24197" y="1270"/>
                </a:lnTo>
                <a:lnTo>
                  <a:pt x="23780" y="1061"/>
                </a:lnTo>
                <a:lnTo>
                  <a:pt x="23344" y="853"/>
                </a:lnTo>
                <a:lnTo>
                  <a:pt x="22909" y="682"/>
                </a:lnTo>
                <a:lnTo>
                  <a:pt x="22454" y="531"/>
                </a:lnTo>
                <a:lnTo>
                  <a:pt x="21999" y="398"/>
                </a:lnTo>
                <a:lnTo>
                  <a:pt x="21525" y="266"/>
                </a:lnTo>
                <a:lnTo>
                  <a:pt x="21052" y="171"/>
                </a:lnTo>
                <a:lnTo>
                  <a:pt x="20578" y="95"/>
                </a:lnTo>
                <a:lnTo>
                  <a:pt x="20085" y="38"/>
                </a:lnTo>
                <a:lnTo>
                  <a:pt x="19593" y="19"/>
                </a:lnTo>
                <a:lnTo>
                  <a:pt x="190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6" name="Google Shape;3956;p54"/>
          <p:cNvSpPr/>
          <p:nvPr/>
        </p:nvSpPr>
        <p:spPr>
          <a:xfrm>
            <a:off x="5560579" y="3351342"/>
            <a:ext cx="2423400" cy="234300"/>
          </a:xfrm>
          <a:prstGeom prst="ellipse">
            <a:avLst/>
          </a:prstGeom>
          <a:solidFill>
            <a:srgbClr val="363636">
              <a:alpha val="184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63" name="Google Shape;3963;p54"/>
          <p:cNvGrpSpPr/>
          <p:nvPr/>
        </p:nvGrpSpPr>
        <p:grpSpPr>
          <a:xfrm>
            <a:off x="6155568" y="1634047"/>
            <a:ext cx="1233415" cy="1875405"/>
            <a:chOff x="1724135" y="1120426"/>
            <a:chExt cx="1909015" cy="2902655"/>
          </a:xfrm>
        </p:grpSpPr>
        <p:sp>
          <p:nvSpPr>
            <p:cNvPr id="3964" name="Google Shape;3964;p54"/>
            <p:cNvSpPr/>
            <p:nvPr/>
          </p:nvSpPr>
          <p:spPr>
            <a:xfrm>
              <a:off x="1724135" y="1120426"/>
              <a:ext cx="1909015" cy="2902655"/>
            </a:xfrm>
            <a:custGeom>
              <a:avLst/>
              <a:gdLst/>
              <a:ahLst/>
              <a:cxnLst/>
              <a:rect l="l" t="t" r="r" b="b"/>
              <a:pathLst>
                <a:path w="33758" h="51329" extrusionOk="0">
                  <a:moveTo>
                    <a:pt x="2587" y="0"/>
                  </a:moveTo>
                  <a:cubicBezTo>
                    <a:pt x="1162" y="0"/>
                    <a:pt x="0" y="1163"/>
                    <a:pt x="0" y="2600"/>
                  </a:cubicBezTo>
                  <a:lnTo>
                    <a:pt x="0" y="48730"/>
                  </a:lnTo>
                  <a:cubicBezTo>
                    <a:pt x="0" y="50167"/>
                    <a:pt x="1162" y="51329"/>
                    <a:pt x="2587" y="51329"/>
                  </a:cubicBezTo>
                  <a:lnTo>
                    <a:pt x="31158" y="51329"/>
                  </a:lnTo>
                  <a:cubicBezTo>
                    <a:pt x="32595" y="51329"/>
                    <a:pt x="33758" y="50167"/>
                    <a:pt x="33758" y="48730"/>
                  </a:cubicBezTo>
                  <a:lnTo>
                    <a:pt x="33758" y="2600"/>
                  </a:lnTo>
                  <a:cubicBezTo>
                    <a:pt x="33758" y="1163"/>
                    <a:pt x="32595" y="0"/>
                    <a:pt x="31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54"/>
            <p:cNvSpPr/>
            <p:nvPr/>
          </p:nvSpPr>
          <p:spPr>
            <a:xfrm>
              <a:off x="2593676" y="3695332"/>
              <a:ext cx="169933" cy="170781"/>
            </a:xfrm>
            <a:custGeom>
              <a:avLst/>
              <a:gdLst/>
              <a:ahLst/>
              <a:cxnLst/>
              <a:rect l="l" t="t" r="r" b="b"/>
              <a:pathLst>
                <a:path w="3005" h="3020" extrusionOk="0">
                  <a:moveTo>
                    <a:pt x="1503" y="1"/>
                  </a:moveTo>
                  <a:cubicBezTo>
                    <a:pt x="667" y="1"/>
                    <a:pt x="0" y="680"/>
                    <a:pt x="0" y="1504"/>
                  </a:cubicBezTo>
                  <a:cubicBezTo>
                    <a:pt x="0" y="2340"/>
                    <a:pt x="667" y="3019"/>
                    <a:pt x="1503" y="3019"/>
                  </a:cubicBezTo>
                  <a:cubicBezTo>
                    <a:pt x="2326" y="3019"/>
                    <a:pt x="3005" y="2340"/>
                    <a:pt x="3005" y="1504"/>
                  </a:cubicBezTo>
                  <a:cubicBezTo>
                    <a:pt x="3005" y="680"/>
                    <a:pt x="2326" y="1"/>
                    <a:pt x="15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966" name="Google Shape;3966;p54"/>
          <p:cNvPicPr preferRelativeResize="0"/>
          <p:nvPr/>
        </p:nvPicPr>
        <p:blipFill rotWithShape="1">
          <a:blip r:embed="rId3">
            <a:alphaModFix/>
          </a:blip>
          <a:srcRect l="-673" r="31248"/>
          <a:stretch/>
        </p:blipFill>
        <p:spPr>
          <a:xfrm>
            <a:off x="6225225" y="1709143"/>
            <a:ext cx="1094100" cy="1447800"/>
          </a:xfrm>
          <a:prstGeom prst="roundRect">
            <a:avLst>
              <a:gd name="adj" fmla="val 10650"/>
            </a:avLst>
          </a:prstGeom>
          <a:noFill/>
          <a:ln>
            <a:noFill/>
          </a:ln>
        </p:spPr>
      </p:pic>
      <p:grpSp>
        <p:nvGrpSpPr>
          <p:cNvPr id="3967" name="Google Shape;3967;p54"/>
          <p:cNvGrpSpPr/>
          <p:nvPr/>
        </p:nvGrpSpPr>
        <p:grpSpPr>
          <a:xfrm flipH="1">
            <a:off x="6999136" y="1394891"/>
            <a:ext cx="1431627" cy="3395934"/>
            <a:chOff x="718361" y="1131641"/>
            <a:chExt cx="1431627" cy="3395934"/>
          </a:xfrm>
        </p:grpSpPr>
        <p:sp>
          <p:nvSpPr>
            <p:cNvPr id="3968" name="Google Shape;3968;p54"/>
            <p:cNvSpPr/>
            <p:nvPr/>
          </p:nvSpPr>
          <p:spPr>
            <a:xfrm>
              <a:off x="917800" y="4293275"/>
              <a:ext cx="881100" cy="2343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54"/>
            <p:cNvSpPr/>
            <p:nvPr/>
          </p:nvSpPr>
          <p:spPr>
            <a:xfrm>
              <a:off x="1243656" y="1628219"/>
              <a:ext cx="555186" cy="543705"/>
            </a:xfrm>
            <a:custGeom>
              <a:avLst/>
              <a:gdLst/>
              <a:ahLst/>
              <a:cxnLst/>
              <a:rect l="l" t="t" r="r" b="b"/>
              <a:pathLst>
                <a:path w="18908" h="18517" extrusionOk="0">
                  <a:moveTo>
                    <a:pt x="2388" y="0"/>
                  </a:moveTo>
                  <a:lnTo>
                    <a:pt x="2153" y="20"/>
                  </a:lnTo>
                  <a:lnTo>
                    <a:pt x="1918" y="59"/>
                  </a:lnTo>
                  <a:lnTo>
                    <a:pt x="1664" y="118"/>
                  </a:lnTo>
                  <a:lnTo>
                    <a:pt x="1449" y="196"/>
                  </a:lnTo>
                  <a:lnTo>
                    <a:pt x="1233" y="313"/>
                  </a:lnTo>
                  <a:lnTo>
                    <a:pt x="1038" y="431"/>
                  </a:lnTo>
                  <a:lnTo>
                    <a:pt x="861" y="568"/>
                  </a:lnTo>
                  <a:lnTo>
                    <a:pt x="685" y="724"/>
                  </a:lnTo>
                  <a:lnTo>
                    <a:pt x="548" y="881"/>
                  </a:lnTo>
                  <a:lnTo>
                    <a:pt x="411" y="1077"/>
                  </a:lnTo>
                  <a:lnTo>
                    <a:pt x="294" y="1253"/>
                  </a:lnTo>
                  <a:lnTo>
                    <a:pt x="196" y="1468"/>
                  </a:lnTo>
                  <a:lnTo>
                    <a:pt x="118" y="1664"/>
                  </a:lnTo>
                  <a:lnTo>
                    <a:pt x="59" y="1879"/>
                  </a:lnTo>
                  <a:lnTo>
                    <a:pt x="20" y="2114"/>
                  </a:lnTo>
                  <a:lnTo>
                    <a:pt x="0" y="2329"/>
                  </a:lnTo>
                  <a:lnTo>
                    <a:pt x="0" y="2564"/>
                  </a:lnTo>
                  <a:lnTo>
                    <a:pt x="20" y="2799"/>
                  </a:lnTo>
                  <a:lnTo>
                    <a:pt x="78" y="3014"/>
                  </a:lnTo>
                  <a:lnTo>
                    <a:pt x="78" y="3034"/>
                  </a:lnTo>
                  <a:lnTo>
                    <a:pt x="274" y="3797"/>
                  </a:lnTo>
                  <a:lnTo>
                    <a:pt x="490" y="4541"/>
                  </a:lnTo>
                  <a:lnTo>
                    <a:pt x="724" y="5285"/>
                  </a:lnTo>
                  <a:lnTo>
                    <a:pt x="940" y="6029"/>
                  </a:lnTo>
                  <a:lnTo>
                    <a:pt x="1429" y="7516"/>
                  </a:lnTo>
                  <a:lnTo>
                    <a:pt x="1938" y="8984"/>
                  </a:lnTo>
                  <a:lnTo>
                    <a:pt x="2486" y="10472"/>
                  </a:lnTo>
                  <a:lnTo>
                    <a:pt x="3073" y="11940"/>
                  </a:lnTo>
                  <a:lnTo>
                    <a:pt x="3367" y="12664"/>
                  </a:lnTo>
                  <a:lnTo>
                    <a:pt x="3700" y="13408"/>
                  </a:lnTo>
                  <a:lnTo>
                    <a:pt x="4052" y="14152"/>
                  </a:lnTo>
                  <a:lnTo>
                    <a:pt x="4424" y="14915"/>
                  </a:lnTo>
                  <a:lnTo>
                    <a:pt x="4639" y="15306"/>
                  </a:lnTo>
                  <a:lnTo>
                    <a:pt x="4874" y="15698"/>
                  </a:lnTo>
                  <a:lnTo>
                    <a:pt x="5148" y="16109"/>
                  </a:lnTo>
                  <a:lnTo>
                    <a:pt x="5481" y="16579"/>
                  </a:lnTo>
                  <a:lnTo>
                    <a:pt x="5579" y="16696"/>
                  </a:lnTo>
                  <a:lnTo>
                    <a:pt x="5637" y="16774"/>
                  </a:lnTo>
                  <a:lnTo>
                    <a:pt x="5657" y="16794"/>
                  </a:lnTo>
                  <a:lnTo>
                    <a:pt x="5696" y="16833"/>
                  </a:lnTo>
                  <a:lnTo>
                    <a:pt x="5833" y="16970"/>
                  </a:lnTo>
                  <a:lnTo>
                    <a:pt x="5990" y="17127"/>
                  </a:lnTo>
                  <a:lnTo>
                    <a:pt x="6166" y="17283"/>
                  </a:lnTo>
                  <a:lnTo>
                    <a:pt x="6342" y="17420"/>
                  </a:lnTo>
                  <a:lnTo>
                    <a:pt x="6675" y="17636"/>
                  </a:lnTo>
                  <a:lnTo>
                    <a:pt x="6988" y="17792"/>
                  </a:lnTo>
                  <a:lnTo>
                    <a:pt x="7281" y="17929"/>
                  </a:lnTo>
                  <a:lnTo>
                    <a:pt x="7555" y="18027"/>
                  </a:lnTo>
                  <a:lnTo>
                    <a:pt x="7829" y="18125"/>
                  </a:lnTo>
                  <a:lnTo>
                    <a:pt x="8338" y="18262"/>
                  </a:lnTo>
                  <a:lnTo>
                    <a:pt x="8828" y="18360"/>
                  </a:lnTo>
                  <a:lnTo>
                    <a:pt x="9297" y="18418"/>
                  </a:lnTo>
                  <a:lnTo>
                    <a:pt x="9748" y="18477"/>
                  </a:lnTo>
                  <a:lnTo>
                    <a:pt x="10178" y="18497"/>
                  </a:lnTo>
                  <a:lnTo>
                    <a:pt x="10609" y="18516"/>
                  </a:lnTo>
                  <a:lnTo>
                    <a:pt x="11450" y="18516"/>
                  </a:lnTo>
                  <a:lnTo>
                    <a:pt x="12273" y="18497"/>
                  </a:lnTo>
                  <a:lnTo>
                    <a:pt x="13095" y="18438"/>
                  </a:lnTo>
                  <a:lnTo>
                    <a:pt x="13897" y="18360"/>
                  </a:lnTo>
                  <a:lnTo>
                    <a:pt x="14700" y="18262"/>
                  </a:lnTo>
                  <a:lnTo>
                    <a:pt x="15483" y="18144"/>
                  </a:lnTo>
                  <a:lnTo>
                    <a:pt x="16265" y="18027"/>
                  </a:lnTo>
                  <a:lnTo>
                    <a:pt x="17048" y="17870"/>
                  </a:lnTo>
                  <a:lnTo>
                    <a:pt x="17440" y="17773"/>
                  </a:lnTo>
                  <a:lnTo>
                    <a:pt x="17636" y="17733"/>
                  </a:lnTo>
                  <a:lnTo>
                    <a:pt x="17831" y="17675"/>
                  </a:lnTo>
                  <a:lnTo>
                    <a:pt x="17968" y="17636"/>
                  </a:lnTo>
                  <a:lnTo>
                    <a:pt x="18105" y="17577"/>
                  </a:lnTo>
                  <a:lnTo>
                    <a:pt x="18223" y="17518"/>
                  </a:lnTo>
                  <a:lnTo>
                    <a:pt x="18340" y="17440"/>
                  </a:lnTo>
                  <a:lnTo>
                    <a:pt x="18458" y="17362"/>
                  </a:lnTo>
                  <a:lnTo>
                    <a:pt x="18556" y="17264"/>
                  </a:lnTo>
                  <a:lnTo>
                    <a:pt x="18634" y="17146"/>
                  </a:lnTo>
                  <a:lnTo>
                    <a:pt x="18712" y="17029"/>
                  </a:lnTo>
                  <a:lnTo>
                    <a:pt x="18771" y="16911"/>
                  </a:lnTo>
                  <a:lnTo>
                    <a:pt x="18830" y="16794"/>
                  </a:lnTo>
                  <a:lnTo>
                    <a:pt x="18869" y="16657"/>
                  </a:lnTo>
                  <a:lnTo>
                    <a:pt x="18888" y="16520"/>
                  </a:lnTo>
                  <a:lnTo>
                    <a:pt x="18908" y="16383"/>
                  </a:lnTo>
                  <a:lnTo>
                    <a:pt x="18908" y="16246"/>
                  </a:lnTo>
                  <a:lnTo>
                    <a:pt x="18908" y="16109"/>
                  </a:lnTo>
                  <a:lnTo>
                    <a:pt x="18869" y="15972"/>
                  </a:lnTo>
                  <a:lnTo>
                    <a:pt x="18790" y="15737"/>
                  </a:lnTo>
                  <a:lnTo>
                    <a:pt x="18693" y="15541"/>
                  </a:lnTo>
                  <a:lnTo>
                    <a:pt x="18556" y="15365"/>
                  </a:lnTo>
                  <a:lnTo>
                    <a:pt x="18379" y="15208"/>
                  </a:lnTo>
                  <a:lnTo>
                    <a:pt x="18203" y="15071"/>
                  </a:lnTo>
                  <a:lnTo>
                    <a:pt x="18007" y="14974"/>
                  </a:lnTo>
                  <a:lnTo>
                    <a:pt x="17792" y="14915"/>
                  </a:lnTo>
                  <a:lnTo>
                    <a:pt x="17557" y="14895"/>
                  </a:lnTo>
                  <a:lnTo>
                    <a:pt x="17518" y="14895"/>
                  </a:lnTo>
                  <a:lnTo>
                    <a:pt x="16031" y="14817"/>
                  </a:lnTo>
                  <a:lnTo>
                    <a:pt x="14543" y="14739"/>
                  </a:lnTo>
                  <a:lnTo>
                    <a:pt x="13075" y="14641"/>
                  </a:lnTo>
                  <a:lnTo>
                    <a:pt x="12370" y="14582"/>
                  </a:lnTo>
                  <a:lnTo>
                    <a:pt x="11666" y="14504"/>
                  </a:lnTo>
                  <a:lnTo>
                    <a:pt x="10981" y="14386"/>
                  </a:lnTo>
                  <a:lnTo>
                    <a:pt x="10315" y="14269"/>
                  </a:lnTo>
                  <a:lnTo>
                    <a:pt x="10022" y="14210"/>
                  </a:lnTo>
                  <a:lnTo>
                    <a:pt x="9728" y="14132"/>
                  </a:lnTo>
                  <a:lnTo>
                    <a:pt x="9474" y="14054"/>
                  </a:lnTo>
                  <a:lnTo>
                    <a:pt x="9239" y="13956"/>
                  </a:lnTo>
                  <a:lnTo>
                    <a:pt x="9082" y="13878"/>
                  </a:lnTo>
                  <a:lnTo>
                    <a:pt x="9023" y="13819"/>
                  </a:lnTo>
                  <a:lnTo>
                    <a:pt x="9082" y="13858"/>
                  </a:lnTo>
                  <a:lnTo>
                    <a:pt x="9102" y="13878"/>
                  </a:lnTo>
                  <a:lnTo>
                    <a:pt x="9121" y="13878"/>
                  </a:lnTo>
                  <a:lnTo>
                    <a:pt x="9102" y="13858"/>
                  </a:lnTo>
                  <a:lnTo>
                    <a:pt x="9102" y="13838"/>
                  </a:lnTo>
                  <a:lnTo>
                    <a:pt x="8867" y="13427"/>
                  </a:lnTo>
                  <a:lnTo>
                    <a:pt x="8593" y="12860"/>
                  </a:lnTo>
                  <a:lnTo>
                    <a:pt x="8338" y="12233"/>
                  </a:lnTo>
                  <a:lnTo>
                    <a:pt x="8084" y="11568"/>
                  </a:lnTo>
                  <a:lnTo>
                    <a:pt x="7810" y="10883"/>
                  </a:lnTo>
                  <a:lnTo>
                    <a:pt x="7575" y="10198"/>
                  </a:lnTo>
                  <a:lnTo>
                    <a:pt x="7086" y="8808"/>
                  </a:lnTo>
                  <a:lnTo>
                    <a:pt x="6616" y="7379"/>
                  </a:lnTo>
                  <a:lnTo>
                    <a:pt x="4737" y="1664"/>
                  </a:lnTo>
                  <a:lnTo>
                    <a:pt x="4639" y="1429"/>
                  </a:lnTo>
                  <a:lnTo>
                    <a:pt x="4541" y="1214"/>
                  </a:lnTo>
                  <a:lnTo>
                    <a:pt x="4404" y="1018"/>
                  </a:lnTo>
                  <a:lnTo>
                    <a:pt x="4267" y="822"/>
                  </a:lnTo>
                  <a:lnTo>
                    <a:pt x="4091" y="666"/>
                  </a:lnTo>
                  <a:lnTo>
                    <a:pt x="3915" y="509"/>
                  </a:lnTo>
                  <a:lnTo>
                    <a:pt x="3719" y="372"/>
                  </a:lnTo>
                  <a:lnTo>
                    <a:pt x="3523" y="255"/>
                  </a:lnTo>
                  <a:lnTo>
                    <a:pt x="3308" y="157"/>
                  </a:lnTo>
                  <a:lnTo>
                    <a:pt x="3093" y="78"/>
                  </a:lnTo>
                  <a:lnTo>
                    <a:pt x="2858" y="39"/>
                  </a:lnTo>
                  <a:lnTo>
                    <a:pt x="2623" y="0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54"/>
            <p:cNvSpPr/>
            <p:nvPr/>
          </p:nvSpPr>
          <p:spPr>
            <a:xfrm>
              <a:off x="1469513" y="2033950"/>
              <a:ext cx="40256" cy="31066"/>
            </a:xfrm>
            <a:custGeom>
              <a:avLst/>
              <a:gdLst/>
              <a:ahLst/>
              <a:cxnLst/>
              <a:rect l="l" t="t" r="r" b="b"/>
              <a:pathLst>
                <a:path w="1371" h="1058" extrusionOk="0">
                  <a:moveTo>
                    <a:pt x="1292" y="1"/>
                  </a:moveTo>
                  <a:lnTo>
                    <a:pt x="1253" y="20"/>
                  </a:lnTo>
                  <a:lnTo>
                    <a:pt x="1077" y="79"/>
                  </a:lnTo>
                  <a:lnTo>
                    <a:pt x="901" y="157"/>
                  </a:lnTo>
                  <a:lnTo>
                    <a:pt x="725" y="255"/>
                  </a:lnTo>
                  <a:lnTo>
                    <a:pt x="548" y="373"/>
                  </a:lnTo>
                  <a:lnTo>
                    <a:pt x="411" y="490"/>
                  </a:lnTo>
                  <a:lnTo>
                    <a:pt x="255" y="627"/>
                  </a:lnTo>
                  <a:lnTo>
                    <a:pt x="137" y="764"/>
                  </a:lnTo>
                  <a:lnTo>
                    <a:pt x="20" y="921"/>
                  </a:lnTo>
                  <a:lnTo>
                    <a:pt x="0" y="960"/>
                  </a:lnTo>
                  <a:lnTo>
                    <a:pt x="0" y="999"/>
                  </a:lnTo>
                  <a:lnTo>
                    <a:pt x="40" y="1038"/>
                  </a:lnTo>
                  <a:lnTo>
                    <a:pt x="98" y="1058"/>
                  </a:lnTo>
                  <a:lnTo>
                    <a:pt x="137" y="1038"/>
                  </a:lnTo>
                  <a:lnTo>
                    <a:pt x="157" y="1019"/>
                  </a:lnTo>
                  <a:lnTo>
                    <a:pt x="255" y="862"/>
                  </a:lnTo>
                  <a:lnTo>
                    <a:pt x="392" y="725"/>
                  </a:lnTo>
                  <a:lnTo>
                    <a:pt x="509" y="608"/>
                  </a:lnTo>
                  <a:lnTo>
                    <a:pt x="666" y="490"/>
                  </a:lnTo>
                  <a:lnTo>
                    <a:pt x="803" y="392"/>
                  </a:lnTo>
                  <a:lnTo>
                    <a:pt x="960" y="314"/>
                  </a:lnTo>
                  <a:lnTo>
                    <a:pt x="1136" y="236"/>
                  </a:lnTo>
                  <a:lnTo>
                    <a:pt x="1312" y="177"/>
                  </a:lnTo>
                  <a:lnTo>
                    <a:pt x="1331" y="157"/>
                  </a:lnTo>
                  <a:lnTo>
                    <a:pt x="1351" y="138"/>
                  </a:lnTo>
                  <a:lnTo>
                    <a:pt x="1371" y="79"/>
                  </a:lnTo>
                  <a:lnTo>
                    <a:pt x="1331" y="20"/>
                  </a:lnTo>
                  <a:lnTo>
                    <a:pt x="1292" y="1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54"/>
            <p:cNvSpPr/>
            <p:nvPr/>
          </p:nvSpPr>
          <p:spPr>
            <a:xfrm>
              <a:off x="1464345" y="2037973"/>
              <a:ext cx="27043" cy="8075"/>
            </a:xfrm>
            <a:custGeom>
              <a:avLst/>
              <a:gdLst/>
              <a:ahLst/>
              <a:cxnLst/>
              <a:rect l="l" t="t" r="r" b="b"/>
              <a:pathLst>
                <a:path w="921" h="275" extrusionOk="0">
                  <a:moveTo>
                    <a:pt x="450" y="1"/>
                  </a:moveTo>
                  <a:lnTo>
                    <a:pt x="255" y="40"/>
                  </a:lnTo>
                  <a:lnTo>
                    <a:pt x="39" y="118"/>
                  </a:lnTo>
                  <a:lnTo>
                    <a:pt x="20" y="138"/>
                  </a:lnTo>
                  <a:lnTo>
                    <a:pt x="0" y="157"/>
                  </a:lnTo>
                  <a:lnTo>
                    <a:pt x="20" y="216"/>
                  </a:lnTo>
                  <a:lnTo>
                    <a:pt x="59" y="255"/>
                  </a:lnTo>
                  <a:lnTo>
                    <a:pt x="98" y="275"/>
                  </a:lnTo>
                  <a:lnTo>
                    <a:pt x="137" y="255"/>
                  </a:lnTo>
                  <a:lnTo>
                    <a:pt x="294" y="197"/>
                  </a:lnTo>
                  <a:lnTo>
                    <a:pt x="470" y="177"/>
                  </a:lnTo>
                  <a:lnTo>
                    <a:pt x="646" y="177"/>
                  </a:lnTo>
                  <a:lnTo>
                    <a:pt x="822" y="236"/>
                  </a:lnTo>
                  <a:lnTo>
                    <a:pt x="861" y="236"/>
                  </a:lnTo>
                  <a:lnTo>
                    <a:pt x="881" y="216"/>
                  </a:lnTo>
                  <a:lnTo>
                    <a:pt x="920" y="177"/>
                  </a:lnTo>
                  <a:lnTo>
                    <a:pt x="920" y="118"/>
                  </a:lnTo>
                  <a:lnTo>
                    <a:pt x="901" y="79"/>
                  </a:lnTo>
                  <a:lnTo>
                    <a:pt x="861" y="60"/>
                  </a:lnTo>
                  <a:lnTo>
                    <a:pt x="666" y="2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54"/>
            <p:cNvSpPr/>
            <p:nvPr/>
          </p:nvSpPr>
          <p:spPr>
            <a:xfrm>
              <a:off x="1548234" y="1817284"/>
              <a:ext cx="556948" cy="286813"/>
            </a:xfrm>
            <a:custGeom>
              <a:avLst/>
              <a:gdLst/>
              <a:ahLst/>
              <a:cxnLst/>
              <a:rect l="l" t="t" r="r" b="b"/>
              <a:pathLst>
                <a:path w="18968" h="9768" extrusionOk="0">
                  <a:moveTo>
                    <a:pt x="4542" y="1"/>
                  </a:moveTo>
                  <a:lnTo>
                    <a:pt x="4424" y="20"/>
                  </a:lnTo>
                  <a:lnTo>
                    <a:pt x="4307" y="40"/>
                  </a:lnTo>
                  <a:lnTo>
                    <a:pt x="4209" y="79"/>
                  </a:lnTo>
                  <a:lnTo>
                    <a:pt x="4111" y="138"/>
                  </a:lnTo>
                  <a:lnTo>
                    <a:pt x="4013" y="196"/>
                  </a:lnTo>
                  <a:lnTo>
                    <a:pt x="3935" y="294"/>
                  </a:lnTo>
                  <a:lnTo>
                    <a:pt x="3857" y="373"/>
                  </a:lnTo>
                  <a:lnTo>
                    <a:pt x="3798" y="490"/>
                  </a:lnTo>
                  <a:lnTo>
                    <a:pt x="79" y="8613"/>
                  </a:lnTo>
                  <a:lnTo>
                    <a:pt x="40" y="8711"/>
                  </a:lnTo>
                  <a:lnTo>
                    <a:pt x="21" y="8809"/>
                  </a:lnTo>
                  <a:lnTo>
                    <a:pt x="1" y="8906"/>
                  </a:lnTo>
                  <a:lnTo>
                    <a:pt x="1" y="9024"/>
                  </a:lnTo>
                  <a:lnTo>
                    <a:pt x="21" y="9122"/>
                  </a:lnTo>
                  <a:lnTo>
                    <a:pt x="60" y="9220"/>
                  </a:lnTo>
                  <a:lnTo>
                    <a:pt x="99" y="9298"/>
                  </a:lnTo>
                  <a:lnTo>
                    <a:pt x="138" y="9396"/>
                  </a:lnTo>
                  <a:lnTo>
                    <a:pt x="197" y="9474"/>
                  </a:lnTo>
                  <a:lnTo>
                    <a:pt x="255" y="9552"/>
                  </a:lnTo>
                  <a:lnTo>
                    <a:pt x="334" y="9611"/>
                  </a:lnTo>
                  <a:lnTo>
                    <a:pt x="432" y="9670"/>
                  </a:lnTo>
                  <a:lnTo>
                    <a:pt x="510" y="9709"/>
                  </a:lnTo>
                  <a:lnTo>
                    <a:pt x="608" y="9748"/>
                  </a:lnTo>
                  <a:lnTo>
                    <a:pt x="725" y="9768"/>
                  </a:lnTo>
                  <a:lnTo>
                    <a:pt x="14544" y="9768"/>
                  </a:lnTo>
                  <a:lnTo>
                    <a:pt x="14661" y="9729"/>
                  </a:lnTo>
                  <a:lnTo>
                    <a:pt x="14779" y="9689"/>
                  </a:lnTo>
                  <a:lnTo>
                    <a:pt x="14877" y="9631"/>
                  </a:lnTo>
                  <a:lnTo>
                    <a:pt x="14974" y="9572"/>
                  </a:lnTo>
                  <a:lnTo>
                    <a:pt x="15053" y="9494"/>
                  </a:lnTo>
                  <a:lnTo>
                    <a:pt x="15111" y="9396"/>
                  </a:lnTo>
                  <a:lnTo>
                    <a:pt x="15170" y="9298"/>
                  </a:lnTo>
                  <a:lnTo>
                    <a:pt x="18889" y="1175"/>
                  </a:lnTo>
                  <a:lnTo>
                    <a:pt x="18928" y="1058"/>
                  </a:lnTo>
                  <a:lnTo>
                    <a:pt x="18967" y="960"/>
                  </a:lnTo>
                  <a:lnTo>
                    <a:pt x="18967" y="862"/>
                  </a:lnTo>
                  <a:lnTo>
                    <a:pt x="18967" y="764"/>
                  </a:lnTo>
                  <a:lnTo>
                    <a:pt x="18948" y="666"/>
                  </a:lnTo>
                  <a:lnTo>
                    <a:pt x="18928" y="568"/>
                  </a:lnTo>
                  <a:lnTo>
                    <a:pt x="18889" y="470"/>
                  </a:lnTo>
                  <a:lnTo>
                    <a:pt x="18850" y="392"/>
                  </a:lnTo>
                  <a:lnTo>
                    <a:pt x="18791" y="294"/>
                  </a:lnTo>
                  <a:lnTo>
                    <a:pt x="18713" y="236"/>
                  </a:lnTo>
                  <a:lnTo>
                    <a:pt x="18635" y="157"/>
                  </a:lnTo>
                  <a:lnTo>
                    <a:pt x="18556" y="118"/>
                  </a:lnTo>
                  <a:lnTo>
                    <a:pt x="18458" y="59"/>
                  </a:lnTo>
                  <a:lnTo>
                    <a:pt x="18361" y="40"/>
                  </a:lnTo>
                  <a:lnTo>
                    <a:pt x="18263" y="20"/>
                  </a:lnTo>
                  <a:lnTo>
                    <a:pt x="18145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EFEFE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54"/>
            <p:cNvSpPr/>
            <p:nvPr/>
          </p:nvSpPr>
          <p:spPr>
            <a:xfrm>
              <a:off x="1593070" y="1817284"/>
              <a:ext cx="556919" cy="286813"/>
            </a:xfrm>
            <a:custGeom>
              <a:avLst/>
              <a:gdLst/>
              <a:ahLst/>
              <a:cxnLst/>
              <a:rect l="l" t="t" r="r" b="b"/>
              <a:pathLst>
                <a:path w="18967" h="9768" extrusionOk="0">
                  <a:moveTo>
                    <a:pt x="4542" y="1"/>
                  </a:moveTo>
                  <a:lnTo>
                    <a:pt x="4424" y="20"/>
                  </a:lnTo>
                  <a:lnTo>
                    <a:pt x="4307" y="40"/>
                  </a:lnTo>
                  <a:lnTo>
                    <a:pt x="4189" y="79"/>
                  </a:lnTo>
                  <a:lnTo>
                    <a:pt x="4091" y="138"/>
                  </a:lnTo>
                  <a:lnTo>
                    <a:pt x="3994" y="196"/>
                  </a:lnTo>
                  <a:lnTo>
                    <a:pt x="3915" y="294"/>
                  </a:lnTo>
                  <a:lnTo>
                    <a:pt x="3857" y="373"/>
                  </a:lnTo>
                  <a:lnTo>
                    <a:pt x="3798" y="490"/>
                  </a:lnTo>
                  <a:lnTo>
                    <a:pt x="79" y="8613"/>
                  </a:lnTo>
                  <a:lnTo>
                    <a:pt x="40" y="8711"/>
                  </a:lnTo>
                  <a:lnTo>
                    <a:pt x="1" y="8809"/>
                  </a:lnTo>
                  <a:lnTo>
                    <a:pt x="1" y="8906"/>
                  </a:lnTo>
                  <a:lnTo>
                    <a:pt x="1" y="9024"/>
                  </a:lnTo>
                  <a:lnTo>
                    <a:pt x="20" y="9122"/>
                  </a:lnTo>
                  <a:lnTo>
                    <a:pt x="40" y="9220"/>
                  </a:lnTo>
                  <a:lnTo>
                    <a:pt x="79" y="9298"/>
                  </a:lnTo>
                  <a:lnTo>
                    <a:pt x="118" y="9396"/>
                  </a:lnTo>
                  <a:lnTo>
                    <a:pt x="177" y="9474"/>
                  </a:lnTo>
                  <a:lnTo>
                    <a:pt x="255" y="9552"/>
                  </a:lnTo>
                  <a:lnTo>
                    <a:pt x="333" y="9611"/>
                  </a:lnTo>
                  <a:lnTo>
                    <a:pt x="412" y="9670"/>
                  </a:lnTo>
                  <a:lnTo>
                    <a:pt x="510" y="9709"/>
                  </a:lnTo>
                  <a:lnTo>
                    <a:pt x="607" y="9748"/>
                  </a:lnTo>
                  <a:lnTo>
                    <a:pt x="705" y="9768"/>
                  </a:lnTo>
                  <a:lnTo>
                    <a:pt x="14543" y="9768"/>
                  </a:lnTo>
                  <a:lnTo>
                    <a:pt x="14661" y="9729"/>
                  </a:lnTo>
                  <a:lnTo>
                    <a:pt x="14759" y="9689"/>
                  </a:lnTo>
                  <a:lnTo>
                    <a:pt x="14857" y="9631"/>
                  </a:lnTo>
                  <a:lnTo>
                    <a:pt x="14955" y="9572"/>
                  </a:lnTo>
                  <a:lnTo>
                    <a:pt x="15033" y="9494"/>
                  </a:lnTo>
                  <a:lnTo>
                    <a:pt x="15111" y="9396"/>
                  </a:lnTo>
                  <a:lnTo>
                    <a:pt x="15170" y="9298"/>
                  </a:lnTo>
                  <a:lnTo>
                    <a:pt x="18889" y="1175"/>
                  </a:lnTo>
                  <a:lnTo>
                    <a:pt x="18928" y="1058"/>
                  </a:lnTo>
                  <a:lnTo>
                    <a:pt x="18947" y="960"/>
                  </a:lnTo>
                  <a:lnTo>
                    <a:pt x="18967" y="862"/>
                  </a:lnTo>
                  <a:lnTo>
                    <a:pt x="18967" y="764"/>
                  </a:lnTo>
                  <a:lnTo>
                    <a:pt x="18947" y="666"/>
                  </a:lnTo>
                  <a:lnTo>
                    <a:pt x="18908" y="568"/>
                  </a:lnTo>
                  <a:lnTo>
                    <a:pt x="18869" y="470"/>
                  </a:lnTo>
                  <a:lnTo>
                    <a:pt x="18830" y="392"/>
                  </a:lnTo>
                  <a:lnTo>
                    <a:pt x="18771" y="294"/>
                  </a:lnTo>
                  <a:lnTo>
                    <a:pt x="18713" y="236"/>
                  </a:lnTo>
                  <a:lnTo>
                    <a:pt x="18634" y="157"/>
                  </a:lnTo>
                  <a:lnTo>
                    <a:pt x="18536" y="118"/>
                  </a:lnTo>
                  <a:lnTo>
                    <a:pt x="18458" y="59"/>
                  </a:lnTo>
                  <a:lnTo>
                    <a:pt x="18360" y="40"/>
                  </a:lnTo>
                  <a:lnTo>
                    <a:pt x="18243" y="20"/>
                  </a:lnTo>
                  <a:lnTo>
                    <a:pt x="18145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54"/>
            <p:cNvSpPr/>
            <p:nvPr/>
          </p:nvSpPr>
          <p:spPr>
            <a:xfrm>
              <a:off x="1858008" y="1925926"/>
              <a:ext cx="69589" cy="69560"/>
            </a:xfrm>
            <a:custGeom>
              <a:avLst/>
              <a:gdLst/>
              <a:ahLst/>
              <a:cxnLst/>
              <a:rect l="l" t="t" r="r" b="b"/>
              <a:pathLst>
                <a:path w="2370" h="2369" extrusionOk="0">
                  <a:moveTo>
                    <a:pt x="1175" y="0"/>
                  </a:moveTo>
                  <a:lnTo>
                    <a:pt x="1058" y="20"/>
                  </a:lnTo>
                  <a:lnTo>
                    <a:pt x="940" y="39"/>
                  </a:lnTo>
                  <a:lnTo>
                    <a:pt x="725" y="98"/>
                  </a:lnTo>
                  <a:lnTo>
                    <a:pt x="529" y="215"/>
                  </a:lnTo>
                  <a:lnTo>
                    <a:pt x="353" y="352"/>
                  </a:lnTo>
                  <a:lnTo>
                    <a:pt x="197" y="529"/>
                  </a:lnTo>
                  <a:lnTo>
                    <a:pt x="99" y="724"/>
                  </a:lnTo>
                  <a:lnTo>
                    <a:pt x="20" y="940"/>
                  </a:lnTo>
                  <a:lnTo>
                    <a:pt x="1" y="1057"/>
                  </a:lnTo>
                  <a:lnTo>
                    <a:pt x="1" y="1194"/>
                  </a:lnTo>
                  <a:lnTo>
                    <a:pt x="1" y="1311"/>
                  </a:lnTo>
                  <a:lnTo>
                    <a:pt x="20" y="1429"/>
                  </a:lnTo>
                  <a:lnTo>
                    <a:pt x="99" y="1644"/>
                  </a:lnTo>
                  <a:lnTo>
                    <a:pt x="197" y="1840"/>
                  </a:lnTo>
                  <a:lnTo>
                    <a:pt x="353" y="2016"/>
                  </a:lnTo>
                  <a:lnTo>
                    <a:pt x="529" y="2173"/>
                  </a:lnTo>
                  <a:lnTo>
                    <a:pt x="725" y="2271"/>
                  </a:lnTo>
                  <a:lnTo>
                    <a:pt x="940" y="2349"/>
                  </a:lnTo>
                  <a:lnTo>
                    <a:pt x="1058" y="2368"/>
                  </a:lnTo>
                  <a:lnTo>
                    <a:pt x="1312" y="2368"/>
                  </a:lnTo>
                  <a:lnTo>
                    <a:pt x="1410" y="2349"/>
                  </a:lnTo>
                  <a:lnTo>
                    <a:pt x="1645" y="2271"/>
                  </a:lnTo>
                  <a:lnTo>
                    <a:pt x="1841" y="2173"/>
                  </a:lnTo>
                  <a:lnTo>
                    <a:pt x="2017" y="2016"/>
                  </a:lnTo>
                  <a:lnTo>
                    <a:pt x="2154" y="1840"/>
                  </a:lnTo>
                  <a:lnTo>
                    <a:pt x="2271" y="1644"/>
                  </a:lnTo>
                  <a:lnTo>
                    <a:pt x="2330" y="1429"/>
                  </a:lnTo>
                  <a:lnTo>
                    <a:pt x="2350" y="1311"/>
                  </a:lnTo>
                  <a:lnTo>
                    <a:pt x="2369" y="1194"/>
                  </a:lnTo>
                  <a:lnTo>
                    <a:pt x="2350" y="1057"/>
                  </a:lnTo>
                  <a:lnTo>
                    <a:pt x="2330" y="940"/>
                  </a:lnTo>
                  <a:lnTo>
                    <a:pt x="2271" y="724"/>
                  </a:lnTo>
                  <a:lnTo>
                    <a:pt x="2154" y="529"/>
                  </a:lnTo>
                  <a:lnTo>
                    <a:pt x="2017" y="352"/>
                  </a:lnTo>
                  <a:lnTo>
                    <a:pt x="1841" y="215"/>
                  </a:lnTo>
                  <a:lnTo>
                    <a:pt x="1645" y="98"/>
                  </a:lnTo>
                  <a:lnTo>
                    <a:pt x="1410" y="39"/>
                  </a:lnTo>
                  <a:lnTo>
                    <a:pt x="1312" y="20"/>
                  </a:lnTo>
                  <a:lnTo>
                    <a:pt x="1175" y="0"/>
                  </a:lnTo>
                  <a:close/>
                </a:path>
              </a:pathLst>
            </a:custGeom>
            <a:gradFill>
              <a:gsLst>
                <a:gs pos="0">
                  <a:srgbClr val="FFF0B9"/>
                </a:gs>
                <a:gs pos="100000">
                  <a:srgbClr val="F9D03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54"/>
            <p:cNvSpPr/>
            <p:nvPr/>
          </p:nvSpPr>
          <p:spPr>
            <a:xfrm>
              <a:off x="1711460" y="2028782"/>
              <a:ext cx="226473" cy="123029"/>
            </a:xfrm>
            <a:custGeom>
              <a:avLst/>
              <a:gdLst/>
              <a:ahLst/>
              <a:cxnLst/>
              <a:rect l="l" t="t" r="r" b="b"/>
              <a:pathLst>
                <a:path w="7713" h="4190" extrusionOk="0">
                  <a:moveTo>
                    <a:pt x="5971" y="1"/>
                  </a:moveTo>
                  <a:lnTo>
                    <a:pt x="5892" y="40"/>
                  </a:lnTo>
                  <a:lnTo>
                    <a:pt x="5814" y="138"/>
                  </a:lnTo>
                  <a:lnTo>
                    <a:pt x="5736" y="255"/>
                  </a:lnTo>
                  <a:lnTo>
                    <a:pt x="5657" y="412"/>
                  </a:lnTo>
                  <a:lnTo>
                    <a:pt x="5599" y="568"/>
                  </a:lnTo>
                  <a:lnTo>
                    <a:pt x="5481" y="960"/>
                  </a:lnTo>
                  <a:lnTo>
                    <a:pt x="5344" y="1371"/>
                  </a:lnTo>
                  <a:lnTo>
                    <a:pt x="5207" y="1762"/>
                  </a:lnTo>
                  <a:lnTo>
                    <a:pt x="5129" y="1938"/>
                  </a:lnTo>
                  <a:lnTo>
                    <a:pt x="5051" y="2075"/>
                  </a:lnTo>
                  <a:lnTo>
                    <a:pt x="4953" y="2193"/>
                  </a:lnTo>
                  <a:lnTo>
                    <a:pt x="4855" y="2291"/>
                  </a:lnTo>
                  <a:lnTo>
                    <a:pt x="4933" y="1997"/>
                  </a:lnTo>
                  <a:lnTo>
                    <a:pt x="4992" y="1684"/>
                  </a:lnTo>
                  <a:lnTo>
                    <a:pt x="5051" y="1312"/>
                  </a:lnTo>
                  <a:lnTo>
                    <a:pt x="5090" y="921"/>
                  </a:lnTo>
                  <a:lnTo>
                    <a:pt x="5090" y="744"/>
                  </a:lnTo>
                  <a:lnTo>
                    <a:pt x="5070" y="568"/>
                  </a:lnTo>
                  <a:lnTo>
                    <a:pt x="5031" y="412"/>
                  </a:lnTo>
                  <a:lnTo>
                    <a:pt x="4972" y="275"/>
                  </a:lnTo>
                  <a:lnTo>
                    <a:pt x="4914" y="177"/>
                  </a:lnTo>
                  <a:lnTo>
                    <a:pt x="4796" y="98"/>
                  </a:lnTo>
                  <a:lnTo>
                    <a:pt x="4757" y="79"/>
                  </a:lnTo>
                  <a:lnTo>
                    <a:pt x="4659" y="79"/>
                  </a:lnTo>
                  <a:lnTo>
                    <a:pt x="4600" y="98"/>
                  </a:lnTo>
                  <a:lnTo>
                    <a:pt x="4522" y="177"/>
                  </a:lnTo>
                  <a:lnTo>
                    <a:pt x="4444" y="275"/>
                  </a:lnTo>
                  <a:lnTo>
                    <a:pt x="4385" y="431"/>
                  </a:lnTo>
                  <a:lnTo>
                    <a:pt x="4326" y="588"/>
                  </a:lnTo>
                  <a:lnTo>
                    <a:pt x="4209" y="979"/>
                  </a:lnTo>
                  <a:lnTo>
                    <a:pt x="4091" y="1390"/>
                  </a:lnTo>
                  <a:lnTo>
                    <a:pt x="4033" y="1566"/>
                  </a:lnTo>
                  <a:lnTo>
                    <a:pt x="3954" y="1743"/>
                  </a:lnTo>
                  <a:lnTo>
                    <a:pt x="3876" y="1899"/>
                  </a:lnTo>
                  <a:lnTo>
                    <a:pt x="3798" y="2017"/>
                  </a:lnTo>
                  <a:lnTo>
                    <a:pt x="3700" y="2095"/>
                  </a:lnTo>
                  <a:lnTo>
                    <a:pt x="3661" y="2115"/>
                  </a:lnTo>
                  <a:lnTo>
                    <a:pt x="3602" y="2134"/>
                  </a:lnTo>
                  <a:lnTo>
                    <a:pt x="3583" y="2115"/>
                  </a:lnTo>
                  <a:lnTo>
                    <a:pt x="3583" y="2056"/>
                  </a:lnTo>
                  <a:lnTo>
                    <a:pt x="3602" y="1880"/>
                  </a:lnTo>
                  <a:lnTo>
                    <a:pt x="3661" y="1625"/>
                  </a:lnTo>
                  <a:lnTo>
                    <a:pt x="3700" y="1312"/>
                  </a:lnTo>
                  <a:lnTo>
                    <a:pt x="3720" y="1018"/>
                  </a:lnTo>
                  <a:lnTo>
                    <a:pt x="3720" y="862"/>
                  </a:lnTo>
                  <a:lnTo>
                    <a:pt x="3700" y="744"/>
                  </a:lnTo>
                  <a:lnTo>
                    <a:pt x="3661" y="627"/>
                  </a:lnTo>
                  <a:lnTo>
                    <a:pt x="3583" y="529"/>
                  </a:lnTo>
                  <a:lnTo>
                    <a:pt x="3485" y="470"/>
                  </a:lnTo>
                  <a:lnTo>
                    <a:pt x="3367" y="431"/>
                  </a:lnTo>
                  <a:lnTo>
                    <a:pt x="3250" y="431"/>
                  </a:lnTo>
                  <a:lnTo>
                    <a:pt x="3152" y="490"/>
                  </a:lnTo>
                  <a:lnTo>
                    <a:pt x="3074" y="568"/>
                  </a:lnTo>
                  <a:lnTo>
                    <a:pt x="2995" y="686"/>
                  </a:lnTo>
                  <a:lnTo>
                    <a:pt x="2839" y="979"/>
                  </a:lnTo>
                  <a:lnTo>
                    <a:pt x="2682" y="1312"/>
                  </a:lnTo>
                  <a:lnTo>
                    <a:pt x="2584" y="1488"/>
                  </a:lnTo>
                  <a:lnTo>
                    <a:pt x="2447" y="1664"/>
                  </a:lnTo>
                  <a:lnTo>
                    <a:pt x="2291" y="1821"/>
                  </a:lnTo>
                  <a:lnTo>
                    <a:pt x="2115" y="1958"/>
                  </a:lnTo>
                  <a:lnTo>
                    <a:pt x="1880" y="2075"/>
                  </a:lnTo>
                  <a:lnTo>
                    <a:pt x="1625" y="2173"/>
                  </a:lnTo>
                  <a:lnTo>
                    <a:pt x="1312" y="2232"/>
                  </a:lnTo>
                  <a:lnTo>
                    <a:pt x="784" y="2232"/>
                  </a:lnTo>
                  <a:lnTo>
                    <a:pt x="647" y="2252"/>
                  </a:lnTo>
                  <a:lnTo>
                    <a:pt x="510" y="2291"/>
                  </a:lnTo>
                  <a:lnTo>
                    <a:pt x="392" y="2330"/>
                  </a:lnTo>
                  <a:lnTo>
                    <a:pt x="294" y="2369"/>
                  </a:lnTo>
                  <a:lnTo>
                    <a:pt x="196" y="2428"/>
                  </a:lnTo>
                  <a:lnTo>
                    <a:pt x="138" y="2506"/>
                  </a:lnTo>
                  <a:lnTo>
                    <a:pt x="79" y="2584"/>
                  </a:lnTo>
                  <a:lnTo>
                    <a:pt x="40" y="2663"/>
                  </a:lnTo>
                  <a:lnTo>
                    <a:pt x="1" y="2760"/>
                  </a:lnTo>
                  <a:lnTo>
                    <a:pt x="1" y="2858"/>
                  </a:lnTo>
                  <a:lnTo>
                    <a:pt x="20" y="2976"/>
                  </a:lnTo>
                  <a:lnTo>
                    <a:pt x="40" y="3093"/>
                  </a:lnTo>
                  <a:lnTo>
                    <a:pt x="99" y="3211"/>
                  </a:lnTo>
                  <a:lnTo>
                    <a:pt x="157" y="3328"/>
                  </a:lnTo>
                  <a:lnTo>
                    <a:pt x="255" y="3465"/>
                  </a:lnTo>
                  <a:lnTo>
                    <a:pt x="412" y="3661"/>
                  </a:lnTo>
                  <a:lnTo>
                    <a:pt x="607" y="3817"/>
                  </a:lnTo>
                  <a:lnTo>
                    <a:pt x="803" y="3954"/>
                  </a:lnTo>
                  <a:lnTo>
                    <a:pt x="1038" y="4052"/>
                  </a:lnTo>
                  <a:lnTo>
                    <a:pt x="1273" y="4131"/>
                  </a:lnTo>
                  <a:lnTo>
                    <a:pt x="1527" y="4170"/>
                  </a:lnTo>
                  <a:lnTo>
                    <a:pt x="1782" y="4189"/>
                  </a:lnTo>
                  <a:lnTo>
                    <a:pt x="2036" y="4170"/>
                  </a:lnTo>
                  <a:lnTo>
                    <a:pt x="2291" y="4111"/>
                  </a:lnTo>
                  <a:lnTo>
                    <a:pt x="2545" y="4033"/>
                  </a:lnTo>
                  <a:lnTo>
                    <a:pt x="2839" y="3935"/>
                  </a:lnTo>
                  <a:lnTo>
                    <a:pt x="3113" y="3817"/>
                  </a:lnTo>
                  <a:lnTo>
                    <a:pt x="3543" y="3583"/>
                  </a:lnTo>
                  <a:lnTo>
                    <a:pt x="3739" y="3485"/>
                  </a:lnTo>
                  <a:lnTo>
                    <a:pt x="3837" y="3465"/>
                  </a:lnTo>
                  <a:lnTo>
                    <a:pt x="4131" y="3465"/>
                  </a:lnTo>
                  <a:lnTo>
                    <a:pt x="4287" y="3446"/>
                  </a:lnTo>
                  <a:lnTo>
                    <a:pt x="4444" y="3387"/>
                  </a:lnTo>
                  <a:lnTo>
                    <a:pt x="4542" y="3308"/>
                  </a:lnTo>
                  <a:lnTo>
                    <a:pt x="4737" y="3171"/>
                  </a:lnTo>
                  <a:lnTo>
                    <a:pt x="4796" y="3132"/>
                  </a:lnTo>
                  <a:lnTo>
                    <a:pt x="4855" y="3093"/>
                  </a:lnTo>
                  <a:lnTo>
                    <a:pt x="4972" y="3152"/>
                  </a:lnTo>
                  <a:lnTo>
                    <a:pt x="5090" y="3171"/>
                  </a:lnTo>
                  <a:lnTo>
                    <a:pt x="5246" y="3191"/>
                  </a:lnTo>
                  <a:lnTo>
                    <a:pt x="5403" y="3191"/>
                  </a:lnTo>
                  <a:lnTo>
                    <a:pt x="5618" y="3152"/>
                  </a:lnTo>
                  <a:lnTo>
                    <a:pt x="5814" y="3093"/>
                  </a:lnTo>
                  <a:lnTo>
                    <a:pt x="5971" y="3034"/>
                  </a:lnTo>
                  <a:lnTo>
                    <a:pt x="6108" y="2976"/>
                  </a:lnTo>
                  <a:lnTo>
                    <a:pt x="6871" y="2956"/>
                  </a:lnTo>
                  <a:lnTo>
                    <a:pt x="7145" y="2937"/>
                  </a:lnTo>
                  <a:lnTo>
                    <a:pt x="7243" y="2917"/>
                  </a:lnTo>
                  <a:lnTo>
                    <a:pt x="7321" y="2878"/>
                  </a:lnTo>
                  <a:lnTo>
                    <a:pt x="7380" y="2819"/>
                  </a:lnTo>
                  <a:lnTo>
                    <a:pt x="7438" y="2702"/>
                  </a:lnTo>
                  <a:lnTo>
                    <a:pt x="7497" y="2565"/>
                  </a:lnTo>
                  <a:lnTo>
                    <a:pt x="7536" y="2408"/>
                  </a:lnTo>
                  <a:lnTo>
                    <a:pt x="7634" y="2017"/>
                  </a:lnTo>
                  <a:lnTo>
                    <a:pt x="7693" y="1586"/>
                  </a:lnTo>
                  <a:lnTo>
                    <a:pt x="7713" y="1155"/>
                  </a:lnTo>
                  <a:lnTo>
                    <a:pt x="7693" y="960"/>
                  </a:lnTo>
                  <a:lnTo>
                    <a:pt x="7673" y="784"/>
                  </a:lnTo>
                  <a:lnTo>
                    <a:pt x="7634" y="627"/>
                  </a:lnTo>
                  <a:lnTo>
                    <a:pt x="7576" y="510"/>
                  </a:lnTo>
                  <a:lnTo>
                    <a:pt x="7497" y="431"/>
                  </a:lnTo>
                  <a:lnTo>
                    <a:pt x="7458" y="392"/>
                  </a:lnTo>
                  <a:lnTo>
                    <a:pt x="7399" y="392"/>
                  </a:lnTo>
                  <a:lnTo>
                    <a:pt x="7282" y="373"/>
                  </a:lnTo>
                  <a:lnTo>
                    <a:pt x="7184" y="412"/>
                  </a:lnTo>
                  <a:lnTo>
                    <a:pt x="7106" y="470"/>
                  </a:lnTo>
                  <a:lnTo>
                    <a:pt x="7027" y="568"/>
                  </a:lnTo>
                  <a:lnTo>
                    <a:pt x="6988" y="686"/>
                  </a:lnTo>
                  <a:lnTo>
                    <a:pt x="6949" y="823"/>
                  </a:lnTo>
                  <a:lnTo>
                    <a:pt x="6871" y="1116"/>
                  </a:lnTo>
                  <a:lnTo>
                    <a:pt x="6812" y="1449"/>
                  </a:lnTo>
                  <a:lnTo>
                    <a:pt x="6773" y="1606"/>
                  </a:lnTo>
                  <a:lnTo>
                    <a:pt x="6734" y="1762"/>
                  </a:lnTo>
                  <a:lnTo>
                    <a:pt x="6675" y="1880"/>
                  </a:lnTo>
                  <a:lnTo>
                    <a:pt x="6597" y="2017"/>
                  </a:lnTo>
                  <a:lnTo>
                    <a:pt x="6499" y="2115"/>
                  </a:lnTo>
                  <a:lnTo>
                    <a:pt x="6401" y="2173"/>
                  </a:lnTo>
                  <a:lnTo>
                    <a:pt x="6460" y="1860"/>
                  </a:lnTo>
                  <a:lnTo>
                    <a:pt x="6499" y="1527"/>
                  </a:lnTo>
                  <a:lnTo>
                    <a:pt x="6538" y="1136"/>
                  </a:lnTo>
                  <a:lnTo>
                    <a:pt x="6538" y="940"/>
                  </a:lnTo>
                  <a:lnTo>
                    <a:pt x="6538" y="744"/>
                  </a:lnTo>
                  <a:lnTo>
                    <a:pt x="6519" y="568"/>
                  </a:lnTo>
                  <a:lnTo>
                    <a:pt x="6460" y="392"/>
                  </a:lnTo>
                  <a:lnTo>
                    <a:pt x="6401" y="255"/>
                  </a:lnTo>
                  <a:lnTo>
                    <a:pt x="6323" y="138"/>
                  </a:lnTo>
                  <a:lnTo>
                    <a:pt x="6205" y="40"/>
                  </a:lnTo>
                  <a:lnTo>
                    <a:pt x="6147" y="20"/>
                  </a:lnTo>
                  <a:lnTo>
                    <a:pt x="6068" y="1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54"/>
            <p:cNvSpPr/>
            <p:nvPr/>
          </p:nvSpPr>
          <p:spPr>
            <a:xfrm>
              <a:off x="917791" y="1131641"/>
              <a:ext cx="437384" cy="592007"/>
            </a:xfrm>
            <a:custGeom>
              <a:avLst/>
              <a:gdLst/>
              <a:ahLst/>
              <a:cxnLst/>
              <a:rect l="l" t="t" r="r" b="b"/>
              <a:pathLst>
                <a:path w="14896" h="20162" extrusionOk="0">
                  <a:moveTo>
                    <a:pt x="6185" y="1"/>
                  </a:moveTo>
                  <a:lnTo>
                    <a:pt x="5735" y="21"/>
                  </a:lnTo>
                  <a:lnTo>
                    <a:pt x="5265" y="79"/>
                  </a:lnTo>
                  <a:lnTo>
                    <a:pt x="4796" y="138"/>
                  </a:lnTo>
                  <a:lnTo>
                    <a:pt x="4326" y="236"/>
                  </a:lnTo>
                  <a:lnTo>
                    <a:pt x="3856" y="373"/>
                  </a:lnTo>
                  <a:lnTo>
                    <a:pt x="3445" y="529"/>
                  </a:lnTo>
                  <a:lnTo>
                    <a:pt x="3054" y="725"/>
                  </a:lnTo>
                  <a:lnTo>
                    <a:pt x="2682" y="940"/>
                  </a:lnTo>
                  <a:lnTo>
                    <a:pt x="2349" y="1175"/>
                  </a:lnTo>
                  <a:lnTo>
                    <a:pt x="2055" y="1449"/>
                  </a:lnTo>
                  <a:lnTo>
                    <a:pt x="1781" y="1743"/>
                  </a:lnTo>
                  <a:lnTo>
                    <a:pt x="1527" y="2056"/>
                  </a:lnTo>
                  <a:lnTo>
                    <a:pt x="1312" y="2389"/>
                  </a:lnTo>
                  <a:lnTo>
                    <a:pt x="1116" y="2741"/>
                  </a:lnTo>
                  <a:lnTo>
                    <a:pt x="940" y="3094"/>
                  </a:lnTo>
                  <a:lnTo>
                    <a:pt x="783" y="3485"/>
                  </a:lnTo>
                  <a:lnTo>
                    <a:pt x="646" y="3876"/>
                  </a:lnTo>
                  <a:lnTo>
                    <a:pt x="548" y="4268"/>
                  </a:lnTo>
                  <a:lnTo>
                    <a:pt x="450" y="4679"/>
                  </a:lnTo>
                  <a:lnTo>
                    <a:pt x="372" y="5090"/>
                  </a:lnTo>
                  <a:lnTo>
                    <a:pt x="313" y="5501"/>
                  </a:lnTo>
                  <a:lnTo>
                    <a:pt x="274" y="5912"/>
                  </a:lnTo>
                  <a:lnTo>
                    <a:pt x="255" y="6343"/>
                  </a:lnTo>
                  <a:lnTo>
                    <a:pt x="235" y="6754"/>
                  </a:lnTo>
                  <a:lnTo>
                    <a:pt x="255" y="7556"/>
                  </a:lnTo>
                  <a:lnTo>
                    <a:pt x="294" y="8359"/>
                  </a:lnTo>
                  <a:lnTo>
                    <a:pt x="372" y="9083"/>
                  </a:lnTo>
                  <a:lnTo>
                    <a:pt x="470" y="9768"/>
                  </a:lnTo>
                  <a:lnTo>
                    <a:pt x="587" y="10375"/>
                  </a:lnTo>
                  <a:lnTo>
                    <a:pt x="705" y="10884"/>
                  </a:lnTo>
                  <a:lnTo>
                    <a:pt x="822" y="11412"/>
                  </a:lnTo>
                  <a:lnTo>
                    <a:pt x="920" y="11921"/>
                  </a:lnTo>
                  <a:lnTo>
                    <a:pt x="998" y="12391"/>
                  </a:lnTo>
                  <a:lnTo>
                    <a:pt x="1057" y="12861"/>
                  </a:lnTo>
                  <a:lnTo>
                    <a:pt x="1116" y="13291"/>
                  </a:lnTo>
                  <a:lnTo>
                    <a:pt x="1135" y="13722"/>
                  </a:lnTo>
                  <a:lnTo>
                    <a:pt x="1155" y="14113"/>
                  </a:lnTo>
                  <a:lnTo>
                    <a:pt x="1155" y="14505"/>
                  </a:lnTo>
                  <a:lnTo>
                    <a:pt x="1135" y="14877"/>
                  </a:lnTo>
                  <a:lnTo>
                    <a:pt x="1116" y="15209"/>
                  </a:lnTo>
                  <a:lnTo>
                    <a:pt x="1038" y="15855"/>
                  </a:lnTo>
                  <a:lnTo>
                    <a:pt x="920" y="16442"/>
                  </a:lnTo>
                  <a:lnTo>
                    <a:pt x="783" y="16971"/>
                  </a:lnTo>
                  <a:lnTo>
                    <a:pt x="646" y="17460"/>
                  </a:lnTo>
                  <a:lnTo>
                    <a:pt x="490" y="17891"/>
                  </a:lnTo>
                  <a:lnTo>
                    <a:pt x="216" y="18615"/>
                  </a:lnTo>
                  <a:lnTo>
                    <a:pt x="98" y="18928"/>
                  </a:lnTo>
                  <a:lnTo>
                    <a:pt x="39" y="19222"/>
                  </a:lnTo>
                  <a:lnTo>
                    <a:pt x="20" y="19359"/>
                  </a:lnTo>
                  <a:lnTo>
                    <a:pt x="0" y="19476"/>
                  </a:lnTo>
                  <a:lnTo>
                    <a:pt x="20" y="19594"/>
                  </a:lnTo>
                  <a:lnTo>
                    <a:pt x="39" y="19711"/>
                  </a:lnTo>
                  <a:lnTo>
                    <a:pt x="14739" y="20161"/>
                  </a:lnTo>
                  <a:lnTo>
                    <a:pt x="14817" y="20005"/>
                  </a:lnTo>
                  <a:lnTo>
                    <a:pt x="14856" y="19829"/>
                  </a:lnTo>
                  <a:lnTo>
                    <a:pt x="14895" y="19594"/>
                  </a:lnTo>
                  <a:lnTo>
                    <a:pt x="14895" y="19359"/>
                  </a:lnTo>
                  <a:lnTo>
                    <a:pt x="14895" y="19065"/>
                  </a:lnTo>
                  <a:lnTo>
                    <a:pt x="14856" y="18772"/>
                  </a:lnTo>
                  <a:lnTo>
                    <a:pt x="14739" y="18087"/>
                  </a:lnTo>
                  <a:lnTo>
                    <a:pt x="14582" y="17323"/>
                  </a:lnTo>
                  <a:lnTo>
                    <a:pt x="14386" y="16482"/>
                  </a:lnTo>
                  <a:lnTo>
                    <a:pt x="13897" y="14622"/>
                  </a:lnTo>
                  <a:lnTo>
                    <a:pt x="13643" y="13643"/>
                  </a:lnTo>
                  <a:lnTo>
                    <a:pt x="13408" y="12645"/>
                  </a:lnTo>
                  <a:lnTo>
                    <a:pt x="13193" y="11627"/>
                  </a:lnTo>
                  <a:lnTo>
                    <a:pt x="12997" y="10610"/>
                  </a:lnTo>
                  <a:lnTo>
                    <a:pt x="12938" y="10120"/>
                  </a:lnTo>
                  <a:lnTo>
                    <a:pt x="12860" y="9631"/>
                  </a:lnTo>
                  <a:lnTo>
                    <a:pt x="12821" y="9142"/>
                  </a:lnTo>
                  <a:lnTo>
                    <a:pt x="12801" y="8652"/>
                  </a:lnTo>
                  <a:lnTo>
                    <a:pt x="12781" y="8202"/>
                  </a:lnTo>
                  <a:lnTo>
                    <a:pt x="12781" y="7732"/>
                  </a:lnTo>
                  <a:lnTo>
                    <a:pt x="12821" y="7302"/>
                  </a:lnTo>
                  <a:lnTo>
                    <a:pt x="12879" y="6871"/>
                  </a:lnTo>
                  <a:lnTo>
                    <a:pt x="12938" y="6441"/>
                  </a:lnTo>
                  <a:lnTo>
                    <a:pt x="12958" y="6010"/>
                  </a:lnTo>
                  <a:lnTo>
                    <a:pt x="12958" y="5599"/>
                  </a:lnTo>
                  <a:lnTo>
                    <a:pt x="12938" y="5188"/>
                  </a:lnTo>
                  <a:lnTo>
                    <a:pt x="12879" y="4796"/>
                  </a:lnTo>
                  <a:lnTo>
                    <a:pt x="12801" y="4405"/>
                  </a:lnTo>
                  <a:lnTo>
                    <a:pt x="12703" y="4033"/>
                  </a:lnTo>
                  <a:lnTo>
                    <a:pt x="12566" y="3681"/>
                  </a:lnTo>
                  <a:lnTo>
                    <a:pt x="12429" y="3328"/>
                  </a:lnTo>
                  <a:lnTo>
                    <a:pt x="12253" y="3015"/>
                  </a:lnTo>
                  <a:lnTo>
                    <a:pt x="12057" y="2682"/>
                  </a:lnTo>
                  <a:lnTo>
                    <a:pt x="11842" y="2389"/>
                  </a:lnTo>
                  <a:lnTo>
                    <a:pt x="11607" y="2095"/>
                  </a:lnTo>
                  <a:lnTo>
                    <a:pt x="11353" y="1841"/>
                  </a:lnTo>
                  <a:lnTo>
                    <a:pt x="11079" y="1586"/>
                  </a:lnTo>
                  <a:lnTo>
                    <a:pt x="10785" y="1352"/>
                  </a:lnTo>
                  <a:lnTo>
                    <a:pt x="10472" y="1136"/>
                  </a:lnTo>
                  <a:lnTo>
                    <a:pt x="10159" y="921"/>
                  </a:lnTo>
                  <a:lnTo>
                    <a:pt x="9806" y="745"/>
                  </a:lnTo>
                  <a:lnTo>
                    <a:pt x="9454" y="588"/>
                  </a:lnTo>
                  <a:lnTo>
                    <a:pt x="9102" y="432"/>
                  </a:lnTo>
                  <a:lnTo>
                    <a:pt x="8710" y="314"/>
                  </a:lnTo>
                  <a:lnTo>
                    <a:pt x="8319" y="197"/>
                  </a:lnTo>
                  <a:lnTo>
                    <a:pt x="7908" y="118"/>
                  </a:lnTo>
                  <a:lnTo>
                    <a:pt x="7497" y="60"/>
                  </a:lnTo>
                  <a:lnTo>
                    <a:pt x="7066" y="21"/>
                  </a:lnTo>
                  <a:lnTo>
                    <a:pt x="66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54"/>
            <p:cNvSpPr/>
            <p:nvPr/>
          </p:nvSpPr>
          <p:spPr>
            <a:xfrm>
              <a:off x="917791" y="1131641"/>
              <a:ext cx="437384" cy="592007"/>
            </a:xfrm>
            <a:custGeom>
              <a:avLst/>
              <a:gdLst/>
              <a:ahLst/>
              <a:cxnLst/>
              <a:rect l="l" t="t" r="r" b="b"/>
              <a:pathLst>
                <a:path w="14896" h="20162" fill="none" extrusionOk="0">
                  <a:moveTo>
                    <a:pt x="39" y="19711"/>
                  </a:moveTo>
                  <a:lnTo>
                    <a:pt x="39" y="19711"/>
                  </a:lnTo>
                  <a:lnTo>
                    <a:pt x="20" y="19594"/>
                  </a:lnTo>
                  <a:lnTo>
                    <a:pt x="0" y="19476"/>
                  </a:lnTo>
                  <a:lnTo>
                    <a:pt x="20" y="19359"/>
                  </a:lnTo>
                  <a:lnTo>
                    <a:pt x="39" y="19222"/>
                  </a:lnTo>
                  <a:lnTo>
                    <a:pt x="98" y="18928"/>
                  </a:lnTo>
                  <a:lnTo>
                    <a:pt x="216" y="18615"/>
                  </a:lnTo>
                  <a:lnTo>
                    <a:pt x="490" y="17891"/>
                  </a:lnTo>
                  <a:lnTo>
                    <a:pt x="646" y="17460"/>
                  </a:lnTo>
                  <a:lnTo>
                    <a:pt x="783" y="16971"/>
                  </a:lnTo>
                  <a:lnTo>
                    <a:pt x="920" y="16442"/>
                  </a:lnTo>
                  <a:lnTo>
                    <a:pt x="1038" y="15855"/>
                  </a:lnTo>
                  <a:lnTo>
                    <a:pt x="1116" y="15209"/>
                  </a:lnTo>
                  <a:lnTo>
                    <a:pt x="1135" y="14877"/>
                  </a:lnTo>
                  <a:lnTo>
                    <a:pt x="1155" y="14505"/>
                  </a:lnTo>
                  <a:lnTo>
                    <a:pt x="1155" y="14113"/>
                  </a:lnTo>
                  <a:lnTo>
                    <a:pt x="1135" y="13722"/>
                  </a:lnTo>
                  <a:lnTo>
                    <a:pt x="1116" y="13291"/>
                  </a:lnTo>
                  <a:lnTo>
                    <a:pt x="1057" y="12861"/>
                  </a:lnTo>
                  <a:lnTo>
                    <a:pt x="998" y="12391"/>
                  </a:lnTo>
                  <a:lnTo>
                    <a:pt x="920" y="11921"/>
                  </a:lnTo>
                  <a:lnTo>
                    <a:pt x="822" y="11412"/>
                  </a:lnTo>
                  <a:lnTo>
                    <a:pt x="705" y="10884"/>
                  </a:lnTo>
                  <a:lnTo>
                    <a:pt x="705" y="10884"/>
                  </a:lnTo>
                  <a:lnTo>
                    <a:pt x="587" y="10375"/>
                  </a:lnTo>
                  <a:lnTo>
                    <a:pt x="470" y="9768"/>
                  </a:lnTo>
                  <a:lnTo>
                    <a:pt x="372" y="9083"/>
                  </a:lnTo>
                  <a:lnTo>
                    <a:pt x="294" y="8359"/>
                  </a:lnTo>
                  <a:lnTo>
                    <a:pt x="255" y="7556"/>
                  </a:lnTo>
                  <a:lnTo>
                    <a:pt x="235" y="6754"/>
                  </a:lnTo>
                  <a:lnTo>
                    <a:pt x="255" y="6343"/>
                  </a:lnTo>
                  <a:lnTo>
                    <a:pt x="274" y="5912"/>
                  </a:lnTo>
                  <a:lnTo>
                    <a:pt x="313" y="5501"/>
                  </a:lnTo>
                  <a:lnTo>
                    <a:pt x="372" y="5090"/>
                  </a:lnTo>
                  <a:lnTo>
                    <a:pt x="450" y="4679"/>
                  </a:lnTo>
                  <a:lnTo>
                    <a:pt x="548" y="4268"/>
                  </a:lnTo>
                  <a:lnTo>
                    <a:pt x="646" y="3876"/>
                  </a:lnTo>
                  <a:lnTo>
                    <a:pt x="783" y="3485"/>
                  </a:lnTo>
                  <a:lnTo>
                    <a:pt x="940" y="3094"/>
                  </a:lnTo>
                  <a:lnTo>
                    <a:pt x="1116" y="2741"/>
                  </a:lnTo>
                  <a:lnTo>
                    <a:pt x="1312" y="2389"/>
                  </a:lnTo>
                  <a:lnTo>
                    <a:pt x="1527" y="2056"/>
                  </a:lnTo>
                  <a:lnTo>
                    <a:pt x="1781" y="1743"/>
                  </a:lnTo>
                  <a:lnTo>
                    <a:pt x="2055" y="1449"/>
                  </a:lnTo>
                  <a:lnTo>
                    <a:pt x="2349" y="1175"/>
                  </a:lnTo>
                  <a:lnTo>
                    <a:pt x="2682" y="940"/>
                  </a:lnTo>
                  <a:lnTo>
                    <a:pt x="3054" y="725"/>
                  </a:lnTo>
                  <a:lnTo>
                    <a:pt x="3445" y="529"/>
                  </a:lnTo>
                  <a:lnTo>
                    <a:pt x="3856" y="373"/>
                  </a:lnTo>
                  <a:lnTo>
                    <a:pt x="4326" y="236"/>
                  </a:lnTo>
                  <a:lnTo>
                    <a:pt x="4326" y="236"/>
                  </a:lnTo>
                  <a:lnTo>
                    <a:pt x="4796" y="138"/>
                  </a:lnTo>
                  <a:lnTo>
                    <a:pt x="5265" y="79"/>
                  </a:lnTo>
                  <a:lnTo>
                    <a:pt x="5735" y="21"/>
                  </a:lnTo>
                  <a:lnTo>
                    <a:pt x="6185" y="1"/>
                  </a:lnTo>
                  <a:lnTo>
                    <a:pt x="6636" y="1"/>
                  </a:lnTo>
                  <a:lnTo>
                    <a:pt x="7066" y="21"/>
                  </a:lnTo>
                  <a:lnTo>
                    <a:pt x="7497" y="60"/>
                  </a:lnTo>
                  <a:lnTo>
                    <a:pt x="7908" y="118"/>
                  </a:lnTo>
                  <a:lnTo>
                    <a:pt x="8319" y="197"/>
                  </a:lnTo>
                  <a:lnTo>
                    <a:pt x="8710" y="314"/>
                  </a:lnTo>
                  <a:lnTo>
                    <a:pt x="9102" y="432"/>
                  </a:lnTo>
                  <a:lnTo>
                    <a:pt x="9454" y="588"/>
                  </a:lnTo>
                  <a:lnTo>
                    <a:pt x="9806" y="745"/>
                  </a:lnTo>
                  <a:lnTo>
                    <a:pt x="10159" y="921"/>
                  </a:lnTo>
                  <a:lnTo>
                    <a:pt x="10472" y="1136"/>
                  </a:lnTo>
                  <a:lnTo>
                    <a:pt x="10785" y="1352"/>
                  </a:lnTo>
                  <a:lnTo>
                    <a:pt x="11079" y="1586"/>
                  </a:lnTo>
                  <a:lnTo>
                    <a:pt x="11353" y="1841"/>
                  </a:lnTo>
                  <a:lnTo>
                    <a:pt x="11607" y="2095"/>
                  </a:lnTo>
                  <a:lnTo>
                    <a:pt x="11842" y="2389"/>
                  </a:lnTo>
                  <a:lnTo>
                    <a:pt x="12057" y="2682"/>
                  </a:lnTo>
                  <a:lnTo>
                    <a:pt x="12253" y="3015"/>
                  </a:lnTo>
                  <a:lnTo>
                    <a:pt x="12429" y="3328"/>
                  </a:lnTo>
                  <a:lnTo>
                    <a:pt x="12566" y="3681"/>
                  </a:lnTo>
                  <a:lnTo>
                    <a:pt x="12703" y="4033"/>
                  </a:lnTo>
                  <a:lnTo>
                    <a:pt x="12801" y="4405"/>
                  </a:lnTo>
                  <a:lnTo>
                    <a:pt x="12879" y="4796"/>
                  </a:lnTo>
                  <a:lnTo>
                    <a:pt x="12938" y="5188"/>
                  </a:lnTo>
                  <a:lnTo>
                    <a:pt x="12958" y="5599"/>
                  </a:lnTo>
                  <a:lnTo>
                    <a:pt x="12958" y="6010"/>
                  </a:lnTo>
                  <a:lnTo>
                    <a:pt x="12938" y="6441"/>
                  </a:lnTo>
                  <a:lnTo>
                    <a:pt x="12879" y="6871"/>
                  </a:lnTo>
                  <a:lnTo>
                    <a:pt x="12879" y="6871"/>
                  </a:lnTo>
                  <a:lnTo>
                    <a:pt x="12821" y="7302"/>
                  </a:lnTo>
                  <a:lnTo>
                    <a:pt x="12781" y="7732"/>
                  </a:lnTo>
                  <a:lnTo>
                    <a:pt x="12781" y="8202"/>
                  </a:lnTo>
                  <a:lnTo>
                    <a:pt x="12801" y="8652"/>
                  </a:lnTo>
                  <a:lnTo>
                    <a:pt x="12821" y="9142"/>
                  </a:lnTo>
                  <a:lnTo>
                    <a:pt x="12860" y="9631"/>
                  </a:lnTo>
                  <a:lnTo>
                    <a:pt x="12938" y="10120"/>
                  </a:lnTo>
                  <a:lnTo>
                    <a:pt x="12997" y="10610"/>
                  </a:lnTo>
                  <a:lnTo>
                    <a:pt x="13193" y="11627"/>
                  </a:lnTo>
                  <a:lnTo>
                    <a:pt x="13408" y="12645"/>
                  </a:lnTo>
                  <a:lnTo>
                    <a:pt x="13643" y="13643"/>
                  </a:lnTo>
                  <a:lnTo>
                    <a:pt x="13897" y="14622"/>
                  </a:lnTo>
                  <a:lnTo>
                    <a:pt x="14386" y="16482"/>
                  </a:lnTo>
                  <a:lnTo>
                    <a:pt x="14582" y="17323"/>
                  </a:lnTo>
                  <a:lnTo>
                    <a:pt x="14739" y="18087"/>
                  </a:lnTo>
                  <a:lnTo>
                    <a:pt x="14856" y="18772"/>
                  </a:lnTo>
                  <a:lnTo>
                    <a:pt x="14895" y="19065"/>
                  </a:lnTo>
                  <a:lnTo>
                    <a:pt x="14895" y="19359"/>
                  </a:lnTo>
                  <a:lnTo>
                    <a:pt x="14895" y="19594"/>
                  </a:lnTo>
                  <a:lnTo>
                    <a:pt x="14856" y="19829"/>
                  </a:lnTo>
                  <a:lnTo>
                    <a:pt x="14817" y="20005"/>
                  </a:lnTo>
                  <a:lnTo>
                    <a:pt x="14739" y="20161"/>
                  </a:lnTo>
                  <a:lnTo>
                    <a:pt x="39" y="1971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54"/>
            <p:cNvSpPr/>
            <p:nvPr/>
          </p:nvSpPr>
          <p:spPr>
            <a:xfrm>
              <a:off x="851696" y="1563269"/>
              <a:ext cx="619578" cy="895439"/>
            </a:xfrm>
            <a:custGeom>
              <a:avLst/>
              <a:gdLst/>
              <a:ahLst/>
              <a:cxnLst/>
              <a:rect l="l" t="t" r="r" b="b"/>
              <a:pathLst>
                <a:path w="21101" h="30496" extrusionOk="0">
                  <a:moveTo>
                    <a:pt x="6694" y="0"/>
                  </a:moveTo>
                  <a:lnTo>
                    <a:pt x="6655" y="40"/>
                  </a:lnTo>
                  <a:lnTo>
                    <a:pt x="6557" y="216"/>
                  </a:lnTo>
                  <a:lnTo>
                    <a:pt x="6362" y="470"/>
                  </a:lnTo>
                  <a:lnTo>
                    <a:pt x="6225" y="607"/>
                  </a:lnTo>
                  <a:lnTo>
                    <a:pt x="6048" y="783"/>
                  </a:lnTo>
                  <a:lnTo>
                    <a:pt x="5833" y="959"/>
                  </a:lnTo>
                  <a:lnTo>
                    <a:pt x="5559" y="1155"/>
                  </a:lnTo>
                  <a:lnTo>
                    <a:pt x="5265" y="1351"/>
                  </a:lnTo>
                  <a:lnTo>
                    <a:pt x="4913" y="1566"/>
                  </a:lnTo>
                  <a:lnTo>
                    <a:pt x="4522" y="1782"/>
                  </a:lnTo>
                  <a:lnTo>
                    <a:pt x="4072" y="1997"/>
                  </a:lnTo>
                  <a:lnTo>
                    <a:pt x="3543" y="2212"/>
                  </a:lnTo>
                  <a:lnTo>
                    <a:pt x="2975" y="2427"/>
                  </a:lnTo>
                  <a:lnTo>
                    <a:pt x="2408" y="2643"/>
                  </a:lnTo>
                  <a:lnTo>
                    <a:pt x="1918" y="2878"/>
                  </a:lnTo>
                  <a:lnTo>
                    <a:pt x="1488" y="3132"/>
                  </a:lnTo>
                  <a:lnTo>
                    <a:pt x="1136" y="3387"/>
                  </a:lnTo>
                  <a:lnTo>
                    <a:pt x="842" y="3661"/>
                  </a:lnTo>
                  <a:lnTo>
                    <a:pt x="587" y="3935"/>
                  </a:lnTo>
                  <a:lnTo>
                    <a:pt x="392" y="4228"/>
                  </a:lnTo>
                  <a:lnTo>
                    <a:pt x="235" y="4502"/>
                  </a:lnTo>
                  <a:lnTo>
                    <a:pt x="137" y="4796"/>
                  </a:lnTo>
                  <a:lnTo>
                    <a:pt x="59" y="5109"/>
                  </a:lnTo>
                  <a:lnTo>
                    <a:pt x="20" y="5403"/>
                  </a:lnTo>
                  <a:lnTo>
                    <a:pt x="0" y="5696"/>
                  </a:lnTo>
                  <a:lnTo>
                    <a:pt x="0" y="5990"/>
                  </a:lnTo>
                  <a:lnTo>
                    <a:pt x="20" y="6283"/>
                  </a:lnTo>
                  <a:lnTo>
                    <a:pt x="98" y="6851"/>
                  </a:lnTo>
                  <a:lnTo>
                    <a:pt x="137" y="7027"/>
                  </a:lnTo>
                  <a:lnTo>
                    <a:pt x="216" y="7223"/>
                  </a:lnTo>
                  <a:lnTo>
                    <a:pt x="333" y="7438"/>
                  </a:lnTo>
                  <a:lnTo>
                    <a:pt x="470" y="7712"/>
                  </a:lnTo>
                  <a:lnTo>
                    <a:pt x="1253" y="9043"/>
                  </a:lnTo>
                  <a:lnTo>
                    <a:pt x="2564" y="11353"/>
                  </a:lnTo>
                  <a:lnTo>
                    <a:pt x="3269" y="12664"/>
                  </a:lnTo>
                  <a:lnTo>
                    <a:pt x="3993" y="14015"/>
                  </a:lnTo>
                  <a:lnTo>
                    <a:pt x="4678" y="15424"/>
                  </a:lnTo>
                  <a:lnTo>
                    <a:pt x="5011" y="16109"/>
                  </a:lnTo>
                  <a:lnTo>
                    <a:pt x="5305" y="16794"/>
                  </a:lnTo>
                  <a:lnTo>
                    <a:pt x="5598" y="17460"/>
                  </a:lnTo>
                  <a:lnTo>
                    <a:pt x="5853" y="18125"/>
                  </a:lnTo>
                  <a:lnTo>
                    <a:pt x="6088" y="18771"/>
                  </a:lnTo>
                  <a:lnTo>
                    <a:pt x="6264" y="19378"/>
                  </a:lnTo>
                  <a:lnTo>
                    <a:pt x="6518" y="20141"/>
                  </a:lnTo>
                  <a:lnTo>
                    <a:pt x="6890" y="21276"/>
                  </a:lnTo>
                  <a:lnTo>
                    <a:pt x="7242" y="22392"/>
                  </a:lnTo>
                  <a:lnTo>
                    <a:pt x="7379" y="22823"/>
                  </a:lnTo>
                  <a:lnTo>
                    <a:pt x="7419" y="23097"/>
                  </a:lnTo>
                  <a:lnTo>
                    <a:pt x="7458" y="23429"/>
                  </a:lnTo>
                  <a:lnTo>
                    <a:pt x="7458" y="23743"/>
                  </a:lnTo>
                  <a:lnTo>
                    <a:pt x="7458" y="24330"/>
                  </a:lnTo>
                  <a:lnTo>
                    <a:pt x="7399" y="24858"/>
                  </a:lnTo>
                  <a:lnTo>
                    <a:pt x="7321" y="25348"/>
                  </a:lnTo>
                  <a:lnTo>
                    <a:pt x="7203" y="25778"/>
                  </a:lnTo>
                  <a:lnTo>
                    <a:pt x="7066" y="26150"/>
                  </a:lnTo>
                  <a:lnTo>
                    <a:pt x="6910" y="26483"/>
                  </a:lnTo>
                  <a:lnTo>
                    <a:pt x="6733" y="26776"/>
                  </a:lnTo>
                  <a:lnTo>
                    <a:pt x="6577" y="27011"/>
                  </a:lnTo>
                  <a:lnTo>
                    <a:pt x="6401" y="27227"/>
                  </a:lnTo>
                  <a:lnTo>
                    <a:pt x="6244" y="27383"/>
                  </a:lnTo>
                  <a:lnTo>
                    <a:pt x="6107" y="27520"/>
                  </a:lnTo>
                  <a:lnTo>
                    <a:pt x="5892" y="27677"/>
                  </a:lnTo>
                  <a:lnTo>
                    <a:pt x="5814" y="27736"/>
                  </a:lnTo>
                  <a:lnTo>
                    <a:pt x="6675" y="28244"/>
                  </a:lnTo>
                  <a:lnTo>
                    <a:pt x="7516" y="28695"/>
                  </a:lnTo>
                  <a:lnTo>
                    <a:pt x="8338" y="29086"/>
                  </a:lnTo>
                  <a:lnTo>
                    <a:pt x="9121" y="29419"/>
                  </a:lnTo>
                  <a:lnTo>
                    <a:pt x="9904" y="29693"/>
                  </a:lnTo>
                  <a:lnTo>
                    <a:pt x="10648" y="29947"/>
                  </a:lnTo>
                  <a:lnTo>
                    <a:pt x="11372" y="30123"/>
                  </a:lnTo>
                  <a:lnTo>
                    <a:pt x="12077" y="30280"/>
                  </a:lnTo>
                  <a:lnTo>
                    <a:pt x="12762" y="30378"/>
                  </a:lnTo>
                  <a:lnTo>
                    <a:pt x="13427" y="30456"/>
                  </a:lnTo>
                  <a:lnTo>
                    <a:pt x="14054" y="30495"/>
                  </a:lnTo>
                  <a:lnTo>
                    <a:pt x="14661" y="30495"/>
                  </a:lnTo>
                  <a:lnTo>
                    <a:pt x="15228" y="30476"/>
                  </a:lnTo>
                  <a:lnTo>
                    <a:pt x="15776" y="30417"/>
                  </a:lnTo>
                  <a:lnTo>
                    <a:pt x="16305" y="30358"/>
                  </a:lnTo>
                  <a:lnTo>
                    <a:pt x="16814" y="30260"/>
                  </a:lnTo>
                  <a:lnTo>
                    <a:pt x="17283" y="30143"/>
                  </a:lnTo>
                  <a:lnTo>
                    <a:pt x="17714" y="30026"/>
                  </a:lnTo>
                  <a:lnTo>
                    <a:pt x="18145" y="29889"/>
                  </a:lnTo>
                  <a:lnTo>
                    <a:pt x="18516" y="29752"/>
                  </a:lnTo>
                  <a:lnTo>
                    <a:pt x="18888" y="29615"/>
                  </a:lnTo>
                  <a:lnTo>
                    <a:pt x="19202" y="29458"/>
                  </a:lnTo>
                  <a:lnTo>
                    <a:pt x="19789" y="29164"/>
                  </a:lnTo>
                  <a:lnTo>
                    <a:pt x="20219" y="28890"/>
                  </a:lnTo>
                  <a:lnTo>
                    <a:pt x="20552" y="28675"/>
                  </a:lnTo>
                  <a:lnTo>
                    <a:pt x="20807" y="28460"/>
                  </a:lnTo>
                  <a:lnTo>
                    <a:pt x="20846" y="28538"/>
                  </a:lnTo>
                  <a:lnTo>
                    <a:pt x="20944" y="28655"/>
                  </a:lnTo>
                  <a:lnTo>
                    <a:pt x="21002" y="28714"/>
                  </a:lnTo>
                  <a:lnTo>
                    <a:pt x="21041" y="28734"/>
                  </a:lnTo>
                  <a:lnTo>
                    <a:pt x="21081" y="28734"/>
                  </a:lnTo>
                  <a:lnTo>
                    <a:pt x="21081" y="28714"/>
                  </a:lnTo>
                  <a:lnTo>
                    <a:pt x="21100" y="28636"/>
                  </a:lnTo>
                  <a:lnTo>
                    <a:pt x="21100" y="28499"/>
                  </a:lnTo>
                  <a:lnTo>
                    <a:pt x="21081" y="28264"/>
                  </a:lnTo>
                  <a:lnTo>
                    <a:pt x="21002" y="27951"/>
                  </a:lnTo>
                  <a:lnTo>
                    <a:pt x="20904" y="27501"/>
                  </a:lnTo>
                  <a:lnTo>
                    <a:pt x="20748" y="26933"/>
                  </a:lnTo>
                  <a:lnTo>
                    <a:pt x="20552" y="26228"/>
                  </a:lnTo>
                  <a:lnTo>
                    <a:pt x="19965" y="24330"/>
                  </a:lnTo>
                  <a:lnTo>
                    <a:pt x="19593" y="23097"/>
                  </a:lnTo>
                  <a:lnTo>
                    <a:pt x="19397" y="22431"/>
                  </a:lnTo>
                  <a:lnTo>
                    <a:pt x="19221" y="21746"/>
                  </a:lnTo>
                  <a:lnTo>
                    <a:pt x="19045" y="21042"/>
                  </a:lnTo>
                  <a:lnTo>
                    <a:pt x="18888" y="20337"/>
                  </a:lnTo>
                  <a:lnTo>
                    <a:pt x="18751" y="19652"/>
                  </a:lnTo>
                  <a:lnTo>
                    <a:pt x="18634" y="18967"/>
                  </a:lnTo>
                  <a:lnTo>
                    <a:pt x="18556" y="18262"/>
                  </a:lnTo>
                  <a:lnTo>
                    <a:pt x="18497" y="17597"/>
                  </a:lnTo>
                  <a:lnTo>
                    <a:pt x="18477" y="16990"/>
                  </a:lnTo>
                  <a:lnTo>
                    <a:pt x="18477" y="16716"/>
                  </a:lnTo>
                  <a:lnTo>
                    <a:pt x="18497" y="16461"/>
                  </a:lnTo>
                  <a:lnTo>
                    <a:pt x="18536" y="16207"/>
                  </a:lnTo>
                  <a:lnTo>
                    <a:pt x="18595" y="15952"/>
                  </a:lnTo>
                  <a:lnTo>
                    <a:pt x="18732" y="15444"/>
                  </a:lnTo>
                  <a:lnTo>
                    <a:pt x="18908" y="14935"/>
                  </a:lnTo>
                  <a:lnTo>
                    <a:pt x="19104" y="14426"/>
                  </a:lnTo>
                  <a:lnTo>
                    <a:pt x="19534" y="13388"/>
                  </a:lnTo>
                  <a:lnTo>
                    <a:pt x="19730" y="12860"/>
                  </a:lnTo>
                  <a:lnTo>
                    <a:pt x="19906" y="12351"/>
                  </a:lnTo>
                  <a:lnTo>
                    <a:pt x="19984" y="12116"/>
                  </a:lnTo>
                  <a:lnTo>
                    <a:pt x="20043" y="11823"/>
                  </a:lnTo>
                  <a:lnTo>
                    <a:pt x="20102" y="11549"/>
                  </a:lnTo>
                  <a:lnTo>
                    <a:pt x="20141" y="11255"/>
                  </a:lnTo>
                  <a:lnTo>
                    <a:pt x="20180" y="10961"/>
                  </a:lnTo>
                  <a:lnTo>
                    <a:pt x="20180" y="10746"/>
                  </a:lnTo>
                  <a:lnTo>
                    <a:pt x="20161" y="10550"/>
                  </a:lnTo>
                  <a:lnTo>
                    <a:pt x="20141" y="10315"/>
                  </a:lnTo>
                  <a:lnTo>
                    <a:pt x="20121" y="10120"/>
                  </a:lnTo>
                  <a:lnTo>
                    <a:pt x="20063" y="9924"/>
                  </a:lnTo>
                  <a:lnTo>
                    <a:pt x="19965" y="9552"/>
                  </a:lnTo>
                  <a:lnTo>
                    <a:pt x="19808" y="9219"/>
                  </a:lnTo>
                  <a:lnTo>
                    <a:pt x="19632" y="8887"/>
                  </a:lnTo>
                  <a:lnTo>
                    <a:pt x="19495" y="8652"/>
                  </a:lnTo>
                  <a:lnTo>
                    <a:pt x="19319" y="8417"/>
                  </a:lnTo>
                  <a:lnTo>
                    <a:pt x="19123" y="8182"/>
                  </a:lnTo>
                  <a:lnTo>
                    <a:pt x="18771" y="7771"/>
                  </a:lnTo>
                  <a:lnTo>
                    <a:pt x="18419" y="7399"/>
                  </a:lnTo>
                  <a:lnTo>
                    <a:pt x="18145" y="7066"/>
                  </a:lnTo>
                  <a:lnTo>
                    <a:pt x="18066" y="6929"/>
                  </a:lnTo>
                  <a:lnTo>
                    <a:pt x="17988" y="6773"/>
                  </a:lnTo>
                  <a:lnTo>
                    <a:pt x="17949" y="6597"/>
                  </a:lnTo>
                  <a:lnTo>
                    <a:pt x="17910" y="6420"/>
                  </a:lnTo>
                  <a:lnTo>
                    <a:pt x="17890" y="6225"/>
                  </a:lnTo>
                  <a:lnTo>
                    <a:pt x="17890" y="6029"/>
                  </a:lnTo>
                  <a:lnTo>
                    <a:pt x="17910" y="5579"/>
                  </a:lnTo>
                  <a:lnTo>
                    <a:pt x="17949" y="5011"/>
                  </a:lnTo>
                  <a:lnTo>
                    <a:pt x="17988" y="4404"/>
                  </a:lnTo>
                  <a:lnTo>
                    <a:pt x="17988" y="4091"/>
                  </a:lnTo>
                  <a:lnTo>
                    <a:pt x="17968" y="3798"/>
                  </a:lnTo>
                  <a:lnTo>
                    <a:pt x="17929" y="3484"/>
                  </a:lnTo>
                  <a:lnTo>
                    <a:pt x="17871" y="3191"/>
                  </a:lnTo>
                  <a:lnTo>
                    <a:pt x="17792" y="2936"/>
                  </a:lnTo>
                  <a:lnTo>
                    <a:pt x="17694" y="2721"/>
                  </a:lnTo>
                  <a:lnTo>
                    <a:pt x="17597" y="2545"/>
                  </a:lnTo>
                  <a:lnTo>
                    <a:pt x="17479" y="2388"/>
                  </a:lnTo>
                  <a:lnTo>
                    <a:pt x="17362" y="2251"/>
                  </a:lnTo>
                  <a:lnTo>
                    <a:pt x="17225" y="2134"/>
                  </a:lnTo>
                  <a:lnTo>
                    <a:pt x="17068" y="2036"/>
                  </a:lnTo>
                  <a:lnTo>
                    <a:pt x="16911" y="1958"/>
                  </a:lnTo>
                  <a:lnTo>
                    <a:pt x="16735" y="1899"/>
                  </a:lnTo>
                  <a:lnTo>
                    <a:pt x="16540" y="1860"/>
                  </a:lnTo>
                  <a:lnTo>
                    <a:pt x="16148" y="1801"/>
                  </a:lnTo>
                  <a:lnTo>
                    <a:pt x="15737" y="1762"/>
                  </a:lnTo>
                  <a:lnTo>
                    <a:pt x="15267" y="1723"/>
                  </a:lnTo>
                  <a:lnTo>
                    <a:pt x="15032" y="1703"/>
                  </a:lnTo>
                  <a:lnTo>
                    <a:pt x="14798" y="1664"/>
                  </a:lnTo>
                  <a:lnTo>
                    <a:pt x="14543" y="1605"/>
                  </a:lnTo>
                  <a:lnTo>
                    <a:pt x="14308" y="1527"/>
                  </a:lnTo>
                  <a:lnTo>
                    <a:pt x="13839" y="1351"/>
                  </a:lnTo>
                  <a:lnTo>
                    <a:pt x="13388" y="1175"/>
                  </a:lnTo>
                  <a:lnTo>
                    <a:pt x="13016" y="979"/>
                  </a:lnTo>
                  <a:lnTo>
                    <a:pt x="12703" y="822"/>
                  </a:lnTo>
                  <a:lnTo>
                    <a:pt x="12449" y="666"/>
                  </a:lnTo>
                  <a:lnTo>
                    <a:pt x="6694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54"/>
            <p:cNvSpPr/>
            <p:nvPr/>
          </p:nvSpPr>
          <p:spPr>
            <a:xfrm>
              <a:off x="981009" y="1816139"/>
              <a:ext cx="447162" cy="77605"/>
            </a:xfrm>
            <a:custGeom>
              <a:avLst/>
              <a:gdLst/>
              <a:ahLst/>
              <a:cxnLst/>
              <a:rect l="l" t="t" r="r" b="b"/>
              <a:pathLst>
                <a:path w="15229" h="2643" extrusionOk="0">
                  <a:moveTo>
                    <a:pt x="13173" y="1"/>
                  </a:moveTo>
                  <a:lnTo>
                    <a:pt x="12214" y="20"/>
                  </a:lnTo>
                  <a:lnTo>
                    <a:pt x="11255" y="59"/>
                  </a:lnTo>
                  <a:lnTo>
                    <a:pt x="10315" y="118"/>
                  </a:lnTo>
                  <a:lnTo>
                    <a:pt x="9356" y="196"/>
                  </a:lnTo>
                  <a:lnTo>
                    <a:pt x="8397" y="314"/>
                  </a:lnTo>
                  <a:lnTo>
                    <a:pt x="7458" y="451"/>
                  </a:lnTo>
                  <a:lnTo>
                    <a:pt x="6518" y="607"/>
                  </a:lnTo>
                  <a:lnTo>
                    <a:pt x="5579" y="803"/>
                  </a:lnTo>
                  <a:lnTo>
                    <a:pt x="4639" y="999"/>
                  </a:lnTo>
                  <a:lnTo>
                    <a:pt x="3719" y="1234"/>
                  </a:lnTo>
                  <a:lnTo>
                    <a:pt x="2799" y="1508"/>
                  </a:lnTo>
                  <a:lnTo>
                    <a:pt x="1879" y="1782"/>
                  </a:lnTo>
                  <a:lnTo>
                    <a:pt x="979" y="2095"/>
                  </a:lnTo>
                  <a:lnTo>
                    <a:pt x="79" y="2428"/>
                  </a:lnTo>
                  <a:lnTo>
                    <a:pt x="39" y="2447"/>
                  </a:lnTo>
                  <a:lnTo>
                    <a:pt x="20" y="2486"/>
                  </a:lnTo>
                  <a:lnTo>
                    <a:pt x="0" y="2526"/>
                  </a:lnTo>
                  <a:lnTo>
                    <a:pt x="0" y="2565"/>
                  </a:lnTo>
                  <a:lnTo>
                    <a:pt x="20" y="2604"/>
                  </a:lnTo>
                  <a:lnTo>
                    <a:pt x="59" y="2623"/>
                  </a:lnTo>
                  <a:lnTo>
                    <a:pt x="98" y="2643"/>
                  </a:lnTo>
                  <a:lnTo>
                    <a:pt x="137" y="2643"/>
                  </a:lnTo>
                  <a:lnTo>
                    <a:pt x="1038" y="2310"/>
                  </a:lnTo>
                  <a:lnTo>
                    <a:pt x="1958" y="1997"/>
                  </a:lnTo>
                  <a:lnTo>
                    <a:pt x="2878" y="1703"/>
                  </a:lnTo>
                  <a:lnTo>
                    <a:pt x="3797" y="1449"/>
                  </a:lnTo>
                  <a:lnTo>
                    <a:pt x="4737" y="1214"/>
                  </a:lnTo>
                  <a:lnTo>
                    <a:pt x="5676" y="999"/>
                  </a:lnTo>
                  <a:lnTo>
                    <a:pt x="6616" y="823"/>
                  </a:lnTo>
                  <a:lnTo>
                    <a:pt x="7555" y="666"/>
                  </a:lnTo>
                  <a:lnTo>
                    <a:pt x="8515" y="529"/>
                  </a:lnTo>
                  <a:lnTo>
                    <a:pt x="9474" y="412"/>
                  </a:lnTo>
                  <a:lnTo>
                    <a:pt x="10433" y="333"/>
                  </a:lnTo>
                  <a:lnTo>
                    <a:pt x="11392" y="275"/>
                  </a:lnTo>
                  <a:lnTo>
                    <a:pt x="12351" y="235"/>
                  </a:lnTo>
                  <a:lnTo>
                    <a:pt x="13310" y="216"/>
                  </a:lnTo>
                  <a:lnTo>
                    <a:pt x="14269" y="235"/>
                  </a:lnTo>
                  <a:lnTo>
                    <a:pt x="15228" y="275"/>
                  </a:lnTo>
                  <a:lnTo>
                    <a:pt x="15091" y="40"/>
                  </a:lnTo>
                  <a:lnTo>
                    <a:pt x="14132" y="20"/>
                  </a:lnTo>
                  <a:lnTo>
                    <a:pt x="13173" y="1"/>
                  </a:lnTo>
                  <a:close/>
                </a:path>
              </a:pathLst>
            </a:custGeom>
            <a:solidFill>
              <a:srgbClr val="E1CC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54"/>
            <p:cNvSpPr/>
            <p:nvPr/>
          </p:nvSpPr>
          <p:spPr>
            <a:xfrm>
              <a:off x="998245" y="1865556"/>
              <a:ext cx="445429" cy="70147"/>
            </a:xfrm>
            <a:custGeom>
              <a:avLst/>
              <a:gdLst/>
              <a:ahLst/>
              <a:cxnLst/>
              <a:rect l="l" t="t" r="r" b="b"/>
              <a:pathLst>
                <a:path w="15170" h="2389" extrusionOk="0">
                  <a:moveTo>
                    <a:pt x="13251" y="1"/>
                  </a:moveTo>
                  <a:lnTo>
                    <a:pt x="12292" y="20"/>
                  </a:lnTo>
                  <a:lnTo>
                    <a:pt x="11333" y="60"/>
                  </a:lnTo>
                  <a:lnTo>
                    <a:pt x="10374" y="118"/>
                  </a:lnTo>
                  <a:lnTo>
                    <a:pt x="9415" y="197"/>
                  </a:lnTo>
                  <a:lnTo>
                    <a:pt x="8476" y="294"/>
                  </a:lnTo>
                  <a:lnTo>
                    <a:pt x="7536" y="431"/>
                  </a:lnTo>
                  <a:lnTo>
                    <a:pt x="6577" y="568"/>
                  </a:lnTo>
                  <a:lnTo>
                    <a:pt x="5638" y="745"/>
                  </a:lnTo>
                  <a:lnTo>
                    <a:pt x="4698" y="921"/>
                  </a:lnTo>
                  <a:lnTo>
                    <a:pt x="3778" y="1136"/>
                  </a:lnTo>
                  <a:lnTo>
                    <a:pt x="2839" y="1351"/>
                  </a:lnTo>
                  <a:lnTo>
                    <a:pt x="1919" y="1606"/>
                  </a:lnTo>
                  <a:lnTo>
                    <a:pt x="999" y="1880"/>
                  </a:lnTo>
                  <a:lnTo>
                    <a:pt x="79" y="2173"/>
                  </a:lnTo>
                  <a:lnTo>
                    <a:pt x="40" y="2193"/>
                  </a:lnTo>
                  <a:lnTo>
                    <a:pt x="20" y="2232"/>
                  </a:lnTo>
                  <a:lnTo>
                    <a:pt x="0" y="2271"/>
                  </a:lnTo>
                  <a:lnTo>
                    <a:pt x="20" y="2310"/>
                  </a:lnTo>
                  <a:lnTo>
                    <a:pt x="40" y="2350"/>
                  </a:lnTo>
                  <a:lnTo>
                    <a:pt x="59" y="2369"/>
                  </a:lnTo>
                  <a:lnTo>
                    <a:pt x="98" y="2389"/>
                  </a:lnTo>
                  <a:lnTo>
                    <a:pt x="137" y="2389"/>
                  </a:lnTo>
                  <a:lnTo>
                    <a:pt x="1057" y="2095"/>
                  </a:lnTo>
                  <a:lnTo>
                    <a:pt x="1977" y="1821"/>
                  </a:lnTo>
                  <a:lnTo>
                    <a:pt x="2897" y="1586"/>
                  </a:lnTo>
                  <a:lnTo>
                    <a:pt x="3817" y="1351"/>
                  </a:lnTo>
                  <a:lnTo>
                    <a:pt x="4757" y="1136"/>
                  </a:lnTo>
                  <a:lnTo>
                    <a:pt x="5696" y="960"/>
                  </a:lnTo>
                  <a:lnTo>
                    <a:pt x="6616" y="784"/>
                  </a:lnTo>
                  <a:lnTo>
                    <a:pt x="7575" y="647"/>
                  </a:lnTo>
                  <a:lnTo>
                    <a:pt x="8515" y="529"/>
                  </a:lnTo>
                  <a:lnTo>
                    <a:pt x="9454" y="412"/>
                  </a:lnTo>
                  <a:lnTo>
                    <a:pt x="10413" y="334"/>
                  </a:lnTo>
                  <a:lnTo>
                    <a:pt x="11353" y="275"/>
                  </a:lnTo>
                  <a:lnTo>
                    <a:pt x="12312" y="236"/>
                  </a:lnTo>
                  <a:lnTo>
                    <a:pt x="13271" y="216"/>
                  </a:lnTo>
                  <a:lnTo>
                    <a:pt x="14230" y="216"/>
                  </a:lnTo>
                  <a:lnTo>
                    <a:pt x="15170" y="255"/>
                  </a:lnTo>
                  <a:lnTo>
                    <a:pt x="15150" y="20"/>
                  </a:lnTo>
                  <a:lnTo>
                    <a:pt x="14191" y="1"/>
                  </a:lnTo>
                  <a:close/>
                </a:path>
              </a:pathLst>
            </a:custGeom>
            <a:solidFill>
              <a:srgbClr val="E1CC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54"/>
            <p:cNvSpPr/>
            <p:nvPr/>
          </p:nvSpPr>
          <p:spPr>
            <a:xfrm>
              <a:off x="1021235" y="1919025"/>
              <a:ext cx="417270" cy="66124"/>
            </a:xfrm>
            <a:custGeom>
              <a:avLst/>
              <a:gdLst/>
              <a:ahLst/>
              <a:cxnLst/>
              <a:rect l="l" t="t" r="r" b="b"/>
              <a:pathLst>
                <a:path w="14211" h="2252" extrusionOk="0">
                  <a:moveTo>
                    <a:pt x="14210" y="0"/>
                  </a:moveTo>
                  <a:lnTo>
                    <a:pt x="12742" y="20"/>
                  </a:lnTo>
                  <a:lnTo>
                    <a:pt x="11275" y="39"/>
                  </a:lnTo>
                  <a:lnTo>
                    <a:pt x="10374" y="78"/>
                  </a:lnTo>
                  <a:lnTo>
                    <a:pt x="9474" y="137"/>
                  </a:lnTo>
                  <a:lnTo>
                    <a:pt x="8573" y="235"/>
                  </a:lnTo>
                  <a:lnTo>
                    <a:pt x="7673" y="372"/>
                  </a:lnTo>
                  <a:lnTo>
                    <a:pt x="6792" y="509"/>
                  </a:lnTo>
                  <a:lnTo>
                    <a:pt x="5911" y="666"/>
                  </a:lnTo>
                  <a:lnTo>
                    <a:pt x="5011" y="861"/>
                  </a:lnTo>
                  <a:lnTo>
                    <a:pt x="4130" y="1057"/>
                  </a:lnTo>
                  <a:lnTo>
                    <a:pt x="2114" y="1527"/>
                  </a:lnTo>
                  <a:lnTo>
                    <a:pt x="79" y="2036"/>
                  </a:lnTo>
                  <a:lnTo>
                    <a:pt x="40" y="2055"/>
                  </a:lnTo>
                  <a:lnTo>
                    <a:pt x="20" y="2094"/>
                  </a:lnTo>
                  <a:lnTo>
                    <a:pt x="0" y="2134"/>
                  </a:lnTo>
                  <a:lnTo>
                    <a:pt x="0" y="2173"/>
                  </a:lnTo>
                  <a:lnTo>
                    <a:pt x="20" y="2212"/>
                  </a:lnTo>
                  <a:lnTo>
                    <a:pt x="59" y="2231"/>
                  </a:lnTo>
                  <a:lnTo>
                    <a:pt x="98" y="2251"/>
                  </a:lnTo>
                  <a:lnTo>
                    <a:pt x="137" y="2251"/>
                  </a:lnTo>
                  <a:lnTo>
                    <a:pt x="2388" y="1703"/>
                  </a:lnTo>
                  <a:lnTo>
                    <a:pt x="3504" y="1429"/>
                  </a:lnTo>
                  <a:lnTo>
                    <a:pt x="4639" y="1175"/>
                  </a:lnTo>
                  <a:lnTo>
                    <a:pt x="5774" y="920"/>
                  </a:lnTo>
                  <a:lnTo>
                    <a:pt x="6910" y="705"/>
                  </a:lnTo>
                  <a:lnTo>
                    <a:pt x="8045" y="529"/>
                  </a:lnTo>
                  <a:lnTo>
                    <a:pt x="9200" y="392"/>
                  </a:lnTo>
                  <a:lnTo>
                    <a:pt x="9728" y="352"/>
                  </a:lnTo>
                  <a:lnTo>
                    <a:pt x="10276" y="313"/>
                  </a:lnTo>
                  <a:lnTo>
                    <a:pt x="11333" y="274"/>
                  </a:lnTo>
                  <a:lnTo>
                    <a:pt x="13467" y="235"/>
                  </a:lnTo>
                  <a:lnTo>
                    <a:pt x="14132" y="235"/>
                  </a:lnTo>
                  <a:lnTo>
                    <a:pt x="14210" y="0"/>
                  </a:lnTo>
                  <a:close/>
                </a:path>
              </a:pathLst>
            </a:custGeom>
            <a:solidFill>
              <a:srgbClr val="E1CC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54"/>
            <p:cNvSpPr/>
            <p:nvPr/>
          </p:nvSpPr>
          <p:spPr>
            <a:xfrm>
              <a:off x="1171219" y="2074177"/>
              <a:ext cx="178201" cy="79337"/>
            </a:xfrm>
            <a:custGeom>
              <a:avLst/>
              <a:gdLst/>
              <a:ahLst/>
              <a:cxnLst/>
              <a:rect l="l" t="t" r="r" b="b"/>
              <a:pathLst>
                <a:path w="6069" h="2702" extrusionOk="0">
                  <a:moveTo>
                    <a:pt x="5932" y="1"/>
                  </a:moveTo>
                  <a:lnTo>
                    <a:pt x="5873" y="20"/>
                  </a:lnTo>
                  <a:lnTo>
                    <a:pt x="5853" y="40"/>
                  </a:lnTo>
                  <a:lnTo>
                    <a:pt x="5599" y="353"/>
                  </a:lnTo>
                  <a:lnTo>
                    <a:pt x="5305" y="647"/>
                  </a:lnTo>
                  <a:lnTo>
                    <a:pt x="5012" y="921"/>
                  </a:lnTo>
                  <a:lnTo>
                    <a:pt x="4699" y="1175"/>
                  </a:lnTo>
                  <a:lnTo>
                    <a:pt x="4366" y="1410"/>
                  </a:lnTo>
                  <a:lnTo>
                    <a:pt x="4013" y="1606"/>
                  </a:lnTo>
                  <a:lnTo>
                    <a:pt x="3661" y="1802"/>
                  </a:lnTo>
                  <a:lnTo>
                    <a:pt x="3289" y="1958"/>
                  </a:lnTo>
                  <a:lnTo>
                    <a:pt x="2898" y="2115"/>
                  </a:lnTo>
                  <a:lnTo>
                    <a:pt x="2506" y="2232"/>
                  </a:lnTo>
                  <a:lnTo>
                    <a:pt x="2115" y="2330"/>
                  </a:lnTo>
                  <a:lnTo>
                    <a:pt x="1704" y="2389"/>
                  </a:lnTo>
                  <a:lnTo>
                    <a:pt x="1312" y="2448"/>
                  </a:lnTo>
                  <a:lnTo>
                    <a:pt x="901" y="2467"/>
                  </a:lnTo>
                  <a:lnTo>
                    <a:pt x="510" y="2467"/>
                  </a:lnTo>
                  <a:lnTo>
                    <a:pt x="118" y="2428"/>
                  </a:lnTo>
                  <a:lnTo>
                    <a:pt x="60" y="2428"/>
                  </a:lnTo>
                  <a:lnTo>
                    <a:pt x="21" y="2467"/>
                  </a:lnTo>
                  <a:lnTo>
                    <a:pt x="1" y="2487"/>
                  </a:lnTo>
                  <a:lnTo>
                    <a:pt x="1" y="2545"/>
                  </a:lnTo>
                  <a:lnTo>
                    <a:pt x="1" y="2585"/>
                  </a:lnTo>
                  <a:lnTo>
                    <a:pt x="21" y="2624"/>
                  </a:lnTo>
                  <a:lnTo>
                    <a:pt x="60" y="2643"/>
                  </a:lnTo>
                  <a:lnTo>
                    <a:pt x="118" y="2663"/>
                  </a:lnTo>
                  <a:lnTo>
                    <a:pt x="529" y="2702"/>
                  </a:lnTo>
                  <a:lnTo>
                    <a:pt x="940" y="2702"/>
                  </a:lnTo>
                  <a:lnTo>
                    <a:pt x="1352" y="2682"/>
                  </a:lnTo>
                  <a:lnTo>
                    <a:pt x="1782" y="2624"/>
                  </a:lnTo>
                  <a:lnTo>
                    <a:pt x="2193" y="2545"/>
                  </a:lnTo>
                  <a:lnTo>
                    <a:pt x="2604" y="2448"/>
                  </a:lnTo>
                  <a:lnTo>
                    <a:pt x="2996" y="2330"/>
                  </a:lnTo>
                  <a:lnTo>
                    <a:pt x="3407" y="2174"/>
                  </a:lnTo>
                  <a:lnTo>
                    <a:pt x="3779" y="1997"/>
                  </a:lnTo>
                  <a:lnTo>
                    <a:pt x="4150" y="1802"/>
                  </a:lnTo>
                  <a:lnTo>
                    <a:pt x="4522" y="1586"/>
                  </a:lnTo>
                  <a:lnTo>
                    <a:pt x="4855" y="1332"/>
                  </a:lnTo>
                  <a:lnTo>
                    <a:pt x="5188" y="1077"/>
                  </a:lnTo>
                  <a:lnTo>
                    <a:pt x="5501" y="803"/>
                  </a:lnTo>
                  <a:lnTo>
                    <a:pt x="5775" y="490"/>
                  </a:lnTo>
                  <a:lnTo>
                    <a:pt x="6049" y="157"/>
                  </a:lnTo>
                  <a:lnTo>
                    <a:pt x="6069" y="118"/>
                  </a:lnTo>
                  <a:lnTo>
                    <a:pt x="6069" y="79"/>
                  </a:lnTo>
                  <a:lnTo>
                    <a:pt x="6049" y="40"/>
                  </a:lnTo>
                  <a:lnTo>
                    <a:pt x="6010" y="20"/>
                  </a:lnTo>
                  <a:lnTo>
                    <a:pt x="5971" y="1"/>
                  </a:lnTo>
                  <a:close/>
                </a:path>
              </a:pathLst>
            </a:custGeom>
            <a:solidFill>
              <a:srgbClr val="E1CC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54"/>
            <p:cNvSpPr/>
            <p:nvPr/>
          </p:nvSpPr>
          <p:spPr>
            <a:xfrm>
              <a:off x="1055149" y="1667859"/>
              <a:ext cx="195995" cy="42576"/>
            </a:xfrm>
            <a:custGeom>
              <a:avLst/>
              <a:gdLst/>
              <a:ahLst/>
              <a:cxnLst/>
              <a:rect l="l" t="t" r="r" b="b"/>
              <a:pathLst>
                <a:path w="6675" h="1450" extrusionOk="0">
                  <a:moveTo>
                    <a:pt x="6479" y="1"/>
                  </a:moveTo>
                  <a:lnTo>
                    <a:pt x="6440" y="20"/>
                  </a:lnTo>
                  <a:lnTo>
                    <a:pt x="6420" y="59"/>
                  </a:lnTo>
                  <a:lnTo>
                    <a:pt x="6401" y="99"/>
                  </a:lnTo>
                  <a:lnTo>
                    <a:pt x="6401" y="157"/>
                  </a:lnTo>
                  <a:lnTo>
                    <a:pt x="6440" y="294"/>
                  </a:lnTo>
                  <a:lnTo>
                    <a:pt x="6440" y="431"/>
                  </a:lnTo>
                  <a:lnTo>
                    <a:pt x="6420" y="549"/>
                  </a:lnTo>
                  <a:lnTo>
                    <a:pt x="6381" y="647"/>
                  </a:lnTo>
                  <a:lnTo>
                    <a:pt x="6322" y="744"/>
                  </a:lnTo>
                  <a:lnTo>
                    <a:pt x="6244" y="823"/>
                  </a:lnTo>
                  <a:lnTo>
                    <a:pt x="6166" y="901"/>
                  </a:lnTo>
                  <a:lnTo>
                    <a:pt x="6068" y="979"/>
                  </a:lnTo>
                  <a:lnTo>
                    <a:pt x="5833" y="1077"/>
                  </a:lnTo>
                  <a:lnTo>
                    <a:pt x="5579" y="1156"/>
                  </a:lnTo>
                  <a:lnTo>
                    <a:pt x="5324" y="1195"/>
                  </a:lnTo>
                  <a:lnTo>
                    <a:pt x="5089" y="1214"/>
                  </a:lnTo>
                  <a:lnTo>
                    <a:pt x="4678" y="1195"/>
                  </a:lnTo>
                  <a:lnTo>
                    <a:pt x="4267" y="1175"/>
                  </a:lnTo>
                  <a:lnTo>
                    <a:pt x="3837" y="1136"/>
                  </a:lnTo>
                  <a:lnTo>
                    <a:pt x="3425" y="1097"/>
                  </a:lnTo>
                  <a:lnTo>
                    <a:pt x="3014" y="1019"/>
                  </a:lnTo>
                  <a:lnTo>
                    <a:pt x="2603" y="940"/>
                  </a:lnTo>
                  <a:lnTo>
                    <a:pt x="2173" y="842"/>
                  </a:lnTo>
                  <a:lnTo>
                    <a:pt x="1781" y="725"/>
                  </a:lnTo>
                  <a:lnTo>
                    <a:pt x="1370" y="607"/>
                  </a:lnTo>
                  <a:lnTo>
                    <a:pt x="959" y="451"/>
                  </a:lnTo>
                  <a:lnTo>
                    <a:pt x="568" y="294"/>
                  </a:lnTo>
                  <a:lnTo>
                    <a:pt x="176" y="138"/>
                  </a:lnTo>
                  <a:lnTo>
                    <a:pt x="137" y="118"/>
                  </a:lnTo>
                  <a:lnTo>
                    <a:pt x="98" y="118"/>
                  </a:lnTo>
                  <a:lnTo>
                    <a:pt x="59" y="157"/>
                  </a:lnTo>
                  <a:lnTo>
                    <a:pt x="20" y="177"/>
                  </a:lnTo>
                  <a:lnTo>
                    <a:pt x="0" y="216"/>
                  </a:lnTo>
                  <a:lnTo>
                    <a:pt x="0" y="255"/>
                  </a:lnTo>
                  <a:lnTo>
                    <a:pt x="20" y="294"/>
                  </a:lnTo>
                  <a:lnTo>
                    <a:pt x="59" y="333"/>
                  </a:lnTo>
                  <a:lnTo>
                    <a:pt x="568" y="549"/>
                  </a:lnTo>
                  <a:lnTo>
                    <a:pt x="1077" y="744"/>
                  </a:lnTo>
                  <a:lnTo>
                    <a:pt x="1586" y="921"/>
                  </a:lnTo>
                  <a:lnTo>
                    <a:pt x="2114" y="1058"/>
                  </a:lnTo>
                  <a:lnTo>
                    <a:pt x="2643" y="1195"/>
                  </a:lnTo>
                  <a:lnTo>
                    <a:pt x="3171" y="1293"/>
                  </a:lnTo>
                  <a:lnTo>
                    <a:pt x="3700" y="1371"/>
                  </a:lnTo>
                  <a:lnTo>
                    <a:pt x="4248" y="1410"/>
                  </a:lnTo>
                  <a:lnTo>
                    <a:pt x="4737" y="1449"/>
                  </a:lnTo>
                  <a:lnTo>
                    <a:pt x="5226" y="1449"/>
                  </a:lnTo>
                  <a:lnTo>
                    <a:pt x="5481" y="1430"/>
                  </a:lnTo>
                  <a:lnTo>
                    <a:pt x="5716" y="1390"/>
                  </a:lnTo>
                  <a:lnTo>
                    <a:pt x="5950" y="1312"/>
                  </a:lnTo>
                  <a:lnTo>
                    <a:pt x="6166" y="1214"/>
                  </a:lnTo>
                  <a:lnTo>
                    <a:pt x="6303" y="1116"/>
                  </a:lnTo>
                  <a:lnTo>
                    <a:pt x="6420" y="999"/>
                  </a:lnTo>
                  <a:lnTo>
                    <a:pt x="6518" y="862"/>
                  </a:lnTo>
                  <a:lnTo>
                    <a:pt x="6596" y="725"/>
                  </a:lnTo>
                  <a:lnTo>
                    <a:pt x="6655" y="568"/>
                  </a:lnTo>
                  <a:lnTo>
                    <a:pt x="6675" y="412"/>
                  </a:lnTo>
                  <a:lnTo>
                    <a:pt x="6675" y="255"/>
                  </a:lnTo>
                  <a:lnTo>
                    <a:pt x="6635" y="79"/>
                  </a:lnTo>
                  <a:lnTo>
                    <a:pt x="6616" y="40"/>
                  </a:lnTo>
                  <a:lnTo>
                    <a:pt x="6577" y="20"/>
                  </a:lnTo>
                  <a:lnTo>
                    <a:pt x="6538" y="1"/>
                  </a:lnTo>
                  <a:close/>
                </a:path>
              </a:pathLst>
            </a:custGeom>
            <a:solidFill>
              <a:srgbClr val="E1CC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54"/>
            <p:cNvSpPr/>
            <p:nvPr/>
          </p:nvSpPr>
          <p:spPr>
            <a:xfrm>
              <a:off x="948828" y="1837985"/>
              <a:ext cx="163813" cy="419003"/>
            </a:xfrm>
            <a:custGeom>
              <a:avLst/>
              <a:gdLst/>
              <a:ahLst/>
              <a:cxnLst/>
              <a:rect l="l" t="t" r="r" b="b"/>
              <a:pathLst>
                <a:path w="5579" h="14270" extrusionOk="0">
                  <a:moveTo>
                    <a:pt x="137" y="0"/>
                  </a:moveTo>
                  <a:lnTo>
                    <a:pt x="98" y="20"/>
                  </a:lnTo>
                  <a:lnTo>
                    <a:pt x="59" y="20"/>
                  </a:lnTo>
                  <a:lnTo>
                    <a:pt x="20" y="59"/>
                  </a:lnTo>
                  <a:lnTo>
                    <a:pt x="0" y="98"/>
                  </a:lnTo>
                  <a:lnTo>
                    <a:pt x="0" y="137"/>
                  </a:lnTo>
                  <a:lnTo>
                    <a:pt x="0" y="177"/>
                  </a:lnTo>
                  <a:lnTo>
                    <a:pt x="489" y="999"/>
                  </a:lnTo>
                  <a:lnTo>
                    <a:pt x="959" y="1821"/>
                  </a:lnTo>
                  <a:lnTo>
                    <a:pt x="1390" y="2643"/>
                  </a:lnTo>
                  <a:lnTo>
                    <a:pt x="1820" y="3484"/>
                  </a:lnTo>
                  <a:lnTo>
                    <a:pt x="2232" y="4346"/>
                  </a:lnTo>
                  <a:lnTo>
                    <a:pt x="2603" y="5207"/>
                  </a:lnTo>
                  <a:lnTo>
                    <a:pt x="2975" y="6068"/>
                  </a:lnTo>
                  <a:lnTo>
                    <a:pt x="3328" y="6949"/>
                  </a:lnTo>
                  <a:lnTo>
                    <a:pt x="3641" y="7830"/>
                  </a:lnTo>
                  <a:lnTo>
                    <a:pt x="3954" y="8710"/>
                  </a:lnTo>
                  <a:lnTo>
                    <a:pt x="4228" y="9611"/>
                  </a:lnTo>
                  <a:lnTo>
                    <a:pt x="4502" y="10511"/>
                  </a:lnTo>
                  <a:lnTo>
                    <a:pt x="4737" y="11431"/>
                  </a:lnTo>
                  <a:lnTo>
                    <a:pt x="4972" y="12351"/>
                  </a:lnTo>
                  <a:lnTo>
                    <a:pt x="5167" y="13271"/>
                  </a:lnTo>
                  <a:lnTo>
                    <a:pt x="5344" y="14191"/>
                  </a:lnTo>
                  <a:lnTo>
                    <a:pt x="5363" y="14230"/>
                  </a:lnTo>
                  <a:lnTo>
                    <a:pt x="5402" y="14269"/>
                  </a:lnTo>
                  <a:lnTo>
                    <a:pt x="5481" y="14269"/>
                  </a:lnTo>
                  <a:lnTo>
                    <a:pt x="5520" y="14250"/>
                  </a:lnTo>
                  <a:lnTo>
                    <a:pt x="5559" y="14230"/>
                  </a:lnTo>
                  <a:lnTo>
                    <a:pt x="5579" y="14171"/>
                  </a:lnTo>
                  <a:lnTo>
                    <a:pt x="5579" y="14132"/>
                  </a:lnTo>
                  <a:lnTo>
                    <a:pt x="5383" y="13193"/>
                  </a:lnTo>
                  <a:lnTo>
                    <a:pt x="5187" y="12273"/>
                  </a:lnTo>
                  <a:lnTo>
                    <a:pt x="4972" y="11353"/>
                  </a:lnTo>
                  <a:lnTo>
                    <a:pt x="4717" y="10433"/>
                  </a:lnTo>
                  <a:lnTo>
                    <a:pt x="4463" y="9532"/>
                  </a:lnTo>
                  <a:lnTo>
                    <a:pt x="4169" y="8632"/>
                  </a:lnTo>
                  <a:lnTo>
                    <a:pt x="3856" y="7732"/>
                  </a:lnTo>
                  <a:lnTo>
                    <a:pt x="3543" y="6851"/>
                  </a:lnTo>
                  <a:lnTo>
                    <a:pt x="3191" y="5970"/>
                  </a:lnTo>
                  <a:lnTo>
                    <a:pt x="2819" y="5109"/>
                  </a:lnTo>
                  <a:lnTo>
                    <a:pt x="2427" y="4228"/>
                  </a:lnTo>
                  <a:lnTo>
                    <a:pt x="2036" y="3387"/>
                  </a:lnTo>
                  <a:lnTo>
                    <a:pt x="1605" y="2545"/>
                  </a:lnTo>
                  <a:lnTo>
                    <a:pt x="1155" y="1703"/>
                  </a:lnTo>
                  <a:lnTo>
                    <a:pt x="705" y="881"/>
                  </a:lnTo>
                  <a:lnTo>
                    <a:pt x="215" y="59"/>
                  </a:lnTo>
                  <a:lnTo>
                    <a:pt x="176" y="2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rgbClr val="E1CC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54"/>
            <p:cNvSpPr/>
            <p:nvPr/>
          </p:nvSpPr>
          <p:spPr>
            <a:xfrm>
              <a:off x="1244214" y="1334535"/>
              <a:ext cx="36233" cy="80483"/>
            </a:xfrm>
            <a:custGeom>
              <a:avLst/>
              <a:gdLst/>
              <a:ahLst/>
              <a:cxnLst/>
              <a:rect l="l" t="t" r="r" b="b"/>
              <a:pathLst>
                <a:path w="1234" h="2741" extrusionOk="0">
                  <a:moveTo>
                    <a:pt x="353" y="0"/>
                  </a:moveTo>
                  <a:lnTo>
                    <a:pt x="236" y="411"/>
                  </a:lnTo>
                  <a:lnTo>
                    <a:pt x="138" y="842"/>
                  </a:lnTo>
                  <a:lnTo>
                    <a:pt x="59" y="1331"/>
                  </a:lnTo>
                  <a:lnTo>
                    <a:pt x="20" y="1586"/>
                  </a:lnTo>
                  <a:lnTo>
                    <a:pt x="1" y="1840"/>
                  </a:lnTo>
                  <a:lnTo>
                    <a:pt x="1" y="2075"/>
                  </a:lnTo>
                  <a:lnTo>
                    <a:pt x="1" y="2290"/>
                  </a:lnTo>
                  <a:lnTo>
                    <a:pt x="40" y="2466"/>
                  </a:lnTo>
                  <a:lnTo>
                    <a:pt x="118" y="2604"/>
                  </a:lnTo>
                  <a:lnTo>
                    <a:pt x="157" y="2662"/>
                  </a:lnTo>
                  <a:lnTo>
                    <a:pt x="216" y="2701"/>
                  </a:lnTo>
                  <a:lnTo>
                    <a:pt x="275" y="2721"/>
                  </a:lnTo>
                  <a:lnTo>
                    <a:pt x="353" y="2741"/>
                  </a:lnTo>
                  <a:lnTo>
                    <a:pt x="490" y="2741"/>
                  </a:lnTo>
                  <a:lnTo>
                    <a:pt x="608" y="2701"/>
                  </a:lnTo>
                  <a:lnTo>
                    <a:pt x="725" y="2643"/>
                  </a:lnTo>
                  <a:lnTo>
                    <a:pt x="842" y="2564"/>
                  </a:lnTo>
                  <a:lnTo>
                    <a:pt x="921" y="2447"/>
                  </a:lnTo>
                  <a:lnTo>
                    <a:pt x="999" y="2329"/>
                  </a:lnTo>
                  <a:lnTo>
                    <a:pt x="1077" y="2192"/>
                  </a:lnTo>
                  <a:lnTo>
                    <a:pt x="1136" y="2036"/>
                  </a:lnTo>
                  <a:lnTo>
                    <a:pt x="1175" y="1879"/>
                  </a:lnTo>
                  <a:lnTo>
                    <a:pt x="1214" y="1703"/>
                  </a:lnTo>
                  <a:lnTo>
                    <a:pt x="1234" y="1370"/>
                  </a:lnTo>
                  <a:lnTo>
                    <a:pt x="1214" y="1038"/>
                  </a:lnTo>
                  <a:lnTo>
                    <a:pt x="1195" y="881"/>
                  </a:lnTo>
                  <a:lnTo>
                    <a:pt x="1175" y="724"/>
                  </a:lnTo>
                  <a:lnTo>
                    <a:pt x="1116" y="587"/>
                  </a:lnTo>
                  <a:lnTo>
                    <a:pt x="1077" y="470"/>
                  </a:lnTo>
                  <a:lnTo>
                    <a:pt x="1019" y="372"/>
                  </a:lnTo>
                  <a:lnTo>
                    <a:pt x="960" y="294"/>
                  </a:lnTo>
                  <a:lnTo>
                    <a:pt x="823" y="157"/>
                  </a:lnTo>
                  <a:lnTo>
                    <a:pt x="686" y="79"/>
                  </a:lnTo>
                  <a:lnTo>
                    <a:pt x="549" y="20"/>
                  </a:lnTo>
                  <a:lnTo>
                    <a:pt x="451" y="0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54"/>
            <p:cNvSpPr/>
            <p:nvPr/>
          </p:nvSpPr>
          <p:spPr>
            <a:xfrm>
              <a:off x="1244214" y="1334535"/>
              <a:ext cx="36233" cy="80483"/>
            </a:xfrm>
            <a:custGeom>
              <a:avLst/>
              <a:gdLst/>
              <a:ahLst/>
              <a:cxnLst/>
              <a:rect l="l" t="t" r="r" b="b"/>
              <a:pathLst>
                <a:path w="1234" h="2741" fill="none" extrusionOk="0">
                  <a:moveTo>
                    <a:pt x="353" y="0"/>
                  </a:moveTo>
                  <a:lnTo>
                    <a:pt x="353" y="0"/>
                  </a:lnTo>
                  <a:lnTo>
                    <a:pt x="451" y="0"/>
                  </a:lnTo>
                  <a:lnTo>
                    <a:pt x="549" y="20"/>
                  </a:lnTo>
                  <a:lnTo>
                    <a:pt x="686" y="79"/>
                  </a:lnTo>
                  <a:lnTo>
                    <a:pt x="823" y="157"/>
                  </a:lnTo>
                  <a:lnTo>
                    <a:pt x="960" y="294"/>
                  </a:lnTo>
                  <a:lnTo>
                    <a:pt x="1019" y="372"/>
                  </a:lnTo>
                  <a:lnTo>
                    <a:pt x="1077" y="470"/>
                  </a:lnTo>
                  <a:lnTo>
                    <a:pt x="1116" y="587"/>
                  </a:lnTo>
                  <a:lnTo>
                    <a:pt x="1175" y="724"/>
                  </a:lnTo>
                  <a:lnTo>
                    <a:pt x="1175" y="724"/>
                  </a:lnTo>
                  <a:lnTo>
                    <a:pt x="1195" y="881"/>
                  </a:lnTo>
                  <a:lnTo>
                    <a:pt x="1214" y="1038"/>
                  </a:lnTo>
                  <a:lnTo>
                    <a:pt x="1234" y="1370"/>
                  </a:lnTo>
                  <a:lnTo>
                    <a:pt x="1214" y="1703"/>
                  </a:lnTo>
                  <a:lnTo>
                    <a:pt x="1175" y="1879"/>
                  </a:lnTo>
                  <a:lnTo>
                    <a:pt x="1136" y="2036"/>
                  </a:lnTo>
                  <a:lnTo>
                    <a:pt x="1077" y="2192"/>
                  </a:lnTo>
                  <a:lnTo>
                    <a:pt x="999" y="2329"/>
                  </a:lnTo>
                  <a:lnTo>
                    <a:pt x="921" y="2447"/>
                  </a:lnTo>
                  <a:lnTo>
                    <a:pt x="842" y="2564"/>
                  </a:lnTo>
                  <a:lnTo>
                    <a:pt x="725" y="2643"/>
                  </a:lnTo>
                  <a:lnTo>
                    <a:pt x="608" y="2701"/>
                  </a:lnTo>
                  <a:lnTo>
                    <a:pt x="490" y="2741"/>
                  </a:lnTo>
                  <a:lnTo>
                    <a:pt x="353" y="2741"/>
                  </a:lnTo>
                  <a:lnTo>
                    <a:pt x="353" y="2741"/>
                  </a:lnTo>
                  <a:lnTo>
                    <a:pt x="275" y="2721"/>
                  </a:lnTo>
                  <a:lnTo>
                    <a:pt x="216" y="2701"/>
                  </a:lnTo>
                  <a:lnTo>
                    <a:pt x="157" y="2662"/>
                  </a:lnTo>
                  <a:lnTo>
                    <a:pt x="118" y="2604"/>
                  </a:lnTo>
                  <a:lnTo>
                    <a:pt x="40" y="2466"/>
                  </a:lnTo>
                  <a:lnTo>
                    <a:pt x="1" y="2290"/>
                  </a:lnTo>
                  <a:lnTo>
                    <a:pt x="1" y="2075"/>
                  </a:lnTo>
                  <a:lnTo>
                    <a:pt x="1" y="1840"/>
                  </a:lnTo>
                  <a:lnTo>
                    <a:pt x="20" y="1586"/>
                  </a:lnTo>
                  <a:lnTo>
                    <a:pt x="59" y="1331"/>
                  </a:lnTo>
                  <a:lnTo>
                    <a:pt x="138" y="842"/>
                  </a:lnTo>
                  <a:lnTo>
                    <a:pt x="236" y="411"/>
                  </a:lnTo>
                  <a:lnTo>
                    <a:pt x="353" y="0"/>
                  </a:lnTo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54"/>
            <p:cNvSpPr/>
            <p:nvPr/>
          </p:nvSpPr>
          <p:spPr>
            <a:xfrm>
              <a:off x="1232146" y="1390265"/>
              <a:ext cx="62689" cy="62102"/>
            </a:xfrm>
            <a:custGeom>
              <a:avLst/>
              <a:gdLst/>
              <a:ahLst/>
              <a:cxnLst/>
              <a:rect l="l" t="t" r="r" b="b"/>
              <a:pathLst>
                <a:path w="2135" h="2115" extrusionOk="0">
                  <a:moveTo>
                    <a:pt x="1019" y="294"/>
                  </a:moveTo>
                  <a:lnTo>
                    <a:pt x="1156" y="314"/>
                  </a:lnTo>
                  <a:lnTo>
                    <a:pt x="1312" y="334"/>
                  </a:lnTo>
                  <a:lnTo>
                    <a:pt x="1449" y="392"/>
                  </a:lnTo>
                  <a:lnTo>
                    <a:pt x="1567" y="490"/>
                  </a:lnTo>
                  <a:lnTo>
                    <a:pt x="1664" y="588"/>
                  </a:lnTo>
                  <a:lnTo>
                    <a:pt x="1743" y="706"/>
                  </a:lnTo>
                  <a:lnTo>
                    <a:pt x="1782" y="843"/>
                  </a:lnTo>
                  <a:lnTo>
                    <a:pt x="1821" y="999"/>
                  </a:lnTo>
                  <a:lnTo>
                    <a:pt x="1821" y="1156"/>
                  </a:lnTo>
                  <a:lnTo>
                    <a:pt x="1782" y="1293"/>
                  </a:lnTo>
                  <a:lnTo>
                    <a:pt x="1723" y="1430"/>
                  </a:lnTo>
                  <a:lnTo>
                    <a:pt x="1625" y="1547"/>
                  </a:lnTo>
                  <a:lnTo>
                    <a:pt x="1527" y="1645"/>
                  </a:lnTo>
                  <a:lnTo>
                    <a:pt x="1410" y="1723"/>
                  </a:lnTo>
                  <a:lnTo>
                    <a:pt x="1273" y="1782"/>
                  </a:lnTo>
                  <a:lnTo>
                    <a:pt x="1116" y="1802"/>
                  </a:lnTo>
                  <a:lnTo>
                    <a:pt x="960" y="1802"/>
                  </a:lnTo>
                  <a:lnTo>
                    <a:pt x="823" y="1762"/>
                  </a:lnTo>
                  <a:lnTo>
                    <a:pt x="686" y="1704"/>
                  </a:lnTo>
                  <a:lnTo>
                    <a:pt x="568" y="1625"/>
                  </a:lnTo>
                  <a:lnTo>
                    <a:pt x="470" y="1528"/>
                  </a:lnTo>
                  <a:lnTo>
                    <a:pt x="392" y="1391"/>
                  </a:lnTo>
                  <a:lnTo>
                    <a:pt x="333" y="1254"/>
                  </a:lnTo>
                  <a:lnTo>
                    <a:pt x="314" y="1117"/>
                  </a:lnTo>
                  <a:lnTo>
                    <a:pt x="314" y="960"/>
                  </a:lnTo>
                  <a:lnTo>
                    <a:pt x="353" y="803"/>
                  </a:lnTo>
                  <a:lnTo>
                    <a:pt x="412" y="686"/>
                  </a:lnTo>
                  <a:lnTo>
                    <a:pt x="490" y="568"/>
                  </a:lnTo>
                  <a:lnTo>
                    <a:pt x="607" y="471"/>
                  </a:lnTo>
                  <a:lnTo>
                    <a:pt x="725" y="392"/>
                  </a:lnTo>
                  <a:lnTo>
                    <a:pt x="862" y="334"/>
                  </a:lnTo>
                  <a:lnTo>
                    <a:pt x="1019" y="294"/>
                  </a:lnTo>
                  <a:close/>
                  <a:moveTo>
                    <a:pt x="979" y="1"/>
                  </a:moveTo>
                  <a:lnTo>
                    <a:pt x="784" y="20"/>
                  </a:lnTo>
                  <a:lnTo>
                    <a:pt x="588" y="99"/>
                  </a:lnTo>
                  <a:lnTo>
                    <a:pt x="412" y="216"/>
                  </a:lnTo>
                  <a:lnTo>
                    <a:pt x="255" y="353"/>
                  </a:lnTo>
                  <a:lnTo>
                    <a:pt x="138" y="529"/>
                  </a:lnTo>
                  <a:lnTo>
                    <a:pt x="59" y="706"/>
                  </a:lnTo>
                  <a:lnTo>
                    <a:pt x="1" y="921"/>
                  </a:lnTo>
                  <a:lnTo>
                    <a:pt x="1" y="1136"/>
                  </a:lnTo>
                  <a:lnTo>
                    <a:pt x="40" y="1351"/>
                  </a:lnTo>
                  <a:lnTo>
                    <a:pt x="118" y="1528"/>
                  </a:lnTo>
                  <a:lnTo>
                    <a:pt x="236" y="1704"/>
                  </a:lnTo>
                  <a:lnTo>
                    <a:pt x="373" y="1860"/>
                  </a:lnTo>
                  <a:lnTo>
                    <a:pt x="529" y="1978"/>
                  </a:lnTo>
                  <a:lnTo>
                    <a:pt x="725" y="2056"/>
                  </a:lnTo>
                  <a:lnTo>
                    <a:pt x="921" y="2115"/>
                  </a:lnTo>
                  <a:lnTo>
                    <a:pt x="1136" y="2115"/>
                  </a:lnTo>
                  <a:lnTo>
                    <a:pt x="1351" y="2076"/>
                  </a:lnTo>
                  <a:lnTo>
                    <a:pt x="1547" y="1997"/>
                  </a:lnTo>
                  <a:lnTo>
                    <a:pt x="1723" y="1899"/>
                  </a:lnTo>
                  <a:lnTo>
                    <a:pt x="1860" y="1743"/>
                  </a:lnTo>
                  <a:lnTo>
                    <a:pt x="1978" y="1586"/>
                  </a:lnTo>
                  <a:lnTo>
                    <a:pt x="2075" y="1391"/>
                  </a:lnTo>
                  <a:lnTo>
                    <a:pt x="2115" y="1195"/>
                  </a:lnTo>
                  <a:lnTo>
                    <a:pt x="2134" y="980"/>
                  </a:lnTo>
                  <a:lnTo>
                    <a:pt x="2095" y="764"/>
                  </a:lnTo>
                  <a:lnTo>
                    <a:pt x="2017" y="568"/>
                  </a:lnTo>
                  <a:lnTo>
                    <a:pt x="1899" y="392"/>
                  </a:lnTo>
                  <a:lnTo>
                    <a:pt x="1762" y="255"/>
                  </a:lnTo>
                  <a:lnTo>
                    <a:pt x="1586" y="138"/>
                  </a:lnTo>
                  <a:lnTo>
                    <a:pt x="1410" y="40"/>
                  </a:lnTo>
                  <a:lnTo>
                    <a:pt x="11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54"/>
            <p:cNvSpPr/>
            <p:nvPr/>
          </p:nvSpPr>
          <p:spPr>
            <a:xfrm>
              <a:off x="1232146" y="1390265"/>
              <a:ext cx="62689" cy="62102"/>
            </a:xfrm>
            <a:custGeom>
              <a:avLst/>
              <a:gdLst/>
              <a:ahLst/>
              <a:cxnLst/>
              <a:rect l="l" t="t" r="r" b="b"/>
              <a:pathLst>
                <a:path w="2135" h="2115" fill="none" extrusionOk="0">
                  <a:moveTo>
                    <a:pt x="1" y="1136"/>
                  </a:moveTo>
                  <a:lnTo>
                    <a:pt x="1" y="1136"/>
                  </a:lnTo>
                  <a:lnTo>
                    <a:pt x="1" y="921"/>
                  </a:lnTo>
                  <a:lnTo>
                    <a:pt x="59" y="706"/>
                  </a:lnTo>
                  <a:lnTo>
                    <a:pt x="138" y="529"/>
                  </a:lnTo>
                  <a:lnTo>
                    <a:pt x="255" y="353"/>
                  </a:lnTo>
                  <a:lnTo>
                    <a:pt x="412" y="216"/>
                  </a:lnTo>
                  <a:lnTo>
                    <a:pt x="588" y="99"/>
                  </a:lnTo>
                  <a:lnTo>
                    <a:pt x="784" y="20"/>
                  </a:lnTo>
                  <a:lnTo>
                    <a:pt x="979" y="1"/>
                  </a:lnTo>
                  <a:lnTo>
                    <a:pt x="979" y="1"/>
                  </a:lnTo>
                  <a:lnTo>
                    <a:pt x="1195" y="1"/>
                  </a:lnTo>
                  <a:lnTo>
                    <a:pt x="1410" y="40"/>
                  </a:lnTo>
                  <a:lnTo>
                    <a:pt x="1586" y="138"/>
                  </a:lnTo>
                  <a:lnTo>
                    <a:pt x="1762" y="255"/>
                  </a:lnTo>
                  <a:lnTo>
                    <a:pt x="1899" y="392"/>
                  </a:lnTo>
                  <a:lnTo>
                    <a:pt x="2017" y="568"/>
                  </a:lnTo>
                  <a:lnTo>
                    <a:pt x="2095" y="764"/>
                  </a:lnTo>
                  <a:lnTo>
                    <a:pt x="2134" y="980"/>
                  </a:lnTo>
                  <a:lnTo>
                    <a:pt x="2134" y="980"/>
                  </a:lnTo>
                  <a:lnTo>
                    <a:pt x="2115" y="1195"/>
                  </a:lnTo>
                  <a:lnTo>
                    <a:pt x="2075" y="1391"/>
                  </a:lnTo>
                  <a:lnTo>
                    <a:pt x="1978" y="1586"/>
                  </a:lnTo>
                  <a:lnTo>
                    <a:pt x="1860" y="1743"/>
                  </a:lnTo>
                  <a:lnTo>
                    <a:pt x="1723" y="1899"/>
                  </a:lnTo>
                  <a:lnTo>
                    <a:pt x="1547" y="1997"/>
                  </a:lnTo>
                  <a:lnTo>
                    <a:pt x="1351" y="2076"/>
                  </a:lnTo>
                  <a:lnTo>
                    <a:pt x="1136" y="2115"/>
                  </a:lnTo>
                  <a:lnTo>
                    <a:pt x="1136" y="2115"/>
                  </a:lnTo>
                  <a:lnTo>
                    <a:pt x="921" y="2115"/>
                  </a:lnTo>
                  <a:lnTo>
                    <a:pt x="725" y="2056"/>
                  </a:lnTo>
                  <a:lnTo>
                    <a:pt x="529" y="1978"/>
                  </a:lnTo>
                  <a:lnTo>
                    <a:pt x="373" y="1860"/>
                  </a:lnTo>
                  <a:lnTo>
                    <a:pt x="236" y="1704"/>
                  </a:lnTo>
                  <a:lnTo>
                    <a:pt x="118" y="1528"/>
                  </a:lnTo>
                  <a:lnTo>
                    <a:pt x="40" y="1351"/>
                  </a:lnTo>
                  <a:lnTo>
                    <a:pt x="1" y="113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54"/>
            <p:cNvSpPr/>
            <p:nvPr/>
          </p:nvSpPr>
          <p:spPr>
            <a:xfrm>
              <a:off x="1241337" y="1398898"/>
              <a:ext cx="44308" cy="44279"/>
            </a:xfrm>
            <a:custGeom>
              <a:avLst/>
              <a:gdLst/>
              <a:ahLst/>
              <a:cxnLst/>
              <a:rect l="l" t="t" r="r" b="b"/>
              <a:pathLst>
                <a:path w="1509" h="1508" fill="none" extrusionOk="0">
                  <a:moveTo>
                    <a:pt x="1" y="823"/>
                  </a:moveTo>
                  <a:lnTo>
                    <a:pt x="1" y="823"/>
                  </a:lnTo>
                  <a:lnTo>
                    <a:pt x="20" y="960"/>
                  </a:lnTo>
                  <a:lnTo>
                    <a:pt x="79" y="1097"/>
                  </a:lnTo>
                  <a:lnTo>
                    <a:pt x="157" y="1234"/>
                  </a:lnTo>
                  <a:lnTo>
                    <a:pt x="255" y="1331"/>
                  </a:lnTo>
                  <a:lnTo>
                    <a:pt x="373" y="1410"/>
                  </a:lnTo>
                  <a:lnTo>
                    <a:pt x="510" y="1468"/>
                  </a:lnTo>
                  <a:lnTo>
                    <a:pt x="647" y="1508"/>
                  </a:lnTo>
                  <a:lnTo>
                    <a:pt x="803" y="1508"/>
                  </a:lnTo>
                  <a:lnTo>
                    <a:pt x="803" y="1508"/>
                  </a:lnTo>
                  <a:lnTo>
                    <a:pt x="960" y="1488"/>
                  </a:lnTo>
                  <a:lnTo>
                    <a:pt x="1097" y="1429"/>
                  </a:lnTo>
                  <a:lnTo>
                    <a:pt x="1214" y="1351"/>
                  </a:lnTo>
                  <a:lnTo>
                    <a:pt x="1312" y="1253"/>
                  </a:lnTo>
                  <a:lnTo>
                    <a:pt x="1410" y="1136"/>
                  </a:lnTo>
                  <a:lnTo>
                    <a:pt x="1469" y="999"/>
                  </a:lnTo>
                  <a:lnTo>
                    <a:pt x="1508" y="862"/>
                  </a:lnTo>
                  <a:lnTo>
                    <a:pt x="1508" y="705"/>
                  </a:lnTo>
                  <a:lnTo>
                    <a:pt x="1508" y="705"/>
                  </a:lnTo>
                  <a:lnTo>
                    <a:pt x="1469" y="549"/>
                  </a:lnTo>
                  <a:lnTo>
                    <a:pt x="1430" y="412"/>
                  </a:lnTo>
                  <a:lnTo>
                    <a:pt x="1351" y="294"/>
                  </a:lnTo>
                  <a:lnTo>
                    <a:pt x="1254" y="196"/>
                  </a:lnTo>
                  <a:lnTo>
                    <a:pt x="1136" y="98"/>
                  </a:lnTo>
                  <a:lnTo>
                    <a:pt x="999" y="40"/>
                  </a:lnTo>
                  <a:lnTo>
                    <a:pt x="843" y="20"/>
                  </a:lnTo>
                  <a:lnTo>
                    <a:pt x="706" y="0"/>
                  </a:lnTo>
                  <a:lnTo>
                    <a:pt x="706" y="0"/>
                  </a:lnTo>
                  <a:lnTo>
                    <a:pt x="549" y="40"/>
                  </a:lnTo>
                  <a:lnTo>
                    <a:pt x="412" y="98"/>
                  </a:lnTo>
                  <a:lnTo>
                    <a:pt x="294" y="177"/>
                  </a:lnTo>
                  <a:lnTo>
                    <a:pt x="177" y="274"/>
                  </a:lnTo>
                  <a:lnTo>
                    <a:pt x="99" y="392"/>
                  </a:lnTo>
                  <a:lnTo>
                    <a:pt x="40" y="509"/>
                  </a:lnTo>
                  <a:lnTo>
                    <a:pt x="1" y="666"/>
                  </a:lnTo>
                  <a:lnTo>
                    <a:pt x="1" y="82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54"/>
            <p:cNvSpPr/>
            <p:nvPr/>
          </p:nvSpPr>
          <p:spPr>
            <a:xfrm>
              <a:off x="1213178" y="1516700"/>
              <a:ext cx="29" cy="2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54"/>
            <p:cNvSpPr/>
            <p:nvPr/>
          </p:nvSpPr>
          <p:spPr>
            <a:xfrm>
              <a:off x="1213178" y="1516700"/>
              <a:ext cx="29" cy="29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54"/>
            <p:cNvSpPr/>
            <p:nvPr/>
          </p:nvSpPr>
          <p:spPr>
            <a:xfrm>
              <a:off x="1033861" y="1443735"/>
              <a:ext cx="194879" cy="213230"/>
            </a:xfrm>
            <a:custGeom>
              <a:avLst/>
              <a:gdLst/>
              <a:ahLst/>
              <a:cxnLst/>
              <a:rect l="l" t="t" r="r" b="b"/>
              <a:pathLst>
                <a:path w="6637" h="7262" extrusionOk="0">
                  <a:moveTo>
                    <a:pt x="549" y="0"/>
                  </a:moveTo>
                  <a:lnTo>
                    <a:pt x="510" y="118"/>
                  </a:lnTo>
                  <a:lnTo>
                    <a:pt x="608" y="470"/>
                  </a:lnTo>
                  <a:lnTo>
                    <a:pt x="666" y="783"/>
                  </a:lnTo>
                  <a:lnTo>
                    <a:pt x="725" y="1096"/>
                  </a:lnTo>
                  <a:lnTo>
                    <a:pt x="745" y="1409"/>
                  </a:lnTo>
                  <a:lnTo>
                    <a:pt x="784" y="1723"/>
                  </a:lnTo>
                  <a:lnTo>
                    <a:pt x="784" y="2016"/>
                  </a:lnTo>
                  <a:lnTo>
                    <a:pt x="784" y="2310"/>
                  </a:lnTo>
                  <a:lnTo>
                    <a:pt x="764" y="2623"/>
                  </a:lnTo>
                  <a:lnTo>
                    <a:pt x="725" y="2917"/>
                  </a:lnTo>
                  <a:lnTo>
                    <a:pt x="686" y="3210"/>
                  </a:lnTo>
                  <a:lnTo>
                    <a:pt x="627" y="3504"/>
                  </a:lnTo>
                  <a:lnTo>
                    <a:pt x="549" y="3817"/>
                  </a:lnTo>
                  <a:lnTo>
                    <a:pt x="471" y="4111"/>
                  </a:lnTo>
                  <a:lnTo>
                    <a:pt x="255" y="4717"/>
                  </a:lnTo>
                  <a:lnTo>
                    <a:pt x="1" y="5363"/>
                  </a:lnTo>
                  <a:lnTo>
                    <a:pt x="60" y="5442"/>
                  </a:lnTo>
                  <a:lnTo>
                    <a:pt x="236" y="5637"/>
                  </a:lnTo>
                  <a:lnTo>
                    <a:pt x="529" y="5950"/>
                  </a:lnTo>
                  <a:lnTo>
                    <a:pt x="706" y="6107"/>
                  </a:lnTo>
                  <a:lnTo>
                    <a:pt x="921" y="6283"/>
                  </a:lnTo>
                  <a:lnTo>
                    <a:pt x="1156" y="6459"/>
                  </a:lnTo>
                  <a:lnTo>
                    <a:pt x="1430" y="6635"/>
                  </a:lnTo>
                  <a:lnTo>
                    <a:pt x="1723" y="6792"/>
                  </a:lnTo>
                  <a:lnTo>
                    <a:pt x="2037" y="6949"/>
                  </a:lnTo>
                  <a:lnTo>
                    <a:pt x="2389" y="7066"/>
                  </a:lnTo>
                  <a:lnTo>
                    <a:pt x="2761" y="7164"/>
                  </a:lnTo>
                  <a:lnTo>
                    <a:pt x="3152" y="7242"/>
                  </a:lnTo>
                  <a:lnTo>
                    <a:pt x="3563" y="7262"/>
                  </a:lnTo>
                  <a:lnTo>
                    <a:pt x="4072" y="7262"/>
                  </a:lnTo>
                  <a:lnTo>
                    <a:pt x="4522" y="7242"/>
                  </a:lnTo>
                  <a:lnTo>
                    <a:pt x="4914" y="7184"/>
                  </a:lnTo>
                  <a:lnTo>
                    <a:pt x="5266" y="7105"/>
                  </a:lnTo>
                  <a:lnTo>
                    <a:pt x="5560" y="7027"/>
                  </a:lnTo>
                  <a:lnTo>
                    <a:pt x="5814" y="6929"/>
                  </a:lnTo>
                  <a:lnTo>
                    <a:pt x="6010" y="6812"/>
                  </a:lnTo>
                  <a:lnTo>
                    <a:pt x="6186" y="6694"/>
                  </a:lnTo>
                  <a:lnTo>
                    <a:pt x="6323" y="6577"/>
                  </a:lnTo>
                  <a:lnTo>
                    <a:pt x="6441" y="6479"/>
                  </a:lnTo>
                  <a:lnTo>
                    <a:pt x="6519" y="6361"/>
                  </a:lnTo>
                  <a:lnTo>
                    <a:pt x="6578" y="6264"/>
                  </a:lnTo>
                  <a:lnTo>
                    <a:pt x="6636" y="6127"/>
                  </a:lnTo>
                  <a:lnTo>
                    <a:pt x="6636" y="6068"/>
                  </a:lnTo>
                  <a:lnTo>
                    <a:pt x="6519" y="5794"/>
                  </a:lnTo>
                  <a:lnTo>
                    <a:pt x="6421" y="5520"/>
                  </a:lnTo>
                  <a:lnTo>
                    <a:pt x="6343" y="5226"/>
                  </a:lnTo>
                  <a:lnTo>
                    <a:pt x="6284" y="4913"/>
                  </a:lnTo>
                  <a:lnTo>
                    <a:pt x="6206" y="4443"/>
                  </a:lnTo>
                  <a:lnTo>
                    <a:pt x="6167" y="4091"/>
                  </a:lnTo>
                  <a:lnTo>
                    <a:pt x="6127" y="3719"/>
                  </a:lnTo>
                  <a:lnTo>
                    <a:pt x="6108" y="2917"/>
                  </a:lnTo>
                  <a:lnTo>
                    <a:pt x="6108" y="2506"/>
                  </a:lnTo>
                  <a:lnTo>
                    <a:pt x="6108" y="2486"/>
                  </a:lnTo>
                  <a:lnTo>
                    <a:pt x="5716" y="2427"/>
                  </a:lnTo>
                  <a:lnTo>
                    <a:pt x="5344" y="2369"/>
                  </a:lnTo>
                  <a:lnTo>
                    <a:pt x="4992" y="2290"/>
                  </a:lnTo>
                  <a:lnTo>
                    <a:pt x="4640" y="2212"/>
                  </a:lnTo>
                  <a:lnTo>
                    <a:pt x="4288" y="2114"/>
                  </a:lnTo>
                  <a:lnTo>
                    <a:pt x="3955" y="2016"/>
                  </a:lnTo>
                  <a:lnTo>
                    <a:pt x="3622" y="1899"/>
                  </a:lnTo>
                  <a:lnTo>
                    <a:pt x="3309" y="1762"/>
                  </a:lnTo>
                  <a:lnTo>
                    <a:pt x="2996" y="1625"/>
                  </a:lnTo>
                  <a:lnTo>
                    <a:pt x="2683" y="1468"/>
                  </a:lnTo>
                  <a:lnTo>
                    <a:pt x="2389" y="1292"/>
                  </a:lnTo>
                  <a:lnTo>
                    <a:pt x="2115" y="1116"/>
                  </a:lnTo>
                  <a:lnTo>
                    <a:pt x="1841" y="901"/>
                  </a:lnTo>
                  <a:lnTo>
                    <a:pt x="1567" y="705"/>
                  </a:lnTo>
                  <a:lnTo>
                    <a:pt x="1312" y="470"/>
                  </a:lnTo>
                  <a:lnTo>
                    <a:pt x="1078" y="235"/>
                  </a:lnTo>
                  <a:lnTo>
                    <a:pt x="764" y="78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54"/>
            <p:cNvSpPr/>
            <p:nvPr/>
          </p:nvSpPr>
          <p:spPr>
            <a:xfrm>
              <a:off x="1023526" y="1577628"/>
              <a:ext cx="231641" cy="162110"/>
            </a:xfrm>
            <a:custGeom>
              <a:avLst/>
              <a:gdLst/>
              <a:ahLst/>
              <a:cxnLst/>
              <a:rect l="l" t="t" r="r" b="b"/>
              <a:pathLst>
                <a:path w="7889" h="5521" extrusionOk="0">
                  <a:moveTo>
                    <a:pt x="6616" y="1"/>
                  </a:moveTo>
                  <a:lnTo>
                    <a:pt x="6577" y="40"/>
                  </a:lnTo>
                  <a:lnTo>
                    <a:pt x="6538" y="79"/>
                  </a:lnTo>
                  <a:lnTo>
                    <a:pt x="6519" y="138"/>
                  </a:lnTo>
                  <a:lnTo>
                    <a:pt x="6519" y="196"/>
                  </a:lnTo>
                  <a:lnTo>
                    <a:pt x="6558" y="255"/>
                  </a:lnTo>
                  <a:lnTo>
                    <a:pt x="6793" y="568"/>
                  </a:lnTo>
                  <a:lnTo>
                    <a:pt x="7027" y="921"/>
                  </a:lnTo>
                  <a:lnTo>
                    <a:pt x="7204" y="1293"/>
                  </a:lnTo>
                  <a:lnTo>
                    <a:pt x="7380" y="1684"/>
                  </a:lnTo>
                  <a:lnTo>
                    <a:pt x="7497" y="2095"/>
                  </a:lnTo>
                  <a:lnTo>
                    <a:pt x="7575" y="2506"/>
                  </a:lnTo>
                  <a:lnTo>
                    <a:pt x="7595" y="2702"/>
                  </a:lnTo>
                  <a:lnTo>
                    <a:pt x="7615" y="2898"/>
                  </a:lnTo>
                  <a:lnTo>
                    <a:pt x="7595" y="3113"/>
                  </a:lnTo>
                  <a:lnTo>
                    <a:pt x="7595" y="3309"/>
                  </a:lnTo>
                  <a:lnTo>
                    <a:pt x="7556" y="3543"/>
                  </a:lnTo>
                  <a:lnTo>
                    <a:pt x="7497" y="3759"/>
                  </a:lnTo>
                  <a:lnTo>
                    <a:pt x="7419" y="3954"/>
                  </a:lnTo>
                  <a:lnTo>
                    <a:pt x="7321" y="4150"/>
                  </a:lnTo>
                  <a:lnTo>
                    <a:pt x="7223" y="4326"/>
                  </a:lnTo>
                  <a:lnTo>
                    <a:pt x="7106" y="4483"/>
                  </a:lnTo>
                  <a:lnTo>
                    <a:pt x="6969" y="4640"/>
                  </a:lnTo>
                  <a:lnTo>
                    <a:pt x="6812" y="4777"/>
                  </a:lnTo>
                  <a:lnTo>
                    <a:pt x="6656" y="4894"/>
                  </a:lnTo>
                  <a:lnTo>
                    <a:pt x="6479" y="4992"/>
                  </a:lnTo>
                  <a:lnTo>
                    <a:pt x="6284" y="5070"/>
                  </a:lnTo>
                  <a:lnTo>
                    <a:pt x="6088" y="5148"/>
                  </a:lnTo>
                  <a:lnTo>
                    <a:pt x="5873" y="5188"/>
                  </a:lnTo>
                  <a:lnTo>
                    <a:pt x="5657" y="5227"/>
                  </a:lnTo>
                  <a:lnTo>
                    <a:pt x="5207" y="5227"/>
                  </a:lnTo>
                  <a:lnTo>
                    <a:pt x="4992" y="5188"/>
                  </a:lnTo>
                  <a:lnTo>
                    <a:pt x="4777" y="5148"/>
                  </a:lnTo>
                  <a:lnTo>
                    <a:pt x="4561" y="5070"/>
                  </a:lnTo>
                  <a:lnTo>
                    <a:pt x="4346" y="4992"/>
                  </a:lnTo>
                  <a:lnTo>
                    <a:pt x="4150" y="4914"/>
                  </a:lnTo>
                  <a:lnTo>
                    <a:pt x="3954" y="4796"/>
                  </a:lnTo>
                  <a:lnTo>
                    <a:pt x="3759" y="4679"/>
                  </a:lnTo>
                  <a:lnTo>
                    <a:pt x="3583" y="4561"/>
                  </a:lnTo>
                  <a:lnTo>
                    <a:pt x="3230" y="4287"/>
                  </a:lnTo>
                  <a:lnTo>
                    <a:pt x="2897" y="3974"/>
                  </a:lnTo>
                  <a:lnTo>
                    <a:pt x="2604" y="3661"/>
                  </a:lnTo>
                  <a:lnTo>
                    <a:pt x="2310" y="3328"/>
                  </a:lnTo>
                  <a:lnTo>
                    <a:pt x="2017" y="2956"/>
                  </a:lnTo>
                  <a:lnTo>
                    <a:pt x="1723" y="2584"/>
                  </a:lnTo>
                  <a:lnTo>
                    <a:pt x="1430" y="2212"/>
                  </a:lnTo>
                  <a:lnTo>
                    <a:pt x="1175" y="1821"/>
                  </a:lnTo>
                  <a:lnTo>
                    <a:pt x="921" y="1430"/>
                  </a:lnTo>
                  <a:lnTo>
                    <a:pt x="686" y="1019"/>
                  </a:lnTo>
                  <a:lnTo>
                    <a:pt x="470" y="607"/>
                  </a:lnTo>
                  <a:lnTo>
                    <a:pt x="294" y="177"/>
                  </a:lnTo>
                  <a:lnTo>
                    <a:pt x="255" y="118"/>
                  </a:lnTo>
                  <a:lnTo>
                    <a:pt x="216" y="79"/>
                  </a:lnTo>
                  <a:lnTo>
                    <a:pt x="99" y="79"/>
                  </a:lnTo>
                  <a:lnTo>
                    <a:pt x="59" y="99"/>
                  </a:lnTo>
                  <a:lnTo>
                    <a:pt x="20" y="138"/>
                  </a:lnTo>
                  <a:lnTo>
                    <a:pt x="1" y="177"/>
                  </a:lnTo>
                  <a:lnTo>
                    <a:pt x="20" y="255"/>
                  </a:lnTo>
                  <a:lnTo>
                    <a:pt x="196" y="686"/>
                  </a:lnTo>
                  <a:lnTo>
                    <a:pt x="412" y="1097"/>
                  </a:lnTo>
                  <a:lnTo>
                    <a:pt x="647" y="1508"/>
                  </a:lnTo>
                  <a:lnTo>
                    <a:pt x="901" y="1919"/>
                  </a:lnTo>
                  <a:lnTo>
                    <a:pt x="1155" y="2310"/>
                  </a:lnTo>
                  <a:lnTo>
                    <a:pt x="1430" y="2682"/>
                  </a:lnTo>
                  <a:lnTo>
                    <a:pt x="1723" y="3054"/>
                  </a:lnTo>
                  <a:lnTo>
                    <a:pt x="2017" y="3426"/>
                  </a:lnTo>
                  <a:lnTo>
                    <a:pt x="2271" y="3720"/>
                  </a:lnTo>
                  <a:lnTo>
                    <a:pt x="2545" y="4013"/>
                  </a:lnTo>
                  <a:lnTo>
                    <a:pt x="2819" y="4287"/>
                  </a:lnTo>
                  <a:lnTo>
                    <a:pt x="3093" y="4542"/>
                  </a:lnTo>
                  <a:lnTo>
                    <a:pt x="3406" y="4796"/>
                  </a:lnTo>
                  <a:lnTo>
                    <a:pt x="3739" y="5011"/>
                  </a:lnTo>
                  <a:lnTo>
                    <a:pt x="4072" y="5188"/>
                  </a:lnTo>
                  <a:lnTo>
                    <a:pt x="4424" y="5344"/>
                  </a:lnTo>
                  <a:lnTo>
                    <a:pt x="4757" y="5422"/>
                  </a:lnTo>
                  <a:lnTo>
                    <a:pt x="5070" y="5501"/>
                  </a:lnTo>
                  <a:lnTo>
                    <a:pt x="5422" y="5520"/>
                  </a:lnTo>
                  <a:lnTo>
                    <a:pt x="5755" y="5501"/>
                  </a:lnTo>
                  <a:lnTo>
                    <a:pt x="6068" y="5462"/>
                  </a:lnTo>
                  <a:lnTo>
                    <a:pt x="6401" y="5364"/>
                  </a:lnTo>
                  <a:lnTo>
                    <a:pt x="6558" y="5305"/>
                  </a:lnTo>
                  <a:lnTo>
                    <a:pt x="6695" y="5227"/>
                  </a:lnTo>
                  <a:lnTo>
                    <a:pt x="6832" y="5148"/>
                  </a:lnTo>
                  <a:lnTo>
                    <a:pt x="6969" y="5051"/>
                  </a:lnTo>
                  <a:lnTo>
                    <a:pt x="7125" y="4933"/>
                  </a:lnTo>
                  <a:lnTo>
                    <a:pt x="7243" y="4796"/>
                  </a:lnTo>
                  <a:lnTo>
                    <a:pt x="7360" y="4679"/>
                  </a:lnTo>
                  <a:lnTo>
                    <a:pt x="7478" y="4542"/>
                  </a:lnTo>
                  <a:lnTo>
                    <a:pt x="7556" y="4385"/>
                  </a:lnTo>
                  <a:lnTo>
                    <a:pt x="7634" y="4248"/>
                  </a:lnTo>
                  <a:lnTo>
                    <a:pt x="7712" y="4092"/>
                  </a:lnTo>
                  <a:lnTo>
                    <a:pt x="7771" y="3935"/>
                  </a:lnTo>
                  <a:lnTo>
                    <a:pt x="7849" y="3602"/>
                  </a:lnTo>
                  <a:lnTo>
                    <a:pt x="7889" y="3269"/>
                  </a:lnTo>
                  <a:lnTo>
                    <a:pt x="7889" y="2917"/>
                  </a:lnTo>
                  <a:lnTo>
                    <a:pt x="7869" y="2565"/>
                  </a:lnTo>
                  <a:lnTo>
                    <a:pt x="7810" y="2232"/>
                  </a:lnTo>
                  <a:lnTo>
                    <a:pt x="7712" y="1880"/>
                  </a:lnTo>
                  <a:lnTo>
                    <a:pt x="7595" y="1527"/>
                  </a:lnTo>
                  <a:lnTo>
                    <a:pt x="7478" y="1195"/>
                  </a:lnTo>
                  <a:lnTo>
                    <a:pt x="7321" y="882"/>
                  </a:lnTo>
                  <a:lnTo>
                    <a:pt x="7145" y="588"/>
                  </a:lnTo>
                  <a:lnTo>
                    <a:pt x="6949" y="294"/>
                  </a:lnTo>
                  <a:lnTo>
                    <a:pt x="6753" y="40"/>
                  </a:lnTo>
                  <a:lnTo>
                    <a:pt x="6714" y="1"/>
                  </a:lnTo>
                  <a:close/>
                </a:path>
              </a:pathLst>
            </a:custGeom>
            <a:gradFill>
              <a:gsLst>
                <a:gs pos="0">
                  <a:srgbClr val="61B065"/>
                </a:gs>
                <a:gs pos="100000">
                  <a:srgbClr val="345A3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54"/>
            <p:cNvSpPr/>
            <p:nvPr/>
          </p:nvSpPr>
          <p:spPr>
            <a:xfrm>
              <a:off x="1110879" y="1490274"/>
              <a:ext cx="105206" cy="83947"/>
            </a:xfrm>
            <a:custGeom>
              <a:avLst/>
              <a:gdLst/>
              <a:ahLst/>
              <a:cxnLst/>
              <a:rect l="l" t="t" r="r" b="b"/>
              <a:pathLst>
                <a:path w="3583" h="2859" extrusionOk="0">
                  <a:moveTo>
                    <a:pt x="1" y="1"/>
                  </a:moveTo>
                  <a:lnTo>
                    <a:pt x="216" y="372"/>
                  </a:lnTo>
                  <a:lnTo>
                    <a:pt x="510" y="764"/>
                  </a:lnTo>
                  <a:lnTo>
                    <a:pt x="862" y="1195"/>
                  </a:lnTo>
                  <a:lnTo>
                    <a:pt x="1058" y="1410"/>
                  </a:lnTo>
                  <a:lnTo>
                    <a:pt x="1273" y="1606"/>
                  </a:lnTo>
                  <a:lnTo>
                    <a:pt x="1508" y="1821"/>
                  </a:lnTo>
                  <a:lnTo>
                    <a:pt x="1743" y="2017"/>
                  </a:lnTo>
                  <a:lnTo>
                    <a:pt x="2017" y="2193"/>
                  </a:lnTo>
                  <a:lnTo>
                    <a:pt x="2291" y="2369"/>
                  </a:lnTo>
                  <a:lnTo>
                    <a:pt x="2584" y="2526"/>
                  </a:lnTo>
                  <a:lnTo>
                    <a:pt x="2898" y="2663"/>
                  </a:lnTo>
                  <a:lnTo>
                    <a:pt x="3230" y="2760"/>
                  </a:lnTo>
                  <a:lnTo>
                    <a:pt x="3583" y="2858"/>
                  </a:lnTo>
                  <a:lnTo>
                    <a:pt x="3544" y="2506"/>
                  </a:lnTo>
                  <a:lnTo>
                    <a:pt x="3504" y="2134"/>
                  </a:lnTo>
                  <a:lnTo>
                    <a:pt x="3485" y="1332"/>
                  </a:lnTo>
                  <a:lnTo>
                    <a:pt x="3485" y="921"/>
                  </a:lnTo>
                  <a:lnTo>
                    <a:pt x="3367" y="940"/>
                  </a:lnTo>
                  <a:lnTo>
                    <a:pt x="3152" y="960"/>
                  </a:lnTo>
                  <a:lnTo>
                    <a:pt x="2956" y="979"/>
                  </a:lnTo>
                  <a:lnTo>
                    <a:pt x="2526" y="979"/>
                  </a:lnTo>
                  <a:lnTo>
                    <a:pt x="2310" y="960"/>
                  </a:lnTo>
                  <a:lnTo>
                    <a:pt x="2115" y="921"/>
                  </a:lnTo>
                  <a:lnTo>
                    <a:pt x="1684" y="803"/>
                  </a:lnTo>
                  <a:lnTo>
                    <a:pt x="1253" y="666"/>
                  </a:lnTo>
                  <a:lnTo>
                    <a:pt x="823" y="470"/>
                  </a:lnTo>
                  <a:lnTo>
                    <a:pt x="392" y="25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817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54"/>
            <p:cNvSpPr/>
            <p:nvPr/>
          </p:nvSpPr>
          <p:spPr>
            <a:xfrm>
              <a:off x="969499" y="1177622"/>
              <a:ext cx="300613" cy="344863"/>
            </a:xfrm>
            <a:custGeom>
              <a:avLst/>
              <a:gdLst/>
              <a:ahLst/>
              <a:cxnLst/>
              <a:rect l="l" t="t" r="r" b="b"/>
              <a:pathLst>
                <a:path w="10238" h="11745" extrusionOk="0">
                  <a:moveTo>
                    <a:pt x="4463" y="1"/>
                  </a:moveTo>
                  <a:lnTo>
                    <a:pt x="4131" y="40"/>
                  </a:lnTo>
                  <a:lnTo>
                    <a:pt x="3818" y="60"/>
                  </a:lnTo>
                  <a:lnTo>
                    <a:pt x="3524" y="118"/>
                  </a:lnTo>
                  <a:lnTo>
                    <a:pt x="3230" y="177"/>
                  </a:lnTo>
                  <a:lnTo>
                    <a:pt x="2976" y="255"/>
                  </a:lnTo>
                  <a:lnTo>
                    <a:pt x="2721" y="334"/>
                  </a:lnTo>
                  <a:lnTo>
                    <a:pt x="2487" y="431"/>
                  </a:lnTo>
                  <a:lnTo>
                    <a:pt x="2271" y="529"/>
                  </a:lnTo>
                  <a:lnTo>
                    <a:pt x="2056" y="647"/>
                  </a:lnTo>
                  <a:lnTo>
                    <a:pt x="1860" y="764"/>
                  </a:lnTo>
                  <a:lnTo>
                    <a:pt x="1684" y="901"/>
                  </a:lnTo>
                  <a:lnTo>
                    <a:pt x="1508" y="1019"/>
                  </a:lnTo>
                  <a:lnTo>
                    <a:pt x="1351" y="1175"/>
                  </a:lnTo>
                  <a:lnTo>
                    <a:pt x="1214" y="1312"/>
                  </a:lnTo>
                  <a:lnTo>
                    <a:pt x="960" y="1606"/>
                  </a:lnTo>
                  <a:lnTo>
                    <a:pt x="745" y="1919"/>
                  </a:lnTo>
                  <a:lnTo>
                    <a:pt x="568" y="2252"/>
                  </a:lnTo>
                  <a:lnTo>
                    <a:pt x="431" y="2565"/>
                  </a:lnTo>
                  <a:lnTo>
                    <a:pt x="314" y="2878"/>
                  </a:lnTo>
                  <a:lnTo>
                    <a:pt x="236" y="3172"/>
                  </a:lnTo>
                  <a:lnTo>
                    <a:pt x="157" y="3465"/>
                  </a:lnTo>
                  <a:lnTo>
                    <a:pt x="118" y="3739"/>
                  </a:lnTo>
                  <a:lnTo>
                    <a:pt x="118" y="3857"/>
                  </a:lnTo>
                  <a:lnTo>
                    <a:pt x="118" y="4072"/>
                  </a:lnTo>
                  <a:lnTo>
                    <a:pt x="177" y="4600"/>
                  </a:lnTo>
                  <a:lnTo>
                    <a:pt x="216" y="4875"/>
                  </a:lnTo>
                  <a:lnTo>
                    <a:pt x="275" y="5129"/>
                  </a:lnTo>
                  <a:lnTo>
                    <a:pt x="353" y="5344"/>
                  </a:lnTo>
                  <a:lnTo>
                    <a:pt x="392" y="5403"/>
                  </a:lnTo>
                  <a:lnTo>
                    <a:pt x="431" y="5462"/>
                  </a:lnTo>
                  <a:lnTo>
                    <a:pt x="294" y="5560"/>
                  </a:lnTo>
                  <a:lnTo>
                    <a:pt x="197" y="5657"/>
                  </a:lnTo>
                  <a:lnTo>
                    <a:pt x="118" y="5794"/>
                  </a:lnTo>
                  <a:lnTo>
                    <a:pt x="60" y="5912"/>
                  </a:lnTo>
                  <a:lnTo>
                    <a:pt x="20" y="6068"/>
                  </a:lnTo>
                  <a:lnTo>
                    <a:pt x="1" y="6205"/>
                  </a:lnTo>
                  <a:lnTo>
                    <a:pt x="1" y="6343"/>
                  </a:lnTo>
                  <a:lnTo>
                    <a:pt x="1" y="6499"/>
                  </a:lnTo>
                  <a:lnTo>
                    <a:pt x="20" y="6695"/>
                  </a:lnTo>
                  <a:lnTo>
                    <a:pt x="60" y="6891"/>
                  </a:lnTo>
                  <a:lnTo>
                    <a:pt x="118" y="7106"/>
                  </a:lnTo>
                  <a:lnTo>
                    <a:pt x="216" y="7302"/>
                  </a:lnTo>
                  <a:lnTo>
                    <a:pt x="314" y="7517"/>
                  </a:lnTo>
                  <a:lnTo>
                    <a:pt x="431" y="7713"/>
                  </a:lnTo>
                  <a:lnTo>
                    <a:pt x="568" y="7889"/>
                  </a:lnTo>
                  <a:lnTo>
                    <a:pt x="725" y="8065"/>
                  </a:lnTo>
                  <a:lnTo>
                    <a:pt x="882" y="8222"/>
                  </a:lnTo>
                  <a:lnTo>
                    <a:pt x="1077" y="8378"/>
                  </a:lnTo>
                  <a:lnTo>
                    <a:pt x="1273" y="8496"/>
                  </a:lnTo>
                  <a:lnTo>
                    <a:pt x="1488" y="8613"/>
                  </a:lnTo>
                  <a:lnTo>
                    <a:pt x="1704" y="8691"/>
                  </a:lnTo>
                  <a:lnTo>
                    <a:pt x="1939" y="8750"/>
                  </a:lnTo>
                  <a:lnTo>
                    <a:pt x="2193" y="8789"/>
                  </a:lnTo>
                  <a:lnTo>
                    <a:pt x="2447" y="8809"/>
                  </a:lnTo>
                  <a:lnTo>
                    <a:pt x="2487" y="8809"/>
                  </a:lnTo>
                  <a:lnTo>
                    <a:pt x="2584" y="8985"/>
                  </a:lnTo>
                  <a:lnTo>
                    <a:pt x="2624" y="9063"/>
                  </a:lnTo>
                  <a:lnTo>
                    <a:pt x="2819" y="9396"/>
                  </a:lnTo>
                  <a:lnTo>
                    <a:pt x="3054" y="9690"/>
                  </a:lnTo>
                  <a:lnTo>
                    <a:pt x="3328" y="9983"/>
                  </a:lnTo>
                  <a:lnTo>
                    <a:pt x="3622" y="10238"/>
                  </a:lnTo>
                  <a:lnTo>
                    <a:pt x="3935" y="10492"/>
                  </a:lnTo>
                  <a:lnTo>
                    <a:pt x="4287" y="10707"/>
                  </a:lnTo>
                  <a:lnTo>
                    <a:pt x="4620" y="10923"/>
                  </a:lnTo>
                  <a:lnTo>
                    <a:pt x="4992" y="11099"/>
                  </a:lnTo>
                  <a:lnTo>
                    <a:pt x="5344" y="11255"/>
                  </a:lnTo>
                  <a:lnTo>
                    <a:pt x="5716" y="11392"/>
                  </a:lnTo>
                  <a:lnTo>
                    <a:pt x="6088" y="11510"/>
                  </a:lnTo>
                  <a:lnTo>
                    <a:pt x="6440" y="11608"/>
                  </a:lnTo>
                  <a:lnTo>
                    <a:pt x="6773" y="11666"/>
                  </a:lnTo>
                  <a:lnTo>
                    <a:pt x="7106" y="11725"/>
                  </a:lnTo>
                  <a:lnTo>
                    <a:pt x="7399" y="11745"/>
                  </a:lnTo>
                  <a:lnTo>
                    <a:pt x="7673" y="11745"/>
                  </a:lnTo>
                  <a:lnTo>
                    <a:pt x="8026" y="11725"/>
                  </a:lnTo>
                  <a:lnTo>
                    <a:pt x="8300" y="11666"/>
                  </a:lnTo>
                  <a:lnTo>
                    <a:pt x="8633" y="11588"/>
                  </a:lnTo>
                  <a:lnTo>
                    <a:pt x="8887" y="11490"/>
                  </a:lnTo>
                  <a:lnTo>
                    <a:pt x="9122" y="11353"/>
                  </a:lnTo>
                  <a:lnTo>
                    <a:pt x="9318" y="11197"/>
                  </a:lnTo>
                  <a:lnTo>
                    <a:pt x="9513" y="11001"/>
                  </a:lnTo>
                  <a:lnTo>
                    <a:pt x="9650" y="10786"/>
                  </a:lnTo>
                  <a:lnTo>
                    <a:pt x="9787" y="10551"/>
                  </a:lnTo>
                  <a:lnTo>
                    <a:pt x="9885" y="10296"/>
                  </a:lnTo>
                  <a:lnTo>
                    <a:pt x="9964" y="10022"/>
                  </a:lnTo>
                  <a:lnTo>
                    <a:pt x="10022" y="9729"/>
                  </a:lnTo>
                  <a:lnTo>
                    <a:pt x="10061" y="9435"/>
                  </a:lnTo>
                  <a:lnTo>
                    <a:pt x="10081" y="9122"/>
                  </a:lnTo>
                  <a:lnTo>
                    <a:pt x="10101" y="8809"/>
                  </a:lnTo>
                  <a:lnTo>
                    <a:pt x="10081" y="8496"/>
                  </a:lnTo>
                  <a:lnTo>
                    <a:pt x="10061" y="8202"/>
                  </a:lnTo>
                  <a:lnTo>
                    <a:pt x="10022" y="7889"/>
                  </a:lnTo>
                  <a:lnTo>
                    <a:pt x="9964" y="7595"/>
                  </a:lnTo>
                  <a:lnTo>
                    <a:pt x="9885" y="7282"/>
                  </a:lnTo>
                  <a:lnTo>
                    <a:pt x="9787" y="6969"/>
                  </a:lnTo>
                  <a:lnTo>
                    <a:pt x="9787" y="6930"/>
                  </a:lnTo>
                  <a:lnTo>
                    <a:pt x="9983" y="5716"/>
                  </a:lnTo>
                  <a:lnTo>
                    <a:pt x="10140" y="4679"/>
                  </a:lnTo>
                  <a:lnTo>
                    <a:pt x="10198" y="4209"/>
                  </a:lnTo>
                  <a:lnTo>
                    <a:pt x="10238" y="3798"/>
                  </a:lnTo>
                  <a:lnTo>
                    <a:pt x="10238" y="3446"/>
                  </a:lnTo>
                  <a:lnTo>
                    <a:pt x="10218" y="3113"/>
                  </a:lnTo>
                  <a:lnTo>
                    <a:pt x="10159" y="2780"/>
                  </a:lnTo>
                  <a:lnTo>
                    <a:pt x="10061" y="2447"/>
                  </a:lnTo>
                  <a:lnTo>
                    <a:pt x="9924" y="2134"/>
                  </a:lnTo>
                  <a:lnTo>
                    <a:pt x="9748" y="1821"/>
                  </a:lnTo>
                  <a:lnTo>
                    <a:pt x="9533" y="1547"/>
                  </a:lnTo>
                  <a:lnTo>
                    <a:pt x="9396" y="1391"/>
                  </a:lnTo>
                  <a:lnTo>
                    <a:pt x="9259" y="1273"/>
                  </a:lnTo>
                  <a:lnTo>
                    <a:pt x="9122" y="1136"/>
                  </a:lnTo>
                  <a:lnTo>
                    <a:pt x="8946" y="1019"/>
                  </a:lnTo>
                  <a:lnTo>
                    <a:pt x="8770" y="901"/>
                  </a:lnTo>
                  <a:lnTo>
                    <a:pt x="8593" y="784"/>
                  </a:lnTo>
                  <a:lnTo>
                    <a:pt x="8378" y="686"/>
                  </a:lnTo>
                  <a:lnTo>
                    <a:pt x="8163" y="588"/>
                  </a:lnTo>
                  <a:lnTo>
                    <a:pt x="7693" y="392"/>
                  </a:lnTo>
                  <a:lnTo>
                    <a:pt x="7165" y="255"/>
                  </a:lnTo>
                  <a:lnTo>
                    <a:pt x="6558" y="138"/>
                  </a:lnTo>
                  <a:lnTo>
                    <a:pt x="5912" y="60"/>
                  </a:lnTo>
                  <a:lnTo>
                    <a:pt x="5188" y="1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54"/>
            <p:cNvSpPr/>
            <p:nvPr/>
          </p:nvSpPr>
          <p:spPr>
            <a:xfrm>
              <a:off x="969499" y="1177622"/>
              <a:ext cx="300613" cy="344863"/>
            </a:xfrm>
            <a:custGeom>
              <a:avLst/>
              <a:gdLst/>
              <a:ahLst/>
              <a:cxnLst/>
              <a:rect l="l" t="t" r="r" b="b"/>
              <a:pathLst>
                <a:path w="10238" h="11745" fill="none" extrusionOk="0">
                  <a:moveTo>
                    <a:pt x="1" y="6499"/>
                  </a:moveTo>
                  <a:lnTo>
                    <a:pt x="1" y="6499"/>
                  </a:lnTo>
                  <a:lnTo>
                    <a:pt x="20" y="6695"/>
                  </a:lnTo>
                  <a:lnTo>
                    <a:pt x="60" y="6891"/>
                  </a:lnTo>
                  <a:lnTo>
                    <a:pt x="118" y="7106"/>
                  </a:lnTo>
                  <a:lnTo>
                    <a:pt x="216" y="7302"/>
                  </a:lnTo>
                  <a:lnTo>
                    <a:pt x="314" y="7517"/>
                  </a:lnTo>
                  <a:lnTo>
                    <a:pt x="431" y="7713"/>
                  </a:lnTo>
                  <a:lnTo>
                    <a:pt x="568" y="7889"/>
                  </a:lnTo>
                  <a:lnTo>
                    <a:pt x="725" y="8065"/>
                  </a:lnTo>
                  <a:lnTo>
                    <a:pt x="882" y="8222"/>
                  </a:lnTo>
                  <a:lnTo>
                    <a:pt x="1077" y="8378"/>
                  </a:lnTo>
                  <a:lnTo>
                    <a:pt x="1273" y="8496"/>
                  </a:lnTo>
                  <a:lnTo>
                    <a:pt x="1488" y="8613"/>
                  </a:lnTo>
                  <a:lnTo>
                    <a:pt x="1704" y="8691"/>
                  </a:lnTo>
                  <a:lnTo>
                    <a:pt x="1939" y="8750"/>
                  </a:lnTo>
                  <a:lnTo>
                    <a:pt x="2193" y="8789"/>
                  </a:lnTo>
                  <a:lnTo>
                    <a:pt x="2447" y="8809"/>
                  </a:lnTo>
                  <a:lnTo>
                    <a:pt x="2467" y="8809"/>
                  </a:lnTo>
                  <a:lnTo>
                    <a:pt x="2467" y="8809"/>
                  </a:lnTo>
                  <a:lnTo>
                    <a:pt x="2487" y="8809"/>
                  </a:lnTo>
                  <a:lnTo>
                    <a:pt x="2487" y="8809"/>
                  </a:lnTo>
                  <a:lnTo>
                    <a:pt x="2584" y="8985"/>
                  </a:lnTo>
                  <a:lnTo>
                    <a:pt x="2584" y="8985"/>
                  </a:lnTo>
                  <a:lnTo>
                    <a:pt x="2624" y="9063"/>
                  </a:lnTo>
                  <a:lnTo>
                    <a:pt x="2624" y="9063"/>
                  </a:lnTo>
                  <a:lnTo>
                    <a:pt x="2624" y="9063"/>
                  </a:lnTo>
                  <a:lnTo>
                    <a:pt x="2819" y="9396"/>
                  </a:lnTo>
                  <a:lnTo>
                    <a:pt x="3054" y="9690"/>
                  </a:lnTo>
                  <a:lnTo>
                    <a:pt x="3328" y="9983"/>
                  </a:lnTo>
                  <a:lnTo>
                    <a:pt x="3622" y="10238"/>
                  </a:lnTo>
                  <a:lnTo>
                    <a:pt x="3935" y="10492"/>
                  </a:lnTo>
                  <a:lnTo>
                    <a:pt x="4287" y="10707"/>
                  </a:lnTo>
                  <a:lnTo>
                    <a:pt x="4620" y="10923"/>
                  </a:lnTo>
                  <a:lnTo>
                    <a:pt x="4992" y="11099"/>
                  </a:lnTo>
                  <a:lnTo>
                    <a:pt x="5344" y="11255"/>
                  </a:lnTo>
                  <a:lnTo>
                    <a:pt x="5716" y="11392"/>
                  </a:lnTo>
                  <a:lnTo>
                    <a:pt x="6088" y="11510"/>
                  </a:lnTo>
                  <a:lnTo>
                    <a:pt x="6440" y="11608"/>
                  </a:lnTo>
                  <a:lnTo>
                    <a:pt x="6773" y="11666"/>
                  </a:lnTo>
                  <a:lnTo>
                    <a:pt x="7106" y="11725"/>
                  </a:lnTo>
                  <a:lnTo>
                    <a:pt x="7399" y="11745"/>
                  </a:lnTo>
                  <a:lnTo>
                    <a:pt x="7673" y="11745"/>
                  </a:lnTo>
                  <a:lnTo>
                    <a:pt x="7673" y="11745"/>
                  </a:lnTo>
                  <a:lnTo>
                    <a:pt x="8026" y="11725"/>
                  </a:lnTo>
                  <a:lnTo>
                    <a:pt x="8300" y="11666"/>
                  </a:lnTo>
                  <a:lnTo>
                    <a:pt x="8633" y="11588"/>
                  </a:lnTo>
                  <a:lnTo>
                    <a:pt x="8633" y="11588"/>
                  </a:lnTo>
                  <a:lnTo>
                    <a:pt x="8887" y="11490"/>
                  </a:lnTo>
                  <a:lnTo>
                    <a:pt x="9122" y="11353"/>
                  </a:lnTo>
                  <a:lnTo>
                    <a:pt x="9318" y="11197"/>
                  </a:lnTo>
                  <a:lnTo>
                    <a:pt x="9513" y="11001"/>
                  </a:lnTo>
                  <a:lnTo>
                    <a:pt x="9650" y="10786"/>
                  </a:lnTo>
                  <a:lnTo>
                    <a:pt x="9787" y="10551"/>
                  </a:lnTo>
                  <a:lnTo>
                    <a:pt x="9885" y="10296"/>
                  </a:lnTo>
                  <a:lnTo>
                    <a:pt x="9964" y="10022"/>
                  </a:lnTo>
                  <a:lnTo>
                    <a:pt x="10022" y="9729"/>
                  </a:lnTo>
                  <a:lnTo>
                    <a:pt x="10061" y="9435"/>
                  </a:lnTo>
                  <a:lnTo>
                    <a:pt x="10081" y="9122"/>
                  </a:lnTo>
                  <a:lnTo>
                    <a:pt x="10101" y="8809"/>
                  </a:lnTo>
                  <a:lnTo>
                    <a:pt x="10081" y="8496"/>
                  </a:lnTo>
                  <a:lnTo>
                    <a:pt x="10061" y="8202"/>
                  </a:lnTo>
                  <a:lnTo>
                    <a:pt x="10022" y="7889"/>
                  </a:lnTo>
                  <a:lnTo>
                    <a:pt x="9964" y="7595"/>
                  </a:lnTo>
                  <a:lnTo>
                    <a:pt x="9964" y="7595"/>
                  </a:lnTo>
                  <a:lnTo>
                    <a:pt x="9885" y="7282"/>
                  </a:lnTo>
                  <a:lnTo>
                    <a:pt x="9787" y="6969"/>
                  </a:lnTo>
                  <a:lnTo>
                    <a:pt x="9787" y="6969"/>
                  </a:lnTo>
                  <a:lnTo>
                    <a:pt x="9787" y="6930"/>
                  </a:lnTo>
                  <a:lnTo>
                    <a:pt x="9787" y="6930"/>
                  </a:lnTo>
                  <a:lnTo>
                    <a:pt x="9983" y="5716"/>
                  </a:lnTo>
                  <a:lnTo>
                    <a:pt x="10140" y="4679"/>
                  </a:lnTo>
                  <a:lnTo>
                    <a:pt x="10198" y="4209"/>
                  </a:lnTo>
                  <a:lnTo>
                    <a:pt x="10238" y="3798"/>
                  </a:lnTo>
                  <a:lnTo>
                    <a:pt x="10238" y="3798"/>
                  </a:lnTo>
                  <a:lnTo>
                    <a:pt x="10238" y="3446"/>
                  </a:lnTo>
                  <a:lnTo>
                    <a:pt x="10218" y="3113"/>
                  </a:lnTo>
                  <a:lnTo>
                    <a:pt x="10159" y="2780"/>
                  </a:lnTo>
                  <a:lnTo>
                    <a:pt x="10061" y="2447"/>
                  </a:lnTo>
                  <a:lnTo>
                    <a:pt x="9924" y="2134"/>
                  </a:lnTo>
                  <a:lnTo>
                    <a:pt x="9748" y="1821"/>
                  </a:lnTo>
                  <a:lnTo>
                    <a:pt x="9533" y="1547"/>
                  </a:lnTo>
                  <a:lnTo>
                    <a:pt x="9396" y="1391"/>
                  </a:lnTo>
                  <a:lnTo>
                    <a:pt x="9259" y="1273"/>
                  </a:lnTo>
                  <a:lnTo>
                    <a:pt x="9122" y="1136"/>
                  </a:lnTo>
                  <a:lnTo>
                    <a:pt x="8946" y="1019"/>
                  </a:lnTo>
                  <a:lnTo>
                    <a:pt x="8770" y="901"/>
                  </a:lnTo>
                  <a:lnTo>
                    <a:pt x="8593" y="784"/>
                  </a:lnTo>
                  <a:lnTo>
                    <a:pt x="8378" y="686"/>
                  </a:lnTo>
                  <a:lnTo>
                    <a:pt x="8163" y="588"/>
                  </a:lnTo>
                  <a:lnTo>
                    <a:pt x="7693" y="392"/>
                  </a:lnTo>
                  <a:lnTo>
                    <a:pt x="7165" y="255"/>
                  </a:lnTo>
                  <a:lnTo>
                    <a:pt x="6558" y="138"/>
                  </a:lnTo>
                  <a:lnTo>
                    <a:pt x="5912" y="60"/>
                  </a:lnTo>
                  <a:lnTo>
                    <a:pt x="5188" y="1"/>
                  </a:lnTo>
                  <a:lnTo>
                    <a:pt x="5188" y="1"/>
                  </a:lnTo>
                  <a:lnTo>
                    <a:pt x="4816" y="1"/>
                  </a:lnTo>
                  <a:lnTo>
                    <a:pt x="4463" y="1"/>
                  </a:lnTo>
                  <a:lnTo>
                    <a:pt x="4131" y="40"/>
                  </a:lnTo>
                  <a:lnTo>
                    <a:pt x="3818" y="60"/>
                  </a:lnTo>
                  <a:lnTo>
                    <a:pt x="3524" y="118"/>
                  </a:lnTo>
                  <a:lnTo>
                    <a:pt x="3230" y="177"/>
                  </a:lnTo>
                  <a:lnTo>
                    <a:pt x="2976" y="255"/>
                  </a:lnTo>
                  <a:lnTo>
                    <a:pt x="2721" y="334"/>
                  </a:lnTo>
                  <a:lnTo>
                    <a:pt x="2487" y="431"/>
                  </a:lnTo>
                  <a:lnTo>
                    <a:pt x="2271" y="529"/>
                  </a:lnTo>
                  <a:lnTo>
                    <a:pt x="2056" y="647"/>
                  </a:lnTo>
                  <a:lnTo>
                    <a:pt x="1860" y="764"/>
                  </a:lnTo>
                  <a:lnTo>
                    <a:pt x="1684" y="901"/>
                  </a:lnTo>
                  <a:lnTo>
                    <a:pt x="1508" y="1019"/>
                  </a:lnTo>
                  <a:lnTo>
                    <a:pt x="1351" y="1175"/>
                  </a:lnTo>
                  <a:lnTo>
                    <a:pt x="1214" y="1312"/>
                  </a:lnTo>
                  <a:lnTo>
                    <a:pt x="960" y="1606"/>
                  </a:lnTo>
                  <a:lnTo>
                    <a:pt x="745" y="1919"/>
                  </a:lnTo>
                  <a:lnTo>
                    <a:pt x="568" y="2252"/>
                  </a:lnTo>
                  <a:lnTo>
                    <a:pt x="431" y="2565"/>
                  </a:lnTo>
                  <a:lnTo>
                    <a:pt x="314" y="2878"/>
                  </a:lnTo>
                  <a:lnTo>
                    <a:pt x="236" y="3172"/>
                  </a:lnTo>
                  <a:lnTo>
                    <a:pt x="157" y="3465"/>
                  </a:lnTo>
                  <a:lnTo>
                    <a:pt x="118" y="3739"/>
                  </a:lnTo>
                  <a:lnTo>
                    <a:pt x="118" y="3739"/>
                  </a:lnTo>
                  <a:lnTo>
                    <a:pt x="118" y="3857"/>
                  </a:lnTo>
                  <a:lnTo>
                    <a:pt x="118" y="4072"/>
                  </a:lnTo>
                  <a:lnTo>
                    <a:pt x="177" y="4600"/>
                  </a:lnTo>
                  <a:lnTo>
                    <a:pt x="216" y="4875"/>
                  </a:lnTo>
                  <a:lnTo>
                    <a:pt x="275" y="5129"/>
                  </a:lnTo>
                  <a:lnTo>
                    <a:pt x="353" y="5344"/>
                  </a:lnTo>
                  <a:lnTo>
                    <a:pt x="392" y="5403"/>
                  </a:lnTo>
                  <a:lnTo>
                    <a:pt x="431" y="5462"/>
                  </a:lnTo>
                  <a:lnTo>
                    <a:pt x="431" y="5462"/>
                  </a:lnTo>
                  <a:lnTo>
                    <a:pt x="294" y="5560"/>
                  </a:lnTo>
                  <a:lnTo>
                    <a:pt x="197" y="5657"/>
                  </a:lnTo>
                  <a:lnTo>
                    <a:pt x="118" y="5794"/>
                  </a:lnTo>
                  <a:lnTo>
                    <a:pt x="60" y="5912"/>
                  </a:lnTo>
                  <a:lnTo>
                    <a:pt x="20" y="6068"/>
                  </a:lnTo>
                  <a:lnTo>
                    <a:pt x="1" y="6205"/>
                  </a:lnTo>
                  <a:lnTo>
                    <a:pt x="1" y="6343"/>
                  </a:lnTo>
                  <a:lnTo>
                    <a:pt x="1" y="649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54"/>
            <p:cNvSpPr/>
            <p:nvPr/>
          </p:nvSpPr>
          <p:spPr>
            <a:xfrm>
              <a:off x="1167784" y="1429934"/>
              <a:ext cx="57492" cy="25898"/>
            </a:xfrm>
            <a:custGeom>
              <a:avLst/>
              <a:gdLst/>
              <a:ahLst/>
              <a:cxnLst/>
              <a:rect l="l" t="t" r="r" b="b"/>
              <a:pathLst>
                <a:path w="1958" h="882" extrusionOk="0">
                  <a:moveTo>
                    <a:pt x="118" y="0"/>
                  </a:moveTo>
                  <a:lnTo>
                    <a:pt x="59" y="20"/>
                  </a:lnTo>
                  <a:lnTo>
                    <a:pt x="20" y="59"/>
                  </a:lnTo>
                  <a:lnTo>
                    <a:pt x="1" y="118"/>
                  </a:lnTo>
                  <a:lnTo>
                    <a:pt x="1" y="177"/>
                  </a:lnTo>
                  <a:lnTo>
                    <a:pt x="40" y="235"/>
                  </a:lnTo>
                  <a:lnTo>
                    <a:pt x="118" y="333"/>
                  </a:lnTo>
                  <a:lnTo>
                    <a:pt x="235" y="451"/>
                  </a:lnTo>
                  <a:lnTo>
                    <a:pt x="353" y="548"/>
                  </a:lnTo>
                  <a:lnTo>
                    <a:pt x="509" y="666"/>
                  </a:lnTo>
                  <a:lnTo>
                    <a:pt x="666" y="744"/>
                  </a:lnTo>
                  <a:lnTo>
                    <a:pt x="842" y="822"/>
                  </a:lnTo>
                  <a:lnTo>
                    <a:pt x="1038" y="862"/>
                  </a:lnTo>
                  <a:lnTo>
                    <a:pt x="1234" y="881"/>
                  </a:lnTo>
                  <a:lnTo>
                    <a:pt x="1390" y="862"/>
                  </a:lnTo>
                  <a:lnTo>
                    <a:pt x="1547" y="842"/>
                  </a:lnTo>
                  <a:lnTo>
                    <a:pt x="1723" y="783"/>
                  </a:lnTo>
                  <a:lnTo>
                    <a:pt x="1880" y="705"/>
                  </a:lnTo>
                  <a:lnTo>
                    <a:pt x="1919" y="666"/>
                  </a:lnTo>
                  <a:lnTo>
                    <a:pt x="1958" y="607"/>
                  </a:lnTo>
                  <a:lnTo>
                    <a:pt x="1958" y="548"/>
                  </a:lnTo>
                  <a:lnTo>
                    <a:pt x="1938" y="490"/>
                  </a:lnTo>
                  <a:lnTo>
                    <a:pt x="1899" y="451"/>
                  </a:lnTo>
                  <a:lnTo>
                    <a:pt x="1840" y="411"/>
                  </a:lnTo>
                  <a:lnTo>
                    <a:pt x="1782" y="411"/>
                  </a:lnTo>
                  <a:lnTo>
                    <a:pt x="1723" y="431"/>
                  </a:lnTo>
                  <a:lnTo>
                    <a:pt x="1586" y="509"/>
                  </a:lnTo>
                  <a:lnTo>
                    <a:pt x="1449" y="548"/>
                  </a:lnTo>
                  <a:lnTo>
                    <a:pt x="1312" y="568"/>
                  </a:lnTo>
                  <a:lnTo>
                    <a:pt x="1057" y="568"/>
                  </a:lnTo>
                  <a:lnTo>
                    <a:pt x="920" y="529"/>
                  </a:lnTo>
                  <a:lnTo>
                    <a:pt x="823" y="490"/>
                  </a:lnTo>
                  <a:lnTo>
                    <a:pt x="725" y="431"/>
                  </a:lnTo>
                  <a:lnTo>
                    <a:pt x="549" y="314"/>
                  </a:lnTo>
                  <a:lnTo>
                    <a:pt x="412" y="196"/>
                  </a:lnTo>
                  <a:lnTo>
                    <a:pt x="275" y="40"/>
                  </a:lnTo>
                  <a:lnTo>
                    <a:pt x="235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54"/>
            <p:cNvSpPr/>
            <p:nvPr/>
          </p:nvSpPr>
          <p:spPr>
            <a:xfrm>
              <a:off x="1229269" y="1351184"/>
              <a:ext cx="13830" cy="27630"/>
            </a:xfrm>
            <a:custGeom>
              <a:avLst/>
              <a:gdLst/>
              <a:ahLst/>
              <a:cxnLst/>
              <a:rect l="l" t="t" r="r" b="b"/>
              <a:pathLst>
                <a:path w="471" h="941" extrusionOk="0">
                  <a:moveTo>
                    <a:pt x="216" y="1"/>
                  </a:moveTo>
                  <a:lnTo>
                    <a:pt x="177" y="40"/>
                  </a:lnTo>
                  <a:lnTo>
                    <a:pt x="138" y="79"/>
                  </a:lnTo>
                  <a:lnTo>
                    <a:pt x="79" y="118"/>
                  </a:lnTo>
                  <a:lnTo>
                    <a:pt x="20" y="275"/>
                  </a:lnTo>
                  <a:lnTo>
                    <a:pt x="1" y="451"/>
                  </a:lnTo>
                  <a:lnTo>
                    <a:pt x="1" y="647"/>
                  </a:lnTo>
                  <a:lnTo>
                    <a:pt x="40" y="784"/>
                  </a:lnTo>
                  <a:lnTo>
                    <a:pt x="60" y="843"/>
                  </a:lnTo>
                  <a:lnTo>
                    <a:pt x="99" y="901"/>
                  </a:lnTo>
                  <a:lnTo>
                    <a:pt x="157" y="921"/>
                  </a:lnTo>
                  <a:lnTo>
                    <a:pt x="197" y="940"/>
                  </a:lnTo>
                  <a:lnTo>
                    <a:pt x="255" y="940"/>
                  </a:lnTo>
                  <a:lnTo>
                    <a:pt x="294" y="921"/>
                  </a:lnTo>
                  <a:lnTo>
                    <a:pt x="334" y="882"/>
                  </a:lnTo>
                  <a:lnTo>
                    <a:pt x="392" y="823"/>
                  </a:lnTo>
                  <a:lnTo>
                    <a:pt x="451" y="666"/>
                  </a:lnTo>
                  <a:lnTo>
                    <a:pt x="471" y="490"/>
                  </a:lnTo>
                  <a:lnTo>
                    <a:pt x="471" y="314"/>
                  </a:lnTo>
                  <a:lnTo>
                    <a:pt x="431" y="157"/>
                  </a:lnTo>
                  <a:lnTo>
                    <a:pt x="412" y="99"/>
                  </a:lnTo>
                  <a:lnTo>
                    <a:pt x="373" y="40"/>
                  </a:lnTo>
                  <a:lnTo>
                    <a:pt x="314" y="20"/>
                  </a:lnTo>
                  <a:lnTo>
                    <a:pt x="275" y="1"/>
                  </a:lnTo>
                  <a:close/>
                </a:path>
              </a:pathLst>
            </a:custGeom>
            <a:solidFill>
              <a:srgbClr val="1817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54"/>
            <p:cNvSpPr/>
            <p:nvPr/>
          </p:nvSpPr>
          <p:spPr>
            <a:xfrm>
              <a:off x="1215498" y="1344313"/>
              <a:ext cx="36791" cy="9778"/>
            </a:xfrm>
            <a:custGeom>
              <a:avLst/>
              <a:gdLst/>
              <a:ahLst/>
              <a:cxnLst/>
              <a:rect l="l" t="t" r="r" b="b"/>
              <a:pathLst>
                <a:path w="1253" h="333" extrusionOk="0">
                  <a:moveTo>
                    <a:pt x="607" y="0"/>
                  </a:moveTo>
                  <a:lnTo>
                    <a:pt x="431" y="20"/>
                  </a:lnTo>
                  <a:lnTo>
                    <a:pt x="274" y="78"/>
                  </a:lnTo>
                  <a:lnTo>
                    <a:pt x="137" y="137"/>
                  </a:lnTo>
                  <a:lnTo>
                    <a:pt x="20" y="196"/>
                  </a:lnTo>
                  <a:lnTo>
                    <a:pt x="0" y="254"/>
                  </a:lnTo>
                  <a:lnTo>
                    <a:pt x="0" y="294"/>
                  </a:lnTo>
                  <a:lnTo>
                    <a:pt x="39" y="333"/>
                  </a:lnTo>
                  <a:lnTo>
                    <a:pt x="78" y="333"/>
                  </a:lnTo>
                  <a:lnTo>
                    <a:pt x="98" y="313"/>
                  </a:lnTo>
                  <a:lnTo>
                    <a:pt x="196" y="254"/>
                  </a:lnTo>
                  <a:lnTo>
                    <a:pt x="313" y="215"/>
                  </a:lnTo>
                  <a:lnTo>
                    <a:pt x="450" y="157"/>
                  </a:lnTo>
                  <a:lnTo>
                    <a:pt x="607" y="137"/>
                  </a:lnTo>
                  <a:lnTo>
                    <a:pt x="881" y="137"/>
                  </a:lnTo>
                  <a:lnTo>
                    <a:pt x="959" y="176"/>
                  </a:lnTo>
                  <a:lnTo>
                    <a:pt x="1057" y="215"/>
                  </a:lnTo>
                  <a:lnTo>
                    <a:pt x="1135" y="254"/>
                  </a:lnTo>
                  <a:lnTo>
                    <a:pt x="1194" y="274"/>
                  </a:lnTo>
                  <a:lnTo>
                    <a:pt x="1233" y="254"/>
                  </a:lnTo>
                  <a:lnTo>
                    <a:pt x="1253" y="196"/>
                  </a:lnTo>
                  <a:lnTo>
                    <a:pt x="1214" y="157"/>
                  </a:lnTo>
                  <a:lnTo>
                    <a:pt x="1116" y="78"/>
                  </a:lnTo>
                  <a:lnTo>
                    <a:pt x="1018" y="39"/>
                  </a:lnTo>
                  <a:lnTo>
                    <a:pt x="900" y="20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rgbClr val="1817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54"/>
            <p:cNvSpPr/>
            <p:nvPr/>
          </p:nvSpPr>
          <p:spPr>
            <a:xfrm>
              <a:off x="1162616" y="1347161"/>
              <a:ext cx="14388" cy="27630"/>
            </a:xfrm>
            <a:custGeom>
              <a:avLst/>
              <a:gdLst/>
              <a:ahLst/>
              <a:cxnLst/>
              <a:rect l="l" t="t" r="r" b="b"/>
              <a:pathLst>
                <a:path w="490" h="941" extrusionOk="0">
                  <a:moveTo>
                    <a:pt x="235" y="1"/>
                  </a:moveTo>
                  <a:lnTo>
                    <a:pt x="177" y="40"/>
                  </a:lnTo>
                  <a:lnTo>
                    <a:pt x="137" y="79"/>
                  </a:lnTo>
                  <a:lnTo>
                    <a:pt x="98" y="118"/>
                  </a:lnTo>
                  <a:lnTo>
                    <a:pt x="40" y="275"/>
                  </a:lnTo>
                  <a:lnTo>
                    <a:pt x="0" y="451"/>
                  </a:lnTo>
                  <a:lnTo>
                    <a:pt x="0" y="647"/>
                  </a:lnTo>
                  <a:lnTo>
                    <a:pt x="40" y="784"/>
                  </a:lnTo>
                  <a:lnTo>
                    <a:pt x="79" y="862"/>
                  </a:lnTo>
                  <a:lnTo>
                    <a:pt x="118" y="901"/>
                  </a:lnTo>
                  <a:lnTo>
                    <a:pt x="157" y="921"/>
                  </a:lnTo>
                  <a:lnTo>
                    <a:pt x="196" y="940"/>
                  </a:lnTo>
                  <a:lnTo>
                    <a:pt x="255" y="940"/>
                  </a:lnTo>
                  <a:lnTo>
                    <a:pt x="294" y="921"/>
                  </a:lnTo>
                  <a:lnTo>
                    <a:pt x="353" y="882"/>
                  </a:lnTo>
                  <a:lnTo>
                    <a:pt x="392" y="823"/>
                  </a:lnTo>
                  <a:lnTo>
                    <a:pt x="451" y="666"/>
                  </a:lnTo>
                  <a:lnTo>
                    <a:pt x="490" y="490"/>
                  </a:lnTo>
                  <a:lnTo>
                    <a:pt x="490" y="314"/>
                  </a:lnTo>
                  <a:lnTo>
                    <a:pt x="431" y="157"/>
                  </a:lnTo>
                  <a:lnTo>
                    <a:pt x="411" y="99"/>
                  </a:lnTo>
                  <a:lnTo>
                    <a:pt x="372" y="40"/>
                  </a:lnTo>
                  <a:lnTo>
                    <a:pt x="333" y="20"/>
                  </a:lnTo>
                  <a:lnTo>
                    <a:pt x="274" y="1"/>
                  </a:lnTo>
                  <a:close/>
                </a:path>
              </a:pathLst>
            </a:custGeom>
            <a:solidFill>
              <a:srgbClr val="1817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54"/>
            <p:cNvSpPr/>
            <p:nvPr/>
          </p:nvSpPr>
          <p:spPr>
            <a:xfrm>
              <a:off x="1145380" y="1339703"/>
              <a:ext cx="36233" cy="12685"/>
            </a:xfrm>
            <a:custGeom>
              <a:avLst/>
              <a:gdLst/>
              <a:ahLst/>
              <a:cxnLst/>
              <a:rect l="l" t="t" r="r" b="b"/>
              <a:pathLst>
                <a:path w="1234" h="432" extrusionOk="0">
                  <a:moveTo>
                    <a:pt x="764" y="0"/>
                  </a:moveTo>
                  <a:lnTo>
                    <a:pt x="568" y="40"/>
                  </a:lnTo>
                  <a:lnTo>
                    <a:pt x="392" y="79"/>
                  </a:lnTo>
                  <a:lnTo>
                    <a:pt x="255" y="157"/>
                  </a:lnTo>
                  <a:lnTo>
                    <a:pt x="137" y="235"/>
                  </a:lnTo>
                  <a:lnTo>
                    <a:pt x="20" y="314"/>
                  </a:lnTo>
                  <a:lnTo>
                    <a:pt x="0" y="372"/>
                  </a:lnTo>
                  <a:lnTo>
                    <a:pt x="20" y="411"/>
                  </a:lnTo>
                  <a:lnTo>
                    <a:pt x="59" y="431"/>
                  </a:lnTo>
                  <a:lnTo>
                    <a:pt x="78" y="431"/>
                  </a:lnTo>
                  <a:lnTo>
                    <a:pt x="118" y="411"/>
                  </a:lnTo>
                  <a:lnTo>
                    <a:pt x="196" y="353"/>
                  </a:lnTo>
                  <a:lnTo>
                    <a:pt x="313" y="294"/>
                  </a:lnTo>
                  <a:lnTo>
                    <a:pt x="431" y="216"/>
                  </a:lnTo>
                  <a:lnTo>
                    <a:pt x="587" y="177"/>
                  </a:lnTo>
                  <a:lnTo>
                    <a:pt x="764" y="157"/>
                  </a:lnTo>
                  <a:lnTo>
                    <a:pt x="940" y="157"/>
                  </a:lnTo>
                  <a:lnTo>
                    <a:pt x="1038" y="196"/>
                  </a:lnTo>
                  <a:lnTo>
                    <a:pt x="1135" y="235"/>
                  </a:lnTo>
                  <a:lnTo>
                    <a:pt x="1194" y="235"/>
                  </a:lnTo>
                  <a:lnTo>
                    <a:pt x="1233" y="196"/>
                  </a:lnTo>
                  <a:lnTo>
                    <a:pt x="1233" y="157"/>
                  </a:lnTo>
                  <a:lnTo>
                    <a:pt x="1194" y="118"/>
                  </a:lnTo>
                  <a:lnTo>
                    <a:pt x="1096" y="59"/>
                  </a:lnTo>
                  <a:lnTo>
                    <a:pt x="979" y="20"/>
                  </a:lnTo>
                  <a:lnTo>
                    <a:pt x="881" y="20"/>
                  </a:lnTo>
                  <a:lnTo>
                    <a:pt x="764" y="0"/>
                  </a:lnTo>
                  <a:close/>
                </a:path>
              </a:pathLst>
            </a:custGeom>
            <a:solidFill>
              <a:srgbClr val="1817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54"/>
            <p:cNvSpPr/>
            <p:nvPr/>
          </p:nvSpPr>
          <p:spPr>
            <a:xfrm>
              <a:off x="1188484" y="1467871"/>
              <a:ext cx="21288" cy="9778"/>
            </a:xfrm>
            <a:custGeom>
              <a:avLst/>
              <a:gdLst/>
              <a:ahLst/>
              <a:cxnLst/>
              <a:rect l="l" t="t" r="r" b="b"/>
              <a:pathLst>
                <a:path w="725" h="333" extrusionOk="0">
                  <a:moveTo>
                    <a:pt x="78" y="0"/>
                  </a:moveTo>
                  <a:lnTo>
                    <a:pt x="39" y="20"/>
                  </a:lnTo>
                  <a:lnTo>
                    <a:pt x="20" y="59"/>
                  </a:lnTo>
                  <a:lnTo>
                    <a:pt x="0" y="79"/>
                  </a:lnTo>
                  <a:lnTo>
                    <a:pt x="20" y="118"/>
                  </a:lnTo>
                  <a:lnTo>
                    <a:pt x="39" y="157"/>
                  </a:lnTo>
                  <a:lnTo>
                    <a:pt x="118" y="235"/>
                  </a:lnTo>
                  <a:lnTo>
                    <a:pt x="235" y="294"/>
                  </a:lnTo>
                  <a:lnTo>
                    <a:pt x="372" y="333"/>
                  </a:lnTo>
                  <a:lnTo>
                    <a:pt x="509" y="333"/>
                  </a:lnTo>
                  <a:lnTo>
                    <a:pt x="666" y="294"/>
                  </a:lnTo>
                  <a:lnTo>
                    <a:pt x="705" y="274"/>
                  </a:lnTo>
                  <a:lnTo>
                    <a:pt x="724" y="235"/>
                  </a:lnTo>
                  <a:lnTo>
                    <a:pt x="724" y="216"/>
                  </a:lnTo>
                  <a:lnTo>
                    <a:pt x="724" y="176"/>
                  </a:lnTo>
                  <a:lnTo>
                    <a:pt x="705" y="137"/>
                  </a:lnTo>
                  <a:lnTo>
                    <a:pt x="666" y="118"/>
                  </a:lnTo>
                  <a:lnTo>
                    <a:pt x="646" y="98"/>
                  </a:lnTo>
                  <a:lnTo>
                    <a:pt x="607" y="118"/>
                  </a:lnTo>
                  <a:lnTo>
                    <a:pt x="509" y="137"/>
                  </a:lnTo>
                  <a:lnTo>
                    <a:pt x="352" y="137"/>
                  </a:lnTo>
                  <a:lnTo>
                    <a:pt x="294" y="118"/>
                  </a:lnTo>
                  <a:lnTo>
                    <a:pt x="215" y="59"/>
                  </a:lnTo>
                  <a:lnTo>
                    <a:pt x="176" y="39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54"/>
            <p:cNvSpPr/>
            <p:nvPr/>
          </p:nvSpPr>
          <p:spPr>
            <a:xfrm>
              <a:off x="1237314" y="1382220"/>
              <a:ext cx="24753" cy="18440"/>
            </a:xfrm>
            <a:custGeom>
              <a:avLst/>
              <a:gdLst/>
              <a:ahLst/>
              <a:cxnLst/>
              <a:rect l="l" t="t" r="r" b="b"/>
              <a:pathLst>
                <a:path w="843" h="628" extrusionOk="0">
                  <a:moveTo>
                    <a:pt x="666" y="1"/>
                  </a:moveTo>
                  <a:lnTo>
                    <a:pt x="392" y="79"/>
                  </a:lnTo>
                  <a:lnTo>
                    <a:pt x="177" y="157"/>
                  </a:lnTo>
                  <a:lnTo>
                    <a:pt x="99" y="216"/>
                  </a:lnTo>
                  <a:lnTo>
                    <a:pt x="40" y="255"/>
                  </a:lnTo>
                  <a:lnTo>
                    <a:pt x="20" y="314"/>
                  </a:lnTo>
                  <a:lnTo>
                    <a:pt x="1" y="373"/>
                  </a:lnTo>
                  <a:lnTo>
                    <a:pt x="20" y="431"/>
                  </a:lnTo>
                  <a:lnTo>
                    <a:pt x="79" y="471"/>
                  </a:lnTo>
                  <a:lnTo>
                    <a:pt x="138" y="529"/>
                  </a:lnTo>
                  <a:lnTo>
                    <a:pt x="236" y="568"/>
                  </a:lnTo>
                  <a:lnTo>
                    <a:pt x="510" y="608"/>
                  </a:lnTo>
                  <a:lnTo>
                    <a:pt x="823" y="627"/>
                  </a:lnTo>
                  <a:lnTo>
                    <a:pt x="843" y="627"/>
                  </a:lnTo>
                  <a:lnTo>
                    <a:pt x="823" y="568"/>
                  </a:lnTo>
                  <a:lnTo>
                    <a:pt x="745" y="275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EE8B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54"/>
            <p:cNvSpPr/>
            <p:nvPr/>
          </p:nvSpPr>
          <p:spPr>
            <a:xfrm>
              <a:off x="1237314" y="1382220"/>
              <a:ext cx="24753" cy="18440"/>
            </a:xfrm>
            <a:custGeom>
              <a:avLst/>
              <a:gdLst/>
              <a:ahLst/>
              <a:cxnLst/>
              <a:rect l="l" t="t" r="r" b="b"/>
              <a:pathLst>
                <a:path w="843" h="628" fill="none" extrusionOk="0">
                  <a:moveTo>
                    <a:pt x="666" y="1"/>
                  </a:moveTo>
                  <a:lnTo>
                    <a:pt x="666" y="1"/>
                  </a:lnTo>
                  <a:lnTo>
                    <a:pt x="392" y="79"/>
                  </a:lnTo>
                  <a:lnTo>
                    <a:pt x="177" y="157"/>
                  </a:lnTo>
                  <a:lnTo>
                    <a:pt x="99" y="216"/>
                  </a:lnTo>
                  <a:lnTo>
                    <a:pt x="40" y="255"/>
                  </a:lnTo>
                  <a:lnTo>
                    <a:pt x="20" y="314"/>
                  </a:lnTo>
                  <a:lnTo>
                    <a:pt x="1" y="373"/>
                  </a:lnTo>
                  <a:lnTo>
                    <a:pt x="1" y="373"/>
                  </a:lnTo>
                  <a:lnTo>
                    <a:pt x="20" y="431"/>
                  </a:lnTo>
                  <a:lnTo>
                    <a:pt x="79" y="471"/>
                  </a:lnTo>
                  <a:lnTo>
                    <a:pt x="138" y="529"/>
                  </a:lnTo>
                  <a:lnTo>
                    <a:pt x="236" y="568"/>
                  </a:lnTo>
                  <a:lnTo>
                    <a:pt x="510" y="608"/>
                  </a:lnTo>
                  <a:lnTo>
                    <a:pt x="823" y="627"/>
                  </a:lnTo>
                  <a:lnTo>
                    <a:pt x="823" y="627"/>
                  </a:lnTo>
                  <a:lnTo>
                    <a:pt x="843" y="627"/>
                  </a:lnTo>
                  <a:lnTo>
                    <a:pt x="843" y="627"/>
                  </a:lnTo>
                  <a:lnTo>
                    <a:pt x="823" y="568"/>
                  </a:lnTo>
                  <a:lnTo>
                    <a:pt x="823" y="568"/>
                  </a:lnTo>
                  <a:lnTo>
                    <a:pt x="745" y="275"/>
                  </a:lnTo>
                  <a:lnTo>
                    <a:pt x="745" y="275"/>
                  </a:lnTo>
                  <a:lnTo>
                    <a:pt x="666" y="1"/>
                  </a:lnTo>
                  <a:lnTo>
                    <a:pt x="66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54"/>
            <p:cNvSpPr/>
            <p:nvPr/>
          </p:nvSpPr>
          <p:spPr>
            <a:xfrm>
              <a:off x="1104566" y="1389708"/>
              <a:ext cx="59811" cy="20143"/>
            </a:xfrm>
            <a:custGeom>
              <a:avLst/>
              <a:gdLst/>
              <a:ahLst/>
              <a:cxnLst/>
              <a:rect l="l" t="t" r="r" b="b"/>
              <a:pathLst>
                <a:path w="2037" h="686" extrusionOk="0">
                  <a:moveTo>
                    <a:pt x="1214" y="0"/>
                  </a:moveTo>
                  <a:lnTo>
                    <a:pt x="999" y="20"/>
                  </a:lnTo>
                  <a:lnTo>
                    <a:pt x="783" y="39"/>
                  </a:lnTo>
                  <a:lnTo>
                    <a:pt x="607" y="59"/>
                  </a:lnTo>
                  <a:lnTo>
                    <a:pt x="431" y="118"/>
                  </a:lnTo>
                  <a:lnTo>
                    <a:pt x="275" y="157"/>
                  </a:lnTo>
                  <a:lnTo>
                    <a:pt x="157" y="216"/>
                  </a:lnTo>
                  <a:lnTo>
                    <a:pt x="79" y="274"/>
                  </a:lnTo>
                  <a:lnTo>
                    <a:pt x="20" y="353"/>
                  </a:lnTo>
                  <a:lnTo>
                    <a:pt x="0" y="411"/>
                  </a:lnTo>
                  <a:lnTo>
                    <a:pt x="20" y="470"/>
                  </a:lnTo>
                  <a:lnTo>
                    <a:pt x="79" y="529"/>
                  </a:lnTo>
                  <a:lnTo>
                    <a:pt x="137" y="568"/>
                  </a:lnTo>
                  <a:lnTo>
                    <a:pt x="235" y="607"/>
                  </a:lnTo>
                  <a:lnTo>
                    <a:pt x="509" y="666"/>
                  </a:lnTo>
                  <a:lnTo>
                    <a:pt x="823" y="685"/>
                  </a:lnTo>
                  <a:lnTo>
                    <a:pt x="1038" y="666"/>
                  </a:lnTo>
                  <a:lnTo>
                    <a:pt x="1253" y="646"/>
                  </a:lnTo>
                  <a:lnTo>
                    <a:pt x="1429" y="627"/>
                  </a:lnTo>
                  <a:lnTo>
                    <a:pt x="1605" y="568"/>
                  </a:lnTo>
                  <a:lnTo>
                    <a:pt x="1762" y="529"/>
                  </a:lnTo>
                  <a:lnTo>
                    <a:pt x="1880" y="470"/>
                  </a:lnTo>
                  <a:lnTo>
                    <a:pt x="1958" y="411"/>
                  </a:lnTo>
                  <a:lnTo>
                    <a:pt x="2017" y="333"/>
                  </a:lnTo>
                  <a:lnTo>
                    <a:pt x="2036" y="274"/>
                  </a:lnTo>
                  <a:lnTo>
                    <a:pt x="2017" y="216"/>
                  </a:lnTo>
                  <a:lnTo>
                    <a:pt x="1958" y="157"/>
                  </a:lnTo>
                  <a:lnTo>
                    <a:pt x="1899" y="118"/>
                  </a:lnTo>
                  <a:lnTo>
                    <a:pt x="1782" y="79"/>
                  </a:lnTo>
                  <a:lnTo>
                    <a:pt x="1527" y="20"/>
                  </a:lnTo>
                  <a:lnTo>
                    <a:pt x="1214" y="0"/>
                  </a:lnTo>
                  <a:close/>
                </a:path>
              </a:pathLst>
            </a:custGeom>
            <a:solidFill>
              <a:srgbClr val="EE8B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54"/>
            <p:cNvSpPr/>
            <p:nvPr/>
          </p:nvSpPr>
          <p:spPr>
            <a:xfrm>
              <a:off x="1104566" y="1389708"/>
              <a:ext cx="59811" cy="20143"/>
            </a:xfrm>
            <a:custGeom>
              <a:avLst/>
              <a:gdLst/>
              <a:ahLst/>
              <a:cxnLst/>
              <a:rect l="l" t="t" r="r" b="b"/>
              <a:pathLst>
                <a:path w="2037" h="686" fill="none" extrusionOk="0">
                  <a:moveTo>
                    <a:pt x="1214" y="0"/>
                  </a:moveTo>
                  <a:lnTo>
                    <a:pt x="1214" y="0"/>
                  </a:lnTo>
                  <a:lnTo>
                    <a:pt x="999" y="20"/>
                  </a:lnTo>
                  <a:lnTo>
                    <a:pt x="999" y="20"/>
                  </a:lnTo>
                  <a:lnTo>
                    <a:pt x="783" y="39"/>
                  </a:lnTo>
                  <a:lnTo>
                    <a:pt x="607" y="59"/>
                  </a:lnTo>
                  <a:lnTo>
                    <a:pt x="431" y="118"/>
                  </a:lnTo>
                  <a:lnTo>
                    <a:pt x="275" y="157"/>
                  </a:lnTo>
                  <a:lnTo>
                    <a:pt x="157" y="216"/>
                  </a:lnTo>
                  <a:lnTo>
                    <a:pt x="79" y="274"/>
                  </a:lnTo>
                  <a:lnTo>
                    <a:pt x="20" y="353"/>
                  </a:lnTo>
                  <a:lnTo>
                    <a:pt x="0" y="411"/>
                  </a:lnTo>
                  <a:lnTo>
                    <a:pt x="0" y="411"/>
                  </a:lnTo>
                  <a:lnTo>
                    <a:pt x="20" y="470"/>
                  </a:lnTo>
                  <a:lnTo>
                    <a:pt x="79" y="529"/>
                  </a:lnTo>
                  <a:lnTo>
                    <a:pt x="137" y="568"/>
                  </a:lnTo>
                  <a:lnTo>
                    <a:pt x="235" y="607"/>
                  </a:lnTo>
                  <a:lnTo>
                    <a:pt x="509" y="666"/>
                  </a:lnTo>
                  <a:lnTo>
                    <a:pt x="823" y="685"/>
                  </a:lnTo>
                  <a:lnTo>
                    <a:pt x="823" y="685"/>
                  </a:lnTo>
                  <a:lnTo>
                    <a:pt x="1038" y="666"/>
                  </a:lnTo>
                  <a:lnTo>
                    <a:pt x="1038" y="666"/>
                  </a:lnTo>
                  <a:lnTo>
                    <a:pt x="1253" y="646"/>
                  </a:lnTo>
                  <a:lnTo>
                    <a:pt x="1429" y="627"/>
                  </a:lnTo>
                  <a:lnTo>
                    <a:pt x="1605" y="568"/>
                  </a:lnTo>
                  <a:lnTo>
                    <a:pt x="1762" y="529"/>
                  </a:lnTo>
                  <a:lnTo>
                    <a:pt x="1880" y="470"/>
                  </a:lnTo>
                  <a:lnTo>
                    <a:pt x="1958" y="411"/>
                  </a:lnTo>
                  <a:lnTo>
                    <a:pt x="2017" y="333"/>
                  </a:lnTo>
                  <a:lnTo>
                    <a:pt x="2036" y="274"/>
                  </a:lnTo>
                  <a:lnTo>
                    <a:pt x="2036" y="274"/>
                  </a:lnTo>
                  <a:lnTo>
                    <a:pt x="2017" y="216"/>
                  </a:lnTo>
                  <a:lnTo>
                    <a:pt x="1958" y="157"/>
                  </a:lnTo>
                  <a:lnTo>
                    <a:pt x="1899" y="118"/>
                  </a:lnTo>
                  <a:lnTo>
                    <a:pt x="1782" y="79"/>
                  </a:lnTo>
                  <a:lnTo>
                    <a:pt x="1527" y="20"/>
                  </a:lnTo>
                  <a:lnTo>
                    <a:pt x="121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54"/>
            <p:cNvSpPr/>
            <p:nvPr/>
          </p:nvSpPr>
          <p:spPr>
            <a:xfrm>
              <a:off x="1041349" y="1420744"/>
              <a:ext cx="29333" cy="23020"/>
            </a:xfrm>
            <a:custGeom>
              <a:avLst/>
              <a:gdLst/>
              <a:ahLst/>
              <a:cxnLst/>
              <a:rect l="l" t="t" r="r" b="b"/>
              <a:pathLst>
                <a:path w="999" h="784" extrusionOk="0">
                  <a:moveTo>
                    <a:pt x="803" y="0"/>
                  </a:moveTo>
                  <a:lnTo>
                    <a:pt x="764" y="39"/>
                  </a:lnTo>
                  <a:lnTo>
                    <a:pt x="725" y="79"/>
                  </a:lnTo>
                  <a:lnTo>
                    <a:pt x="646" y="196"/>
                  </a:lnTo>
                  <a:lnTo>
                    <a:pt x="568" y="274"/>
                  </a:lnTo>
                  <a:lnTo>
                    <a:pt x="490" y="353"/>
                  </a:lnTo>
                  <a:lnTo>
                    <a:pt x="392" y="411"/>
                  </a:lnTo>
                  <a:lnTo>
                    <a:pt x="255" y="450"/>
                  </a:lnTo>
                  <a:lnTo>
                    <a:pt x="137" y="490"/>
                  </a:lnTo>
                  <a:lnTo>
                    <a:pt x="0" y="529"/>
                  </a:lnTo>
                  <a:lnTo>
                    <a:pt x="40" y="529"/>
                  </a:lnTo>
                  <a:lnTo>
                    <a:pt x="137" y="705"/>
                  </a:lnTo>
                  <a:lnTo>
                    <a:pt x="177" y="783"/>
                  </a:lnTo>
                  <a:lnTo>
                    <a:pt x="294" y="764"/>
                  </a:lnTo>
                  <a:lnTo>
                    <a:pt x="431" y="705"/>
                  </a:lnTo>
                  <a:lnTo>
                    <a:pt x="568" y="646"/>
                  </a:lnTo>
                  <a:lnTo>
                    <a:pt x="705" y="548"/>
                  </a:lnTo>
                  <a:lnTo>
                    <a:pt x="862" y="411"/>
                  </a:lnTo>
                  <a:lnTo>
                    <a:pt x="920" y="313"/>
                  </a:lnTo>
                  <a:lnTo>
                    <a:pt x="979" y="216"/>
                  </a:lnTo>
                  <a:lnTo>
                    <a:pt x="999" y="157"/>
                  </a:lnTo>
                  <a:lnTo>
                    <a:pt x="999" y="98"/>
                  </a:lnTo>
                  <a:lnTo>
                    <a:pt x="960" y="59"/>
                  </a:lnTo>
                  <a:lnTo>
                    <a:pt x="920" y="20"/>
                  </a:lnTo>
                  <a:lnTo>
                    <a:pt x="862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54"/>
            <p:cNvSpPr/>
            <p:nvPr/>
          </p:nvSpPr>
          <p:spPr>
            <a:xfrm>
              <a:off x="989612" y="1407531"/>
              <a:ext cx="62689" cy="62072"/>
            </a:xfrm>
            <a:custGeom>
              <a:avLst/>
              <a:gdLst/>
              <a:ahLst/>
              <a:cxnLst/>
              <a:rect l="l" t="t" r="r" b="b"/>
              <a:pathLst>
                <a:path w="2135" h="2114" extrusionOk="0">
                  <a:moveTo>
                    <a:pt x="882" y="0"/>
                  </a:moveTo>
                  <a:lnTo>
                    <a:pt x="686" y="59"/>
                  </a:lnTo>
                  <a:lnTo>
                    <a:pt x="510" y="157"/>
                  </a:lnTo>
                  <a:lnTo>
                    <a:pt x="353" y="255"/>
                  </a:lnTo>
                  <a:lnTo>
                    <a:pt x="236" y="411"/>
                  </a:lnTo>
                  <a:lnTo>
                    <a:pt x="118" y="568"/>
                  </a:lnTo>
                  <a:lnTo>
                    <a:pt x="60" y="744"/>
                  </a:lnTo>
                  <a:lnTo>
                    <a:pt x="1" y="940"/>
                  </a:lnTo>
                  <a:lnTo>
                    <a:pt x="1" y="1135"/>
                  </a:lnTo>
                  <a:lnTo>
                    <a:pt x="40" y="1351"/>
                  </a:lnTo>
                  <a:lnTo>
                    <a:pt x="118" y="1546"/>
                  </a:lnTo>
                  <a:lnTo>
                    <a:pt x="236" y="1703"/>
                  </a:lnTo>
                  <a:lnTo>
                    <a:pt x="373" y="1860"/>
                  </a:lnTo>
                  <a:lnTo>
                    <a:pt x="529" y="1977"/>
                  </a:lnTo>
                  <a:lnTo>
                    <a:pt x="725" y="2055"/>
                  </a:lnTo>
                  <a:lnTo>
                    <a:pt x="921" y="2114"/>
                  </a:lnTo>
                  <a:lnTo>
                    <a:pt x="1136" y="2114"/>
                  </a:lnTo>
                  <a:lnTo>
                    <a:pt x="1351" y="2075"/>
                  </a:lnTo>
                  <a:lnTo>
                    <a:pt x="1547" y="1997"/>
                  </a:lnTo>
                  <a:lnTo>
                    <a:pt x="1723" y="1899"/>
                  </a:lnTo>
                  <a:lnTo>
                    <a:pt x="1880" y="1762"/>
                  </a:lnTo>
                  <a:lnTo>
                    <a:pt x="1997" y="1585"/>
                  </a:lnTo>
                  <a:lnTo>
                    <a:pt x="2076" y="1390"/>
                  </a:lnTo>
                  <a:lnTo>
                    <a:pt x="2115" y="1194"/>
                  </a:lnTo>
                  <a:lnTo>
                    <a:pt x="2134" y="979"/>
                  </a:lnTo>
                  <a:lnTo>
                    <a:pt x="2115" y="920"/>
                  </a:lnTo>
                  <a:lnTo>
                    <a:pt x="1978" y="959"/>
                  </a:lnTo>
                  <a:lnTo>
                    <a:pt x="1821" y="979"/>
                  </a:lnTo>
                  <a:lnTo>
                    <a:pt x="1821" y="998"/>
                  </a:lnTo>
                  <a:lnTo>
                    <a:pt x="1821" y="1155"/>
                  </a:lnTo>
                  <a:lnTo>
                    <a:pt x="1782" y="1292"/>
                  </a:lnTo>
                  <a:lnTo>
                    <a:pt x="1723" y="1429"/>
                  </a:lnTo>
                  <a:lnTo>
                    <a:pt x="1645" y="1546"/>
                  </a:lnTo>
                  <a:lnTo>
                    <a:pt x="1528" y="1644"/>
                  </a:lnTo>
                  <a:lnTo>
                    <a:pt x="1410" y="1723"/>
                  </a:lnTo>
                  <a:lnTo>
                    <a:pt x="1273" y="1781"/>
                  </a:lnTo>
                  <a:lnTo>
                    <a:pt x="1117" y="1801"/>
                  </a:lnTo>
                  <a:lnTo>
                    <a:pt x="960" y="1801"/>
                  </a:lnTo>
                  <a:lnTo>
                    <a:pt x="823" y="1762"/>
                  </a:lnTo>
                  <a:lnTo>
                    <a:pt x="686" y="1703"/>
                  </a:lnTo>
                  <a:lnTo>
                    <a:pt x="568" y="1625"/>
                  </a:lnTo>
                  <a:lnTo>
                    <a:pt x="471" y="1527"/>
                  </a:lnTo>
                  <a:lnTo>
                    <a:pt x="392" y="1390"/>
                  </a:lnTo>
                  <a:lnTo>
                    <a:pt x="334" y="1253"/>
                  </a:lnTo>
                  <a:lnTo>
                    <a:pt x="314" y="1116"/>
                  </a:lnTo>
                  <a:lnTo>
                    <a:pt x="314" y="979"/>
                  </a:lnTo>
                  <a:lnTo>
                    <a:pt x="353" y="842"/>
                  </a:lnTo>
                  <a:lnTo>
                    <a:pt x="392" y="724"/>
                  </a:lnTo>
                  <a:lnTo>
                    <a:pt x="471" y="607"/>
                  </a:lnTo>
                  <a:lnTo>
                    <a:pt x="549" y="509"/>
                  </a:lnTo>
                  <a:lnTo>
                    <a:pt x="647" y="431"/>
                  </a:lnTo>
                  <a:lnTo>
                    <a:pt x="764" y="372"/>
                  </a:lnTo>
                  <a:lnTo>
                    <a:pt x="901" y="313"/>
                  </a:lnTo>
                  <a:lnTo>
                    <a:pt x="940" y="235"/>
                  </a:lnTo>
                  <a:lnTo>
                    <a:pt x="960" y="157"/>
                  </a:lnTo>
                  <a:lnTo>
                    <a:pt x="940" y="78"/>
                  </a:lnTo>
                  <a:lnTo>
                    <a:pt x="8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54"/>
            <p:cNvSpPr/>
            <p:nvPr/>
          </p:nvSpPr>
          <p:spPr>
            <a:xfrm>
              <a:off x="993077" y="1169019"/>
              <a:ext cx="286226" cy="218986"/>
            </a:xfrm>
            <a:custGeom>
              <a:avLst/>
              <a:gdLst/>
              <a:ahLst/>
              <a:cxnLst/>
              <a:rect l="l" t="t" r="r" b="b"/>
              <a:pathLst>
                <a:path w="9748" h="7458" extrusionOk="0">
                  <a:moveTo>
                    <a:pt x="3465" y="0"/>
                  </a:moveTo>
                  <a:lnTo>
                    <a:pt x="3210" y="20"/>
                  </a:lnTo>
                  <a:lnTo>
                    <a:pt x="2956" y="79"/>
                  </a:lnTo>
                  <a:lnTo>
                    <a:pt x="2701" y="137"/>
                  </a:lnTo>
                  <a:lnTo>
                    <a:pt x="2467" y="196"/>
                  </a:lnTo>
                  <a:lnTo>
                    <a:pt x="2232" y="294"/>
                  </a:lnTo>
                  <a:lnTo>
                    <a:pt x="2016" y="392"/>
                  </a:lnTo>
                  <a:lnTo>
                    <a:pt x="1781" y="490"/>
                  </a:lnTo>
                  <a:lnTo>
                    <a:pt x="1586" y="627"/>
                  </a:lnTo>
                  <a:lnTo>
                    <a:pt x="1370" y="744"/>
                  </a:lnTo>
                  <a:lnTo>
                    <a:pt x="999" y="1038"/>
                  </a:lnTo>
                  <a:lnTo>
                    <a:pt x="646" y="1370"/>
                  </a:lnTo>
                  <a:lnTo>
                    <a:pt x="313" y="1703"/>
                  </a:lnTo>
                  <a:lnTo>
                    <a:pt x="235" y="1958"/>
                  </a:lnTo>
                  <a:lnTo>
                    <a:pt x="176" y="2212"/>
                  </a:lnTo>
                  <a:lnTo>
                    <a:pt x="118" y="2466"/>
                  </a:lnTo>
                  <a:lnTo>
                    <a:pt x="59" y="2721"/>
                  </a:lnTo>
                  <a:lnTo>
                    <a:pt x="20" y="3230"/>
                  </a:lnTo>
                  <a:lnTo>
                    <a:pt x="0" y="3758"/>
                  </a:lnTo>
                  <a:lnTo>
                    <a:pt x="20" y="4267"/>
                  </a:lnTo>
                  <a:lnTo>
                    <a:pt x="59" y="4796"/>
                  </a:lnTo>
                  <a:lnTo>
                    <a:pt x="137" y="5305"/>
                  </a:lnTo>
                  <a:lnTo>
                    <a:pt x="216" y="5833"/>
                  </a:lnTo>
                  <a:lnTo>
                    <a:pt x="411" y="5892"/>
                  </a:lnTo>
                  <a:lnTo>
                    <a:pt x="587" y="5970"/>
                  </a:lnTo>
                  <a:lnTo>
                    <a:pt x="764" y="6068"/>
                  </a:lnTo>
                  <a:lnTo>
                    <a:pt x="920" y="6166"/>
                  </a:lnTo>
                  <a:lnTo>
                    <a:pt x="1057" y="6283"/>
                  </a:lnTo>
                  <a:lnTo>
                    <a:pt x="1194" y="6401"/>
                  </a:lnTo>
                  <a:lnTo>
                    <a:pt x="1429" y="6655"/>
                  </a:lnTo>
                  <a:lnTo>
                    <a:pt x="1468" y="6753"/>
                  </a:lnTo>
                  <a:lnTo>
                    <a:pt x="1527" y="6851"/>
                  </a:lnTo>
                  <a:lnTo>
                    <a:pt x="1605" y="6988"/>
                  </a:lnTo>
                  <a:lnTo>
                    <a:pt x="1703" y="7125"/>
                  </a:lnTo>
                  <a:lnTo>
                    <a:pt x="1840" y="7242"/>
                  </a:lnTo>
                  <a:lnTo>
                    <a:pt x="1997" y="7360"/>
                  </a:lnTo>
                  <a:lnTo>
                    <a:pt x="2095" y="7418"/>
                  </a:lnTo>
                  <a:lnTo>
                    <a:pt x="2192" y="7438"/>
                  </a:lnTo>
                  <a:lnTo>
                    <a:pt x="2290" y="7458"/>
                  </a:lnTo>
                  <a:lnTo>
                    <a:pt x="2349" y="7458"/>
                  </a:lnTo>
                  <a:lnTo>
                    <a:pt x="2408" y="7418"/>
                  </a:lnTo>
                  <a:lnTo>
                    <a:pt x="2447" y="7379"/>
                  </a:lnTo>
                  <a:lnTo>
                    <a:pt x="2486" y="7301"/>
                  </a:lnTo>
                  <a:lnTo>
                    <a:pt x="2486" y="7203"/>
                  </a:lnTo>
                  <a:lnTo>
                    <a:pt x="2486" y="6988"/>
                  </a:lnTo>
                  <a:lnTo>
                    <a:pt x="2447" y="6714"/>
                  </a:lnTo>
                  <a:lnTo>
                    <a:pt x="2369" y="6420"/>
                  </a:lnTo>
                  <a:lnTo>
                    <a:pt x="2251" y="5813"/>
                  </a:lnTo>
                  <a:lnTo>
                    <a:pt x="2232" y="5676"/>
                  </a:lnTo>
                  <a:lnTo>
                    <a:pt x="2232" y="5539"/>
                  </a:lnTo>
                  <a:lnTo>
                    <a:pt x="2251" y="5402"/>
                  </a:lnTo>
                  <a:lnTo>
                    <a:pt x="2271" y="5285"/>
                  </a:lnTo>
                  <a:lnTo>
                    <a:pt x="2369" y="5050"/>
                  </a:lnTo>
                  <a:lnTo>
                    <a:pt x="2467" y="4854"/>
                  </a:lnTo>
                  <a:lnTo>
                    <a:pt x="2604" y="4698"/>
                  </a:lnTo>
                  <a:lnTo>
                    <a:pt x="2701" y="4561"/>
                  </a:lnTo>
                  <a:lnTo>
                    <a:pt x="2838" y="4443"/>
                  </a:lnTo>
                  <a:lnTo>
                    <a:pt x="3093" y="4306"/>
                  </a:lnTo>
                  <a:lnTo>
                    <a:pt x="3367" y="4189"/>
                  </a:lnTo>
                  <a:lnTo>
                    <a:pt x="3680" y="4091"/>
                  </a:lnTo>
                  <a:lnTo>
                    <a:pt x="4032" y="3993"/>
                  </a:lnTo>
                  <a:lnTo>
                    <a:pt x="4130" y="3974"/>
                  </a:lnTo>
                  <a:lnTo>
                    <a:pt x="4209" y="3758"/>
                  </a:lnTo>
                  <a:lnTo>
                    <a:pt x="4267" y="3543"/>
                  </a:lnTo>
                  <a:lnTo>
                    <a:pt x="4287" y="3367"/>
                  </a:lnTo>
                  <a:lnTo>
                    <a:pt x="4306" y="3191"/>
                  </a:lnTo>
                  <a:lnTo>
                    <a:pt x="4287" y="2975"/>
                  </a:lnTo>
                  <a:lnTo>
                    <a:pt x="4287" y="2897"/>
                  </a:lnTo>
                  <a:lnTo>
                    <a:pt x="4267" y="2799"/>
                  </a:lnTo>
                  <a:lnTo>
                    <a:pt x="4267" y="2721"/>
                  </a:lnTo>
                  <a:lnTo>
                    <a:pt x="4306" y="2643"/>
                  </a:lnTo>
                  <a:lnTo>
                    <a:pt x="4365" y="2564"/>
                  </a:lnTo>
                  <a:lnTo>
                    <a:pt x="4443" y="2506"/>
                  </a:lnTo>
                  <a:lnTo>
                    <a:pt x="4561" y="2447"/>
                  </a:lnTo>
                  <a:lnTo>
                    <a:pt x="4678" y="2388"/>
                  </a:lnTo>
                  <a:lnTo>
                    <a:pt x="4835" y="2349"/>
                  </a:lnTo>
                  <a:lnTo>
                    <a:pt x="5168" y="2271"/>
                  </a:lnTo>
                  <a:lnTo>
                    <a:pt x="5539" y="2212"/>
                  </a:lnTo>
                  <a:lnTo>
                    <a:pt x="5970" y="2192"/>
                  </a:lnTo>
                  <a:lnTo>
                    <a:pt x="6420" y="2192"/>
                  </a:lnTo>
                  <a:lnTo>
                    <a:pt x="6870" y="2232"/>
                  </a:lnTo>
                  <a:lnTo>
                    <a:pt x="7321" y="2290"/>
                  </a:lnTo>
                  <a:lnTo>
                    <a:pt x="7751" y="2388"/>
                  </a:lnTo>
                  <a:lnTo>
                    <a:pt x="8143" y="2506"/>
                  </a:lnTo>
                  <a:lnTo>
                    <a:pt x="8319" y="2584"/>
                  </a:lnTo>
                  <a:lnTo>
                    <a:pt x="8475" y="2662"/>
                  </a:lnTo>
                  <a:lnTo>
                    <a:pt x="8632" y="2760"/>
                  </a:lnTo>
                  <a:lnTo>
                    <a:pt x="8769" y="2858"/>
                  </a:lnTo>
                  <a:lnTo>
                    <a:pt x="8886" y="2956"/>
                  </a:lnTo>
                  <a:lnTo>
                    <a:pt x="8965" y="3073"/>
                  </a:lnTo>
                  <a:lnTo>
                    <a:pt x="9043" y="3210"/>
                  </a:lnTo>
                  <a:lnTo>
                    <a:pt x="9082" y="3347"/>
                  </a:lnTo>
                  <a:lnTo>
                    <a:pt x="9258" y="4130"/>
                  </a:lnTo>
                  <a:lnTo>
                    <a:pt x="9376" y="4659"/>
                  </a:lnTo>
                  <a:lnTo>
                    <a:pt x="9435" y="5070"/>
                  </a:lnTo>
                  <a:lnTo>
                    <a:pt x="9454" y="5148"/>
                  </a:lnTo>
                  <a:lnTo>
                    <a:pt x="9474" y="5148"/>
                  </a:lnTo>
                  <a:lnTo>
                    <a:pt x="9513" y="5168"/>
                  </a:lnTo>
                  <a:lnTo>
                    <a:pt x="9552" y="5168"/>
                  </a:lnTo>
                  <a:lnTo>
                    <a:pt x="9591" y="5148"/>
                  </a:lnTo>
                  <a:lnTo>
                    <a:pt x="9630" y="5128"/>
                  </a:lnTo>
                  <a:lnTo>
                    <a:pt x="9650" y="5070"/>
                  </a:lnTo>
                  <a:lnTo>
                    <a:pt x="9689" y="4991"/>
                  </a:lnTo>
                  <a:lnTo>
                    <a:pt x="9728" y="4893"/>
                  </a:lnTo>
                  <a:lnTo>
                    <a:pt x="9748" y="4756"/>
                  </a:lnTo>
                  <a:lnTo>
                    <a:pt x="9748" y="4580"/>
                  </a:lnTo>
                  <a:lnTo>
                    <a:pt x="9748" y="4111"/>
                  </a:lnTo>
                  <a:lnTo>
                    <a:pt x="9709" y="3426"/>
                  </a:lnTo>
                  <a:lnTo>
                    <a:pt x="9669" y="3171"/>
                  </a:lnTo>
                  <a:lnTo>
                    <a:pt x="9591" y="2936"/>
                  </a:lnTo>
                  <a:lnTo>
                    <a:pt x="9513" y="2701"/>
                  </a:lnTo>
                  <a:lnTo>
                    <a:pt x="9395" y="2466"/>
                  </a:lnTo>
                  <a:lnTo>
                    <a:pt x="9278" y="2251"/>
                  </a:lnTo>
                  <a:lnTo>
                    <a:pt x="9121" y="2055"/>
                  </a:lnTo>
                  <a:lnTo>
                    <a:pt x="8945" y="1840"/>
                  </a:lnTo>
                  <a:lnTo>
                    <a:pt x="8769" y="1644"/>
                  </a:lnTo>
                  <a:lnTo>
                    <a:pt x="8554" y="1468"/>
                  </a:lnTo>
                  <a:lnTo>
                    <a:pt x="8319" y="1292"/>
                  </a:lnTo>
                  <a:lnTo>
                    <a:pt x="8064" y="1116"/>
                  </a:lnTo>
                  <a:lnTo>
                    <a:pt x="7810" y="959"/>
                  </a:lnTo>
                  <a:lnTo>
                    <a:pt x="7516" y="803"/>
                  </a:lnTo>
                  <a:lnTo>
                    <a:pt x="7223" y="666"/>
                  </a:lnTo>
                  <a:lnTo>
                    <a:pt x="6929" y="548"/>
                  </a:lnTo>
                  <a:lnTo>
                    <a:pt x="6596" y="431"/>
                  </a:lnTo>
                  <a:lnTo>
                    <a:pt x="6264" y="333"/>
                  </a:lnTo>
                  <a:lnTo>
                    <a:pt x="5931" y="255"/>
                  </a:lnTo>
                  <a:lnTo>
                    <a:pt x="5579" y="176"/>
                  </a:lnTo>
                  <a:lnTo>
                    <a:pt x="5226" y="118"/>
                  </a:lnTo>
                  <a:lnTo>
                    <a:pt x="4854" y="59"/>
                  </a:lnTo>
                  <a:lnTo>
                    <a:pt x="4483" y="20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54"/>
            <p:cNvSpPr/>
            <p:nvPr/>
          </p:nvSpPr>
          <p:spPr>
            <a:xfrm>
              <a:off x="953408" y="1200055"/>
              <a:ext cx="165546" cy="187949"/>
            </a:xfrm>
            <a:custGeom>
              <a:avLst/>
              <a:gdLst/>
              <a:ahLst/>
              <a:cxnLst/>
              <a:rect l="l" t="t" r="r" b="b"/>
              <a:pathLst>
                <a:path w="5638" h="6401" extrusionOk="0">
                  <a:moveTo>
                    <a:pt x="1860" y="0"/>
                  </a:moveTo>
                  <a:lnTo>
                    <a:pt x="1625" y="255"/>
                  </a:lnTo>
                  <a:lnTo>
                    <a:pt x="1371" y="529"/>
                  </a:lnTo>
                  <a:lnTo>
                    <a:pt x="1077" y="881"/>
                  </a:lnTo>
                  <a:lnTo>
                    <a:pt x="764" y="1272"/>
                  </a:lnTo>
                  <a:lnTo>
                    <a:pt x="471" y="1703"/>
                  </a:lnTo>
                  <a:lnTo>
                    <a:pt x="353" y="1918"/>
                  </a:lnTo>
                  <a:lnTo>
                    <a:pt x="236" y="2153"/>
                  </a:lnTo>
                  <a:lnTo>
                    <a:pt x="157" y="2369"/>
                  </a:lnTo>
                  <a:lnTo>
                    <a:pt x="79" y="2584"/>
                  </a:lnTo>
                  <a:lnTo>
                    <a:pt x="40" y="2799"/>
                  </a:lnTo>
                  <a:lnTo>
                    <a:pt x="20" y="3014"/>
                  </a:lnTo>
                  <a:lnTo>
                    <a:pt x="1" y="3230"/>
                  </a:lnTo>
                  <a:lnTo>
                    <a:pt x="1" y="3425"/>
                  </a:lnTo>
                  <a:lnTo>
                    <a:pt x="20" y="3817"/>
                  </a:lnTo>
                  <a:lnTo>
                    <a:pt x="99" y="4150"/>
                  </a:lnTo>
                  <a:lnTo>
                    <a:pt x="177" y="4443"/>
                  </a:lnTo>
                  <a:lnTo>
                    <a:pt x="236" y="4561"/>
                  </a:lnTo>
                  <a:lnTo>
                    <a:pt x="294" y="4659"/>
                  </a:lnTo>
                  <a:lnTo>
                    <a:pt x="353" y="4717"/>
                  </a:lnTo>
                  <a:lnTo>
                    <a:pt x="412" y="4756"/>
                  </a:lnTo>
                  <a:lnTo>
                    <a:pt x="490" y="4776"/>
                  </a:lnTo>
                  <a:lnTo>
                    <a:pt x="549" y="4776"/>
                  </a:lnTo>
                  <a:lnTo>
                    <a:pt x="686" y="4737"/>
                  </a:lnTo>
                  <a:lnTo>
                    <a:pt x="842" y="4717"/>
                  </a:lnTo>
                  <a:lnTo>
                    <a:pt x="1175" y="4717"/>
                  </a:lnTo>
                  <a:lnTo>
                    <a:pt x="1449" y="4756"/>
                  </a:lnTo>
                  <a:lnTo>
                    <a:pt x="1567" y="4776"/>
                  </a:lnTo>
                  <a:lnTo>
                    <a:pt x="1762" y="4835"/>
                  </a:lnTo>
                  <a:lnTo>
                    <a:pt x="1938" y="4913"/>
                  </a:lnTo>
                  <a:lnTo>
                    <a:pt x="2115" y="5011"/>
                  </a:lnTo>
                  <a:lnTo>
                    <a:pt x="2271" y="5109"/>
                  </a:lnTo>
                  <a:lnTo>
                    <a:pt x="2408" y="5226"/>
                  </a:lnTo>
                  <a:lnTo>
                    <a:pt x="2545" y="5344"/>
                  </a:lnTo>
                  <a:lnTo>
                    <a:pt x="2780" y="5598"/>
                  </a:lnTo>
                  <a:lnTo>
                    <a:pt x="2819" y="5696"/>
                  </a:lnTo>
                  <a:lnTo>
                    <a:pt x="2878" y="5794"/>
                  </a:lnTo>
                  <a:lnTo>
                    <a:pt x="2956" y="5931"/>
                  </a:lnTo>
                  <a:lnTo>
                    <a:pt x="3054" y="6068"/>
                  </a:lnTo>
                  <a:lnTo>
                    <a:pt x="3191" y="6185"/>
                  </a:lnTo>
                  <a:lnTo>
                    <a:pt x="3348" y="6303"/>
                  </a:lnTo>
                  <a:lnTo>
                    <a:pt x="3446" y="6361"/>
                  </a:lnTo>
                  <a:lnTo>
                    <a:pt x="3543" y="6381"/>
                  </a:lnTo>
                  <a:lnTo>
                    <a:pt x="3641" y="6401"/>
                  </a:lnTo>
                  <a:lnTo>
                    <a:pt x="3700" y="6401"/>
                  </a:lnTo>
                  <a:lnTo>
                    <a:pt x="3759" y="6361"/>
                  </a:lnTo>
                  <a:lnTo>
                    <a:pt x="3798" y="6322"/>
                  </a:lnTo>
                  <a:lnTo>
                    <a:pt x="3837" y="6244"/>
                  </a:lnTo>
                  <a:lnTo>
                    <a:pt x="3837" y="6146"/>
                  </a:lnTo>
                  <a:lnTo>
                    <a:pt x="3837" y="5931"/>
                  </a:lnTo>
                  <a:lnTo>
                    <a:pt x="3798" y="5657"/>
                  </a:lnTo>
                  <a:lnTo>
                    <a:pt x="3720" y="5363"/>
                  </a:lnTo>
                  <a:lnTo>
                    <a:pt x="3602" y="4756"/>
                  </a:lnTo>
                  <a:lnTo>
                    <a:pt x="3583" y="4619"/>
                  </a:lnTo>
                  <a:lnTo>
                    <a:pt x="3583" y="4482"/>
                  </a:lnTo>
                  <a:lnTo>
                    <a:pt x="3602" y="4345"/>
                  </a:lnTo>
                  <a:lnTo>
                    <a:pt x="3622" y="4228"/>
                  </a:lnTo>
                  <a:lnTo>
                    <a:pt x="3720" y="3993"/>
                  </a:lnTo>
                  <a:lnTo>
                    <a:pt x="3818" y="3797"/>
                  </a:lnTo>
                  <a:lnTo>
                    <a:pt x="3955" y="3641"/>
                  </a:lnTo>
                  <a:lnTo>
                    <a:pt x="4052" y="3504"/>
                  </a:lnTo>
                  <a:lnTo>
                    <a:pt x="4189" y="3386"/>
                  </a:lnTo>
                  <a:lnTo>
                    <a:pt x="4444" y="3249"/>
                  </a:lnTo>
                  <a:lnTo>
                    <a:pt x="4718" y="3132"/>
                  </a:lnTo>
                  <a:lnTo>
                    <a:pt x="5031" y="3034"/>
                  </a:lnTo>
                  <a:lnTo>
                    <a:pt x="5383" y="2936"/>
                  </a:lnTo>
                  <a:lnTo>
                    <a:pt x="5481" y="2917"/>
                  </a:lnTo>
                  <a:lnTo>
                    <a:pt x="5560" y="2701"/>
                  </a:lnTo>
                  <a:lnTo>
                    <a:pt x="5618" y="2486"/>
                  </a:lnTo>
                  <a:lnTo>
                    <a:pt x="5638" y="2310"/>
                  </a:lnTo>
                  <a:lnTo>
                    <a:pt x="5638" y="2134"/>
                  </a:lnTo>
                  <a:lnTo>
                    <a:pt x="5423" y="2036"/>
                  </a:lnTo>
                  <a:lnTo>
                    <a:pt x="5070" y="1899"/>
                  </a:lnTo>
                  <a:lnTo>
                    <a:pt x="4620" y="1742"/>
                  </a:lnTo>
                  <a:lnTo>
                    <a:pt x="4092" y="1605"/>
                  </a:lnTo>
                  <a:lnTo>
                    <a:pt x="3504" y="1468"/>
                  </a:lnTo>
                  <a:lnTo>
                    <a:pt x="3211" y="1429"/>
                  </a:lnTo>
                  <a:lnTo>
                    <a:pt x="2917" y="1390"/>
                  </a:lnTo>
                  <a:lnTo>
                    <a:pt x="2604" y="1370"/>
                  </a:lnTo>
                  <a:lnTo>
                    <a:pt x="2310" y="1390"/>
                  </a:lnTo>
                  <a:lnTo>
                    <a:pt x="2036" y="1409"/>
                  </a:lnTo>
                  <a:lnTo>
                    <a:pt x="1762" y="1468"/>
                  </a:lnTo>
                  <a:lnTo>
                    <a:pt x="1801" y="1390"/>
                  </a:lnTo>
                  <a:lnTo>
                    <a:pt x="1841" y="1292"/>
                  </a:lnTo>
                  <a:lnTo>
                    <a:pt x="1880" y="1077"/>
                  </a:lnTo>
                  <a:lnTo>
                    <a:pt x="1919" y="842"/>
                  </a:lnTo>
                  <a:lnTo>
                    <a:pt x="1919" y="587"/>
                  </a:lnTo>
                  <a:lnTo>
                    <a:pt x="1880" y="176"/>
                  </a:lnTo>
                  <a:lnTo>
                    <a:pt x="18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54"/>
            <p:cNvSpPr/>
            <p:nvPr/>
          </p:nvSpPr>
          <p:spPr>
            <a:xfrm>
              <a:off x="1194797" y="1354649"/>
              <a:ext cx="35088" cy="54614"/>
            </a:xfrm>
            <a:custGeom>
              <a:avLst/>
              <a:gdLst/>
              <a:ahLst/>
              <a:cxnLst/>
              <a:rect l="l" t="t" r="r" b="b"/>
              <a:pathLst>
                <a:path w="1195" h="1860" extrusionOk="0">
                  <a:moveTo>
                    <a:pt x="79" y="0"/>
                  </a:moveTo>
                  <a:lnTo>
                    <a:pt x="40" y="20"/>
                  </a:lnTo>
                  <a:lnTo>
                    <a:pt x="0" y="59"/>
                  </a:lnTo>
                  <a:lnTo>
                    <a:pt x="0" y="98"/>
                  </a:lnTo>
                  <a:lnTo>
                    <a:pt x="0" y="157"/>
                  </a:lnTo>
                  <a:lnTo>
                    <a:pt x="59" y="353"/>
                  </a:lnTo>
                  <a:lnTo>
                    <a:pt x="137" y="548"/>
                  </a:lnTo>
                  <a:lnTo>
                    <a:pt x="216" y="725"/>
                  </a:lnTo>
                  <a:lnTo>
                    <a:pt x="314" y="901"/>
                  </a:lnTo>
                  <a:lnTo>
                    <a:pt x="431" y="1038"/>
                  </a:lnTo>
                  <a:lnTo>
                    <a:pt x="549" y="1175"/>
                  </a:lnTo>
                  <a:lnTo>
                    <a:pt x="686" y="1292"/>
                  </a:lnTo>
                  <a:lnTo>
                    <a:pt x="842" y="1390"/>
                  </a:lnTo>
                  <a:lnTo>
                    <a:pt x="470" y="1644"/>
                  </a:lnTo>
                  <a:lnTo>
                    <a:pt x="431" y="1684"/>
                  </a:lnTo>
                  <a:lnTo>
                    <a:pt x="412" y="1723"/>
                  </a:lnTo>
                  <a:lnTo>
                    <a:pt x="412" y="1762"/>
                  </a:lnTo>
                  <a:lnTo>
                    <a:pt x="431" y="1821"/>
                  </a:lnTo>
                  <a:lnTo>
                    <a:pt x="470" y="1860"/>
                  </a:lnTo>
                  <a:lnTo>
                    <a:pt x="529" y="1860"/>
                  </a:lnTo>
                  <a:lnTo>
                    <a:pt x="607" y="1840"/>
                  </a:lnTo>
                  <a:lnTo>
                    <a:pt x="1136" y="1488"/>
                  </a:lnTo>
                  <a:lnTo>
                    <a:pt x="1175" y="1449"/>
                  </a:lnTo>
                  <a:lnTo>
                    <a:pt x="1194" y="1390"/>
                  </a:lnTo>
                  <a:lnTo>
                    <a:pt x="1175" y="1331"/>
                  </a:lnTo>
                  <a:lnTo>
                    <a:pt x="1116" y="1292"/>
                  </a:lnTo>
                  <a:lnTo>
                    <a:pt x="960" y="1194"/>
                  </a:lnTo>
                  <a:lnTo>
                    <a:pt x="823" y="1077"/>
                  </a:lnTo>
                  <a:lnTo>
                    <a:pt x="686" y="959"/>
                  </a:lnTo>
                  <a:lnTo>
                    <a:pt x="568" y="822"/>
                  </a:lnTo>
                  <a:lnTo>
                    <a:pt x="470" y="666"/>
                  </a:lnTo>
                  <a:lnTo>
                    <a:pt x="372" y="490"/>
                  </a:lnTo>
                  <a:lnTo>
                    <a:pt x="294" y="294"/>
                  </a:lnTo>
                  <a:lnTo>
                    <a:pt x="235" y="98"/>
                  </a:lnTo>
                  <a:lnTo>
                    <a:pt x="216" y="39"/>
                  </a:lnTo>
                  <a:lnTo>
                    <a:pt x="177" y="2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54"/>
            <p:cNvSpPr/>
            <p:nvPr/>
          </p:nvSpPr>
          <p:spPr>
            <a:xfrm>
              <a:off x="1110879" y="1324170"/>
              <a:ext cx="85680" cy="85680"/>
            </a:xfrm>
            <a:custGeom>
              <a:avLst/>
              <a:gdLst/>
              <a:ahLst/>
              <a:cxnLst/>
              <a:rect l="l" t="t" r="r" b="b"/>
              <a:pathLst>
                <a:path w="2918" h="2918" extrusionOk="0">
                  <a:moveTo>
                    <a:pt x="1586" y="236"/>
                  </a:moveTo>
                  <a:lnTo>
                    <a:pt x="1704" y="255"/>
                  </a:lnTo>
                  <a:lnTo>
                    <a:pt x="1821" y="295"/>
                  </a:lnTo>
                  <a:lnTo>
                    <a:pt x="1939" y="334"/>
                  </a:lnTo>
                  <a:lnTo>
                    <a:pt x="2154" y="451"/>
                  </a:lnTo>
                  <a:lnTo>
                    <a:pt x="2330" y="588"/>
                  </a:lnTo>
                  <a:lnTo>
                    <a:pt x="2487" y="784"/>
                  </a:lnTo>
                  <a:lnTo>
                    <a:pt x="2584" y="980"/>
                  </a:lnTo>
                  <a:lnTo>
                    <a:pt x="2624" y="1097"/>
                  </a:lnTo>
                  <a:lnTo>
                    <a:pt x="2663" y="1214"/>
                  </a:lnTo>
                  <a:lnTo>
                    <a:pt x="2682" y="1332"/>
                  </a:lnTo>
                  <a:lnTo>
                    <a:pt x="2682" y="1469"/>
                  </a:lnTo>
                  <a:lnTo>
                    <a:pt x="2682" y="1586"/>
                  </a:lnTo>
                  <a:lnTo>
                    <a:pt x="2663" y="1704"/>
                  </a:lnTo>
                  <a:lnTo>
                    <a:pt x="2624" y="1821"/>
                  </a:lnTo>
                  <a:lnTo>
                    <a:pt x="2584" y="1939"/>
                  </a:lnTo>
                  <a:lnTo>
                    <a:pt x="2487" y="2154"/>
                  </a:lnTo>
                  <a:lnTo>
                    <a:pt x="2330" y="2330"/>
                  </a:lnTo>
                  <a:lnTo>
                    <a:pt x="2154" y="2487"/>
                  </a:lnTo>
                  <a:lnTo>
                    <a:pt x="1939" y="2604"/>
                  </a:lnTo>
                  <a:lnTo>
                    <a:pt x="1821" y="2643"/>
                  </a:lnTo>
                  <a:lnTo>
                    <a:pt x="1704" y="2663"/>
                  </a:lnTo>
                  <a:lnTo>
                    <a:pt x="1586" y="2682"/>
                  </a:lnTo>
                  <a:lnTo>
                    <a:pt x="1332" y="2682"/>
                  </a:lnTo>
                  <a:lnTo>
                    <a:pt x="1214" y="2663"/>
                  </a:lnTo>
                  <a:lnTo>
                    <a:pt x="1097" y="2643"/>
                  </a:lnTo>
                  <a:lnTo>
                    <a:pt x="979" y="2604"/>
                  </a:lnTo>
                  <a:lnTo>
                    <a:pt x="764" y="2487"/>
                  </a:lnTo>
                  <a:lnTo>
                    <a:pt x="588" y="2330"/>
                  </a:lnTo>
                  <a:lnTo>
                    <a:pt x="431" y="2154"/>
                  </a:lnTo>
                  <a:lnTo>
                    <a:pt x="334" y="1939"/>
                  </a:lnTo>
                  <a:lnTo>
                    <a:pt x="294" y="1821"/>
                  </a:lnTo>
                  <a:lnTo>
                    <a:pt x="255" y="1704"/>
                  </a:lnTo>
                  <a:lnTo>
                    <a:pt x="236" y="1586"/>
                  </a:lnTo>
                  <a:lnTo>
                    <a:pt x="236" y="1469"/>
                  </a:lnTo>
                  <a:lnTo>
                    <a:pt x="236" y="1332"/>
                  </a:lnTo>
                  <a:lnTo>
                    <a:pt x="255" y="1214"/>
                  </a:lnTo>
                  <a:lnTo>
                    <a:pt x="294" y="1097"/>
                  </a:lnTo>
                  <a:lnTo>
                    <a:pt x="334" y="980"/>
                  </a:lnTo>
                  <a:lnTo>
                    <a:pt x="431" y="784"/>
                  </a:lnTo>
                  <a:lnTo>
                    <a:pt x="588" y="588"/>
                  </a:lnTo>
                  <a:lnTo>
                    <a:pt x="764" y="451"/>
                  </a:lnTo>
                  <a:lnTo>
                    <a:pt x="979" y="334"/>
                  </a:lnTo>
                  <a:lnTo>
                    <a:pt x="1097" y="295"/>
                  </a:lnTo>
                  <a:lnTo>
                    <a:pt x="1214" y="255"/>
                  </a:lnTo>
                  <a:lnTo>
                    <a:pt x="1332" y="236"/>
                  </a:lnTo>
                  <a:close/>
                  <a:moveTo>
                    <a:pt x="1469" y="1"/>
                  </a:moveTo>
                  <a:lnTo>
                    <a:pt x="1312" y="21"/>
                  </a:lnTo>
                  <a:lnTo>
                    <a:pt x="1175" y="40"/>
                  </a:lnTo>
                  <a:lnTo>
                    <a:pt x="1019" y="79"/>
                  </a:lnTo>
                  <a:lnTo>
                    <a:pt x="901" y="118"/>
                  </a:lnTo>
                  <a:lnTo>
                    <a:pt x="764" y="177"/>
                  </a:lnTo>
                  <a:lnTo>
                    <a:pt x="647" y="255"/>
                  </a:lnTo>
                  <a:lnTo>
                    <a:pt x="529" y="334"/>
                  </a:lnTo>
                  <a:lnTo>
                    <a:pt x="431" y="432"/>
                  </a:lnTo>
                  <a:lnTo>
                    <a:pt x="334" y="529"/>
                  </a:lnTo>
                  <a:lnTo>
                    <a:pt x="255" y="647"/>
                  </a:lnTo>
                  <a:lnTo>
                    <a:pt x="177" y="764"/>
                  </a:lnTo>
                  <a:lnTo>
                    <a:pt x="118" y="901"/>
                  </a:lnTo>
                  <a:lnTo>
                    <a:pt x="60" y="1038"/>
                  </a:lnTo>
                  <a:lnTo>
                    <a:pt x="40" y="1175"/>
                  </a:lnTo>
                  <a:lnTo>
                    <a:pt x="1" y="1312"/>
                  </a:lnTo>
                  <a:lnTo>
                    <a:pt x="1" y="1469"/>
                  </a:lnTo>
                  <a:lnTo>
                    <a:pt x="1" y="1606"/>
                  </a:lnTo>
                  <a:lnTo>
                    <a:pt x="40" y="1763"/>
                  </a:lnTo>
                  <a:lnTo>
                    <a:pt x="60" y="1900"/>
                  </a:lnTo>
                  <a:lnTo>
                    <a:pt x="118" y="2037"/>
                  </a:lnTo>
                  <a:lnTo>
                    <a:pt x="177" y="2154"/>
                  </a:lnTo>
                  <a:lnTo>
                    <a:pt x="255" y="2271"/>
                  </a:lnTo>
                  <a:lnTo>
                    <a:pt x="334" y="2389"/>
                  </a:lnTo>
                  <a:lnTo>
                    <a:pt x="431" y="2487"/>
                  </a:lnTo>
                  <a:lnTo>
                    <a:pt x="529" y="2585"/>
                  </a:lnTo>
                  <a:lnTo>
                    <a:pt x="647" y="2663"/>
                  </a:lnTo>
                  <a:lnTo>
                    <a:pt x="764" y="2741"/>
                  </a:lnTo>
                  <a:lnTo>
                    <a:pt x="901" y="2800"/>
                  </a:lnTo>
                  <a:lnTo>
                    <a:pt x="1019" y="2859"/>
                  </a:lnTo>
                  <a:lnTo>
                    <a:pt x="1175" y="2898"/>
                  </a:lnTo>
                  <a:lnTo>
                    <a:pt x="1312" y="2917"/>
                  </a:lnTo>
                  <a:lnTo>
                    <a:pt x="1606" y="2917"/>
                  </a:lnTo>
                  <a:lnTo>
                    <a:pt x="1762" y="2898"/>
                  </a:lnTo>
                  <a:lnTo>
                    <a:pt x="1899" y="2859"/>
                  </a:lnTo>
                  <a:lnTo>
                    <a:pt x="2017" y="2800"/>
                  </a:lnTo>
                  <a:lnTo>
                    <a:pt x="2154" y="2741"/>
                  </a:lnTo>
                  <a:lnTo>
                    <a:pt x="2271" y="2663"/>
                  </a:lnTo>
                  <a:lnTo>
                    <a:pt x="2389" y="2585"/>
                  </a:lnTo>
                  <a:lnTo>
                    <a:pt x="2487" y="2487"/>
                  </a:lnTo>
                  <a:lnTo>
                    <a:pt x="2584" y="2389"/>
                  </a:lnTo>
                  <a:lnTo>
                    <a:pt x="2663" y="2271"/>
                  </a:lnTo>
                  <a:lnTo>
                    <a:pt x="2741" y="2154"/>
                  </a:lnTo>
                  <a:lnTo>
                    <a:pt x="2800" y="2037"/>
                  </a:lnTo>
                  <a:lnTo>
                    <a:pt x="2858" y="1900"/>
                  </a:lnTo>
                  <a:lnTo>
                    <a:pt x="2898" y="1763"/>
                  </a:lnTo>
                  <a:lnTo>
                    <a:pt x="2917" y="1606"/>
                  </a:lnTo>
                  <a:lnTo>
                    <a:pt x="2917" y="1469"/>
                  </a:lnTo>
                  <a:lnTo>
                    <a:pt x="2917" y="1312"/>
                  </a:lnTo>
                  <a:lnTo>
                    <a:pt x="2898" y="1175"/>
                  </a:lnTo>
                  <a:lnTo>
                    <a:pt x="2858" y="1038"/>
                  </a:lnTo>
                  <a:lnTo>
                    <a:pt x="2800" y="901"/>
                  </a:lnTo>
                  <a:lnTo>
                    <a:pt x="2741" y="764"/>
                  </a:lnTo>
                  <a:lnTo>
                    <a:pt x="2663" y="647"/>
                  </a:lnTo>
                  <a:lnTo>
                    <a:pt x="2584" y="529"/>
                  </a:lnTo>
                  <a:lnTo>
                    <a:pt x="2487" y="432"/>
                  </a:lnTo>
                  <a:lnTo>
                    <a:pt x="2389" y="334"/>
                  </a:lnTo>
                  <a:lnTo>
                    <a:pt x="2271" y="255"/>
                  </a:lnTo>
                  <a:lnTo>
                    <a:pt x="2154" y="177"/>
                  </a:lnTo>
                  <a:lnTo>
                    <a:pt x="2017" y="118"/>
                  </a:lnTo>
                  <a:lnTo>
                    <a:pt x="1899" y="79"/>
                  </a:lnTo>
                  <a:lnTo>
                    <a:pt x="1762" y="40"/>
                  </a:lnTo>
                  <a:lnTo>
                    <a:pt x="1606" y="21"/>
                  </a:lnTo>
                  <a:lnTo>
                    <a:pt x="14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54"/>
            <p:cNvSpPr/>
            <p:nvPr/>
          </p:nvSpPr>
          <p:spPr>
            <a:xfrm>
              <a:off x="1212620" y="1324170"/>
              <a:ext cx="85650" cy="85680"/>
            </a:xfrm>
            <a:custGeom>
              <a:avLst/>
              <a:gdLst/>
              <a:ahLst/>
              <a:cxnLst/>
              <a:rect l="l" t="t" r="r" b="b"/>
              <a:pathLst>
                <a:path w="2917" h="2918" extrusionOk="0">
                  <a:moveTo>
                    <a:pt x="1586" y="236"/>
                  </a:moveTo>
                  <a:lnTo>
                    <a:pt x="1703" y="255"/>
                  </a:lnTo>
                  <a:lnTo>
                    <a:pt x="1821" y="295"/>
                  </a:lnTo>
                  <a:lnTo>
                    <a:pt x="1938" y="334"/>
                  </a:lnTo>
                  <a:lnTo>
                    <a:pt x="2134" y="451"/>
                  </a:lnTo>
                  <a:lnTo>
                    <a:pt x="2329" y="588"/>
                  </a:lnTo>
                  <a:lnTo>
                    <a:pt x="2466" y="784"/>
                  </a:lnTo>
                  <a:lnTo>
                    <a:pt x="2584" y="980"/>
                  </a:lnTo>
                  <a:lnTo>
                    <a:pt x="2623" y="1097"/>
                  </a:lnTo>
                  <a:lnTo>
                    <a:pt x="2662" y="1214"/>
                  </a:lnTo>
                  <a:lnTo>
                    <a:pt x="2682" y="1332"/>
                  </a:lnTo>
                  <a:lnTo>
                    <a:pt x="2682" y="1469"/>
                  </a:lnTo>
                  <a:lnTo>
                    <a:pt x="2682" y="1586"/>
                  </a:lnTo>
                  <a:lnTo>
                    <a:pt x="2662" y="1704"/>
                  </a:lnTo>
                  <a:lnTo>
                    <a:pt x="2623" y="1821"/>
                  </a:lnTo>
                  <a:lnTo>
                    <a:pt x="2584" y="1939"/>
                  </a:lnTo>
                  <a:lnTo>
                    <a:pt x="2466" y="2154"/>
                  </a:lnTo>
                  <a:lnTo>
                    <a:pt x="2329" y="2330"/>
                  </a:lnTo>
                  <a:lnTo>
                    <a:pt x="2134" y="2487"/>
                  </a:lnTo>
                  <a:lnTo>
                    <a:pt x="1938" y="2604"/>
                  </a:lnTo>
                  <a:lnTo>
                    <a:pt x="1821" y="2643"/>
                  </a:lnTo>
                  <a:lnTo>
                    <a:pt x="1703" y="2663"/>
                  </a:lnTo>
                  <a:lnTo>
                    <a:pt x="1586" y="2682"/>
                  </a:lnTo>
                  <a:lnTo>
                    <a:pt x="1331" y="2682"/>
                  </a:lnTo>
                  <a:lnTo>
                    <a:pt x="1214" y="2663"/>
                  </a:lnTo>
                  <a:lnTo>
                    <a:pt x="1096" y="2643"/>
                  </a:lnTo>
                  <a:lnTo>
                    <a:pt x="979" y="2604"/>
                  </a:lnTo>
                  <a:lnTo>
                    <a:pt x="764" y="2487"/>
                  </a:lnTo>
                  <a:lnTo>
                    <a:pt x="587" y="2330"/>
                  </a:lnTo>
                  <a:lnTo>
                    <a:pt x="431" y="2154"/>
                  </a:lnTo>
                  <a:lnTo>
                    <a:pt x="313" y="1939"/>
                  </a:lnTo>
                  <a:lnTo>
                    <a:pt x="274" y="1821"/>
                  </a:lnTo>
                  <a:lnTo>
                    <a:pt x="255" y="1704"/>
                  </a:lnTo>
                  <a:lnTo>
                    <a:pt x="235" y="1586"/>
                  </a:lnTo>
                  <a:lnTo>
                    <a:pt x="216" y="1469"/>
                  </a:lnTo>
                  <a:lnTo>
                    <a:pt x="235" y="1332"/>
                  </a:lnTo>
                  <a:lnTo>
                    <a:pt x="255" y="1214"/>
                  </a:lnTo>
                  <a:lnTo>
                    <a:pt x="274" y="1097"/>
                  </a:lnTo>
                  <a:lnTo>
                    <a:pt x="313" y="980"/>
                  </a:lnTo>
                  <a:lnTo>
                    <a:pt x="431" y="784"/>
                  </a:lnTo>
                  <a:lnTo>
                    <a:pt x="587" y="588"/>
                  </a:lnTo>
                  <a:lnTo>
                    <a:pt x="764" y="451"/>
                  </a:lnTo>
                  <a:lnTo>
                    <a:pt x="979" y="334"/>
                  </a:lnTo>
                  <a:lnTo>
                    <a:pt x="1096" y="295"/>
                  </a:lnTo>
                  <a:lnTo>
                    <a:pt x="1214" y="255"/>
                  </a:lnTo>
                  <a:lnTo>
                    <a:pt x="1331" y="236"/>
                  </a:lnTo>
                  <a:close/>
                  <a:moveTo>
                    <a:pt x="1449" y="1"/>
                  </a:moveTo>
                  <a:lnTo>
                    <a:pt x="1312" y="21"/>
                  </a:lnTo>
                  <a:lnTo>
                    <a:pt x="1155" y="40"/>
                  </a:lnTo>
                  <a:lnTo>
                    <a:pt x="1018" y="79"/>
                  </a:lnTo>
                  <a:lnTo>
                    <a:pt x="881" y="118"/>
                  </a:lnTo>
                  <a:lnTo>
                    <a:pt x="764" y="177"/>
                  </a:lnTo>
                  <a:lnTo>
                    <a:pt x="646" y="255"/>
                  </a:lnTo>
                  <a:lnTo>
                    <a:pt x="529" y="334"/>
                  </a:lnTo>
                  <a:lnTo>
                    <a:pt x="431" y="432"/>
                  </a:lnTo>
                  <a:lnTo>
                    <a:pt x="333" y="529"/>
                  </a:lnTo>
                  <a:lnTo>
                    <a:pt x="235" y="647"/>
                  </a:lnTo>
                  <a:lnTo>
                    <a:pt x="176" y="764"/>
                  </a:lnTo>
                  <a:lnTo>
                    <a:pt x="118" y="901"/>
                  </a:lnTo>
                  <a:lnTo>
                    <a:pt x="59" y="1038"/>
                  </a:lnTo>
                  <a:lnTo>
                    <a:pt x="20" y="1175"/>
                  </a:lnTo>
                  <a:lnTo>
                    <a:pt x="0" y="1312"/>
                  </a:lnTo>
                  <a:lnTo>
                    <a:pt x="0" y="1469"/>
                  </a:lnTo>
                  <a:lnTo>
                    <a:pt x="0" y="1606"/>
                  </a:lnTo>
                  <a:lnTo>
                    <a:pt x="20" y="1763"/>
                  </a:lnTo>
                  <a:lnTo>
                    <a:pt x="59" y="1900"/>
                  </a:lnTo>
                  <a:lnTo>
                    <a:pt x="118" y="2037"/>
                  </a:lnTo>
                  <a:lnTo>
                    <a:pt x="176" y="2154"/>
                  </a:lnTo>
                  <a:lnTo>
                    <a:pt x="235" y="2271"/>
                  </a:lnTo>
                  <a:lnTo>
                    <a:pt x="333" y="2389"/>
                  </a:lnTo>
                  <a:lnTo>
                    <a:pt x="431" y="2487"/>
                  </a:lnTo>
                  <a:lnTo>
                    <a:pt x="529" y="2585"/>
                  </a:lnTo>
                  <a:lnTo>
                    <a:pt x="646" y="2663"/>
                  </a:lnTo>
                  <a:lnTo>
                    <a:pt x="764" y="2741"/>
                  </a:lnTo>
                  <a:lnTo>
                    <a:pt x="881" y="2800"/>
                  </a:lnTo>
                  <a:lnTo>
                    <a:pt x="1018" y="2859"/>
                  </a:lnTo>
                  <a:lnTo>
                    <a:pt x="1155" y="2898"/>
                  </a:lnTo>
                  <a:lnTo>
                    <a:pt x="1312" y="2917"/>
                  </a:lnTo>
                  <a:lnTo>
                    <a:pt x="1605" y="2917"/>
                  </a:lnTo>
                  <a:lnTo>
                    <a:pt x="1742" y="2898"/>
                  </a:lnTo>
                  <a:lnTo>
                    <a:pt x="1879" y="2859"/>
                  </a:lnTo>
                  <a:lnTo>
                    <a:pt x="2016" y="2800"/>
                  </a:lnTo>
                  <a:lnTo>
                    <a:pt x="2153" y="2741"/>
                  </a:lnTo>
                  <a:lnTo>
                    <a:pt x="2271" y="2663"/>
                  </a:lnTo>
                  <a:lnTo>
                    <a:pt x="2388" y="2585"/>
                  </a:lnTo>
                  <a:lnTo>
                    <a:pt x="2486" y="2487"/>
                  </a:lnTo>
                  <a:lnTo>
                    <a:pt x="2584" y="2389"/>
                  </a:lnTo>
                  <a:lnTo>
                    <a:pt x="2662" y="2271"/>
                  </a:lnTo>
                  <a:lnTo>
                    <a:pt x="2740" y="2154"/>
                  </a:lnTo>
                  <a:lnTo>
                    <a:pt x="2799" y="2037"/>
                  </a:lnTo>
                  <a:lnTo>
                    <a:pt x="2838" y="1900"/>
                  </a:lnTo>
                  <a:lnTo>
                    <a:pt x="2877" y="1763"/>
                  </a:lnTo>
                  <a:lnTo>
                    <a:pt x="2897" y="1606"/>
                  </a:lnTo>
                  <a:lnTo>
                    <a:pt x="2917" y="1469"/>
                  </a:lnTo>
                  <a:lnTo>
                    <a:pt x="2897" y="1312"/>
                  </a:lnTo>
                  <a:lnTo>
                    <a:pt x="2877" y="1175"/>
                  </a:lnTo>
                  <a:lnTo>
                    <a:pt x="2838" y="1038"/>
                  </a:lnTo>
                  <a:lnTo>
                    <a:pt x="2799" y="901"/>
                  </a:lnTo>
                  <a:lnTo>
                    <a:pt x="2740" y="764"/>
                  </a:lnTo>
                  <a:lnTo>
                    <a:pt x="2662" y="647"/>
                  </a:lnTo>
                  <a:lnTo>
                    <a:pt x="2584" y="529"/>
                  </a:lnTo>
                  <a:lnTo>
                    <a:pt x="2486" y="432"/>
                  </a:lnTo>
                  <a:lnTo>
                    <a:pt x="2388" y="334"/>
                  </a:lnTo>
                  <a:lnTo>
                    <a:pt x="2271" y="255"/>
                  </a:lnTo>
                  <a:lnTo>
                    <a:pt x="2153" y="177"/>
                  </a:lnTo>
                  <a:lnTo>
                    <a:pt x="2016" y="118"/>
                  </a:lnTo>
                  <a:lnTo>
                    <a:pt x="1879" y="79"/>
                  </a:lnTo>
                  <a:lnTo>
                    <a:pt x="1742" y="40"/>
                  </a:lnTo>
                  <a:lnTo>
                    <a:pt x="1605" y="21"/>
                  </a:lnTo>
                  <a:lnTo>
                    <a:pt x="14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54"/>
            <p:cNvSpPr/>
            <p:nvPr/>
          </p:nvSpPr>
          <p:spPr>
            <a:xfrm>
              <a:off x="1023526" y="1333948"/>
              <a:ext cx="97161" cy="23607"/>
            </a:xfrm>
            <a:custGeom>
              <a:avLst/>
              <a:gdLst/>
              <a:ahLst/>
              <a:cxnLst/>
              <a:rect l="l" t="t" r="r" b="b"/>
              <a:pathLst>
                <a:path w="3309" h="804" extrusionOk="0">
                  <a:moveTo>
                    <a:pt x="1704" y="1"/>
                  </a:moveTo>
                  <a:lnTo>
                    <a:pt x="1449" y="40"/>
                  </a:lnTo>
                  <a:lnTo>
                    <a:pt x="1195" y="79"/>
                  </a:lnTo>
                  <a:lnTo>
                    <a:pt x="960" y="157"/>
                  </a:lnTo>
                  <a:lnTo>
                    <a:pt x="764" y="216"/>
                  </a:lnTo>
                  <a:lnTo>
                    <a:pt x="568" y="294"/>
                  </a:lnTo>
                  <a:lnTo>
                    <a:pt x="275" y="431"/>
                  </a:lnTo>
                  <a:lnTo>
                    <a:pt x="79" y="549"/>
                  </a:lnTo>
                  <a:lnTo>
                    <a:pt x="1" y="607"/>
                  </a:lnTo>
                  <a:lnTo>
                    <a:pt x="138" y="803"/>
                  </a:lnTo>
                  <a:lnTo>
                    <a:pt x="196" y="744"/>
                  </a:lnTo>
                  <a:lnTo>
                    <a:pt x="373" y="647"/>
                  </a:lnTo>
                  <a:lnTo>
                    <a:pt x="647" y="510"/>
                  </a:lnTo>
                  <a:lnTo>
                    <a:pt x="823" y="451"/>
                  </a:lnTo>
                  <a:lnTo>
                    <a:pt x="1018" y="373"/>
                  </a:lnTo>
                  <a:lnTo>
                    <a:pt x="1234" y="314"/>
                  </a:lnTo>
                  <a:lnTo>
                    <a:pt x="1469" y="275"/>
                  </a:lnTo>
                  <a:lnTo>
                    <a:pt x="1723" y="236"/>
                  </a:lnTo>
                  <a:lnTo>
                    <a:pt x="1997" y="236"/>
                  </a:lnTo>
                  <a:lnTo>
                    <a:pt x="2291" y="255"/>
                  </a:lnTo>
                  <a:lnTo>
                    <a:pt x="2584" y="294"/>
                  </a:lnTo>
                  <a:lnTo>
                    <a:pt x="2897" y="353"/>
                  </a:lnTo>
                  <a:lnTo>
                    <a:pt x="3211" y="470"/>
                  </a:lnTo>
                  <a:lnTo>
                    <a:pt x="3309" y="255"/>
                  </a:lnTo>
                  <a:lnTo>
                    <a:pt x="2956" y="138"/>
                  </a:lnTo>
                  <a:lnTo>
                    <a:pt x="2623" y="59"/>
                  </a:lnTo>
                  <a:lnTo>
                    <a:pt x="2310" y="20"/>
                  </a:lnTo>
                  <a:lnTo>
                    <a:pt x="19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54"/>
            <p:cNvSpPr/>
            <p:nvPr/>
          </p:nvSpPr>
          <p:spPr>
            <a:xfrm>
              <a:off x="1190775" y="1356381"/>
              <a:ext cx="27043" cy="10365"/>
            </a:xfrm>
            <a:custGeom>
              <a:avLst/>
              <a:gdLst/>
              <a:ahLst/>
              <a:cxnLst/>
              <a:rect l="l" t="t" r="r" b="b"/>
              <a:pathLst>
                <a:path w="921" h="353" extrusionOk="0">
                  <a:moveTo>
                    <a:pt x="529" y="0"/>
                  </a:moveTo>
                  <a:lnTo>
                    <a:pt x="392" y="20"/>
                  </a:lnTo>
                  <a:lnTo>
                    <a:pt x="274" y="39"/>
                  </a:lnTo>
                  <a:lnTo>
                    <a:pt x="177" y="78"/>
                  </a:lnTo>
                  <a:lnTo>
                    <a:pt x="79" y="117"/>
                  </a:lnTo>
                  <a:lnTo>
                    <a:pt x="0" y="157"/>
                  </a:lnTo>
                  <a:lnTo>
                    <a:pt x="137" y="352"/>
                  </a:lnTo>
                  <a:lnTo>
                    <a:pt x="216" y="313"/>
                  </a:lnTo>
                  <a:lnTo>
                    <a:pt x="353" y="255"/>
                  </a:lnTo>
                  <a:lnTo>
                    <a:pt x="451" y="235"/>
                  </a:lnTo>
                  <a:lnTo>
                    <a:pt x="568" y="235"/>
                  </a:lnTo>
                  <a:lnTo>
                    <a:pt x="666" y="274"/>
                  </a:lnTo>
                  <a:lnTo>
                    <a:pt x="783" y="352"/>
                  </a:lnTo>
                  <a:lnTo>
                    <a:pt x="920" y="176"/>
                  </a:lnTo>
                  <a:lnTo>
                    <a:pt x="783" y="78"/>
                  </a:lnTo>
                  <a:lnTo>
                    <a:pt x="666" y="20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54"/>
            <p:cNvSpPr/>
            <p:nvPr/>
          </p:nvSpPr>
          <p:spPr>
            <a:xfrm>
              <a:off x="1114344" y="1289699"/>
              <a:ext cx="65537" cy="36821"/>
            </a:xfrm>
            <a:custGeom>
              <a:avLst/>
              <a:gdLst/>
              <a:ahLst/>
              <a:cxnLst/>
              <a:rect l="l" t="t" r="r" b="b"/>
              <a:pathLst>
                <a:path w="2232" h="1254" extrusionOk="0">
                  <a:moveTo>
                    <a:pt x="1644" y="1"/>
                  </a:moveTo>
                  <a:lnTo>
                    <a:pt x="1468" y="20"/>
                  </a:lnTo>
                  <a:lnTo>
                    <a:pt x="1272" y="79"/>
                  </a:lnTo>
                  <a:lnTo>
                    <a:pt x="1096" y="157"/>
                  </a:lnTo>
                  <a:lnTo>
                    <a:pt x="920" y="235"/>
                  </a:lnTo>
                  <a:lnTo>
                    <a:pt x="783" y="314"/>
                  </a:lnTo>
                  <a:lnTo>
                    <a:pt x="646" y="412"/>
                  </a:lnTo>
                  <a:lnTo>
                    <a:pt x="529" y="529"/>
                  </a:lnTo>
                  <a:lnTo>
                    <a:pt x="313" y="725"/>
                  </a:lnTo>
                  <a:lnTo>
                    <a:pt x="176" y="940"/>
                  </a:lnTo>
                  <a:lnTo>
                    <a:pt x="79" y="1097"/>
                  </a:lnTo>
                  <a:lnTo>
                    <a:pt x="0" y="1253"/>
                  </a:lnTo>
                  <a:lnTo>
                    <a:pt x="157" y="1175"/>
                  </a:lnTo>
                  <a:lnTo>
                    <a:pt x="568" y="960"/>
                  </a:lnTo>
                  <a:lnTo>
                    <a:pt x="822" y="862"/>
                  </a:lnTo>
                  <a:lnTo>
                    <a:pt x="1077" y="764"/>
                  </a:lnTo>
                  <a:lnTo>
                    <a:pt x="1331" y="686"/>
                  </a:lnTo>
                  <a:lnTo>
                    <a:pt x="1566" y="646"/>
                  </a:lnTo>
                  <a:lnTo>
                    <a:pt x="1742" y="627"/>
                  </a:lnTo>
                  <a:lnTo>
                    <a:pt x="1899" y="646"/>
                  </a:lnTo>
                  <a:lnTo>
                    <a:pt x="2016" y="627"/>
                  </a:lnTo>
                  <a:lnTo>
                    <a:pt x="2095" y="588"/>
                  </a:lnTo>
                  <a:lnTo>
                    <a:pt x="2173" y="529"/>
                  </a:lnTo>
                  <a:lnTo>
                    <a:pt x="2212" y="431"/>
                  </a:lnTo>
                  <a:lnTo>
                    <a:pt x="2232" y="333"/>
                  </a:lnTo>
                  <a:lnTo>
                    <a:pt x="2212" y="235"/>
                  </a:lnTo>
                  <a:lnTo>
                    <a:pt x="2153" y="157"/>
                  </a:lnTo>
                  <a:lnTo>
                    <a:pt x="2075" y="79"/>
                  </a:lnTo>
                  <a:lnTo>
                    <a:pt x="1938" y="40"/>
                  </a:lnTo>
                  <a:lnTo>
                    <a:pt x="1801" y="1"/>
                  </a:lnTo>
                  <a:close/>
                </a:path>
              </a:pathLst>
            </a:custGeom>
            <a:solidFill>
              <a:srgbClr val="1817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54"/>
            <p:cNvSpPr/>
            <p:nvPr/>
          </p:nvSpPr>
          <p:spPr>
            <a:xfrm>
              <a:off x="1210888" y="1290286"/>
              <a:ext cx="56934" cy="29891"/>
            </a:xfrm>
            <a:custGeom>
              <a:avLst/>
              <a:gdLst/>
              <a:ahLst/>
              <a:cxnLst/>
              <a:rect l="l" t="t" r="r" b="b"/>
              <a:pathLst>
                <a:path w="1939" h="1018" extrusionOk="0">
                  <a:moveTo>
                    <a:pt x="412" y="0"/>
                  </a:moveTo>
                  <a:lnTo>
                    <a:pt x="275" y="39"/>
                  </a:lnTo>
                  <a:lnTo>
                    <a:pt x="157" y="98"/>
                  </a:lnTo>
                  <a:lnTo>
                    <a:pt x="59" y="176"/>
                  </a:lnTo>
                  <a:lnTo>
                    <a:pt x="20" y="255"/>
                  </a:lnTo>
                  <a:lnTo>
                    <a:pt x="1" y="352"/>
                  </a:lnTo>
                  <a:lnTo>
                    <a:pt x="20" y="450"/>
                  </a:lnTo>
                  <a:lnTo>
                    <a:pt x="59" y="529"/>
                  </a:lnTo>
                  <a:lnTo>
                    <a:pt x="138" y="607"/>
                  </a:lnTo>
                  <a:lnTo>
                    <a:pt x="235" y="646"/>
                  </a:lnTo>
                  <a:lnTo>
                    <a:pt x="333" y="646"/>
                  </a:lnTo>
                  <a:lnTo>
                    <a:pt x="490" y="626"/>
                  </a:lnTo>
                  <a:lnTo>
                    <a:pt x="666" y="646"/>
                  </a:lnTo>
                  <a:lnTo>
                    <a:pt x="901" y="666"/>
                  </a:lnTo>
                  <a:lnTo>
                    <a:pt x="1116" y="705"/>
                  </a:lnTo>
                  <a:lnTo>
                    <a:pt x="1331" y="763"/>
                  </a:lnTo>
                  <a:lnTo>
                    <a:pt x="1527" y="842"/>
                  </a:lnTo>
                  <a:lnTo>
                    <a:pt x="1821" y="959"/>
                  </a:lnTo>
                  <a:lnTo>
                    <a:pt x="1938" y="1018"/>
                  </a:lnTo>
                  <a:lnTo>
                    <a:pt x="1899" y="881"/>
                  </a:lnTo>
                  <a:lnTo>
                    <a:pt x="1840" y="763"/>
                  </a:lnTo>
                  <a:lnTo>
                    <a:pt x="1762" y="587"/>
                  </a:lnTo>
                  <a:lnTo>
                    <a:pt x="1606" y="431"/>
                  </a:lnTo>
                  <a:lnTo>
                    <a:pt x="1508" y="352"/>
                  </a:lnTo>
                  <a:lnTo>
                    <a:pt x="1390" y="255"/>
                  </a:lnTo>
                  <a:lnTo>
                    <a:pt x="1273" y="196"/>
                  </a:lnTo>
                  <a:lnTo>
                    <a:pt x="1116" y="118"/>
                  </a:lnTo>
                  <a:lnTo>
                    <a:pt x="940" y="59"/>
                  </a:lnTo>
                  <a:lnTo>
                    <a:pt x="744" y="20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rgbClr val="1817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54"/>
            <p:cNvSpPr/>
            <p:nvPr/>
          </p:nvSpPr>
          <p:spPr>
            <a:xfrm>
              <a:off x="993635" y="1359229"/>
              <a:ext cx="55201" cy="51766"/>
            </a:xfrm>
            <a:custGeom>
              <a:avLst/>
              <a:gdLst/>
              <a:ahLst/>
              <a:cxnLst/>
              <a:rect l="l" t="t" r="r" b="b"/>
              <a:pathLst>
                <a:path w="1880" h="1763" extrusionOk="0">
                  <a:moveTo>
                    <a:pt x="60" y="1"/>
                  </a:moveTo>
                  <a:lnTo>
                    <a:pt x="20" y="40"/>
                  </a:lnTo>
                  <a:lnTo>
                    <a:pt x="1" y="99"/>
                  </a:lnTo>
                  <a:lnTo>
                    <a:pt x="1" y="158"/>
                  </a:lnTo>
                  <a:lnTo>
                    <a:pt x="20" y="216"/>
                  </a:lnTo>
                  <a:lnTo>
                    <a:pt x="40" y="255"/>
                  </a:lnTo>
                  <a:lnTo>
                    <a:pt x="99" y="275"/>
                  </a:lnTo>
                  <a:lnTo>
                    <a:pt x="294" y="353"/>
                  </a:lnTo>
                  <a:lnTo>
                    <a:pt x="510" y="451"/>
                  </a:lnTo>
                  <a:lnTo>
                    <a:pt x="764" y="588"/>
                  </a:lnTo>
                  <a:lnTo>
                    <a:pt x="1019" y="784"/>
                  </a:lnTo>
                  <a:lnTo>
                    <a:pt x="1136" y="901"/>
                  </a:lnTo>
                  <a:lnTo>
                    <a:pt x="1254" y="1019"/>
                  </a:lnTo>
                  <a:lnTo>
                    <a:pt x="1371" y="1156"/>
                  </a:lnTo>
                  <a:lnTo>
                    <a:pt x="1449" y="1312"/>
                  </a:lnTo>
                  <a:lnTo>
                    <a:pt x="1528" y="1469"/>
                  </a:lnTo>
                  <a:lnTo>
                    <a:pt x="1586" y="1665"/>
                  </a:lnTo>
                  <a:lnTo>
                    <a:pt x="1606" y="1704"/>
                  </a:lnTo>
                  <a:lnTo>
                    <a:pt x="1645" y="1743"/>
                  </a:lnTo>
                  <a:lnTo>
                    <a:pt x="1684" y="1763"/>
                  </a:lnTo>
                  <a:lnTo>
                    <a:pt x="1762" y="1763"/>
                  </a:lnTo>
                  <a:lnTo>
                    <a:pt x="1821" y="1743"/>
                  </a:lnTo>
                  <a:lnTo>
                    <a:pt x="1860" y="1704"/>
                  </a:lnTo>
                  <a:lnTo>
                    <a:pt x="1880" y="1645"/>
                  </a:lnTo>
                  <a:lnTo>
                    <a:pt x="1880" y="1586"/>
                  </a:lnTo>
                  <a:lnTo>
                    <a:pt x="1802" y="1371"/>
                  </a:lnTo>
                  <a:lnTo>
                    <a:pt x="1723" y="1195"/>
                  </a:lnTo>
                  <a:lnTo>
                    <a:pt x="1625" y="1019"/>
                  </a:lnTo>
                  <a:lnTo>
                    <a:pt x="1488" y="843"/>
                  </a:lnTo>
                  <a:lnTo>
                    <a:pt x="1371" y="706"/>
                  </a:lnTo>
                  <a:lnTo>
                    <a:pt x="1234" y="569"/>
                  </a:lnTo>
                  <a:lnTo>
                    <a:pt x="1077" y="471"/>
                  </a:lnTo>
                  <a:lnTo>
                    <a:pt x="940" y="353"/>
                  </a:lnTo>
                  <a:lnTo>
                    <a:pt x="666" y="197"/>
                  </a:lnTo>
                  <a:lnTo>
                    <a:pt x="431" y="79"/>
                  </a:lnTo>
                  <a:lnTo>
                    <a:pt x="177" y="1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54"/>
            <p:cNvSpPr/>
            <p:nvPr/>
          </p:nvSpPr>
          <p:spPr>
            <a:xfrm>
              <a:off x="1002267" y="1375907"/>
              <a:ext cx="29920" cy="20730"/>
            </a:xfrm>
            <a:custGeom>
              <a:avLst/>
              <a:gdLst/>
              <a:ahLst/>
              <a:cxnLst/>
              <a:rect l="l" t="t" r="r" b="b"/>
              <a:pathLst>
                <a:path w="1019" h="706" extrusionOk="0">
                  <a:moveTo>
                    <a:pt x="881" y="1"/>
                  </a:moveTo>
                  <a:lnTo>
                    <a:pt x="666" y="20"/>
                  </a:lnTo>
                  <a:lnTo>
                    <a:pt x="490" y="79"/>
                  </a:lnTo>
                  <a:lnTo>
                    <a:pt x="353" y="157"/>
                  </a:lnTo>
                  <a:lnTo>
                    <a:pt x="235" y="235"/>
                  </a:lnTo>
                  <a:lnTo>
                    <a:pt x="137" y="333"/>
                  </a:lnTo>
                  <a:lnTo>
                    <a:pt x="79" y="412"/>
                  </a:lnTo>
                  <a:lnTo>
                    <a:pt x="20" y="490"/>
                  </a:lnTo>
                  <a:lnTo>
                    <a:pt x="0" y="549"/>
                  </a:lnTo>
                  <a:lnTo>
                    <a:pt x="0" y="607"/>
                  </a:lnTo>
                  <a:lnTo>
                    <a:pt x="40" y="646"/>
                  </a:lnTo>
                  <a:lnTo>
                    <a:pt x="79" y="686"/>
                  </a:lnTo>
                  <a:lnTo>
                    <a:pt x="137" y="705"/>
                  </a:lnTo>
                  <a:lnTo>
                    <a:pt x="177" y="705"/>
                  </a:lnTo>
                  <a:lnTo>
                    <a:pt x="216" y="686"/>
                  </a:lnTo>
                  <a:lnTo>
                    <a:pt x="255" y="666"/>
                  </a:lnTo>
                  <a:lnTo>
                    <a:pt x="274" y="627"/>
                  </a:lnTo>
                  <a:lnTo>
                    <a:pt x="314" y="568"/>
                  </a:lnTo>
                  <a:lnTo>
                    <a:pt x="412" y="470"/>
                  </a:lnTo>
                  <a:lnTo>
                    <a:pt x="509" y="412"/>
                  </a:lnTo>
                  <a:lnTo>
                    <a:pt x="607" y="353"/>
                  </a:lnTo>
                  <a:lnTo>
                    <a:pt x="725" y="314"/>
                  </a:lnTo>
                  <a:lnTo>
                    <a:pt x="881" y="294"/>
                  </a:lnTo>
                  <a:lnTo>
                    <a:pt x="940" y="294"/>
                  </a:lnTo>
                  <a:lnTo>
                    <a:pt x="979" y="255"/>
                  </a:lnTo>
                  <a:lnTo>
                    <a:pt x="1018" y="216"/>
                  </a:lnTo>
                  <a:lnTo>
                    <a:pt x="1018" y="157"/>
                  </a:lnTo>
                  <a:lnTo>
                    <a:pt x="999" y="98"/>
                  </a:lnTo>
                  <a:lnTo>
                    <a:pt x="979" y="40"/>
                  </a:lnTo>
                  <a:lnTo>
                    <a:pt x="920" y="20"/>
                  </a:lnTo>
                  <a:lnTo>
                    <a:pt x="881" y="1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54"/>
            <p:cNvSpPr/>
            <p:nvPr/>
          </p:nvSpPr>
          <p:spPr>
            <a:xfrm>
              <a:off x="970644" y="2865584"/>
              <a:ext cx="283377" cy="1302315"/>
            </a:xfrm>
            <a:custGeom>
              <a:avLst/>
              <a:gdLst/>
              <a:ahLst/>
              <a:cxnLst/>
              <a:rect l="l" t="t" r="r" b="b"/>
              <a:pathLst>
                <a:path w="9651" h="44353" extrusionOk="0">
                  <a:moveTo>
                    <a:pt x="9357" y="0"/>
                  </a:moveTo>
                  <a:lnTo>
                    <a:pt x="9337" y="20"/>
                  </a:lnTo>
                  <a:lnTo>
                    <a:pt x="9298" y="59"/>
                  </a:lnTo>
                  <a:lnTo>
                    <a:pt x="9220" y="196"/>
                  </a:lnTo>
                  <a:lnTo>
                    <a:pt x="529" y="20"/>
                  </a:lnTo>
                  <a:lnTo>
                    <a:pt x="432" y="274"/>
                  </a:lnTo>
                  <a:lnTo>
                    <a:pt x="353" y="548"/>
                  </a:lnTo>
                  <a:lnTo>
                    <a:pt x="275" y="842"/>
                  </a:lnTo>
                  <a:lnTo>
                    <a:pt x="197" y="1135"/>
                  </a:lnTo>
                  <a:lnTo>
                    <a:pt x="158" y="1449"/>
                  </a:lnTo>
                  <a:lnTo>
                    <a:pt x="99" y="1762"/>
                  </a:lnTo>
                  <a:lnTo>
                    <a:pt x="40" y="2427"/>
                  </a:lnTo>
                  <a:lnTo>
                    <a:pt x="1" y="3132"/>
                  </a:lnTo>
                  <a:lnTo>
                    <a:pt x="21" y="3895"/>
                  </a:lnTo>
                  <a:lnTo>
                    <a:pt x="60" y="4698"/>
                  </a:lnTo>
                  <a:lnTo>
                    <a:pt x="138" y="5559"/>
                  </a:lnTo>
                  <a:lnTo>
                    <a:pt x="275" y="6870"/>
                  </a:lnTo>
                  <a:lnTo>
                    <a:pt x="490" y="8280"/>
                  </a:lnTo>
                  <a:lnTo>
                    <a:pt x="745" y="9806"/>
                  </a:lnTo>
                  <a:lnTo>
                    <a:pt x="1038" y="11411"/>
                  </a:lnTo>
                  <a:lnTo>
                    <a:pt x="1449" y="13506"/>
                  </a:lnTo>
                  <a:lnTo>
                    <a:pt x="1900" y="15756"/>
                  </a:lnTo>
                  <a:lnTo>
                    <a:pt x="1704" y="16109"/>
                  </a:lnTo>
                  <a:lnTo>
                    <a:pt x="1528" y="16500"/>
                  </a:lnTo>
                  <a:lnTo>
                    <a:pt x="1371" y="16931"/>
                  </a:lnTo>
                  <a:lnTo>
                    <a:pt x="1234" y="17381"/>
                  </a:lnTo>
                  <a:lnTo>
                    <a:pt x="1136" y="17851"/>
                  </a:lnTo>
                  <a:lnTo>
                    <a:pt x="1038" y="18360"/>
                  </a:lnTo>
                  <a:lnTo>
                    <a:pt x="960" y="18869"/>
                  </a:lnTo>
                  <a:lnTo>
                    <a:pt x="901" y="19417"/>
                  </a:lnTo>
                  <a:lnTo>
                    <a:pt x="862" y="19965"/>
                  </a:lnTo>
                  <a:lnTo>
                    <a:pt x="843" y="20552"/>
                  </a:lnTo>
                  <a:lnTo>
                    <a:pt x="823" y="21139"/>
                  </a:lnTo>
                  <a:lnTo>
                    <a:pt x="823" y="21726"/>
                  </a:lnTo>
                  <a:lnTo>
                    <a:pt x="843" y="22959"/>
                  </a:lnTo>
                  <a:lnTo>
                    <a:pt x="921" y="24193"/>
                  </a:lnTo>
                  <a:lnTo>
                    <a:pt x="1019" y="25445"/>
                  </a:lnTo>
                  <a:lnTo>
                    <a:pt x="1136" y="26698"/>
                  </a:lnTo>
                  <a:lnTo>
                    <a:pt x="1273" y="27911"/>
                  </a:lnTo>
                  <a:lnTo>
                    <a:pt x="1410" y="29086"/>
                  </a:lnTo>
                  <a:lnTo>
                    <a:pt x="1684" y="31258"/>
                  </a:lnTo>
                  <a:lnTo>
                    <a:pt x="1802" y="32218"/>
                  </a:lnTo>
                  <a:lnTo>
                    <a:pt x="1900" y="33059"/>
                  </a:lnTo>
                  <a:lnTo>
                    <a:pt x="2017" y="34292"/>
                  </a:lnTo>
                  <a:lnTo>
                    <a:pt x="2193" y="35643"/>
                  </a:lnTo>
                  <a:lnTo>
                    <a:pt x="2585" y="38540"/>
                  </a:lnTo>
                  <a:lnTo>
                    <a:pt x="2956" y="41241"/>
                  </a:lnTo>
                  <a:lnTo>
                    <a:pt x="3113" y="42356"/>
                  </a:lnTo>
                  <a:lnTo>
                    <a:pt x="3211" y="43257"/>
                  </a:lnTo>
                  <a:lnTo>
                    <a:pt x="3622" y="43648"/>
                  </a:lnTo>
                  <a:lnTo>
                    <a:pt x="3994" y="43981"/>
                  </a:lnTo>
                  <a:lnTo>
                    <a:pt x="4170" y="44098"/>
                  </a:lnTo>
                  <a:lnTo>
                    <a:pt x="4327" y="44196"/>
                  </a:lnTo>
                  <a:lnTo>
                    <a:pt x="4464" y="44275"/>
                  </a:lnTo>
                  <a:lnTo>
                    <a:pt x="4620" y="44333"/>
                  </a:lnTo>
                  <a:lnTo>
                    <a:pt x="4757" y="44353"/>
                  </a:lnTo>
                  <a:lnTo>
                    <a:pt x="4894" y="44353"/>
                  </a:lnTo>
                  <a:lnTo>
                    <a:pt x="5031" y="44333"/>
                  </a:lnTo>
                  <a:lnTo>
                    <a:pt x="5168" y="44275"/>
                  </a:lnTo>
                  <a:lnTo>
                    <a:pt x="5305" y="44216"/>
                  </a:lnTo>
                  <a:lnTo>
                    <a:pt x="5442" y="44098"/>
                  </a:lnTo>
                  <a:lnTo>
                    <a:pt x="5599" y="43981"/>
                  </a:lnTo>
                  <a:lnTo>
                    <a:pt x="5755" y="43824"/>
                  </a:lnTo>
                  <a:lnTo>
                    <a:pt x="6245" y="39988"/>
                  </a:lnTo>
                  <a:lnTo>
                    <a:pt x="6989" y="34410"/>
                  </a:lnTo>
                  <a:lnTo>
                    <a:pt x="7771" y="28655"/>
                  </a:lnTo>
                  <a:lnTo>
                    <a:pt x="8378" y="24330"/>
                  </a:lnTo>
                  <a:lnTo>
                    <a:pt x="8515" y="23273"/>
                  </a:lnTo>
                  <a:lnTo>
                    <a:pt x="8633" y="22274"/>
                  </a:lnTo>
                  <a:lnTo>
                    <a:pt x="8731" y="21335"/>
                  </a:lnTo>
                  <a:lnTo>
                    <a:pt x="8789" y="20454"/>
                  </a:lnTo>
                  <a:lnTo>
                    <a:pt x="8828" y="19612"/>
                  </a:lnTo>
                  <a:lnTo>
                    <a:pt x="8848" y="18849"/>
                  </a:lnTo>
                  <a:lnTo>
                    <a:pt x="8868" y="18144"/>
                  </a:lnTo>
                  <a:lnTo>
                    <a:pt x="8868" y="17518"/>
                  </a:lnTo>
                  <a:lnTo>
                    <a:pt x="8828" y="16442"/>
                  </a:lnTo>
                  <a:lnTo>
                    <a:pt x="8789" y="15659"/>
                  </a:lnTo>
                  <a:lnTo>
                    <a:pt x="8731" y="15189"/>
                  </a:lnTo>
                  <a:lnTo>
                    <a:pt x="8711" y="15013"/>
                  </a:lnTo>
                  <a:lnTo>
                    <a:pt x="8907" y="13192"/>
                  </a:lnTo>
                  <a:lnTo>
                    <a:pt x="9083" y="11470"/>
                  </a:lnTo>
                  <a:lnTo>
                    <a:pt x="9239" y="9865"/>
                  </a:lnTo>
                  <a:lnTo>
                    <a:pt x="9357" y="8377"/>
                  </a:lnTo>
                  <a:lnTo>
                    <a:pt x="9455" y="6988"/>
                  </a:lnTo>
                  <a:lnTo>
                    <a:pt x="9533" y="5696"/>
                  </a:lnTo>
                  <a:lnTo>
                    <a:pt x="9611" y="4208"/>
                  </a:lnTo>
                  <a:lnTo>
                    <a:pt x="9650" y="2936"/>
                  </a:lnTo>
                  <a:lnTo>
                    <a:pt x="9650" y="1879"/>
                  </a:lnTo>
                  <a:lnTo>
                    <a:pt x="9631" y="1037"/>
                  </a:lnTo>
                  <a:lnTo>
                    <a:pt x="9592" y="705"/>
                  </a:lnTo>
                  <a:lnTo>
                    <a:pt x="9572" y="450"/>
                  </a:lnTo>
                  <a:lnTo>
                    <a:pt x="9533" y="235"/>
                  </a:lnTo>
                  <a:lnTo>
                    <a:pt x="9474" y="98"/>
                  </a:lnTo>
                  <a:lnTo>
                    <a:pt x="9416" y="20"/>
                  </a:lnTo>
                  <a:lnTo>
                    <a:pt x="9396" y="0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54"/>
            <p:cNvSpPr/>
            <p:nvPr/>
          </p:nvSpPr>
          <p:spPr>
            <a:xfrm>
              <a:off x="1022381" y="4152366"/>
              <a:ext cx="186804" cy="300613"/>
            </a:xfrm>
            <a:custGeom>
              <a:avLst/>
              <a:gdLst/>
              <a:ahLst/>
              <a:cxnLst/>
              <a:rect l="l" t="t" r="r" b="b"/>
              <a:pathLst>
                <a:path w="6362" h="10238" extrusionOk="0">
                  <a:moveTo>
                    <a:pt x="1253" y="0"/>
                  </a:moveTo>
                  <a:lnTo>
                    <a:pt x="1194" y="20"/>
                  </a:lnTo>
                  <a:lnTo>
                    <a:pt x="1057" y="98"/>
                  </a:lnTo>
                  <a:lnTo>
                    <a:pt x="881" y="235"/>
                  </a:lnTo>
                  <a:lnTo>
                    <a:pt x="646" y="431"/>
                  </a:lnTo>
                  <a:lnTo>
                    <a:pt x="549" y="568"/>
                  </a:lnTo>
                  <a:lnTo>
                    <a:pt x="431" y="725"/>
                  </a:lnTo>
                  <a:lnTo>
                    <a:pt x="333" y="901"/>
                  </a:lnTo>
                  <a:lnTo>
                    <a:pt x="235" y="1096"/>
                  </a:lnTo>
                  <a:lnTo>
                    <a:pt x="157" y="1312"/>
                  </a:lnTo>
                  <a:lnTo>
                    <a:pt x="98" y="1566"/>
                  </a:lnTo>
                  <a:lnTo>
                    <a:pt x="40" y="1840"/>
                  </a:lnTo>
                  <a:lnTo>
                    <a:pt x="20" y="2134"/>
                  </a:lnTo>
                  <a:lnTo>
                    <a:pt x="1" y="3758"/>
                  </a:lnTo>
                  <a:lnTo>
                    <a:pt x="1" y="5716"/>
                  </a:lnTo>
                  <a:lnTo>
                    <a:pt x="20" y="8065"/>
                  </a:lnTo>
                  <a:lnTo>
                    <a:pt x="627" y="8065"/>
                  </a:lnTo>
                  <a:lnTo>
                    <a:pt x="960" y="6557"/>
                  </a:lnTo>
                  <a:lnTo>
                    <a:pt x="999" y="6831"/>
                  </a:lnTo>
                  <a:lnTo>
                    <a:pt x="1057" y="7125"/>
                  </a:lnTo>
                  <a:lnTo>
                    <a:pt x="1155" y="7497"/>
                  </a:lnTo>
                  <a:lnTo>
                    <a:pt x="1292" y="7927"/>
                  </a:lnTo>
                  <a:lnTo>
                    <a:pt x="1469" y="8378"/>
                  </a:lnTo>
                  <a:lnTo>
                    <a:pt x="1586" y="8593"/>
                  </a:lnTo>
                  <a:lnTo>
                    <a:pt x="1703" y="8828"/>
                  </a:lnTo>
                  <a:lnTo>
                    <a:pt x="1840" y="9043"/>
                  </a:lnTo>
                  <a:lnTo>
                    <a:pt x="1997" y="9239"/>
                  </a:lnTo>
                  <a:lnTo>
                    <a:pt x="2154" y="9415"/>
                  </a:lnTo>
                  <a:lnTo>
                    <a:pt x="2349" y="9591"/>
                  </a:lnTo>
                  <a:lnTo>
                    <a:pt x="2545" y="9728"/>
                  </a:lnTo>
                  <a:lnTo>
                    <a:pt x="2760" y="9846"/>
                  </a:lnTo>
                  <a:lnTo>
                    <a:pt x="2995" y="9944"/>
                  </a:lnTo>
                  <a:lnTo>
                    <a:pt x="3250" y="10041"/>
                  </a:lnTo>
                  <a:lnTo>
                    <a:pt x="3504" y="10100"/>
                  </a:lnTo>
                  <a:lnTo>
                    <a:pt x="3759" y="10159"/>
                  </a:lnTo>
                  <a:lnTo>
                    <a:pt x="4013" y="10198"/>
                  </a:lnTo>
                  <a:lnTo>
                    <a:pt x="4287" y="10218"/>
                  </a:lnTo>
                  <a:lnTo>
                    <a:pt x="4816" y="10237"/>
                  </a:lnTo>
                  <a:lnTo>
                    <a:pt x="5324" y="10218"/>
                  </a:lnTo>
                  <a:lnTo>
                    <a:pt x="5775" y="10159"/>
                  </a:lnTo>
                  <a:lnTo>
                    <a:pt x="5892" y="10139"/>
                  </a:lnTo>
                  <a:lnTo>
                    <a:pt x="5970" y="10100"/>
                  </a:lnTo>
                  <a:lnTo>
                    <a:pt x="6068" y="10061"/>
                  </a:lnTo>
                  <a:lnTo>
                    <a:pt x="6127" y="10002"/>
                  </a:lnTo>
                  <a:lnTo>
                    <a:pt x="6186" y="9944"/>
                  </a:lnTo>
                  <a:lnTo>
                    <a:pt x="6244" y="9865"/>
                  </a:lnTo>
                  <a:lnTo>
                    <a:pt x="6323" y="9689"/>
                  </a:lnTo>
                  <a:lnTo>
                    <a:pt x="6362" y="9493"/>
                  </a:lnTo>
                  <a:lnTo>
                    <a:pt x="6362" y="9278"/>
                  </a:lnTo>
                  <a:lnTo>
                    <a:pt x="6362" y="9024"/>
                  </a:lnTo>
                  <a:lnTo>
                    <a:pt x="6323" y="8750"/>
                  </a:lnTo>
                  <a:lnTo>
                    <a:pt x="6264" y="8476"/>
                  </a:lnTo>
                  <a:lnTo>
                    <a:pt x="6186" y="8202"/>
                  </a:lnTo>
                  <a:lnTo>
                    <a:pt x="6009" y="7634"/>
                  </a:lnTo>
                  <a:lnTo>
                    <a:pt x="5794" y="7066"/>
                  </a:lnTo>
                  <a:lnTo>
                    <a:pt x="5598" y="6577"/>
                  </a:lnTo>
                  <a:lnTo>
                    <a:pt x="5168" y="5422"/>
                  </a:lnTo>
                  <a:lnTo>
                    <a:pt x="4679" y="4052"/>
                  </a:lnTo>
                  <a:lnTo>
                    <a:pt x="4130" y="2427"/>
                  </a:lnTo>
                  <a:lnTo>
                    <a:pt x="1253" y="0"/>
                  </a:lnTo>
                  <a:close/>
                </a:path>
              </a:pathLst>
            </a:custGeom>
            <a:gradFill>
              <a:gsLst>
                <a:gs pos="0">
                  <a:srgbClr val="36D5E6"/>
                </a:gs>
                <a:gs pos="100000">
                  <a:srgbClr val="17788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54"/>
            <p:cNvSpPr/>
            <p:nvPr/>
          </p:nvSpPr>
          <p:spPr>
            <a:xfrm>
              <a:off x="1041349" y="4082836"/>
              <a:ext cx="136242" cy="300584"/>
            </a:xfrm>
            <a:custGeom>
              <a:avLst/>
              <a:gdLst/>
              <a:ahLst/>
              <a:cxnLst/>
              <a:rect l="l" t="t" r="r" b="b"/>
              <a:pathLst>
                <a:path w="4640" h="10237" extrusionOk="0">
                  <a:moveTo>
                    <a:pt x="920" y="0"/>
                  </a:moveTo>
                  <a:lnTo>
                    <a:pt x="920" y="313"/>
                  </a:lnTo>
                  <a:lnTo>
                    <a:pt x="881" y="1037"/>
                  </a:lnTo>
                  <a:lnTo>
                    <a:pt x="862" y="1448"/>
                  </a:lnTo>
                  <a:lnTo>
                    <a:pt x="803" y="1840"/>
                  </a:lnTo>
                  <a:lnTo>
                    <a:pt x="764" y="2016"/>
                  </a:lnTo>
                  <a:lnTo>
                    <a:pt x="705" y="2153"/>
                  </a:lnTo>
                  <a:lnTo>
                    <a:pt x="666" y="2271"/>
                  </a:lnTo>
                  <a:lnTo>
                    <a:pt x="607" y="2368"/>
                  </a:lnTo>
                  <a:lnTo>
                    <a:pt x="470" y="2525"/>
                  </a:lnTo>
                  <a:lnTo>
                    <a:pt x="333" y="2760"/>
                  </a:lnTo>
                  <a:lnTo>
                    <a:pt x="196" y="3053"/>
                  </a:lnTo>
                  <a:lnTo>
                    <a:pt x="98" y="3406"/>
                  </a:lnTo>
                  <a:lnTo>
                    <a:pt x="59" y="3601"/>
                  </a:lnTo>
                  <a:lnTo>
                    <a:pt x="20" y="3817"/>
                  </a:lnTo>
                  <a:lnTo>
                    <a:pt x="0" y="4032"/>
                  </a:lnTo>
                  <a:lnTo>
                    <a:pt x="0" y="4247"/>
                  </a:lnTo>
                  <a:lnTo>
                    <a:pt x="0" y="4482"/>
                  </a:lnTo>
                  <a:lnTo>
                    <a:pt x="20" y="4737"/>
                  </a:lnTo>
                  <a:lnTo>
                    <a:pt x="59" y="4972"/>
                  </a:lnTo>
                  <a:lnTo>
                    <a:pt x="118" y="5246"/>
                  </a:lnTo>
                  <a:lnTo>
                    <a:pt x="255" y="5794"/>
                  </a:lnTo>
                  <a:lnTo>
                    <a:pt x="372" y="6381"/>
                  </a:lnTo>
                  <a:lnTo>
                    <a:pt x="509" y="6988"/>
                  </a:lnTo>
                  <a:lnTo>
                    <a:pt x="646" y="7594"/>
                  </a:lnTo>
                  <a:lnTo>
                    <a:pt x="803" y="8162"/>
                  </a:lnTo>
                  <a:lnTo>
                    <a:pt x="901" y="8436"/>
                  </a:lnTo>
                  <a:lnTo>
                    <a:pt x="999" y="8690"/>
                  </a:lnTo>
                  <a:lnTo>
                    <a:pt x="1116" y="8945"/>
                  </a:lnTo>
                  <a:lnTo>
                    <a:pt x="1234" y="9160"/>
                  </a:lnTo>
                  <a:lnTo>
                    <a:pt x="1371" y="9376"/>
                  </a:lnTo>
                  <a:lnTo>
                    <a:pt x="1508" y="9552"/>
                  </a:lnTo>
                  <a:lnTo>
                    <a:pt x="1684" y="9689"/>
                  </a:lnTo>
                  <a:lnTo>
                    <a:pt x="1879" y="9826"/>
                  </a:lnTo>
                  <a:lnTo>
                    <a:pt x="2095" y="9943"/>
                  </a:lnTo>
                  <a:lnTo>
                    <a:pt x="2330" y="10041"/>
                  </a:lnTo>
                  <a:lnTo>
                    <a:pt x="2565" y="10119"/>
                  </a:lnTo>
                  <a:lnTo>
                    <a:pt x="2819" y="10178"/>
                  </a:lnTo>
                  <a:lnTo>
                    <a:pt x="3073" y="10217"/>
                  </a:lnTo>
                  <a:lnTo>
                    <a:pt x="3308" y="10237"/>
                  </a:lnTo>
                  <a:lnTo>
                    <a:pt x="3543" y="10237"/>
                  </a:lnTo>
                  <a:lnTo>
                    <a:pt x="3778" y="10217"/>
                  </a:lnTo>
                  <a:lnTo>
                    <a:pt x="3993" y="10178"/>
                  </a:lnTo>
                  <a:lnTo>
                    <a:pt x="4189" y="10139"/>
                  </a:lnTo>
                  <a:lnTo>
                    <a:pt x="4346" y="10061"/>
                  </a:lnTo>
                  <a:lnTo>
                    <a:pt x="4483" y="9982"/>
                  </a:lnTo>
                  <a:lnTo>
                    <a:pt x="4581" y="9865"/>
                  </a:lnTo>
                  <a:lnTo>
                    <a:pt x="4600" y="9806"/>
                  </a:lnTo>
                  <a:lnTo>
                    <a:pt x="4620" y="9747"/>
                  </a:lnTo>
                  <a:lnTo>
                    <a:pt x="4639" y="9591"/>
                  </a:lnTo>
                  <a:lnTo>
                    <a:pt x="4639" y="9395"/>
                  </a:lnTo>
                  <a:lnTo>
                    <a:pt x="4600" y="9180"/>
                  </a:lnTo>
                  <a:lnTo>
                    <a:pt x="4541" y="8925"/>
                  </a:lnTo>
                  <a:lnTo>
                    <a:pt x="4365" y="8338"/>
                  </a:lnTo>
                  <a:lnTo>
                    <a:pt x="4150" y="7673"/>
                  </a:lnTo>
                  <a:lnTo>
                    <a:pt x="3915" y="6988"/>
                  </a:lnTo>
                  <a:lnTo>
                    <a:pt x="3719" y="6303"/>
                  </a:lnTo>
                  <a:lnTo>
                    <a:pt x="3641" y="5989"/>
                  </a:lnTo>
                  <a:lnTo>
                    <a:pt x="3563" y="5676"/>
                  </a:lnTo>
                  <a:lnTo>
                    <a:pt x="3524" y="5383"/>
                  </a:lnTo>
                  <a:lnTo>
                    <a:pt x="3484" y="5128"/>
                  </a:lnTo>
                  <a:lnTo>
                    <a:pt x="3426" y="3778"/>
                  </a:lnTo>
                  <a:lnTo>
                    <a:pt x="3328" y="2153"/>
                  </a:lnTo>
                  <a:lnTo>
                    <a:pt x="3210" y="176"/>
                  </a:lnTo>
                  <a:lnTo>
                    <a:pt x="920" y="0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54"/>
            <p:cNvSpPr/>
            <p:nvPr/>
          </p:nvSpPr>
          <p:spPr>
            <a:xfrm>
              <a:off x="1135015" y="3315565"/>
              <a:ext cx="87970" cy="14975"/>
            </a:xfrm>
            <a:custGeom>
              <a:avLst/>
              <a:gdLst/>
              <a:ahLst/>
              <a:cxnLst/>
              <a:rect l="l" t="t" r="r" b="b"/>
              <a:pathLst>
                <a:path w="2996" h="510" extrusionOk="0">
                  <a:moveTo>
                    <a:pt x="60" y="1"/>
                  </a:moveTo>
                  <a:lnTo>
                    <a:pt x="20" y="40"/>
                  </a:lnTo>
                  <a:lnTo>
                    <a:pt x="20" y="79"/>
                  </a:lnTo>
                  <a:lnTo>
                    <a:pt x="1" y="118"/>
                  </a:lnTo>
                  <a:lnTo>
                    <a:pt x="20" y="157"/>
                  </a:lnTo>
                  <a:lnTo>
                    <a:pt x="40" y="197"/>
                  </a:lnTo>
                  <a:lnTo>
                    <a:pt x="79" y="216"/>
                  </a:lnTo>
                  <a:lnTo>
                    <a:pt x="431" y="334"/>
                  </a:lnTo>
                  <a:lnTo>
                    <a:pt x="784" y="412"/>
                  </a:lnTo>
                  <a:lnTo>
                    <a:pt x="1136" y="471"/>
                  </a:lnTo>
                  <a:lnTo>
                    <a:pt x="1488" y="490"/>
                  </a:lnTo>
                  <a:lnTo>
                    <a:pt x="1841" y="510"/>
                  </a:lnTo>
                  <a:lnTo>
                    <a:pt x="2193" y="471"/>
                  </a:lnTo>
                  <a:lnTo>
                    <a:pt x="2565" y="431"/>
                  </a:lnTo>
                  <a:lnTo>
                    <a:pt x="2917" y="353"/>
                  </a:lnTo>
                  <a:lnTo>
                    <a:pt x="2956" y="334"/>
                  </a:lnTo>
                  <a:lnTo>
                    <a:pt x="2976" y="294"/>
                  </a:lnTo>
                  <a:lnTo>
                    <a:pt x="2996" y="255"/>
                  </a:lnTo>
                  <a:lnTo>
                    <a:pt x="2976" y="216"/>
                  </a:lnTo>
                  <a:lnTo>
                    <a:pt x="2976" y="177"/>
                  </a:lnTo>
                  <a:lnTo>
                    <a:pt x="2937" y="157"/>
                  </a:lnTo>
                  <a:lnTo>
                    <a:pt x="2898" y="138"/>
                  </a:lnTo>
                  <a:lnTo>
                    <a:pt x="2859" y="138"/>
                  </a:lnTo>
                  <a:lnTo>
                    <a:pt x="2506" y="216"/>
                  </a:lnTo>
                  <a:lnTo>
                    <a:pt x="2173" y="255"/>
                  </a:lnTo>
                  <a:lnTo>
                    <a:pt x="1821" y="275"/>
                  </a:lnTo>
                  <a:lnTo>
                    <a:pt x="1488" y="275"/>
                  </a:lnTo>
                  <a:lnTo>
                    <a:pt x="1136" y="236"/>
                  </a:lnTo>
                  <a:lnTo>
                    <a:pt x="803" y="197"/>
                  </a:lnTo>
                  <a:lnTo>
                    <a:pt x="471" y="99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54"/>
            <p:cNvSpPr/>
            <p:nvPr/>
          </p:nvSpPr>
          <p:spPr>
            <a:xfrm>
              <a:off x="1255137" y="2847761"/>
              <a:ext cx="278768" cy="1299467"/>
            </a:xfrm>
            <a:custGeom>
              <a:avLst/>
              <a:gdLst/>
              <a:ahLst/>
              <a:cxnLst/>
              <a:rect l="l" t="t" r="r" b="b"/>
              <a:pathLst>
                <a:path w="9494" h="44256" extrusionOk="0">
                  <a:moveTo>
                    <a:pt x="8437" y="0"/>
                  </a:moveTo>
                  <a:lnTo>
                    <a:pt x="373" y="568"/>
                  </a:lnTo>
                  <a:lnTo>
                    <a:pt x="196" y="2134"/>
                  </a:lnTo>
                  <a:lnTo>
                    <a:pt x="79" y="3602"/>
                  </a:lnTo>
                  <a:lnTo>
                    <a:pt x="20" y="4992"/>
                  </a:lnTo>
                  <a:lnTo>
                    <a:pt x="1" y="6303"/>
                  </a:lnTo>
                  <a:lnTo>
                    <a:pt x="1" y="7086"/>
                  </a:lnTo>
                  <a:lnTo>
                    <a:pt x="40" y="7830"/>
                  </a:lnTo>
                  <a:lnTo>
                    <a:pt x="79" y="8573"/>
                  </a:lnTo>
                  <a:lnTo>
                    <a:pt x="138" y="9278"/>
                  </a:lnTo>
                  <a:lnTo>
                    <a:pt x="196" y="9963"/>
                  </a:lnTo>
                  <a:lnTo>
                    <a:pt x="294" y="10648"/>
                  </a:lnTo>
                  <a:lnTo>
                    <a:pt x="392" y="11294"/>
                  </a:lnTo>
                  <a:lnTo>
                    <a:pt x="490" y="11940"/>
                  </a:lnTo>
                  <a:lnTo>
                    <a:pt x="686" y="12919"/>
                  </a:lnTo>
                  <a:lnTo>
                    <a:pt x="901" y="13897"/>
                  </a:lnTo>
                  <a:lnTo>
                    <a:pt x="1136" y="14837"/>
                  </a:lnTo>
                  <a:lnTo>
                    <a:pt x="1390" y="15796"/>
                  </a:lnTo>
                  <a:lnTo>
                    <a:pt x="1938" y="17675"/>
                  </a:lnTo>
                  <a:lnTo>
                    <a:pt x="2526" y="19632"/>
                  </a:lnTo>
                  <a:lnTo>
                    <a:pt x="2330" y="19985"/>
                  </a:lnTo>
                  <a:lnTo>
                    <a:pt x="2173" y="20356"/>
                  </a:lnTo>
                  <a:lnTo>
                    <a:pt x="2017" y="20748"/>
                  </a:lnTo>
                  <a:lnTo>
                    <a:pt x="1899" y="21159"/>
                  </a:lnTo>
                  <a:lnTo>
                    <a:pt x="1801" y="21570"/>
                  </a:lnTo>
                  <a:lnTo>
                    <a:pt x="1704" y="22020"/>
                  </a:lnTo>
                  <a:lnTo>
                    <a:pt x="1645" y="22470"/>
                  </a:lnTo>
                  <a:lnTo>
                    <a:pt x="1586" y="22920"/>
                  </a:lnTo>
                  <a:lnTo>
                    <a:pt x="1566" y="23390"/>
                  </a:lnTo>
                  <a:lnTo>
                    <a:pt x="1547" y="23880"/>
                  </a:lnTo>
                  <a:lnTo>
                    <a:pt x="1547" y="24349"/>
                  </a:lnTo>
                  <a:lnTo>
                    <a:pt x="1566" y="24858"/>
                  </a:lnTo>
                  <a:lnTo>
                    <a:pt x="1625" y="25856"/>
                  </a:lnTo>
                  <a:lnTo>
                    <a:pt x="1723" y="26874"/>
                  </a:lnTo>
                  <a:lnTo>
                    <a:pt x="1841" y="27872"/>
                  </a:lnTo>
                  <a:lnTo>
                    <a:pt x="1997" y="28890"/>
                  </a:lnTo>
                  <a:lnTo>
                    <a:pt x="2173" y="29869"/>
                  </a:lnTo>
                  <a:lnTo>
                    <a:pt x="2349" y="30828"/>
                  </a:lnTo>
                  <a:lnTo>
                    <a:pt x="2682" y="32629"/>
                  </a:lnTo>
                  <a:lnTo>
                    <a:pt x="2819" y="33431"/>
                  </a:lnTo>
                  <a:lnTo>
                    <a:pt x="2937" y="34175"/>
                  </a:lnTo>
                  <a:lnTo>
                    <a:pt x="3132" y="35565"/>
                  </a:lnTo>
                  <a:lnTo>
                    <a:pt x="3406" y="37033"/>
                  </a:lnTo>
                  <a:lnTo>
                    <a:pt x="3700" y="38520"/>
                  </a:lnTo>
                  <a:lnTo>
                    <a:pt x="3994" y="39969"/>
                  </a:lnTo>
                  <a:lnTo>
                    <a:pt x="4542" y="42415"/>
                  </a:lnTo>
                  <a:lnTo>
                    <a:pt x="4855" y="43766"/>
                  </a:lnTo>
                  <a:lnTo>
                    <a:pt x="5031" y="43883"/>
                  </a:lnTo>
                  <a:lnTo>
                    <a:pt x="5227" y="44001"/>
                  </a:lnTo>
                  <a:lnTo>
                    <a:pt x="5383" y="44079"/>
                  </a:lnTo>
                  <a:lnTo>
                    <a:pt x="5559" y="44157"/>
                  </a:lnTo>
                  <a:lnTo>
                    <a:pt x="5736" y="44196"/>
                  </a:lnTo>
                  <a:lnTo>
                    <a:pt x="5912" y="44236"/>
                  </a:lnTo>
                  <a:lnTo>
                    <a:pt x="6068" y="44255"/>
                  </a:lnTo>
                  <a:lnTo>
                    <a:pt x="6401" y="44255"/>
                  </a:lnTo>
                  <a:lnTo>
                    <a:pt x="6558" y="44216"/>
                  </a:lnTo>
                  <a:lnTo>
                    <a:pt x="6734" y="44177"/>
                  </a:lnTo>
                  <a:lnTo>
                    <a:pt x="6890" y="44118"/>
                  </a:lnTo>
                  <a:lnTo>
                    <a:pt x="7047" y="44059"/>
                  </a:lnTo>
                  <a:lnTo>
                    <a:pt x="7204" y="43981"/>
                  </a:lnTo>
                  <a:lnTo>
                    <a:pt x="7341" y="43883"/>
                  </a:lnTo>
                  <a:lnTo>
                    <a:pt x="7497" y="43766"/>
                  </a:lnTo>
                  <a:lnTo>
                    <a:pt x="7712" y="39186"/>
                  </a:lnTo>
                  <a:lnTo>
                    <a:pt x="7908" y="35565"/>
                  </a:lnTo>
                  <a:lnTo>
                    <a:pt x="8123" y="31494"/>
                  </a:lnTo>
                  <a:lnTo>
                    <a:pt x="8378" y="27266"/>
                  </a:lnTo>
                  <a:lnTo>
                    <a:pt x="8672" y="23195"/>
                  </a:lnTo>
                  <a:lnTo>
                    <a:pt x="8809" y="21335"/>
                  </a:lnTo>
                  <a:lnTo>
                    <a:pt x="8946" y="19632"/>
                  </a:lnTo>
                  <a:lnTo>
                    <a:pt x="9102" y="18125"/>
                  </a:lnTo>
                  <a:lnTo>
                    <a:pt x="9239" y="16872"/>
                  </a:lnTo>
                  <a:lnTo>
                    <a:pt x="9337" y="16050"/>
                  </a:lnTo>
                  <a:lnTo>
                    <a:pt x="9396" y="15209"/>
                  </a:lnTo>
                  <a:lnTo>
                    <a:pt x="9454" y="14347"/>
                  </a:lnTo>
                  <a:lnTo>
                    <a:pt x="9474" y="13447"/>
                  </a:lnTo>
                  <a:lnTo>
                    <a:pt x="9494" y="12547"/>
                  </a:lnTo>
                  <a:lnTo>
                    <a:pt x="9474" y="11627"/>
                  </a:lnTo>
                  <a:lnTo>
                    <a:pt x="9454" y="10707"/>
                  </a:lnTo>
                  <a:lnTo>
                    <a:pt x="9415" y="9806"/>
                  </a:lnTo>
                  <a:lnTo>
                    <a:pt x="9317" y="8084"/>
                  </a:lnTo>
                  <a:lnTo>
                    <a:pt x="9200" y="6440"/>
                  </a:lnTo>
                  <a:lnTo>
                    <a:pt x="9083" y="5129"/>
                  </a:lnTo>
                  <a:lnTo>
                    <a:pt x="8946" y="3915"/>
                  </a:lnTo>
                  <a:lnTo>
                    <a:pt x="8711" y="1879"/>
                  </a:lnTo>
                  <a:lnTo>
                    <a:pt x="8515" y="509"/>
                  </a:lnTo>
                  <a:lnTo>
                    <a:pt x="8437" y="0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54"/>
            <p:cNvSpPr/>
            <p:nvPr/>
          </p:nvSpPr>
          <p:spPr>
            <a:xfrm>
              <a:off x="1360901" y="4179938"/>
              <a:ext cx="272425" cy="273042"/>
            </a:xfrm>
            <a:custGeom>
              <a:avLst/>
              <a:gdLst/>
              <a:ahLst/>
              <a:cxnLst/>
              <a:rect l="l" t="t" r="r" b="b"/>
              <a:pathLst>
                <a:path w="9278" h="9299" extrusionOk="0">
                  <a:moveTo>
                    <a:pt x="1018" y="1"/>
                  </a:moveTo>
                  <a:lnTo>
                    <a:pt x="842" y="157"/>
                  </a:lnTo>
                  <a:lnTo>
                    <a:pt x="685" y="314"/>
                  </a:lnTo>
                  <a:lnTo>
                    <a:pt x="489" y="529"/>
                  </a:lnTo>
                  <a:lnTo>
                    <a:pt x="294" y="803"/>
                  </a:lnTo>
                  <a:lnTo>
                    <a:pt x="215" y="940"/>
                  </a:lnTo>
                  <a:lnTo>
                    <a:pt x="137" y="1097"/>
                  </a:lnTo>
                  <a:lnTo>
                    <a:pt x="78" y="1254"/>
                  </a:lnTo>
                  <a:lnTo>
                    <a:pt x="39" y="1410"/>
                  </a:lnTo>
                  <a:lnTo>
                    <a:pt x="0" y="1586"/>
                  </a:lnTo>
                  <a:lnTo>
                    <a:pt x="0" y="1743"/>
                  </a:lnTo>
                  <a:lnTo>
                    <a:pt x="20" y="2232"/>
                  </a:lnTo>
                  <a:lnTo>
                    <a:pt x="20" y="2976"/>
                  </a:lnTo>
                  <a:lnTo>
                    <a:pt x="20" y="4875"/>
                  </a:lnTo>
                  <a:lnTo>
                    <a:pt x="20" y="7693"/>
                  </a:lnTo>
                  <a:lnTo>
                    <a:pt x="646" y="7693"/>
                  </a:lnTo>
                  <a:lnTo>
                    <a:pt x="1018" y="5599"/>
                  </a:lnTo>
                  <a:lnTo>
                    <a:pt x="1253" y="5971"/>
                  </a:lnTo>
                  <a:lnTo>
                    <a:pt x="1527" y="6362"/>
                  </a:lnTo>
                  <a:lnTo>
                    <a:pt x="1860" y="6851"/>
                  </a:lnTo>
                  <a:lnTo>
                    <a:pt x="2251" y="7360"/>
                  </a:lnTo>
                  <a:lnTo>
                    <a:pt x="2682" y="7869"/>
                  </a:lnTo>
                  <a:lnTo>
                    <a:pt x="2897" y="8104"/>
                  </a:lnTo>
                  <a:lnTo>
                    <a:pt x="3093" y="8319"/>
                  </a:lnTo>
                  <a:lnTo>
                    <a:pt x="3308" y="8515"/>
                  </a:lnTo>
                  <a:lnTo>
                    <a:pt x="3523" y="8672"/>
                  </a:lnTo>
                  <a:lnTo>
                    <a:pt x="3621" y="8750"/>
                  </a:lnTo>
                  <a:lnTo>
                    <a:pt x="3758" y="8809"/>
                  </a:lnTo>
                  <a:lnTo>
                    <a:pt x="4032" y="8926"/>
                  </a:lnTo>
                  <a:lnTo>
                    <a:pt x="4365" y="9024"/>
                  </a:lnTo>
                  <a:lnTo>
                    <a:pt x="4717" y="9102"/>
                  </a:lnTo>
                  <a:lnTo>
                    <a:pt x="5109" y="9161"/>
                  </a:lnTo>
                  <a:lnTo>
                    <a:pt x="5520" y="9220"/>
                  </a:lnTo>
                  <a:lnTo>
                    <a:pt x="5950" y="9259"/>
                  </a:lnTo>
                  <a:lnTo>
                    <a:pt x="6381" y="9279"/>
                  </a:lnTo>
                  <a:lnTo>
                    <a:pt x="7242" y="9298"/>
                  </a:lnTo>
                  <a:lnTo>
                    <a:pt x="8006" y="9279"/>
                  </a:lnTo>
                  <a:lnTo>
                    <a:pt x="8651" y="9239"/>
                  </a:lnTo>
                  <a:lnTo>
                    <a:pt x="9102" y="9200"/>
                  </a:lnTo>
                  <a:lnTo>
                    <a:pt x="9180" y="9181"/>
                  </a:lnTo>
                  <a:lnTo>
                    <a:pt x="9219" y="9161"/>
                  </a:lnTo>
                  <a:lnTo>
                    <a:pt x="9258" y="9122"/>
                  </a:lnTo>
                  <a:lnTo>
                    <a:pt x="9278" y="9063"/>
                  </a:lnTo>
                  <a:lnTo>
                    <a:pt x="9278" y="9005"/>
                  </a:lnTo>
                  <a:lnTo>
                    <a:pt x="9258" y="8926"/>
                  </a:lnTo>
                  <a:lnTo>
                    <a:pt x="9180" y="8770"/>
                  </a:lnTo>
                  <a:lnTo>
                    <a:pt x="9062" y="8574"/>
                  </a:lnTo>
                  <a:lnTo>
                    <a:pt x="8906" y="8359"/>
                  </a:lnTo>
                  <a:lnTo>
                    <a:pt x="8475" y="7869"/>
                  </a:lnTo>
                  <a:lnTo>
                    <a:pt x="7497" y="6793"/>
                  </a:lnTo>
                  <a:lnTo>
                    <a:pt x="7066" y="6323"/>
                  </a:lnTo>
                  <a:lnTo>
                    <a:pt x="6909" y="6108"/>
                  </a:lnTo>
                  <a:lnTo>
                    <a:pt x="6772" y="5912"/>
                  </a:lnTo>
                  <a:lnTo>
                    <a:pt x="6616" y="5697"/>
                  </a:lnTo>
                  <a:lnTo>
                    <a:pt x="6361" y="5383"/>
                  </a:lnTo>
                  <a:lnTo>
                    <a:pt x="5618" y="4601"/>
                  </a:lnTo>
                  <a:lnTo>
                    <a:pt x="4698" y="3641"/>
                  </a:lnTo>
                  <a:lnTo>
                    <a:pt x="3680" y="2604"/>
                  </a:lnTo>
                  <a:lnTo>
                    <a:pt x="1820" y="803"/>
                  </a:lnTo>
                  <a:lnTo>
                    <a:pt x="1018" y="1"/>
                  </a:lnTo>
                  <a:close/>
                </a:path>
              </a:pathLst>
            </a:custGeom>
            <a:gradFill>
              <a:gsLst>
                <a:gs pos="0">
                  <a:srgbClr val="36D5E6"/>
                </a:gs>
                <a:gs pos="100000">
                  <a:srgbClr val="17788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54"/>
            <p:cNvSpPr/>
            <p:nvPr/>
          </p:nvSpPr>
          <p:spPr>
            <a:xfrm>
              <a:off x="1384450" y="4074203"/>
              <a:ext cx="183927" cy="309804"/>
            </a:xfrm>
            <a:custGeom>
              <a:avLst/>
              <a:gdLst/>
              <a:ahLst/>
              <a:cxnLst/>
              <a:rect l="l" t="t" r="r" b="b"/>
              <a:pathLst>
                <a:path w="6264" h="10551" extrusionOk="0">
                  <a:moveTo>
                    <a:pt x="1" y="0"/>
                  </a:moveTo>
                  <a:lnTo>
                    <a:pt x="275" y="3387"/>
                  </a:lnTo>
                  <a:lnTo>
                    <a:pt x="235" y="3504"/>
                  </a:lnTo>
                  <a:lnTo>
                    <a:pt x="196" y="3641"/>
                  </a:lnTo>
                  <a:lnTo>
                    <a:pt x="157" y="3837"/>
                  </a:lnTo>
                  <a:lnTo>
                    <a:pt x="138" y="4091"/>
                  </a:lnTo>
                  <a:lnTo>
                    <a:pt x="157" y="4365"/>
                  </a:lnTo>
                  <a:lnTo>
                    <a:pt x="196" y="4678"/>
                  </a:lnTo>
                  <a:lnTo>
                    <a:pt x="275" y="5050"/>
                  </a:lnTo>
                  <a:lnTo>
                    <a:pt x="333" y="5226"/>
                  </a:lnTo>
                  <a:lnTo>
                    <a:pt x="412" y="5442"/>
                  </a:lnTo>
                  <a:lnTo>
                    <a:pt x="627" y="5872"/>
                  </a:lnTo>
                  <a:lnTo>
                    <a:pt x="901" y="6342"/>
                  </a:lnTo>
                  <a:lnTo>
                    <a:pt x="1214" y="6831"/>
                  </a:lnTo>
                  <a:lnTo>
                    <a:pt x="1566" y="7340"/>
                  </a:lnTo>
                  <a:lnTo>
                    <a:pt x="1938" y="7830"/>
                  </a:lnTo>
                  <a:lnTo>
                    <a:pt x="2330" y="8299"/>
                  </a:lnTo>
                  <a:lnTo>
                    <a:pt x="2721" y="8769"/>
                  </a:lnTo>
                  <a:lnTo>
                    <a:pt x="2897" y="8945"/>
                  </a:lnTo>
                  <a:lnTo>
                    <a:pt x="3093" y="9141"/>
                  </a:lnTo>
                  <a:lnTo>
                    <a:pt x="3328" y="9317"/>
                  </a:lnTo>
                  <a:lnTo>
                    <a:pt x="3563" y="9493"/>
                  </a:lnTo>
                  <a:lnTo>
                    <a:pt x="4052" y="9826"/>
                  </a:lnTo>
                  <a:lnTo>
                    <a:pt x="4561" y="10100"/>
                  </a:lnTo>
                  <a:lnTo>
                    <a:pt x="4796" y="10237"/>
                  </a:lnTo>
                  <a:lnTo>
                    <a:pt x="5050" y="10335"/>
                  </a:lnTo>
                  <a:lnTo>
                    <a:pt x="5285" y="10413"/>
                  </a:lnTo>
                  <a:lnTo>
                    <a:pt x="5501" y="10492"/>
                  </a:lnTo>
                  <a:lnTo>
                    <a:pt x="5696" y="10531"/>
                  </a:lnTo>
                  <a:lnTo>
                    <a:pt x="5873" y="10550"/>
                  </a:lnTo>
                  <a:lnTo>
                    <a:pt x="6029" y="10550"/>
                  </a:lnTo>
                  <a:lnTo>
                    <a:pt x="6147" y="10511"/>
                  </a:lnTo>
                  <a:lnTo>
                    <a:pt x="6205" y="10472"/>
                  </a:lnTo>
                  <a:lnTo>
                    <a:pt x="6225" y="10433"/>
                  </a:lnTo>
                  <a:lnTo>
                    <a:pt x="6264" y="10394"/>
                  </a:lnTo>
                  <a:lnTo>
                    <a:pt x="6264" y="10335"/>
                  </a:lnTo>
                  <a:lnTo>
                    <a:pt x="6264" y="10198"/>
                  </a:lnTo>
                  <a:lnTo>
                    <a:pt x="6205" y="10022"/>
                  </a:lnTo>
                  <a:lnTo>
                    <a:pt x="6127" y="9826"/>
                  </a:lnTo>
                  <a:lnTo>
                    <a:pt x="6029" y="9611"/>
                  </a:lnTo>
                  <a:lnTo>
                    <a:pt x="5755" y="9141"/>
                  </a:lnTo>
                  <a:lnTo>
                    <a:pt x="5090" y="8123"/>
                  </a:lnTo>
                  <a:lnTo>
                    <a:pt x="4776" y="7634"/>
                  </a:lnTo>
                  <a:lnTo>
                    <a:pt x="4659" y="7399"/>
                  </a:lnTo>
                  <a:lnTo>
                    <a:pt x="4542" y="7184"/>
                  </a:lnTo>
                  <a:lnTo>
                    <a:pt x="4365" y="6792"/>
                  </a:lnTo>
                  <a:lnTo>
                    <a:pt x="4209" y="6420"/>
                  </a:lnTo>
                  <a:lnTo>
                    <a:pt x="3915" y="5657"/>
                  </a:lnTo>
                  <a:lnTo>
                    <a:pt x="3680" y="4933"/>
                  </a:lnTo>
                  <a:lnTo>
                    <a:pt x="3485" y="4248"/>
                  </a:lnTo>
                  <a:lnTo>
                    <a:pt x="3387" y="3817"/>
                  </a:lnTo>
                  <a:lnTo>
                    <a:pt x="3308" y="3308"/>
                  </a:lnTo>
                  <a:lnTo>
                    <a:pt x="3269" y="2741"/>
                  </a:lnTo>
                  <a:lnTo>
                    <a:pt x="3230" y="2193"/>
                  </a:lnTo>
                  <a:lnTo>
                    <a:pt x="3171" y="1273"/>
                  </a:lnTo>
                  <a:lnTo>
                    <a:pt x="3171" y="9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54"/>
            <p:cNvSpPr/>
            <p:nvPr/>
          </p:nvSpPr>
          <p:spPr>
            <a:xfrm>
              <a:off x="1444790" y="3351769"/>
              <a:ext cx="79337" cy="18440"/>
            </a:xfrm>
            <a:custGeom>
              <a:avLst/>
              <a:gdLst/>
              <a:ahLst/>
              <a:cxnLst/>
              <a:rect l="l" t="t" r="r" b="b"/>
              <a:pathLst>
                <a:path w="2702" h="628" extrusionOk="0">
                  <a:moveTo>
                    <a:pt x="2584" y="1"/>
                  </a:moveTo>
                  <a:lnTo>
                    <a:pt x="2545" y="21"/>
                  </a:lnTo>
                  <a:lnTo>
                    <a:pt x="2252" y="177"/>
                  </a:lnTo>
                  <a:lnTo>
                    <a:pt x="1978" y="295"/>
                  </a:lnTo>
                  <a:lnTo>
                    <a:pt x="1664" y="373"/>
                  </a:lnTo>
                  <a:lnTo>
                    <a:pt x="1371" y="412"/>
                  </a:lnTo>
                  <a:lnTo>
                    <a:pt x="1058" y="412"/>
                  </a:lnTo>
                  <a:lnTo>
                    <a:pt x="764" y="373"/>
                  </a:lnTo>
                  <a:lnTo>
                    <a:pt x="451" y="295"/>
                  </a:lnTo>
                  <a:lnTo>
                    <a:pt x="157" y="177"/>
                  </a:lnTo>
                  <a:lnTo>
                    <a:pt x="79" y="177"/>
                  </a:lnTo>
                  <a:lnTo>
                    <a:pt x="40" y="197"/>
                  </a:lnTo>
                  <a:lnTo>
                    <a:pt x="1" y="236"/>
                  </a:lnTo>
                  <a:lnTo>
                    <a:pt x="1" y="275"/>
                  </a:lnTo>
                  <a:lnTo>
                    <a:pt x="1" y="314"/>
                  </a:lnTo>
                  <a:lnTo>
                    <a:pt x="20" y="334"/>
                  </a:lnTo>
                  <a:lnTo>
                    <a:pt x="59" y="373"/>
                  </a:lnTo>
                  <a:lnTo>
                    <a:pt x="373" y="490"/>
                  </a:lnTo>
                  <a:lnTo>
                    <a:pt x="705" y="588"/>
                  </a:lnTo>
                  <a:lnTo>
                    <a:pt x="1038" y="627"/>
                  </a:lnTo>
                  <a:lnTo>
                    <a:pt x="1371" y="627"/>
                  </a:lnTo>
                  <a:lnTo>
                    <a:pt x="1704" y="588"/>
                  </a:lnTo>
                  <a:lnTo>
                    <a:pt x="2017" y="510"/>
                  </a:lnTo>
                  <a:lnTo>
                    <a:pt x="2350" y="373"/>
                  </a:lnTo>
                  <a:lnTo>
                    <a:pt x="2643" y="216"/>
                  </a:lnTo>
                  <a:lnTo>
                    <a:pt x="2682" y="177"/>
                  </a:lnTo>
                  <a:lnTo>
                    <a:pt x="2702" y="138"/>
                  </a:lnTo>
                  <a:lnTo>
                    <a:pt x="2702" y="99"/>
                  </a:lnTo>
                  <a:lnTo>
                    <a:pt x="2682" y="60"/>
                  </a:lnTo>
                  <a:lnTo>
                    <a:pt x="2663" y="40"/>
                  </a:lnTo>
                  <a:lnTo>
                    <a:pt x="2624" y="21"/>
                  </a:lnTo>
                  <a:lnTo>
                    <a:pt x="2584" y="1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54"/>
            <p:cNvSpPr/>
            <p:nvPr/>
          </p:nvSpPr>
          <p:spPr>
            <a:xfrm>
              <a:off x="928127" y="2294865"/>
              <a:ext cx="618991" cy="851777"/>
            </a:xfrm>
            <a:custGeom>
              <a:avLst/>
              <a:gdLst/>
              <a:ahLst/>
              <a:cxnLst/>
              <a:rect l="l" t="t" r="r" b="b"/>
              <a:pathLst>
                <a:path w="21081" h="29009" extrusionOk="0">
                  <a:moveTo>
                    <a:pt x="4365" y="1"/>
                  </a:moveTo>
                  <a:lnTo>
                    <a:pt x="3974" y="764"/>
                  </a:lnTo>
                  <a:lnTo>
                    <a:pt x="3524" y="1645"/>
                  </a:lnTo>
                  <a:lnTo>
                    <a:pt x="2976" y="2761"/>
                  </a:lnTo>
                  <a:lnTo>
                    <a:pt x="2388" y="4072"/>
                  </a:lnTo>
                  <a:lnTo>
                    <a:pt x="2075" y="4777"/>
                  </a:lnTo>
                  <a:lnTo>
                    <a:pt x="1782" y="5501"/>
                  </a:lnTo>
                  <a:lnTo>
                    <a:pt x="1469" y="6245"/>
                  </a:lnTo>
                  <a:lnTo>
                    <a:pt x="1194" y="7008"/>
                  </a:lnTo>
                  <a:lnTo>
                    <a:pt x="920" y="7772"/>
                  </a:lnTo>
                  <a:lnTo>
                    <a:pt x="686" y="8515"/>
                  </a:lnTo>
                  <a:lnTo>
                    <a:pt x="529" y="9122"/>
                  </a:lnTo>
                  <a:lnTo>
                    <a:pt x="372" y="9788"/>
                  </a:lnTo>
                  <a:lnTo>
                    <a:pt x="275" y="10453"/>
                  </a:lnTo>
                  <a:lnTo>
                    <a:pt x="177" y="11158"/>
                  </a:lnTo>
                  <a:lnTo>
                    <a:pt x="98" y="11882"/>
                  </a:lnTo>
                  <a:lnTo>
                    <a:pt x="40" y="12626"/>
                  </a:lnTo>
                  <a:lnTo>
                    <a:pt x="20" y="13389"/>
                  </a:lnTo>
                  <a:lnTo>
                    <a:pt x="1" y="14152"/>
                  </a:lnTo>
                  <a:lnTo>
                    <a:pt x="1" y="14935"/>
                  </a:lnTo>
                  <a:lnTo>
                    <a:pt x="20" y="15718"/>
                  </a:lnTo>
                  <a:lnTo>
                    <a:pt x="59" y="16521"/>
                  </a:lnTo>
                  <a:lnTo>
                    <a:pt x="98" y="17304"/>
                  </a:lnTo>
                  <a:lnTo>
                    <a:pt x="216" y="18869"/>
                  </a:lnTo>
                  <a:lnTo>
                    <a:pt x="372" y="20377"/>
                  </a:lnTo>
                  <a:lnTo>
                    <a:pt x="529" y="21805"/>
                  </a:lnTo>
                  <a:lnTo>
                    <a:pt x="725" y="23136"/>
                  </a:lnTo>
                  <a:lnTo>
                    <a:pt x="901" y="24350"/>
                  </a:lnTo>
                  <a:lnTo>
                    <a:pt x="1077" y="25407"/>
                  </a:lnTo>
                  <a:lnTo>
                    <a:pt x="1371" y="26914"/>
                  </a:lnTo>
                  <a:lnTo>
                    <a:pt x="1469" y="27462"/>
                  </a:lnTo>
                  <a:lnTo>
                    <a:pt x="2506" y="27775"/>
                  </a:lnTo>
                  <a:lnTo>
                    <a:pt x="3543" y="28049"/>
                  </a:lnTo>
                  <a:lnTo>
                    <a:pt x="3739" y="28108"/>
                  </a:lnTo>
                  <a:lnTo>
                    <a:pt x="4737" y="28323"/>
                  </a:lnTo>
                  <a:lnTo>
                    <a:pt x="5735" y="28519"/>
                  </a:lnTo>
                  <a:lnTo>
                    <a:pt x="6753" y="28695"/>
                  </a:lnTo>
                  <a:lnTo>
                    <a:pt x="7751" y="28813"/>
                  </a:lnTo>
                  <a:lnTo>
                    <a:pt x="7967" y="28832"/>
                  </a:lnTo>
                  <a:lnTo>
                    <a:pt x="8887" y="28930"/>
                  </a:lnTo>
                  <a:lnTo>
                    <a:pt x="9807" y="28989"/>
                  </a:lnTo>
                  <a:lnTo>
                    <a:pt x="10727" y="29008"/>
                  </a:lnTo>
                  <a:lnTo>
                    <a:pt x="11862" y="29008"/>
                  </a:lnTo>
                  <a:lnTo>
                    <a:pt x="12841" y="28969"/>
                  </a:lnTo>
                  <a:lnTo>
                    <a:pt x="13800" y="28911"/>
                  </a:lnTo>
                  <a:lnTo>
                    <a:pt x="14778" y="28813"/>
                  </a:lnTo>
                  <a:lnTo>
                    <a:pt x="15757" y="28676"/>
                  </a:lnTo>
                  <a:lnTo>
                    <a:pt x="16736" y="28519"/>
                  </a:lnTo>
                  <a:lnTo>
                    <a:pt x="17714" y="28343"/>
                  </a:lnTo>
                  <a:lnTo>
                    <a:pt x="18712" y="28108"/>
                  </a:lnTo>
                  <a:lnTo>
                    <a:pt x="19691" y="27854"/>
                  </a:lnTo>
                  <a:lnTo>
                    <a:pt x="19887" y="27814"/>
                  </a:lnTo>
                  <a:lnTo>
                    <a:pt x="21042" y="27462"/>
                  </a:lnTo>
                  <a:lnTo>
                    <a:pt x="21061" y="26992"/>
                  </a:lnTo>
                  <a:lnTo>
                    <a:pt x="21081" y="25661"/>
                  </a:lnTo>
                  <a:lnTo>
                    <a:pt x="21081" y="23626"/>
                  </a:lnTo>
                  <a:lnTo>
                    <a:pt x="21061" y="22373"/>
                  </a:lnTo>
                  <a:lnTo>
                    <a:pt x="21022" y="21003"/>
                  </a:lnTo>
                  <a:lnTo>
                    <a:pt x="21003" y="20670"/>
                  </a:lnTo>
                  <a:lnTo>
                    <a:pt x="20944" y="19104"/>
                  </a:lnTo>
                  <a:lnTo>
                    <a:pt x="20865" y="17460"/>
                  </a:lnTo>
                  <a:lnTo>
                    <a:pt x="20846" y="17245"/>
                  </a:lnTo>
                  <a:lnTo>
                    <a:pt x="20728" y="15444"/>
                  </a:lnTo>
                  <a:lnTo>
                    <a:pt x="20689" y="15170"/>
                  </a:lnTo>
                  <a:lnTo>
                    <a:pt x="20533" y="13428"/>
                  </a:lnTo>
                  <a:lnTo>
                    <a:pt x="20513" y="13232"/>
                  </a:lnTo>
                  <a:lnTo>
                    <a:pt x="20298" y="11353"/>
                  </a:lnTo>
                  <a:lnTo>
                    <a:pt x="20180" y="10414"/>
                  </a:lnTo>
                  <a:lnTo>
                    <a:pt x="20043" y="9474"/>
                  </a:lnTo>
                  <a:lnTo>
                    <a:pt x="20004" y="9240"/>
                  </a:lnTo>
                  <a:lnTo>
                    <a:pt x="19848" y="8261"/>
                  </a:lnTo>
                  <a:lnTo>
                    <a:pt x="19691" y="7302"/>
                  </a:lnTo>
                  <a:lnTo>
                    <a:pt x="19495" y="6343"/>
                  </a:lnTo>
                  <a:lnTo>
                    <a:pt x="19300" y="5384"/>
                  </a:lnTo>
                  <a:lnTo>
                    <a:pt x="19241" y="5188"/>
                  </a:lnTo>
                  <a:lnTo>
                    <a:pt x="18908" y="3818"/>
                  </a:lnTo>
                  <a:lnTo>
                    <a:pt x="18732" y="3133"/>
                  </a:lnTo>
                  <a:lnTo>
                    <a:pt x="18536" y="2487"/>
                  </a:lnTo>
                  <a:lnTo>
                    <a:pt x="18341" y="1841"/>
                  </a:lnTo>
                  <a:lnTo>
                    <a:pt x="18125" y="1215"/>
                  </a:lnTo>
                  <a:lnTo>
                    <a:pt x="17890" y="588"/>
                  </a:lnTo>
                  <a:lnTo>
                    <a:pt x="17655" y="1"/>
                  </a:lnTo>
                  <a:lnTo>
                    <a:pt x="17499" y="138"/>
                  </a:lnTo>
                  <a:lnTo>
                    <a:pt x="17264" y="275"/>
                  </a:lnTo>
                  <a:lnTo>
                    <a:pt x="16951" y="432"/>
                  </a:lnTo>
                  <a:lnTo>
                    <a:pt x="16540" y="627"/>
                  </a:lnTo>
                  <a:lnTo>
                    <a:pt x="16031" y="823"/>
                  </a:lnTo>
                  <a:lnTo>
                    <a:pt x="15737" y="921"/>
                  </a:lnTo>
                  <a:lnTo>
                    <a:pt x="15424" y="999"/>
                  </a:lnTo>
                  <a:lnTo>
                    <a:pt x="15072" y="1097"/>
                  </a:lnTo>
                  <a:lnTo>
                    <a:pt x="14700" y="1175"/>
                  </a:lnTo>
                  <a:lnTo>
                    <a:pt x="14465" y="1215"/>
                  </a:lnTo>
                  <a:lnTo>
                    <a:pt x="14054" y="1273"/>
                  </a:lnTo>
                  <a:lnTo>
                    <a:pt x="13623" y="1332"/>
                  </a:lnTo>
                  <a:lnTo>
                    <a:pt x="13154" y="1371"/>
                  </a:lnTo>
                  <a:lnTo>
                    <a:pt x="12645" y="1391"/>
                  </a:lnTo>
                  <a:lnTo>
                    <a:pt x="12136" y="1410"/>
                  </a:lnTo>
                  <a:lnTo>
                    <a:pt x="11568" y="1391"/>
                  </a:lnTo>
                  <a:lnTo>
                    <a:pt x="11001" y="1371"/>
                  </a:lnTo>
                  <a:lnTo>
                    <a:pt x="10394" y="1312"/>
                  </a:lnTo>
                  <a:lnTo>
                    <a:pt x="9748" y="1254"/>
                  </a:lnTo>
                  <a:lnTo>
                    <a:pt x="9063" y="1156"/>
                  </a:lnTo>
                  <a:lnTo>
                    <a:pt x="8358" y="1038"/>
                  </a:lnTo>
                  <a:lnTo>
                    <a:pt x="7634" y="882"/>
                  </a:lnTo>
                  <a:lnTo>
                    <a:pt x="6871" y="706"/>
                  </a:lnTo>
                  <a:lnTo>
                    <a:pt x="6068" y="510"/>
                  </a:lnTo>
                  <a:lnTo>
                    <a:pt x="5246" y="275"/>
                  </a:lnTo>
                  <a:lnTo>
                    <a:pt x="4365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54"/>
            <p:cNvSpPr/>
            <p:nvPr/>
          </p:nvSpPr>
          <p:spPr>
            <a:xfrm>
              <a:off x="1349391" y="2329366"/>
              <a:ext cx="145432" cy="123587"/>
            </a:xfrm>
            <a:custGeom>
              <a:avLst/>
              <a:gdLst/>
              <a:ahLst/>
              <a:cxnLst/>
              <a:rect l="l" t="t" r="r" b="b"/>
              <a:pathLst>
                <a:path w="4953" h="4209" extrusionOk="0">
                  <a:moveTo>
                    <a:pt x="353" y="0"/>
                  </a:moveTo>
                  <a:lnTo>
                    <a:pt x="118" y="40"/>
                  </a:lnTo>
                  <a:lnTo>
                    <a:pt x="59" y="274"/>
                  </a:lnTo>
                  <a:lnTo>
                    <a:pt x="1" y="529"/>
                  </a:lnTo>
                  <a:lnTo>
                    <a:pt x="1" y="783"/>
                  </a:lnTo>
                  <a:lnTo>
                    <a:pt x="1" y="1038"/>
                  </a:lnTo>
                  <a:lnTo>
                    <a:pt x="40" y="1194"/>
                  </a:lnTo>
                  <a:lnTo>
                    <a:pt x="59" y="1351"/>
                  </a:lnTo>
                  <a:lnTo>
                    <a:pt x="177" y="1645"/>
                  </a:lnTo>
                  <a:lnTo>
                    <a:pt x="314" y="1938"/>
                  </a:lnTo>
                  <a:lnTo>
                    <a:pt x="490" y="2193"/>
                  </a:lnTo>
                  <a:lnTo>
                    <a:pt x="686" y="2427"/>
                  </a:lnTo>
                  <a:lnTo>
                    <a:pt x="921" y="2662"/>
                  </a:lnTo>
                  <a:lnTo>
                    <a:pt x="1155" y="2858"/>
                  </a:lnTo>
                  <a:lnTo>
                    <a:pt x="1429" y="3034"/>
                  </a:lnTo>
                  <a:lnTo>
                    <a:pt x="1625" y="3152"/>
                  </a:lnTo>
                  <a:lnTo>
                    <a:pt x="1821" y="3250"/>
                  </a:lnTo>
                  <a:lnTo>
                    <a:pt x="2232" y="3445"/>
                  </a:lnTo>
                  <a:lnTo>
                    <a:pt x="2663" y="3602"/>
                  </a:lnTo>
                  <a:lnTo>
                    <a:pt x="3113" y="3739"/>
                  </a:lnTo>
                  <a:lnTo>
                    <a:pt x="4033" y="3974"/>
                  </a:lnTo>
                  <a:lnTo>
                    <a:pt x="4502" y="4091"/>
                  </a:lnTo>
                  <a:lnTo>
                    <a:pt x="4953" y="4209"/>
                  </a:lnTo>
                  <a:lnTo>
                    <a:pt x="4894" y="4013"/>
                  </a:lnTo>
                  <a:lnTo>
                    <a:pt x="4268" y="3837"/>
                  </a:lnTo>
                  <a:lnTo>
                    <a:pt x="3641" y="3680"/>
                  </a:lnTo>
                  <a:lnTo>
                    <a:pt x="2995" y="3504"/>
                  </a:lnTo>
                  <a:lnTo>
                    <a:pt x="2682" y="3406"/>
                  </a:lnTo>
                  <a:lnTo>
                    <a:pt x="2369" y="3289"/>
                  </a:lnTo>
                  <a:lnTo>
                    <a:pt x="2075" y="3171"/>
                  </a:lnTo>
                  <a:lnTo>
                    <a:pt x="1782" y="3034"/>
                  </a:lnTo>
                  <a:lnTo>
                    <a:pt x="1508" y="2858"/>
                  </a:lnTo>
                  <a:lnTo>
                    <a:pt x="1253" y="2682"/>
                  </a:lnTo>
                  <a:lnTo>
                    <a:pt x="999" y="2486"/>
                  </a:lnTo>
                  <a:lnTo>
                    <a:pt x="784" y="2251"/>
                  </a:lnTo>
                  <a:lnTo>
                    <a:pt x="588" y="1997"/>
                  </a:lnTo>
                  <a:lnTo>
                    <a:pt x="412" y="1703"/>
                  </a:lnTo>
                  <a:lnTo>
                    <a:pt x="333" y="1508"/>
                  </a:lnTo>
                  <a:lnTo>
                    <a:pt x="255" y="1292"/>
                  </a:lnTo>
                  <a:lnTo>
                    <a:pt x="216" y="1077"/>
                  </a:lnTo>
                  <a:lnTo>
                    <a:pt x="196" y="862"/>
                  </a:lnTo>
                  <a:lnTo>
                    <a:pt x="196" y="627"/>
                  </a:lnTo>
                  <a:lnTo>
                    <a:pt x="236" y="411"/>
                  </a:lnTo>
                  <a:lnTo>
                    <a:pt x="275" y="196"/>
                  </a:lnTo>
                  <a:lnTo>
                    <a:pt x="353" y="0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54"/>
            <p:cNvSpPr/>
            <p:nvPr/>
          </p:nvSpPr>
          <p:spPr>
            <a:xfrm>
              <a:off x="1053417" y="2333389"/>
              <a:ext cx="463252" cy="239686"/>
            </a:xfrm>
            <a:custGeom>
              <a:avLst/>
              <a:gdLst/>
              <a:ahLst/>
              <a:cxnLst/>
              <a:rect l="l" t="t" r="r" b="b"/>
              <a:pathLst>
                <a:path w="15777" h="8163" extrusionOk="0">
                  <a:moveTo>
                    <a:pt x="2819" y="0"/>
                  </a:moveTo>
                  <a:lnTo>
                    <a:pt x="2525" y="20"/>
                  </a:lnTo>
                  <a:lnTo>
                    <a:pt x="2251" y="20"/>
                  </a:lnTo>
                  <a:lnTo>
                    <a:pt x="1958" y="59"/>
                  </a:lnTo>
                  <a:lnTo>
                    <a:pt x="1684" y="98"/>
                  </a:lnTo>
                  <a:lnTo>
                    <a:pt x="1410" y="137"/>
                  </a:lnTo>
                  <a:lnTo>
                    <a:pt x="1116" y="216"/>
                  </a:lnTo>
                  <a:lnTo>
                    <a:pt x="862" y="294"/>
                  </a:lnTo>
                  <a:lnTo>
                    <a:pt x="588" y="392"/>
                  </a:lnTo>
                  <a:lnTo>
                    <a:pt x="314" y="490"/>
                  </a:lnTo>
                  <a:lnTo>
                    <a:pt x="59" y="627"/>
                  </a:lnTo>
                  <a:lnTo>
                    <a:pt x="20" y="646"/>
                  </a:lnTo>
                  <a:lnTo>
                    <a:pt x="0" y="685"/>
                  </a:lnTo>
                  <a:lnTo>
                    <a:pt x="0" y="725"/>
                  </a:lnTo>
                  <a:lnTo>
                    <a:pt x="20" y="764"/>
                  </a:lnTo>
                  <a:lnTo>
                    <a:pt x="40" y="783"/>
                  </a:lnTo>
                  <a:lnTo>
                    <a:pt x="79" y="803"/>
                  </a:lnTo>
                  <a:lnTo>
                    <a:pt x="157" y="803"/>
                  </a:lnTo>
                  <a:lnTo>
                    <a:pt x="431" y="666"/>
                  </a:lnTo>
                  <a:lnTo>
                    <a:pt x="686" y="568"/>
                  </a:lnTo>
                  <a:lnTo>
                    <a:pt x="960" y="470"/>
                  </a:lnTo>
                  <a:lnTo>
                    <a:pt x="1234" y="392"/>
                  </a:lnTo>
                  <a:lnTo>
                    <a:pt x="1508" y="314"/>
                  </a:lnTo>
                  <a:lnTo>
                    <a:pt x="1762" y="274"/>
                  </a:lnTo>
                  <a:lnTo>
                    <a:pt x="2036" y="235"/>
                  </a:lnTo>
                  <a:lnTo>
                    <a:pt x="2310" y="216"/>
                  </a:lnTo>
                  <a:lnTo>
                    <a:pt x="2584" y="196"/>
                  </a:lnTo>
                  <a:lnTo>
                    <a:pt x="2858" y="196"/>
                  </a:lnTo>
                  <a:lnTo>
                    <a:pt x="3132" y="216"/>
                  </a:lnTo>
                  <a:lnTo>
                    <a:pt x="3406" y="235"/>
                  </a:lnTo>
                  <a:lnTo>
                    <a:pt x="3954" y="333"/>
                  </a:lnTo>
                  <a:lnTo>
                    <a:pt x="4483" y="451"/>
                  </a:lnTo>
                  <a:lnTo>
                    <a:pt x="5011" y="627"/>
                  </a:lnTo>
                  <a:lnTo>
                    <a:pt x="5540" y="822"/>
                  </a:lnTo>
                  <a:lnTo>
                    <a:pt x="6049" y="1057"/>
                  </a:lnTo>
                  <a:lnTo>
                    <a:pt x="6557" y="1312"/>
                  </a:lnTo>
                  <a:lnTo>
                    <a:pt x="7047" y="1586"/>
                  </a:lnTo>
                  <a:lnTo>
                    <a:pt x="7517" y="1899"/>
                  </a:lnTo>
                  <a:lnTo>
                    <a:pt x="7986" y="2212"/>
                  </a:lnTo>
                  <a:lnTo>
                    <a:pt x="8417" y="2545"/>
                  </a:lnTo>
                  <a:lnTo>
                    <a:pt x="8848" y="2878"/>
                  </a:lnTo>
                  <a:lnTo>
                    <a:pt x="9259" y="3230"/>
                  </a:lnTo>
                  <a:lnTo>
                    <a:pt x="10081" y="3954"/>
                  </a:lnTo>
                  <a:lnTo>
                    <a:pt x="10883" y="4698"/>
                  </a:lnTo>
                  <a:lnTo>
                    <a:pt x="11705" y="5442"/>
                  </a:lnTo>
                  <a:lnTo>
                    <a:pt x="12547" y="6146"/>
                  </a:lnTo>
                  <a:lnTo>
                    <a:pt x="12977" y="6499"/>
                  </a:lnTo>
                  <a:lnTo>
                    <a:pt x="13408" y="6812"/>
                  </a:lnTo>
                  <a:lnTo>
                    <a:pt x="13858" y="7125"/>
                  </a:lnTo>
                  <a:lnTo>
                    <a:pt x="14328" y="7419"/>
                  </a:lnTo>
                  <a:lnTo>
                    <a:pt x="14798" y="7693"/>
                  </a:lnTo>
                  <a:lnTo>
                    <a:pt x="15287" y="7947"/>
                  </a:lnTo>
                  <a:lnTo>
                    <a:pt x="15776" y="8162"/>
                  </a:lnTo>
                  <a:lnTo>
                    <a:pt x="15737" y="7928"/>
                  </a:lnTo>
                  <a:lnTo>
                    <a:pt x="15209" y="7693"/>
                  </a:lnTo>
                  <a:lnTo>
                    <a:pt x="14719" y="7419"/>
                  </a:lnTo>
                  <a:lnTo>
                    <a:pt x="14230" y="7125"/>
                  </a:lnTo>
                  <a:lnTo>
                    <a:pt x="13760" y="6812"/>
                  </a:lnTo>
                  <a:lnTo>
                    <a:pt x="13291" y="6479"/>
                  </a:lnTo>
                  <a:lnTo>
                    <a:pt x="12860" y="6127"/>
                  </a:lnTo>
                  <a:lnTo>
                    <a:pt x="12410" y="5755"/>
                  </a:lnTo>
                  <a:lnTo>
                    <a:pt x="11549" y="5011"/>
                  </a:lnTo>
                  <a:lnTo>
                    <a:pt x="9963" y="3582"/>
                  </a:lnTo>
                  <a:lnTo>
                    <a:pt x="9141" y="2858"/>
                  </a:lnTo>
                  <a:lnTo>
                    <a:pt x="8730" y="2525"/>
                  </a:lnTo>
                  <a:lnTo>
                    <a:pt x="8299" y="2193"/>
                  </a:lnTo>
                  <a:lnTo>
                    <a:pt x="7869" y="1879"/>
                  </a:lnTo>
                  <a:lnTo>
                    <a:pt x="7419" y="1566"/>
                  </a:lnTo>
                  <a:lnTo>
                    <a:pt x="6969" y="1292"/>
                  </a:lnTo>
                  <a:lnTo>
                    <a:pt x="6499" y="1018"/>
                  </a:lnTo>
                  <a:lnTo>
                    <a:pt x="6029" y="783"/>
                  </a:lnTo>
                  <a:lnTo>
                    <a:pt x="5540" y="568"/>
                  </a:lnTo>
                  <a:lnTo>
                    <a:pt x="5031" y="392"/>
                  </a:lnTo>
                  <a:lnTo>
                    <a:pt x="4502" y="235"/>
                  </a:lnTo>
                  <a:lnTo>
                    <a:pt x="3954" y="118"/>
                  </a:lnTo>
                  <a:lnTo>
                    <a:pt x="3387" y="40"/>
                  </a:lnTo>
                  <a:lnTo>
                    <a:pt x="3093" y="20"/>
                  </a:lnTo>
                  <a:lnTo>
                    <a:pt x="2819" y="0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54"/>
            <p:cNvSpPr/>
            <p:nvPr/>
          </p:nvSpPr>
          <p:spPr>
            <a:xfrm>
              <a:off x="1025816" y="2413842"/>
              <a:ext cx="505211" cy="275332"/>
            </a:xfrm>
            <a:custGeom>
              <a:avLst/>
              <a:gdLst/>
              <a:ahLst/>
              <a:cxnLst/>
              <a:rect l="l" t="t" r="r" b="b"/>
              <a:pathLst>
                <a:path w="17206" h="9377" extrusionOk="0">
                  <a:moveTo>
                    <a:pt x="1469" y="1"/>
                  </a:moveTo>
                  <a:lnTo>
                    <a:pt x="1195" y="20"/>
                  </a:lnTo>
                  <a:lnTo>
                    <a:pt x="921" y="59"/>
                  </a:lnTo>
                  <a:lnTo>
                    <a:pt x="647" y="98"/>
                  </a:lnTo>
                  <a:lnTo>
                    <a:pt x="373" y="177"/>
                  </a:lnTo>
                  <a:lnTo>
                    <a:pt x="99" y="255"/>
                  </a:lnTo>
                  <a:lnTo>
                    <a:pt x="79" y="294"/>
                  </a:lnTo>
                  <a:lnTo>
                    <a:pt x="1" y="510"/>
                  </a:lnTo>
                  <a:lnTo>
                    <a:pt x="1" y="510"/>
                  </a:lnTo>
                  <a:lnTo>
                    <a:pt x="295" y="412"/>
                  </a:lnTo>
                  <a:lnTo>
                    <a:pt x="569" y="333"/>
                  </a:lnTo>
                  <a:lnTo>
                    <a:pt x="843" y="275"/>
                  </a:lnTo>
                  <a:lnTo>
                    <a:pt x="1117" y="216"/>
                  </a:lnTo>
                  <a:lnTo>
                    <a:pt x="1410" y="196"/>
                  </a:lnTo>
                  <a:lnTo>
                    <a:pt x="1684" y="177"/>
                  </a:lnTo>
                  <a:lnTo>
                    <a:pt x="1958" y="177"/>
                  </a:lnTo>
                  <a:lnTo>
                    <a:pt x="2232" y="196"/>
                  </a:lnTo>
                  <a:lnTo>
                    <a:pt x="2506" y="216"/>
                  </a:lnTo>
                  <a:lnTo>
                    <a:pt x="2761" y="275"/>
                  </a:lnTo>
                  <a:lnTo>
                    <a:pt x="3035" y="314"/>
                  </a:lnTo>
                  <a:lnTo>
                    <a:pt x="3309" y="392"/>
                  </a:lnTo>
                  <a:lnTo>
                    <a:pt x="3837" y="549"/>
                  </a:lnTo>
                  <a:lnTo>
                    <a:pt x="4346" y="744"/>
                  </a:lnTo>
                  <a:lnTo>
                    <a:pt x="4855" y="999"/>
                  </a:lnTo>
                  <a:lnTo>
                    <a:pt x="5344" y="1273"/>
                  </a:lnTo>
                  <a:lnTo>
                    <a:pt x="5834" y="1566"/>
                  </a:lnTo>
                  <a:lnTo>
                    <a:pt x="6284" y="1880"/>
                  </a:lnTo>
                  <a:lnTo>
                    <a:pt x="6734" y="2232"/>
                  </a:lnTo>
                  <a:lnTo>
                    <a:pt x="7184" y="2584"/>
                  </a:lnTo>
                  <a:lnTo>
                    <a:pt x="7595" y="2956"/>
                  </a:lnTo>
                  <a:lnTo>
                    <a:pt x="7987" y="3328"/>
                  </a:lnTo>
                  <a:lnTo>
                    <a:pt x="8750" y="4091"/>
                  </a:lnTo>
                  <a:lnTo>
                    <a:pt x="9494" y="4874"/>
                  </a:lnTo>
                  <a:lnTo>
                    <a:pt x="10238" y="5657"/>
                  </a:lnTo>
                  <a:lnTo>
                    <a:pt x="11001" y="6421"/>
                  </a:lnTo>
                  <a:lnTo>
                    <a:pt x="11412" y="6793"/>
                  </a:lnTo>
                  <a:lnTo>
                    <a:pt x="11804" y="7145"/>
                  </a:lnTo>
                  <a:lnTo>
                    <a:pt x="12234" y="7478"/>
                  </a:lnTo>
                  <a:lnTo>
                    <a:pt x="12665" y="7810"/>
                  </a:lnTo>
                  <a:lnTo>
                    <a:pt x="13095" y="8104"/>
                  </a:lnTo>
                  <a:lnTo>
                    <a:pt x="13565" y="8378"/>
                  </a:lnTo>
                  <a:lnTo>
                    <a:pt x="14035" y="8632"/>
                  </a:lnTo>
                  <a:lnTo>
                    <a:pt x="14544" y="8848"/>
                  </a:lnTo>
                  <a:lnTo>
                    <a:pt x="14857" y="8965"/>
                  </a:lnTo>
                  <a:lnTo>
                    <a:pt x="15190" y="9083"/>
                  </a:lnTo>
                  <a:lnTo>
                    <a:pt x="15522" y="9161"/>
                  </a:lnTo>
                  <a:lnTo>
                    <a:pt x="15855" y="9239"/>
                  </a:lnTo>
                  <a:lnTo>
                    <a:pt x="16188" y="9298"/>
                  </a:lnTo>
                  <a:lnTo>
                    <a:pt x="16521" y="9337"/>
                  </a:lnTo>
                  <a:lnTo>
                    <a:pt x="16873" y="9376"/>
                  </a:lnTo>
                  <a:lnTo>
                    <a:pt x="17206" y="9376"/>
                  </a:lnTo>
                  <a:lnTo>
                    <a:pt x="17186" y="9180"/>
                  </a:lnTo>
                  <a:lnTo>
                    <a:pt x="16756" y="9180"/>
                  </a:lnTo>
                  <a:lnTo>
                    <a:pt x="16325" y="9122"/>
                  </a:lnTo>
                  <a:lnTo>
                    <a:pt x="15894" y="9063"/>
                  </a:lnTo>
                  <a:lnTo>
                    <a:pt x="15483" y="8946"/>
                  </a:lnTo>
                  <a:lnTo>
                    <a:pt x="15053" y="8809"/>
                  </a:lnTo>
                  <a:lnTo>
                    <a:pt x="14642" y="8652"/>
                  </a:lnTo>
                  <a:lnTo>
                    <a:pt x="14250" y="8476"/>
                  </a:lnTo>
                  <a:lnTo>
                    <a:pt x="13839" y="8280"/>
                  </a:lnTo>
                  <a:lnTo>
                    <a:pt x="13448" y="8045"/>
                  </a:lnTo>
                  <a:lnTo>
                    <a:pt x="13076" y="7810"/>
                  </a:lnTo>
                  <a:lnTo>
                    <a:pt x="12704" y="7556"/>
                  </a:lnTo>
                  <a:lnTo>
                    <a:pt x="12352" y="7282"/>
                  </a:lnTo>
                  <a:lnTo>
                    <a:pt x="11999" y="7008"/>
                  </a:lnTo>
                  <a:lnTo>
                    <a:pt x="11647" y="6714"/>
                  </a:lnTo>
                  <a:lnTo>
                    <a:pt x="11314" y="6440"/>
                  </a:lnTo>
                  <a:lnTo>
                    <a:pt x="11001" y="6127"/>
                  </a:lnTo>
                  <a:lnTo>
                    <a:pt x="10257" y="5383"/>
                  </a:lnTo>
                  <a:lnTo>
                    <a:pt x="9514" y="4600"/>
                  </a:lnTo>
                  <a:lnTo>
                    <a:pt x="8750" y="3817"/>
                  </a:lnTo>
                  <a:lnTo>
                    <a:pt x="7987" y="3054"/>
                  </a:lnTo>
                  <a:lnTo>
                    <a:pt x="7595" y="2682"/>
                  </a:lnTo>
                  <a:lnTo>
                    <a:pt x="7184" y="2310"/>
                  </a:lnTo>
                  <a:lnTo>
                    <a:pt x="6773" y="1978"/>
                  </a:lnTo>
                  <a:lnTo>
                    <a:pt x="6343" y="1645"/>
                  </a:lnTo>
                  <a:lnTo>
                    <a:pt x="5912" y="1351"/>
                  </a:lnTo>
                  <a:lnTo>
                    <a:pt x="5462" y="1058"/>
                  </a:lnTo>
                  <a:lnTo>
                    <a:pt x="4973" y="803"/>
                  </a:lnTo>
                  <a:lnTo>
                    <a:pt x="4483" y="568"/>
                  </a:lnTo>
                  <a:lnTo>
                    <a:pt x="3955" y="373"/>
                  </a:lnTo>
                  <a:lnTo>
                    <a:pt x="3426" y="216"/>
                  </a:lnTo>
                  <a:lnTo>
                    <a:pt x="2878" y="98"/>
                  </a:lnTo>
                  <a:lnTo>
                    <a:pt x="2585" y="40"/>
                  </a:lnTo>
                  <a:lnTo>
                    <a:pt x="2311" y="20"/>
                  </a:lnTo>
                  <a:lnTo>
                    <a:pt x="2037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54"/>
            <p:cNvSpPr/>
            <p:nvPr/>
          </p:nvSpPr>
          <p:spPr>
            <a:xfrm>
              <a:off x="1155716" y="2706939"/>
              <a:ext cx="381067" cy="434536"/>
            </a:xfrm>
            <a:custGeom>
              <a:avLst/>
              <a:gdLst/>
              <a:ahLst/>
              <a:cxnLst/>
              <a:rect l="l" t="t" r="r" b="b"/>
              <a:pathLst>
                <a:path w="12978" h="14799" extrusionOk="0">
                  <a:moveTo>
                    <a:pt x="9161" y="1"/>
                  </a:moveTo>
                  <a:lnTo>
                    <a:pt x="8848" y="21"/>
                  </a:lnTo>
                  <a:lnTo>
                    <a:pt x="8554" y="60"/>
                  </a:lnTo>
                  <a:lnTo>
                    <a:pt x="8241" y="118"/>
                  </a:lnTo>
                  <a:lnTo>
                    <a:pt x="7947" y="197"/>
                  </a:lnTo>
                  <a:lnTo>
                    <a:pt x="7654" y="295"/>
                  </a:lnTo>
                  <a:lnTo>
                    <a:pt x="7380" y="412"/>
                  </a:lnTo>
                  <a:lnTo>
                    <a:pt x="7106" y="549"/>
                  </a:lnTo>
                  <a:lnTo>
                    <a:pt x="6871" y="725"/>
                  </a:lnTo>
                  <a:lnTo>
                    <a:pt x="6675" y="921"/>
                  </a:lnTo>
                  <a:lnTo>
                    <a:pt x="6499" y="1136"/>
                  </a:lnTo>
                  <a:lnTo>
                    <a:pt x="6420" y="1254"/>
                  </a:lnTo>
                  <a:lnTo>
                    <a:pt x="6362" y="1391"/>
                  </a:lnTo>
                  <a:lnTo>
                    <a:pt x="6303" y="1528"/>
                  </a:lnTo>
                  <a:lnTo>
                    <a:pt x="6264" y="1665"/>
                  </a:lnTo>
                  <a:lnTo>
                    <a:pt x="6225" y="1821"/>
                  </a:lnTo>
                  <a:lnTo>
                    <a:pt x="6205" y="1978"/>
                  </a:lnTo>
                  <a:lnTo>
                    <a:pt x="6205" y="2154"/>
                  </a:lnTo>
                  <a:lnTo>
                    <a:pt x="6205" y="2350"/>
                  </a:lnTo>
                  <a:lnTo>
                    <a:pt x="6264" y="2722"/>
                  </a:lnTo>
                  <a:lnTo>
                    <a:pt x="6323" y="3113"/>
                  </a:lnTo>
                  <a:lnTo>
                    <a:pt x="6381" y="3485"/>
                  </a:lnTo>
                  <a:lnTo>
                    <a:pt x="6381" y="3661"/>
                  </a:lnTo>
                  <a:lnTo>
                    <a:pt x="6381" y="3857"/>
                  </a:lnTo>
                  <a:lnTo>
                    <a:pt x="6362" y="4033"/>
                  </a:lnTo>
                  <a:lnTo>
                    <a:pt x="6323" y="4209"/>
                  </a:lnTo>
                  <a:lnTo>
                    <a:pt x="6264" y="4366"/>
                  </a:lnTo>
                  <a:lnTo>
                    <a:pt x="6186" y="4522"/>
                  </a:lnTo>
                  <a:lnTo>
                    <a:pt x="6088" y="4679"/>
                  </a:lnTo>
                  <a:lnTo>
                    <a:pt x="5990" y="4835"/>
                  </a:lnTo>
                  <a:lnTo>
                    <a:pt x="5755" y="5090"/>
                  </a:lnTo>
                  <a:lnTo>
                    <a:pt x="5501" y="5305"/>
                  </a:lnTo>
                  <a:lnTo>
                    <a:pt x="5227" y="5501"/>
                  </a:lnTo>
                  <a:lnTo>
                    <a:pt x="4933" y="5677"/>
                  </a:lnTo>
                  <a:lnTo>
                    <a:pt x="4326" y="6010"/>
                  </a:lnTo>
                  <a:lnTo>
                    <a:pt x="3739" y="6343"/>
                  </a:lnTo>
                  <a:lnTo>
                    <a:pt x="3152" y="6734"/>
                  </a:lnTo>
                  <a:lnTo>
                    <a:pt x="2878" y="6930"/>
                  </a:lnTo>
                  <a:lnTo>
                    <a:pt x="2584" y="7145"/>
                  </a:lnTo>
                  <a:lnTo>
                    <a:pt x="2330" y="7380"/>
                  </a:lnTo>
                  <a:lnTo>
                    <a:pt x="2056" y="7615"/>
                  </a:lnTo>
                  <a:lnTo>
                    <a:pt x="1821" y="7869"/>
                  </a:lnTo>
                  <a:lnTo>
                    <a:pt x="1586" y="8143"/>
                  </a:lnTo>
                  <a:lnTo>
                    <a:pt x="1371" y="8398"/>
                  </a:lnTo>
                  <a:lnTo>
                    <a:pt x="1155" y="8691"/>
                  </a:lnTo>
                  <a:lnTo>
                    <a:pt x="979" y="8985"/>
                  </a:lnTo>
                  <a:lnTo>
                    <a:pt x="823" y="9298"/>
                  </a:lnTo>
                  <a:lnTo>
                    <a:pt x="686" y="9611"/>
                  </a:lnTo>
                  <a:lnTo>
                    <a:pt x="568" y="9944"/>
                  </a:lnTo>
                  <a:lnTo>
                    <a:pt x="490" y="10296"/>
                  </a:lnTo>
                  <a:lnTo>
                    <a:pt x="431" y="10649"/>
                  </a:lnTo>
                  <a:lnTo>
                    <a:pt x="412" y="10864"/>
                  </a:lnTo>
                  <a:lnTo>
                    <a:pt x="392" y="11099"/>
                  </a:lnTo>
                  <a:lnTo>
                    <a:pt x="412" y="11569"/>
                  </a:lnTo>
                  <a:lnTo>
                    <a:pt x="490" y="12489"/>
                  </a:lnTo>
                  <a:lnTo>
                    <a:pt x="529" y="12939"/>
                  </a:lnTo>
                  <a:lnTo>
                    <a:pt x="509" y="13174"/>
                  </a:lnTo>
                  <a:lnTo>
                    <a:pt x="509" y="13389"/>
                  </a:lnTo>
                  <a:lnTo>
                    <a:pt x="470" y="13624"/>
                  </a:lnTo>
                  <a:lnTo>
                    <a:pt x="431" y="13839"/>
                  </a:lnTo>
                  <a:lnTo>
                    <a:pt x="372" y="14074"/>
                  </a:lnTo>
                  <a:lnTo>
                    <a:pt x="275" y="14289"/>
                  </a:lnTo>
                  <a:lnTo>
                    <a:pt x="157" y="14544"/>
                  </a:lnTo>
                  <a:lnTo>
                    <a:pt x="0" y="14779"/>
                  </a:lnTo>
                  <a:lnTo>
                    <a:pt x="216" y="14798"/>
                  </a:lnTo>
                  <a:lnTo>
                    <a:pt x="372" y="14544"/>
                  </a:lnTo>
                  <a:lnTo>
                    <a:pt x="490" y="14289"/>
                  </a:lnTo>
                  <a:lnTo>
                    <a:pt x="588" y="14015"/>
                  </a:lnTo>
                  <a:lnTo>
                    <a:pt x="646" y="13722"/>
                  </a:lnTo>
                  <a:lnTo>
                    <a:pt x="705" y="13448"/>
                  </a:lnTo>
                  <a:lnTo>
                    <a:pt x="725" y="13154"/>
                  </a:lnTo>
                  <a:lnTo>
                    <a:pt x="725" y="12860"/>
                  </a:lnTo>
                  <a:lnTo>
                    <a:pt x="705" y="12547"/>
                  </a:lnTo>
                  <a:lnTo>
                    <a:pt x="627" y="11764"/>
                  </a:lnTo>
                  <a:lnTo>
                    <a:pt x="607" y="11373"/>
                  </a:lnTo>
                  <a:lnTo>
                    <a:pt x="607" y="10981"/>
                  </a:lnTo>
                  <a:lnTo>
                    <a:pt x="627" y="10590"/>
                  </a:lnTo>
                  <a:lnTo>
                    <a:pt x="705" y="10199"/>
                  </a:lnTo>
                  <a:lnTo>
                    <a:pt x="823" y="9827"/>
                  </a:lnTo>
                  <a:lnTo>
                    <a:pt x="979" y="9455"/>
                  </a:lnTo>
                  <a:lnTo>
                    <a:pt x="1136" y="9122"/>
                  </a:lnTo>
                  <a:lnTo>
                    <a:pt x="1312" y="8828"/>
                  </a:lnTo>
                  <a:lnTo>
                    <a:pt x="1527" y="8515"/>
                  </a:lnTo>
                  <a:lnTo>
                    <a:pt x="1743" y="8241"/>
                  </a:lnTo>
                  <a:lnTo>
                    <a:pt x="1997" y="7967"/>
                  </a:lnTo>
                  <a:lnTo>
                    <a:pt x="2251" y="7713"/>
                  </a:lnTo>
                  <a:lnTo>
                    <a:pt x="2525" y="7478"/>
                  </a:lnTo>
                  <a:lnTo>
                    <a:pt x="2799" y="7243"/>
                  </a:lnTo>
                  <a:lnTo>
                    <a:pt x="3073" y="7028"/>
                  </a:lnTo>
                  <a:lnTo>
                    <a:pt x="3367" y="6832"/>
                  </a:lnTo>
                  <a:lnTo>
                    <a:pt x="3974" y="6460"/>
                  </a:lnTo>
                  <a:lnTo>
                    <a:pt x="4581" y="6108"/>
                  </a:lnTo>
                  <a:lnTo>
                    <a:pt x="5168" y="5755"/>
                  </a:lnTo>
                  <a:lnTo>
                    <a:pt x="5403" y="5599"/>
                  </a:lnTo>
                  <a:lnTo>
                    <a:pt x="5638" y="5442"/>
                  </a:lnTo>
                  <a:lnTo>
                    <a:pt x="5853" y="5247"/>
                  </a:lnTo>
                  <a:lnTo>
                    <a:pt x="6049" y="5051"/>
                  </a:lnTo>
                  <a:lnTo>
                    <a:pt x="6225" y="4835"/>
                  </a:lnTo>
                  <a:lnTo>
                    <a:pt x="6381" y="4601"/>
                  </a:lnTo>
                  <a:lnTo>
                    <a:pt x="6499" y="4346"/>
                  </a:lnTo>
                  <a:lnTo>
                    <a:pt x="6538" y="4209"/>
                  </a:lnTo>
                  <a:lnTo>
                    <a:pt x="6557" y="4072"/>
                  </a:lnTo>
                  <a:lnTo>
                    <a:pt x="6577" y="3896"/>
                  </a:lnTo>
                  <a:lnTo>
                    <a:pt x="6597" y="3720"/>
                  </a:lnTo>
                  <a:lnTo>
                    <a:pt x="6557" y="3387"/>
                  </a:lnTo>
                  <a:lnTo>
                    <a:pt x="6518" y="3035"/>
                  </a:lnTo>
                  <a:lnTo>
                    <a:pt x="6460" y="2682"/>
                  </a:lnTo>
                  <a:lnTo>
                    <a:pt x="6420" y="2330"/>
                  </a:lnTo>
                  <a:lnTo>
                    <a:pt x="6401" y="2174"/>
                  </a:lnTo>
                  <a:lnTo>
                    <a:pt x="6420" y="1997"/>
                  </a:lnTo>
                  <a:lnTo>
                    <a:pt x="6440" y="1821"/>
                  </a:lnTo>
                  <a:lnTo>
                    <a:pt x="6479" y="1665"/>
                  </a:lnTo>
                  <a:lnTo>
                    <a:pt x="6538" y="1488"/>
                  </a:lnTo>
                  <a:lnTo>
                    <a:pt x="6616" y="1332"/>
                  </a:lnTo>
                  <a:lnTo>
                    <a:pt x="6714" y="1195"/>
                  </a:lnTo>
                  <a:lnTo>
                    <a:pt x="6812" y="1077"/>
                  </a:lnTo>
                  <a:lnTo>
                    <a:pt x="6929" y="960"/>
                  </a:lnTo>
                  <a:lnTo>
                    <a:pt x="7066" y="862"/>
                  </a:lnTo>
                  <a:lnTo>
                    <a:pt x="7203" y="764"/>
                  </a:lnTo>
                  <a:lnTo>
                    <a:pt x="7340" y="666"/>
                  </a:lnTo>
                  <a:lnTo>
                    <a:pt x="7634" y="529"/>
                  </a:lnTo>
                  <a:lnTo>
                    <a:pt x="7947" y="412"/>
                  </a:lnTo>
                  <a:lnTo>
                    <a:pt x="8280" y="314"/>
                  </a:lnTo>
                  <a:lnTo>
                    <a:pt x="8593" y="255"/>
                  </a:lnTo>
                  <a:lnTo>
                    <a:pt x="8926" y="216"/>
                  </a:lnTo>
                  <a:lnTo>
                    <a:pt x="9180" y="216"/>
                  </a:lnTo>
                  <a:lnTo>
                    <a:pt x="9454" y="197"/>
                  </a:lnTo>
                  <a:lnTo>
                    <a:pt x="9728" y="216"/>
                  </a:lnTo>
                  <a:lnTo>
                    <a:pt x="10002" y="236"/>
                  </a:lnTo>
                  <a:lnTo>
                    <a:pt x="10257" y="275"/>
                  </a:lnTo>
                  <a:lnTo>
                    <a:pt x="10531" y="314"/>
                  </a:lnTo>
                  <a:lnTo>
                    <a:pt x="10785" y="373"/>
                  </a:lnTo>
                  <a:lnTo>
                    <a:pt x="11059" y="451"/>
                  </a:lnTo>
                  <a:lnTo>
                    <a:pt x="11314" y="529"/>
                  </a:lnTo>
                  <a:lnTo>
                    <a:pt x="11568" y="627"/>
                  </a:lnTo>
                  <a:lnTo>
                    <a:pt x="11803" y="725"/>
                  </a:lnTo>
                  <a:lnTo>
                    <a:pt x="12058" y="843"/>
                  </a:lnTo>
                  <a:lnTo>
                    <a:pt x="12292" y="960"/>
                  </a:lnTo>
                  <a:lnTo>
                    <a:pt x="12527" y="1097"/>
                  </a:lnTo>
                  <a:lnTo>
                    <a:pt x="12743" y="1254"/>
                  </a:lnTo>
                  <a:lnTo>
                    <a:pt x="12977" y="1410"/>
                  </a:lnTo>
                  <a:lnTo>
                    <a:pt x="12977" y="1410"/>
                  </a:lnTo>
                  <a:lnTo>
                    <a:pt x="12938" y="1136"/>
                  </a:lnTo>
                  <a:lnTo>
                    <a:pt x="12625" y="921"/>
                  </a:lnTo>
                  <a:lnTo>
                    <a:pt x="12273" y="725"/>
                  </a:lnTo>
                  <a:lnTo>
                    <a:pt x="11921" y="549"/>
                  </a:lnTo>
                  <a:lnTo>
                    <a:pt x="11549" y="392"/>
                  </a:lnTo>
                  <a:lnTo>
                    <a:pt x="11177" y="275"/>
                  </a:lnTo>
                  <a:lnTo>
                    <a:pt x="10785" y="158"/>
                  </a:lnTo>
                  <a:lnTo>
                    <a:pt x="10394" y="79"/>
                  </a:lnTo>
                  <a:lnTo>
                    <a:pt x="10002" y="40"/>
                  </a:lnTo>
                  <a:lnTo>
                    <a:pt x="9748" y="1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54"/>
            <p:cNvSpPr/>
            <p:nvPr/>
          </p:nvSpPr>
          <p:spPr>
            <a:xfrm>
              <a:off x="1497084" y="2901788"/>
              <a:ext cx="48331" cy="210940"/>
            </a:xfrm>
            <a:custGeom>
              <a:avLst/>
              <a:gdLst/>
              <a:ahLst/>
              <a:cxnLst/>
              <a:rect l="l" t="t" r="r" b="b"/>
              <a:pathLst>
                <a:path w="1646" h="7184" extrusionOk="0">
                  <a:moveTo>
                    <a:pt x="1626" y="0"/>
                  </a:moveTo>
                  <a:lnTo>
                    <a:pt x="1351" y="392"/>
                  </a:lnTo>
                  <a:lnTo>
                    <a:pt x="1117" y="803"/>
                  </a:lnTo>
                  <a:lnTo>
                    <a:pt x="882" y="1233"/>
                  </a:lnTo>
                  <a:lnTo>
                    <a:pt x="686" y="1664"/>
                  </a:lnTo>
                  <a:lnTo>
                    <a:pt x="490" y="2114"/>
                  </a:lnTo>
                  <a:lnTo>
                    <a:pt x="353" y="2584"/>
                  </a:lnTo>
                  <a:lnTo>
                    <a:pt x="216" y="3054"/>
                  </a:lnTo>
                  <a:lnTo>
                    <a:pt x="118" y="3523"/>
                  </a:lnTo>
                  <a:lnTo>
                    <a:pt x="60" y="3993"/>
                  </a:lnTo>
                  <a:lnTo>
                    <a:pt x="21" y="4443"/>
                  </a:lnTo>
                  <a:lnTo>
                    <a:pt x="1" y="4913"/>
                  </a:lnTo>
                  <a:lnTo>
                    <a:pt x="21" y="5383"/>
                  </a:lnTo>
                  <a:lnTo>
                    <a:pt x="60" y="5833"/>
                  </a:lnTo>
                  <a:lnTo>
                    <a:pt x="118" y="6283"/>
                  </a:lnTo>
                  <a:lnTo>
                    <a:pt x="216" y="6753"/>
                  </a:lnTo>
                  <a:lnTo>
                    <a:pt x="314" y="7184"/>
                  </a:lnTo>
                  <a:lnTo>
                    <a:pt x="510" y="7144"/>
                  </a:lnTo>
                  <a:lnTo>
                    <a:pt x="451" y="6929"/>
                  </a:lnTo>
                  <a:lnTo>
                    <a:pt x="373" y="6557"/>
                  </a:lnTo>
                  <a:lnTo>
                    <a:pt x="295" y="6185"/>
                  </a:lnTo>
                  <a:lnTo>
                    <a:pt x="255" y="5794"/>
                  </a:lnTo>
                  <a:lnTo>
                    <a:pt x="216" y="5422"/>
                  </a:lnTo>
                  <a:lnTo>
                    <a:pt x="197" y="5050"/>
                  </a:lnTo>
                  <a:lnTo>
                    <a:pt x="216" y="4678"/>
                  </a:lnTo>
                  <a:lnTo>
                    <a:pt x="236" y="4287"/>
                  </a:lnTo>
                  <a:lnTo>
                    <a:pt x="275" y="3915"/>
                  </a:lnTo>
                  <a:lnTo>
                    <a:pt x="334" y="3543"/>
                  </a:lnTo>
                  <a:lnTo>
                    <a:pt x="392" y="3171"/>
                  </a:lnTo>
                  <a:lnTo>
                    <a:pt x="490" y="2819"/>
                  </a:lnTo>
                  <a:lnTo>
                    <a:pt x="608" y="2447"/>
                  </a:lnTo>
                  <a:lnTo>
                    <a:pt x="725" y="2095"/>
                  </a:lnTo>
                  <a:lnTo>
                    <a:pt x="862" y="1742"/>
                  </a:lnTo>
                  <a:lnTo>
                    <a:pt x="1019" y="1390"/>
                  </a:lnTo>
                  <a:lnTo>
                    <a:pt x="1195" y="1057"/>
                  </a:lnTo>
                  <a:lnTo>
                    <a:pt x="1410" y="685"/>
                  </a:lnTo>
                  <a:lnTo>
                    <a:pt x="1645" y="333"/>
                  </a:lnTo>
                  <a:lnTo>
                    <a:pt x="1626" y="0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54"/>
            <p:cNvSpPr/>
            <p:nvPr/>
          </p:nvSpPr>
          <p:spPr>
            <a:xfrm>
              <a:off x="1267205" y="2799489"/>
              <a:ext cx="273600" cy="347153"/>
            </a:xfrm>
            <a:custGeom>
              <a:avLst/>
              <a:gdLst/>
              <a:ahLst/>
              <a:cxnLst/>
              <a:rect l="l" t="t" r="r" b="b"/>
              <a:pathLst>
                <a:path w="9318" h="11823" extrusionOk="0">
                  <a:moveTo>
                    <a:pt x="8672" y="0"/>
                  </a:moveTo>
                  <a:lnTo>
                    <a:pt x="8358" y="20"/>
                  </a:lnTo>
                  <a:lnTo>
                    <a:pt x="8045" y="59"/>
                  </a:lnTo>
                  <a:lnTo>
                    <a:pt x="7752" y="137"/>
                  </a:lnTo>
                  <a:lnTo>
                    <a:pt x="7458" y="255"/>
                  </a:lnTo>
                  <a:lnTo>
                    <a:pt x="7184" y="392"/>
                  </a:lnTo>
                  <a:lnTo>
                    <a:pt x="6910" y="587"/>
                  </a:lnTo>
                  <a:lnTo>
                    <a:pt x="6734" y="764"/>
                  </a:lnTo>
                  <a:lnTo>
                    <a:pt x="6597" y="940"/>
                  </a:lnTo>
                  <a:lnTo>
                    <a:pt x="6460" y="1116"/>
                  </a:lnTo>
                  <a:lnTo>
                    <a:pt x="6362" y="1331"/>
                  </a:lnTo>
                  <a:lnTo>
                    <a:pt x="6284" y="1527"/>
                  </a:lnTo>
                  <a:lnTo>
                    <a:pt x="6225" y="1742"/>
                  </a:lnTo>
                  <a:lnTo>
                    <a:pt x="6127" y="2192"/>
                  </a:lnTo>
                  <a:lnTo>
                    <a:pt x="6029" y="2643"/>
                  </a:lnTo>
                  <a:lnTo>
                    <a:pt x="5931" y="3093"/>
                  </a:lnTo>
                  <a:lnTo>
                    <a:pt x="5873" y="3308"/>
                  </a:lnTo>
                  <a:lnTo>
                    <a:pt x="5794" y="3523"/>
                  </a:lnTo>
                  <a:lnTo>
                    <a:pt x="5677" y="3719"/>
                  </a:lnTo>
                  <a:lnTo>
                    <a:pt x="5559" y="3915"/>
                  </a:lnTo>
                  <a:lnTo>
                    <a:pt x="5403" y="4111"/>
                  </a:lnTo>
                  <a:lnTo>
                    <a:pt x="5227" y="4306"/>
                  </a:lnTo>
                  <a:lnTo>
                    <a:pt x="5031" y="4463"/>
                  </a:lnTo>
                  <a:lnTo>
                    <a:pt x="4835" y="4619"/>
                  </a:lnTo>
                  <a:lnTo>
                    <a:pt x="4640" y="4776"/>
                  </a:lnTo>
                  <a:lnTo>
                    <a:pt x="4424" y="4893"/>
                  </a:lnTo>
                  <a:lnTo>
                    <a:pt x="3974" y="5148"/>
                  </a:lnTo>
                  <a:lnTo>
                    <a:pt x="3524" y="5363"/>
                  </a:lnTo>
                  <a:lnTo>
                    <a:pt x="3054" y="5579"/>
                  </a:lnTo>
                  <a:lnTo>
                    <a:pt x="2604" y="5794"/>
                  </a:lnTo>
                  <a:lnTo>
                    <a:pt x="2154" y="6029"/>
                  </a:lnTo>
                  <a:lnTo>
                    <a:pt x="1958" y="6166"/>
                  </a:lnTo>
                  <a:lnTo>
                    <a:pt x="1782" y="6283"/>
                  </a:lnTo>
                  <a:lnTo>
                    <a:pt x="1606" y="6440"/>
                  </a:lnTo>
                  <a:lnTo>
                    <a:pt x="1430" y="6577"/>
                  </a:lnTo>
                  <a:lnTo>
                    <a:pt x="1273" y="6733"/>
                  </a:lnTo>
                  <a:lnTo>
                    <a:pt x="1136" y="6910"/>
                  </a:lnTo>
                  <a:lnTo>
                    <a:pt x="862" y="7242"/>
                  </a:lnTo>
                  <a:lnTo>
                    <a:pt x="627" y="7634"/>
                  </a:lnTo>
                  <a:lnTo>
                    <a:pt x="431" y="8025"/>
                  </a:lnTo>
                  <a:lnTo>
                    <a:pt x="275" y="8436"/>
                  </a:lnTo>
                  <a:lnTo>
                    <a:pt x="157" y="8886"/>
                  </a:lnTo>
                  <a:lnTo>
                    <a:pt x="79" y="9258"/>
                  </a:lnTo>
                  <a:lnTo>
                    <a:pt x="40" y="9611"/>
                  </a:lnTo>
                  <a:lnTo>
                    <a:pt x="1" y="9983"/>
                  </a:lnTo>
                  <a:lnTo>
                    <a:pt x="1" y="10354"/>
                  </a:lnTo>
                  <a:lnTo>
                    <a:pt x="1" y="10726"/>
                  </a:lnTo>
                  <a:lnTo>
                    <a:pt x="20" y="11079"/>
                  </a:lnTo>
                  <a:lnTo>
                    <a:pt x="59" y="11450"/>
                  </a:lnTo>
                  <a:lnTo>
                    <a:pt x="118" y="11822"/>
                  </a:lnTo>
                  <a:lnTo>
                    <a:pt x="314" y="11822"/>
                  </a:lnTo>
                  <a:lnTo>
                    <a:pt x="236" y="11196"/>
                  </a:lnTo>
                  <a:lnTo>
                    <a:pt x="196" y="10570"/>
                  </a:lnTo>
                  <a:lnTo>
                    <a:pt x="196" y="10276"/>
                  </a:lnTo>
                  <a:lnTo>
                    <a:pt x="216" y="9963"/>
                  </a:lnTo>
                  <a:lnTo>
                    <a:pt x="236" y="9650"/>
                  </a:lnTo>
                  <a:lnTo>
                    <a:pt x="275" y="9337"/>
                  </a:lnTo>
                  <a:lnTo>
                    <a:pt x="373" y="8867"/>
                  </a:lnTo>
                  <a:lnTo>
                    <a:pt x="510" y="8417"/>
                  </a:lnTo>
                  <a:lnTo>
                    <a:pt x="666" y="7986"/>
                  </a:lnTo>
                  <a:lnTo>
                    <a:pt x="784" y="7790"/>
                  </a:lnTo>
                  <a:lnTo>
                    <a:pt x="881" y="7575"/>
                  </a:lnTo>
                  <a:lnTo>
                    <a:pt x="1018" y="7399"/>
                  </a:lnTo>
                  <a:lnTo>
                    <a:pt x="1155" y="7203"/>
                  </a:lnTo>
                  <a:lnTo>
                    <a:pt x="1293" y="7027"/>
                  </a:lnTo>
                  <a:lnTo>
                    <a:pt x="1449" y="6851"/>
                  </a:lnTo>
                  <a:lnTo>
                    <a:pt x="1606" y="6694"/>
                  </a:lnTo>
                  <a:lnTo>
                    <a:pt x="1782" y="6538"/>
                  </a:lnTo>
                  <a:lnTo>
                    <a:pt x="1978" y="6401"/>
                  </a:lnTo>
                  <a:lnTo>
                    <a:pt x="2173" y="6264"/>
                  </a:lnTo>
                  <a:lnTo>
                    <a:pt x="2565" y="6048"/>
                  </a:lnTo>
                  <a:lnTo>
                    <a:pt x="2956" y="5833"/>
                  </a:lnTo>
                  <a:lnTo>
                    <a:pt x="3759" y="5461"/>
                  </a:lnTo>
                  <a:lnTo>
                    <a:pt x="4150" y="5265"/>
                  </a:lnTo>
                  <a:lnTo>
                    <a:pt x="4542" y="5050"/>
                  </a:lnTo>
                  <a:lnTo>
                    <a:pt x="4894" y="4815"/>
                  </a:lnTo>
                  <a:lnTo>
                    <a:pt x="5090" y="4678"/>
                  </a:lnTo>
                  <a:lnTo>
                    <a:pt x="5246" y="4541"/>
                  </a:lnTo>
                  <a:lnTo>
                    <a:pt x="5403" y="4404"/>
                  </a:lnTo>
                  <a:lnTo>
                    <a:pt x="5540" y="4267"/>
                  </a:lnTo>
                  <a:lnTo>
                    <a:pt x="5677" y="4111"/>
                  </a:lnTo>
                  <a:lnTo>
                    <a:pt x="5775" y="3934"/>
                  </a:lnTo>
                  <a:lnTo>
                    <a:pt x="5892" y="3778"/>
                  </a:lnTo>
                  <a:lnTo>
                    <a:pt x="5990" y="3582"/>
                  </a:lnTo>
                  <a:lnTo>
                    <a:pt x="6068" y="3406"/>
                  </a:lnTo>
                  <a:lnTo>
                    <a:pt x="6127" y="3210"/>
                  </a:lnTo>
                  <a:lnTo>
                    <a:pt x="6186" y="2995"/>
                  </a:lnTo>
                  <a:lnTo>
                    <a:pt x="6225" y="2760"/>
                  </a:lnTo>
                  <a:lnTo>
                    <a:pt x="6284" y="2310"/>
                  </a:lnTo>
                  <a:lnTo>
                    <a:pt x="6382" y="1860"/>
                  </a:lnTo>
                  <a:lnTo>
                    <a:pt x="6440" y="1644"/>
                  </a:lnTo>
                  <a:lnTo>
                    <a:pt x="6519" y="1429"/>
                  </a:lnTo>
                  <a:lnTo>
                    <a:pt x="6616" y="1233"/>
                  </a:lnTo>
                  <a:lnTo>
                    <a:pt x="6734" y="1038"/>
                  </a:lnTo>
                  <a:lnTo>
                    <a:pt x="6871" y="881"/>
                  </a:lnTo>
                  <a:lnTo>
                    <a:pt x="7008" y="744"/>
                  </a:lnTo>
                  <a:lnTo>
                    <a:pt x="7164" y="627"/>
                  </a:lnTo>
                  <a:lnTo>
                    <a:pt x="7341" y="529"/>
                  </a:lnTo>
                  <a:lnTo>
                    <a:pt x="7497" y="450"/>
                  </a:lnTo>
                  <a:lnTo>
                    <a:pt x="7693" y="372"/>
                  </a:lnTo>
                  <a:lnTo>
                    <a:pt x="7869" y="313"/>
                  </a:lnTo>
                  <a:lnTo>
                    <a:pt x="8065" y="274"/>
                  </a:lnTo>
                  <a:lnTo>
                    <a:pt x="8280" y="255"/>
                  </a:lnTo>
                  <a:lnTo>
                    <a:pt x="8476" y="235"/>
                  </a:lnTo>
                  <a:lnTo>
                    <a:pt x="8887" y="235"/>
                  </a:lnTo>
                  <a:lnTo>
                    <a:pt x="9317" y="274"/>
                  </a:lnTo>
                  <a:lnTo>
                    <a:pt x="9317" y="274"/>
                  </a:lnTo>
                  <a:lnTo>
                    <a:pt x="9298" y="59"/>
                  </a:lnTo>
                  <a:lnTo>
                    <a:pt x="8985" y="20"/>
                  </a:lnTo>
                  <a:lnTo>
                    <a:pt x="8672" y="0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54"/>
            <p:cNvSpPr/>
            <p:nvPr/>
          </p:nvSpPr>
          <p:spPr>
            <a:xfrm>
              <a:off x="1008580" y="2454656"/>
              <a:ext cx="217283" cy="601168"/>
            </a:xfrm>
            <a:custGeom>
              <a:avLst/>
              <a:gdLst/>
              <a:ahLst/>
              <a:cxnLst/>
              <a:rect l="l" t="t" r="r" b="b"/>
              <a:pathLst>
                <a:path w="7400" h="20474" extrusionOk="0">
                  <a:moveTo>
                    <a:pt x="823" y="0"/>
                  </a:moveTo>
                  <a:lnTo>
                    <a:pt x="373" y="20"/>
                  </a:lnTo>
                  <a:lnTo>
                    <a:pt x="334" y="39"/>
                  </a:lnTo>
                  <a:lnTo>
                    <a:pt x="294" y="59"/>
                  </a:lnTo>
                  <a:lnTo>
                    <a:pt x="275" y="98"/>
                  </a:lnTo>
                  <a:lnTo>
                    <a:pt x="275" y="137"/>
                  </a:lnTo>
                  <a:lnTo>
                    <a:pt x="275" y="176"/>
                  </a:lnTo>
                  <a:lnTo>
                    <a:pt x="294" y="196"/>
                  </a:lnTo>
                  <a:lnTo>
                    <a:pt x="334" y="216"/>
                  </a:lnTo>
                  <a:lnTo>
                    <a:pt x="373" y="235"/>
                  </a:lnTo>
                  <a:lnTo>
                    <a:pt x="784" y="216"/>
                  </a:lnTo>
                  <a:lnTo>
                    <a:pt x="1586" y="216"/>
                  </a:lnTo>
                  <a:lnTo>
                    <a:pt x="1997" y="255"/>
                  </a:lnTo>
                  <a:lnTo>
                    <a:pt x="2389" y="313"/>
                  </a:lnTo>
                  <a:lnTo>
                    <a:pt x="2780" y="372"/>
                  </a:lnTo>
                  <a:lnTo>
                    <a:pt x="3172" y="451"/>
                  </a:lnTo>
                  <a:lnTo>
                    <a:pt x="3563" y="568"/>
                  </a:lnTo>
                  <a:lnTo>
                    <a:pt x="3896" y="666"/>
                  </a:lnTo>
                  <a:lnTo>
                    <a:pt x="4209" y="783"/>
                  </a:lnTo>
                  <a:lnTo>
                    <a:pt x="4522" y="901"/>
                  </a:lnTo>
                  <a:lnTo>
                    <a:pt x="4816" y="1057"/>
                  </a:lnTo>
                  <a:lnTo>
                    <a:pt x="5109" y="1233"/>
                  </a:lnTo>
                  <a:lnTo>
                    <a:pt x="5383" y="1429"/>
                  </a:lnTo>
                  <a:lnTo>
                    <a:pt x="5638" y="1644"/>
                  </a:lnTo>
                  <a:lnTo>
                    <a:pt x="5853" y="1899"/>
                  </a:lnTo>
                  <a:lnTo>
                    <a:pt x="5971" y="2056"/>
                  </a:lnTo>
                  <a:lnTo>
                    <a:pt x="6049" y="2212"/>
                  </a:lnTo>
                  <a:lnTo>
                    <a:pt x="6127" y="2388"/>
                  </a:lnTo>
                  <a:lnTo>
                    <a:pt x="6186" y="2545"/>
                  </a:lnTo>
                  <a:lnTo>
                    <a:pt x="6225" y="2721"/>
                  </a:lnTo>
                  <a:lnTo>
                    <a:pt x="6245" y="2897"/>
                  </a:lnTo>
                  <a:lnTo>
                    <a:pt x="6264" y="3054"/>
                  </a:lnTo>
                  <a:lnTo>
                    <a:pt x="6245" y="3230"/>
                  </a:lnTo>
                  <a:lnTo>
                    <a:pt x="6225" y="3582"/>
                  </a:lnTo>
                  <a:lnTo>
                    <a:pt x="6147" y="3935"/>
                  </a:lnTo>
                  <a:lnTo>
                    <a:pt x="6049" y="4287"/>
                  </a:lnTo>
                  <a:lnTo>
                    <a:pt x="5951" y="4639"/>
                  </a:lnTo>
                  <a:lnTo>
                    <a:pt x="5873" y="4952"/>
                  </a:lnTo>
                  <a:lnTo>
                    <a:pt x="5814" y="5285"/>
                  </a:lnTo>
                  <a:lnTo>
                    <a:pt x="5755" y="5598"/>
                  </a:lnTo>
                  <a:lnTo>
                    <a:pt x="5755" y="5931"/>
                  </a:lnTo>
                  <a:lnTo>
                    <a:pt x="5794" y="6225"/>
                  </a:lnTo>
                  <a:lnTo>
                    <a:pt x="5853" y="6518"/>
                  </a:lnTo>
                  <a:lnTo>
                    <a:pt x="5931" y="6792"/>
                  </a:lnTo>
                  <a:lnTo>
                    <a:pt x="6049" y="7066"/>
                  </a:lnTo>
                  <a:lnTo>
                    <a:pt x="6186" y="7360"/>
                  </a:lnTo>
                  <a:lnTo>
                    <a:pt x="6323" y="7634"/>
                  </a:lnTo>
                  <a:lnTo>
                    <a:pt x="6616" y="8201"/>
                  </a:lnTo>
                  <a:lnTo>
                    <a:pt x="6754" y="8475"/>
                  </a:lnTo>
                  <a:lnTo>
                    <a:pt x="6891" y="8750"/>
                  </a:lnTo>
                  <a:lnTo>
                    <a:pt x="7008" y="9043"/>
                  </a:lnTo>
                  <a:lnTo>
                    <a:pt x="7106" y="9356"/>
                  </a:lnTo>
                  <a:lnTo>
                    <a:pt x="7145" y="9532"/>
                  </a:lnTo>
                  <a:lnTo>
                    <a:pt x="7165" y="9709"/>
                  </a:lnTo>
                  <a:lnTo>
                    <a:pt x="7184" y="9885"/>
                  </a:lnTo>
                  <a:lnTo>
                    <a:pt x="7184" y="10041"/>
                  </a:lnTo>
                  <a:lnTo>
                    <a:pt x="7145" y="10394"/>
                  </a:lnTo>
                  <a:lnTo>
                    <a:pt x="7086" y="10726"/>
                  </a:lnTo>
                  <a:lnTo>
                    <a:pt x="6969" y="11040"/>
                  </a:lnTo>
                  <a:lnTo>
                    <a:pt x="6812" y="11353"/>
                  </a:lnTo>
                  <a:lnTo>
                    <a:pt x="6636" y="11666"/>
                  </a:lnTo>
                  <a:lnTo>
                    <a:pt x="6421" y="11940"/>
                  </a:lnTo>
                  <a:lnTo>
                    <a:pt x="6186" y="12194"/>
                  </a:lnTo>
                  <a:lnTo>
                    <a:pt x="5951" y="12429"/>
                  </a:lnTo>
                  <a:lnTo>
                    <a:pt x="5697" y="12664"/>
                  </a:lnTo>
                  <a:lnTo>
                    <a:pt x="5442" y="12860"/>
                  </a:lnTo>
                  <a:lnTo>
                    <a:pt x="5168" y="13056"/>
                  </a:lnTo>
                  <a:lnTo>
                    <a:pt x="4874" y="13251"/>
                  </a:lnTo>
                  <a:lnTo>
                    <a:pt x="4307" y="13584"/>
                  </a:lnTo>
                  <a:lnTo>
                    <a:pt x="3720" y="13936"/>
                  </a:lnTo>
                  <a:lnTo>
                    <a:pt x="3132" y="14269"/>
                  </a:lnTo>
                  <a:lnTo>
                    <a:pt x="2565" y="14641"/>
                  </a:lnTo>
                  <a:lnTo>
                    <a:pt x="2291" y="14837"/>
                  </a:lnTo>
                  <a:lnTo>
                    <a:pt x="2036" y="15032"/>
                  </a:lnTo>
                  <a:lnTo>
                    <a:pt x="1762" y="15287"/>
                  </a:lnTo>
                  <a:lnTo>
                    <a:pt x="1508" y="15541"/>
                  </a:lnTo>
                  <a:lnTo>
                    <a:pt x="1293" y="15796"/>
                  </a:lnTo>
                  <a:lnTo>
                    <a:pt x="1077" y="16089"/>
                  </a:lnTo>
                  <a:lnTo>
                    <a:pt x="901" y="16383"/>
                  </a:lnTo>
                  <a:lnTo>
                    <a:pt x="745" y="16677"/>
                  </a:lnTo>
                  <a:lnTo>
                    <a:pt x="608" y="16990"/>
                  </a:lnTo>
                  <a:lnTo>
                    <a:pt x="471" y="17323"/>
                  </a:lnTo>
                  <a:lnTo>
                    <a:pt x="373" y="17636"/>
                  </a:lnTo>
                  <a:lnTo>
                    <a:pt x="275" y="17968"/>
                  </a:lnTo>
                  <a:lnTo>
                    <a:pt x="197" y="18321"/>
                  </a:lnTo>
                  <a:lnTo>
                    <a:pt x="138" y="18654"/>
                  </a:lnTo>
                  <a:lnTo>
                    <a:pt x="99" y="19006"/>
                  </a:lnTo>
                  <a:lnTo>
                    <a:pt x="59" y="19358"/>
                  </a:lnTo>
                  <a:lnTo>
                    <a:pt x="1" y="20063"/>
                  </a:lnTo>
                  <a:lnTo>
                    <a:pt x="138" y="20474"/>
                  </a:lnTo>
                  <a:lnTo>
                    <a:pt x="177" y="20454"/>
                  </a:lnTo>
                  <a:lnTo>
                    <a:pt x="197" y="20396"/>
                  </a:lnTo>
                  <a:lnTo>
                    <a:pt x="236" y="19652"/>
                  </a:lnTo>
                  <a:lnTo>
                    <a:pt x="255" y="19280"/>
                  </a:lnTo>
                  <a:lnTo>
                    <a:pt x="314" y="18908"/>
                  </a:lnTo>
                  <a:lnTo>
                    <a:pt x="373" y="18556"/>
                  </a:lnTo>
                  <a:lnTo>
                    <a:pt x="431" y="18203"/>
                  </a:lnTo>
                  <a:lnTo>
                    <a:pt x="529" y="17851"/>
                  </a:lnTo>
                  <a:lnTo>
                    <a:pt x="627" y="17499"/>
                  </a:lnTo>
                  <a:lnTo>
                    <a:pt x="745" y="17166"/>
                  </a:lnTo>
                  <a:lnTo>
                    <a:pt x="901" y="16833"/>
                  </a:lnTo>
                  <a:lnTo>
                    <a:pt x="1058" y="16520"/>
                  </a:lnTo>
                  <a:lnTo>
                    <a:pt x="1253" y="16207"/>
                  </a:lnTo>
                  <a:lnTo>
                    <a:pt x="1469" y="15913"/>
                  </a:lnTo>
                  <a:lnTo>
                    <a:pt x="1704" y="15639"/>
                  </a:lnTo>
                  <a:lnTo>
                    <a:pt x="1958" y="15365"/>
                  </a:lnTo>
                  <a:lnTo>
                    <a:pt x="2252" y="15130"/>
                  </a:lnTo>
                  <a:lnTo>
                    <a:pt x="2526" y="14915"/>
                  </a:lnTo>
                  <a:lnTo>
                    <a:pt x="2800" y="14719"/>
                  </a:lnTo>
                  <a:lnTo>
                    <a:pt x="3387" y="14347"/>
                  </a:lnTo>
                  <a:lnTo>
                    <a:pt x="4581" y="13662"/>
                  </a:lnTo>
                  <a:lnTo>
                    <a:pt x="5149" y="13310"/>
                  </a:lnTo>
                  <a:lnTo>
                    <a:pt x="5442" y="13114"/>
                  </a:lnTo>
                  <a:lnTo>
                    <a:pt x="5716" y="12899"/>
                  </a:lnTo>
                  <a:lnTo>
                    <a:pt x="5971" y="12684"/>
                  </a:lnTo>
                  <a:lnTo>
                    <a:pt x="6225" y="12449"/>
                  </a:lnTo>
                  <a:lnTo>
                    <a:pt x="6460" y="12194"/>
                  </a:lnTo>
                  <a:lnTo>
                    <a:pt x="6675" y="11920"/>
                  </a:lnTo>
                  <a:lnTo>
                    <a:pt x="6851" y="11666"/>
                  </a:lnTo>
                  <a:lnTo>
                    <a:pt x="7028" y="11411"/>
                  </a:lnTo>
                  <a:lnTo>
                    <a:pt x="7145" y="11137"/>
                  </a:lnTo>
                  <a:lnTo>
                    <a:pt x="7262" y="10844"/>
                  </a:lnTo>
                  <a:lnTo>
                    <a:pt x="7341" y="10550"/>
                  </a:lnTo>
                  <a:lnTo>
                    <a:pt x="7380" y="10237"/>
                  </a:lnTo>
                  <a:lnTo>
                    <a:pt x="7399" y="9924"/>
                  </a:lnTo>
                  <a:lnTo>
                    <a:pt x="7360" y="9630"/>
                  </a:lnTo>
                  <a:lnTo>
                    <a:pt x="7302" y="9298"/>
                  </a:lnTo>
                  <a:lnTo>
                    <a:pt x="7204" y="9004"/>
                  </a:lnTo>
                  <a:lnTo>
                    <a:pt x="7086" y="8691"/>
                  </a:lnTo>
                  <a:lnTo>
                    <a:pt x="6949" y="8397"/>
                  </a:lnTo>
                  <a:lnTo>
                    <a:pt x="6656" y="7830"/>
                  </a:lnTo>
                  <a:lnTo>
                    <a:pt x="6362" y="7262"/>
                  </a:lnTo>
                  <a:lnTo>
                    <a:pt x="6205" y="6949"/>
                  </a:lnTo>
                  <a:lnTo>
                    <a:pt x="6088" y="6616"/>
                  </a:lnTo>
                  <a:lnTo>
                    <a:pt x="6010" y="6283"/>
                  </a:lnTo>
                  <a:lnTo>
                    <a:pt x="5971" y="6107"/>
                  </a:lnTo>
                  <a:lnTo>
                    <a:pt x="5951" y="5931"/>
                  </a:lnTo>
                  <a:lnTo>
                    <a:pt x="5951" y="5735"/>
                  </a:lnTo>
                  <a:lnTo>
                    <a:pt x="5971" y="5540"/>
                  </a:lnTo>
                  <a:lnTo>
                    <a:pt x="6029" y="5168"/>
                  </a:lnTo>
                  <a:lnTo>
                    <a:pt x="6127" y="4796"/>
                  </a:lnTo>
                  <a:lnTo>
                    <a:pt x="6225" y="4424"/>
                  </a:lnTo>
                  <a:lnTo>
                    <a:pt x="6323" y="4111"/>
                  </a:lnTo>
                  <a:lnTo>
                    <a:pt x="6382" y="3798"/>
                  </a:lnTo>
                  <a:lnTo>
                    <a:pt x="6440" y="3484"/>
                  </a:lnTo>
                  <a:lnTo>
                    <a:pt x="6460" y="3171"/>
                  </a:lnTo>
                  <a:lnTo>
                    <a:pt x="6460" y="2878"/>
                  </a:lnTo>
                  <a:lnTo>
                    <a:pt x="6401" y="2564"/>
                  </a:lnTo>
                  <a:lnTo>
                    <a:pt x="6362" y="2427"/>
                  </a:lnTo>
                  <a:lnTo>
                    <a:pt x="6303" y="2271"/>
                  </a:lnTo>
                  <a:lnTo>
                    <a:pt x="6245" y="2114"/>
                  </a:lnTo>
                  <a:lnTo>
                    <a:pt x="6147" y="1977"/>
                  </a:lnTo>
                  <a:lnTo>
                    <a:pt x="5951" y="1703"/>
                  </a:lnTo>
                  <a:lnTo>
                    <a:pt x="5716" y="1449"/>
                  </a:lnTo>
                  <a:lnTo>
                    <a:pt x="5462" y="1233"/>
                  </a:lnTo>
                  <a:lnTo>
                    <a:pt x="5168" y="1038"/>
                  </a:lnTo>
                  <a:lnTo>
                    <a:pt x="4874" y="862"/>
                  </a:lnTo>
                  <a:lnTo>
                    <a:pt x="4561" y="705"/>
                  </a:lnTo>
                  <a:lnTo>
                    <a:pt x="4248" y="568"/>
                  </a:lnTo>
                  <a:lnTo>
                    <a:pt x="3915" y="451"/>
                  </a:lnTo>
                  <a:lnTo>
                    <a:pt x="3485" y="333"/>
                  </a:lnTo>
                  <a:lnTo>
                    <a:pt x="3054" y="216"/>
                  </a:lnTo>
                  <a:lnTo>
                    <a:pt x="2604" y="137"/>
                  </a:lnTo>
                  <a:lnTo>
                    <a:pt x="2173" y="79"/>
                  </a:lnTo>
                  <a:lnTo>
                    <a:pt x="1723" y="20"/>
                  </a:lnTo>
                  <a:lnTo>
                    <a:pt x="1273" y="0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54"/>
            <p:cNvSpPr/>
            <p:nvPr/>
          </p:nvSpPr>
          <p:spPr>
            <a:xfrm>
              <a:off x="971818" y="2512706"/>
              <a:ext cx="125877" cy="298881"/>
            </a:xfrm>
            <a:custGeom>
              <a:avLst/>
              <a:gdLst/>
              <a:ahLst/>
              <a:cxnLst/>
              <a:rect l="l" t="t" r="r" b="b"/>
              <a:pathLst>
                <a:path w="4287" h="10179" extrusionOk="0">
                  <a:moveTo>
                    <a:pt x="881" y="0"/>
                  </a:moveTo>
                  <a:lnTo>
                    <a:pt x="861" y="39"/>
                  </a:lnTo>
                  <a:lnTo>
                    <a:pt x="842" y="59"/>
                  </a:lnTo>
                  <a:lnTo>
                    <a:pt x="842" y="98"/>
                  </a:lnTo>
                  <a:lnTo>
                    <a:pt x="861" y="137"/>
                  </a:lnTo>
                  <a:lnTo>
                    <a:pt x="881" y="176"/>
                  </a:lnTo>
                  <a:lnTo>
                    <a:pt x="920" y="196"/>
                  </a:lnTo>
                  <a:lnTo>
                    <a:pt x="1214" y="333"/>
                  </a:lnTo>
                  <a:lnTo>
                    <a:pt x="1488" y="490"/>
                  </a:lnTo>
                  <a:lnTo>
                    <a:pt x="1762" y="666"/>
                  </a:lnTo>
                  <a:lnTo>
                    <a:pt x="2016" y="842"/>
                  </a:lnTo>
                  <a:lnTo>
                    <a:pt x="2271" y="1038"/>
                  </a:lnTo>
                  <a:lnTo>
                    <a:pt x="2505" y="1272"/>
                  </a:lnTo>
                  <a:lnTo>
                    <a:pt x="2721" y="1488"/>
                  </a:lnTo>
                  <a:lnTo>
                    <a:pt x="2916" y="1742"/>
                  </a:lnTo>
                  <a:lnTo>
                    <a:pt x="3112" y="1997"/>
                  </a:lnTo>
                  <a:lnTo>
                    <a:pt x="3288" y="2271"/>
                  </a:lnTo>
                  <a:lnTo>
                    <a:pt x="3465" y="2545"/>
                  </a:lnTo>
                  <a:lnTo>
                    <a:pt x="3602" y="2819"/>
                  </a:lnTo>
                  <a:lnTo>
                    <a:pt x="3719" y="3112"/>
                  </a:lnTo>
                  <a:lnTo>
                    <a:pt x="3836" y="3426"/>
                  </a:lnTo>
                  <a:lnTo>
                    <a:pt x="3934" y="3719"/>
                  </a:lnTo>
                  <a:lnTo>
                    <a:pt x="3993" y="4032"/>
                  </a:lnTo>
                  <a:lnTo>
                    <a:pt x="4052" y="4365"/>
                  </a:lnTo>
                  <a:lnTo>
                    <a:pt x="4091" y="4678"/>
                  </a:lnTo>
                  <a:lnTo>
                    <a:pt x="4091" y="4991"/>
                  </a:lnTo>
                  <a:lnTo>
                    <a:pt x="4071" y="5305"/>
                  </a:lnTo>
                  <a:lnTo>
                    <a:pt x="4052" y="5618"/>
                  </a:lnTo>
                  <a:lnTo>
                    <a:pt x="3993" y="5911"/>
                  </a:lnTo>
                  <a:lnTo>
                    <a:pt x="3915" y="6224"/>
                  </a:lnTo>
                  <a:lnTo>
                    <a:pt x="3836" y="6518"/>
                  </a:lnTo>
                  <a:lnTo>
                    <a:pt x="3719" y="6812"/>
                  </a:lnTo>
                  <a:lnTo>
                    <a:pt x="3602" y="7105"/>
                  </a:lnTo>
                  <a:lnTo>
                    <a:pt x="3465" y="7379"/>
                  </a:lnTo>
                  <a:lnTo>
                    <a:pt x="3288" y="7653"/>
                  </a:lnTo>
                  <a:lnTo>
                    <a:pt x="3112" y="7908"/>
                  </a:lnTo>
                  <a:lnTo>
                    <a:pt x="2936" y="8162"/>
                  </a:lnTo>
                  <a:lnTo>
                    <a:pt x="2721" y="8397"/>
                  </a:lnTo>
                  <a:lnTo>
                    <a:pt x="2505" y="8632"/>
                  </a:lnTo>
                  <a:lnTo>
                    <a:pt x="2251" y="8867"/>
                  </a:lnTo>
                  <a:lnTo>
                    <a:pt x="1977" y="9082"/>
                  </a:lnTo>
                  <a:lnTo>
                    <a:pt x="1683" y="9278"/>
                  </a:lnTo>
                  <a:lnTo>
                    <a:pt x="1370" y="9474"/>
                  </a:lnTo>
                  <a:lnTo>
                    <a:pt x="1057" y="9630"/>
                  </a:lnTo>
                  <a:lnTo>
                    <a:pt x="744" y="9767"/>
                  </a:lnTo>
                  <a:lnTo>
                    <a:pt x="411" y="9885"/>
                  </a:lnTo>
                  <a:lnTo>
                    <a:pt x="78" y="9963"/>
                  </a:lnTo>
                  <a:lnTo>
                    <a:pt x="39" y="9983"/>
                  </a:lnTo>
                  <a:lnTo>
                    <a:pt x="0" y="10022"/>
                  </a:lnTo>
                  <a:lnTo>
                    <a:pt x="0" y="10061"/>
                  </a:lnTo>
                  <a:lnTo>
                    <a:pt x="0" y="10100"/>
                  </a:lnTo>
                  <a:lnTo>
                    <a:pt x="20" y="10120"/>
                  </a:lnTo>
                  <a:lnTo>
                    <a:pt x="39" y="10159"/>
                  </a:lnTo>
                  <a:lnTo>
                    <a:pt x="78" y="10178"/>
                  </a:lnTo>
                  <a:lnTo>
                    <a:pt x="118" y="10159"/>
                  </a:lnTo>
                  <a:lnTo>
                    <a:pt x="431" y="10080"/>
                  </a:lnTo>
                  <a:lnTo>
                    <a:pt x="744" y="9983"/>
                  </a:lnTo>
                  <a:lnTo>
                    <a:pt x="1057" y="9865"/>
                  </a:lnTo>
                  <a:lnTo>
                    <a:pt x="1351" y="9708"/>
                  </a:lnTo>
                  <a:lnTo>
                    <a:pt x="1625" y="9552"/>
                  </a:lnTo>
                  <a:lnTo>
                    <a:pt x="1899" y="9376"/>
                  </a:lnTo>
                  <a:lnTo>
                    <a:pt x="2153" y="9200"/>
                  </a:lnTo>
                  <a:lnTo>
                    <a:pt x="2408" y="8984"/>
                  </a:lnTo>
                  <a:lnTo>
                    <a:pt x="2642" y="8769"/>
                  </a:lnTo>
                  <a:lnTo>
                    <a:pt x="2877" y="8534"/>
                  </a:lnTo>
                  <a:lnTo>
                    <a:pt x="3093" y="8280"/>
                  </a:lnTo>
                  <a:lnTo>
                    <a:pt x="3288" y="8025"/>
                  </a:lnTo>
                  <a:lnTo>
                    <a:pt x="3465" y="7751"/>
                  </a:lnTo>
                  <a:lnTo>
                    <a:pt x="3641" y="7477"/>
                  </a:lnTo>
                  <a:lnTo>
                    <a:pt x="3778" y="7184"/>
                  </a:lnTo>
                  <a:lnTo>
                    <a:pt x="3915" y="6890"/>
                  </a:lnTo>
                  <a:lnTo>
                    <a:pt x="4032" y="6577"/>
                  </a:lnTo>
                  <a:lnTo>
                    <a:pt x="4130" y="6244"/>
                  </a:lnTo>
                  <a:lnTo>
                    <a:pt x="4208" y="5931"/>
                  </a:lnTo>
                  <a:lnTo>
                    <a:pt x="4247" y="5598"/>
                  </a:lnTo>
                  <a:lnTo>
                    <a:pt x="4287" y="5265"/>
                  </a:lnTo>
                  <a:lnTo>
                    <a:pt x="4287" y="4933"/>
                  </a:lnTo>
                  <a:lnTo>
                    <a:pt x="4267" y="4619"/>
                  </a:lnTo>
                  <a:lnTo>
                    <a:pt x="4247" y="4287"/>
                  </a:lnTo>
                  <a:lnTo>
                    <a:pt x="4189" y="3954"/>
                  </a:lnTo>
                  <a:lnTo>
                    <a:pt x="4110" y="3641"/>
                  </a:lnTo>
                  <a:lnTo>
                    <a:pt x="4013" y="3328"/>
                  </a:lnTo>
                  <a:lnTo>
                    <a:pt x="3895" y="3014"/>
                  </a:lnTo>
                  <a:lnTo>
                    <a:pt x="3758" y="2701"/>
                  </a:lnTo>
                  <a:lnTo>
                    <a:pt x="3621" y="2408"/>
                  </a:lnTo>
                  <a:lnTo>
                    <a:pt x="3445" y="2114"/>
                  </a:lnTo>
                  <a:lnTo>
                    <a:pt x="3249" y="1840"/>
                  </a:lnTo>
                  <a:lnTo>
                    <a:pt x="3034" y="1546"/>
                  </a:lnTo>
                  <a:lnTo>
                    <a:pt x="2779" y="1272"/>
                  </a:lnTo>
                  <a:lnTo>
                    <a:pt x="2525" y="998"/>
                  </a:lnTo>
                  <a:lnTo>
                    <a:pt x="2231" y="764"/>
                  </a:lnTo>
                  <a:lnTo>
                    <a:pt x="1938" y="548"/>
                  </a:lnTo>
                  <a:lnTo>
                    <a:pt x="1625" y="333"/>
                  </a:lnTo>
                  <a:lnTo>
                    <a:pt x="1311" y="157"/>
                  </a:lnTo>
                  <a:lnTo>
                    <a:pt x="959" y="0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54"/>
            <p:cNvSpPr/>
            <p:nvPr/>
          </p:nvSpPr>
          <p:spPr>
            <a:xfrm>
              <a:off x="966063" y="2304085"/>
              <a:ext cx="115541" cy="816131"/>
            </a:xfrm>
            <a:custGeom>
              <a:avLst/>
              <a:gdLst/>
              <a:ahLst/>
              <a:cxnLst/>
              <a:rect l="l" t="t" r="r" b="b"/>
              <a:pathLst>
                <a:path w="3935" h="27795" extrusionOk="0">
                  <a:moveTo>
                    <a:pt x="3798" y="0"/>
                  </a:moveTo>
                  <a:lnTo>
                    <a:pt x="3778" y="39"/>
                  </a:lnTo>
                  <a:lnTo>
                    <a:pt x="3445" y="666"/>
                  </a:lnTo>
                  <a:lnTo>
                    <a:pt x="3152" y="1312"/>
                  </a:lnTo>
                  <a:lnTo>
                    <a:pt x="2838" y="1957"/>
                  </a:lnTo>
                  <a:lnTo>
                    <a:pt x="2564" y="2623"/>
                  </a:lnTo>
                  <a:lnTo>
                    <a:pt x="2310" y="3288"/>
                  </a:lnTo>
                  <a:lnTo>
                    <a:pt x="2056" y="3954"/>
                  </a:lnTo>
                  <a:lnTo>
                    <a:pt x="1821" y="4619"/>
                  </a:lnTo>
                  <a:lnTo>
                    <a:pt x="1586" y="5304"/>
                  </a:lnTo>
                  <a:lnTo>
                    <a:pt x="1370" y="5990"/>
                  </a:lnTo>
                  <a:lnTo>
                    <a:pt x="1194" y="6675"/>
                  </a:lnTo>
                  <a:lnTo>
                    <a:pt x="999" y="7360"/>
                  </a:lnTo>
                  <a:lnTo>
                    <a:pt x="842" y="8064"/>
                  </a:lnTo>
                  <a:lnTo>
                    <a:pt x="685" y="8769"/>
                  </a:lnTo>
                  <a:lnTo>
                    <a:pt x="548" y="9454"/>
                  </a:lnTo>
                  <a:lnTo>
                    <a:pt x="431" y="10159"/>
                  </a:lnTo>
                  <a:lnTo>
                    <a:pt x="333" y="10863"/>
                  </a:lnTo>
                  <a:lnTo>
                    <a:pt x="235" y="11568"/>
                  </a:lnTo>
                  <a:lnTo>
                    <a:pt x="177" y="12273"/>
                  </a:lnTo>
                  <a:lnTo>
                    <a:pt x="98" y="12977"/>
                  </a:lnTo>
                  <a:lnTo>
                    <a:pt x="59" y="13682"/>
                  </a:lnTo>
                  <a:lnTo>
                    <a:pt x="20" y="14386"/>
                  </a:lnTo>
                  <a:lnTo>
                    <a:pt x="0" y="15091"/>
                  </a:lnTo>
                  <a:lnTo>
                    <a:pt x="0" y="15815"/>
                  </a:lnTo>
                  <a:lnTo>
                    <a:pt x="20" y="16520"/>
                  </a:lnTo>
                  <a:lnTo>
                    <a:pt x="40" y="17225"/>
                  </a:lnTo>
                  <a:lnTo>
                    <a:pt x="79" y="17929"/>
                  </a:lnTo>
                  <a:lnTo>
                    <a:pt x="137" y="18634"/>
                  </a:lnTo>
                  <a:lnTo>
                    <a:pt x="216" y="19338"/>
                  </a:lnTo>
                  <a:lnTo>
                    <a:pt x="294" y="20043"/>
                  </a:lnTo>
                  <a:lnTo>
                    <a:pt x="392" y="20728"/>
                  </a:lnTo>
                  <a:lnTo>
                    <a:pt x="509" y="21433"/>
                  </a:lnTo>
                  <a:lnTo>
                    <a:pt x="627" y="22137"/>
                  </a:lnTo>
                  <a:lnTo>
                    <a:pt x="783" y="22842"/>
                  </a:lnTo>
                  <a:lnTo>
                    <a:pt x="940" y="23566"/>
                  </a:lnTo>
                  <a:lnTo>
                    <a:pt x="1116" y="24271"/>
                  </a:lnTo>
                  <a:lnTo>
                    <a:pt x="1312" y="24975"/>
                  </a:lnTo>
                  <a:lnTo>
                    <a:pt x="1527" y="25680"/>
                  </a:lnTo>
                  <a:lnTo>
                    <a:pt x="1762" y="26365"/>
                  </a:lnTo>
                  <a:lnTo>
                    <a:pt x="1997" y="27050"/>
                  </a:lnTo>
                  <a:lnTo>
                    <a:pt x="2251" y="27735"/>
                  </a:lnTo>
                  <a:lnTo>
                    <a:pt x="2447" y="27794"/>
                  </a:lnTo>
                  <a:lnTo>
                    <a:pt x="2212" y="27148"/>
                  </a:lnTo>
                  <a:lnTo>
                    <a:pt x="1997" y="26522"/>
                  </a:lnTo>
                  <a:lnTo>
                    <a:pt x="1782" y="25876"/>
                  </a:lnTo>
                  <a:lnTo>
                    <a:pt x="1566" y="25230"/>
                  </a:lnTo>
                  <a:lnTo>
                    <a:pt x="1390" y="24584"/>
                  </a:lnTo>
                  <a:lnTo>
                    <a:pt x="1214" y="23938"/>
                  </a:lnTo>
                  <a:lnTo>
                    <a:pt x="1057" y="23273"/>
                  </a:lnTo>
                  <a:lnTo>
                    <a:pt x="901" y="22627"/>
                  </a:lnTo>
                  <a:lnTo>
                    <a:pt x="764" y="21961"/>
                  </a:lnTo>
                  <a:lnTo>
                    <a:pt x="646" y="21296"/>
                  </a:lnTo>
                  <a:lnTo>
                    <a:pt x="548" y="20630"/>
                  </a:lnTo>
                  <a:lnTo>
                    <a:pt x="451" y="19965"/>
                  </a:lnTo>
                  <a:lnTo>
                    <a:pt x="372" y="19299"/>
                  </a:lnTo>
                  <a:lnTo>
                    <a:pt x="314" y="18614"/>
                  </a:lnTo>
                  <a:lnTo>
                    <a:pt x="255" y="17949"/>
                  </a:lnTo>
                  <a:lnTo>
                    <a:pt x="216" y="17264"/>
                  </a:lnTo>
                  <a:lnTo>
                    <a:pt x="196" y="16559"/>
                  </a:lnTo>
                  <a:lnTo>
                    <a:pt x="177" y="15854"/>
                  </a:lnTo>
                  <a:lnTo>
                    <a:pt x="177" y="15150"/>
                  </a:lnTo>
                  <a:lnTo>
                    <a:pt x="196" y="14445"/>
                  </a:lnTo>
                  <a:lnTo>
                    <a:pt x="216" y="13721"/>
                  </a:lnTo>
                  <a:lnTo>
                    <a:pt x="274" y="13016"/>
                  </a:lnTo>
                  <a:lnTo>
                    <a:pt x="333" y="12312"/>
                  </a:lnTo>
                  <a:lnTo>
                    <a:pt x="411" y="11607"/>
                  </a:lnTo>
                  <a:lnTo>
                    <a:pt x="490" y="10902"/>
                  </a:lnTo>
                  <a:lnTo>
                    <a:pt x="607" y="10198"/>
                  </a:lnTo>
                  <a:lnTo>
                    <a:pt x="725" y="9513"/>
                  </a:lnTo>
                  <a:lnTo>
                    <a:pt x="862" y="8808"/>
                  </a:lnTo>
                  <a:lnTo>
                    <a:pt x="999" y="8123"/>
                  </a:lnTo>
                  <a:lnTo>
                    <a:pt x="1155" y="7438"/>
                  </a:lnTo>
                  <a:lnTo>
                    <a:pt x="1331" y="6753"/>
                  </a:lnTo>
                  <a:lnTo>
                    <a:pt x="1527" y="6068"/>
                  </a:lnTo>
                  <a:lnTo>
                    <a:pt x="1762" y="5285"/>
                  </a:lnTo>
                  <a:lnTo>
                    <a:pt x="2016" y="4541"/>
                  </a:lnTo>
                  <a:lnTo>
                    <a:pt x="2290" y="3778"/>
                  </a:lnTo>
                  <a:lnTo>
                    <a:pt x="2584" y="3034"/>
                  </a:lnTo>
                  <a:lnTo>
                    <a:pt x="2897" y="2290"/>
                  </a:lnTo>
                  <a:lnTo>
                    <a:pt x="3210" y="1566"/>
                  </a:lnTo>
                  <a:lnTo>
                    <a:pt x="3563" y="842"/>
                  </a:lnTo>
                  <a:lnTo>
                    <a:pt x="3915" y="118"/>
                  </a:lnTo>
                  <a:lnTo>
                    <a:pt x="3935" y="78"/>
                  </a:lnTo>
                  <a:lnTo>
                    <a:pt x="3935" y="59"/>
                  </a:lnTo>
                  <a:lnTo>
                    <a:pt x="3895" y="0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4038;p54"/>
            <p:cNvSpPr/>
            <p:nvPr/>
          </p:nvSpPr>
          <p:spPr>
            <a:xfrm>
              <a:off x="1045959" y="2232822"/>
              <a:ext cx="405760" cy="118419"/>
            </a:xfrm>
            <a:custGeom>
              <a:avLst/>
              <a:gdLst/>
              <a:ahLst/>
              <a:cxnLst/>
              <a:rect l="l" t="t" r="r" b="b"/>
              <a:pathLst>
                <a:path w="13819" h="4033" extrusionOk="0">
                  <a:moveTo>
                    <a:pt x="13036" y="0"/>
                  </a:moveTo>
                  <a:lnTo>
                    <a:pt x="12468" y="255"/>
                  </a:lnTo>
                  <a:lnTo>
                    <a:pt x="11881" y="470"/>
                  </a:lnTo>
                  <a:lnTo>
                    <a:pt x="11313" y="666"/>
                  </a:lnTo>
                  <a:lnTo>
                    <a:pt x="10746" y="842"/>
                  </a:lnTo>
                  <a:lnTo>
                    <a:pt x="10178" y="979"/>
                  </a:lnTo>
                  <a:lnTo>
                    <a:pt x="9630" y="1096"/>
                  </a:lnTo>
                  <a:lnTo>
                    <a:pt x="9082" y="1194"/>
                  </a:lnTo>
                  <a:lnTo>
                    <a:pt x="8534" y="1272"/>
                  </a:lnTo>
                  <a:lnTo>
                    <a:pt x="8005" y="1311"/>
                  </a:lnTo>
                  <a:lnTo>
                    <a:pt x="7477" y="1351"/>
                  </a:lnTo>
                  <a:lnTo>
                    <a:pt x="6968" y="1370"/>
                  </a:lnTo>
                  <a:lnTo>
                    <a:pt x="6459" y="1370"/>
                  </a:lnTo>
                  <a:lnTo>
                    <a:pt x="5970" y="1351"/>
                  </a:lnTo>
                  <a:lnTo>
                    <a:pt x="5500" y="1331"/>
                  </a:lnTo>
                  <a:lnTo>
                    <a:pt x="5050" y="1292"/>
                  </a:lnTo>
                  <a:lnTo>
                    <a:pt x="4619" y="1253"/>
                  </a:lnTo>
                  <a:lnTo>
                    <a:pt x="3778" y="1135"/>
                  </a:lnTo>
                  <a:lnTo>
                    <a:pt x="3034" y="998"/>
                  </a:lnTo>
                  <a:lnTo>
                    <a:pt x="2388" y="861"/>
                  </a:lnTo>
                  <a:lnTo>
                    <a:pt x="1840" y="705"/>
                  </a:lnTo>
                  <a:lnTo>
                    <a:pt x="1390" y="568"/>
                  </a:lnTo>
                  <a:lnTo>
                    <a:pt x="1057" y="470"/>
                  </a:lnTo>
                  <a:lnTo>
                    <a:pt x="783" y="352"/>
                  </a:lnTo>
                  <a:lnTo>
                    <a:pt x="666" y="450"/>
                  </a:lnTo>
                  <a:lnTo>
                    <a:pt x="568" y="568"/>
                  </a:lnTo>
                  <a:lnTo>
                    <a:pt x="489" y="724"/>
                  </a:lnTo>
                  <a:lnTo>
                    <a:pt x="411" y="900"/>
                  </a:lnTo>
                  <a:lnTo>
                    <a:pt x="333" y="1096"/>
                  </a:lnTo>
                  <a:lnTo>
                    <a:pt x="274" y="1292"/>
                  </a:lnTo>
                  <a:lnTo>
                    <a:pt x="157" y="1723"/>
                  </a:lnTo>
                  <a:lnTo>
                    <a:pt x="98" y="2114"/>
                  </a:lnTo>
                  <a:lnTo>
                    <a:pt x="39" y="2466"/>
                  </a:lnTo>
                  <a:lnTo>
                    <a:pt x="0" y="2799"/>
                  </a:lnTo>
                  <a:lnTo>
                    <a:pt x="881" y="3054"/>
                  </a:lnTo>
                  <a:lnTo>
                    <a:pt x="1722" y="3269"/>
                  </a:lnTo>
                  <a:lnTo>
                    <a:pt x="2525" y="3465"/>
                  </a:lnTo>
                  <a:lnTo>
                    <a:pt x="3308" y="3621"/>
                  </a:lnTo>
                  <a:lnTo>
                    <a:pt x="4071" y="3758"/>
                  </a:lnTo>
                  <a:lnTo>
                    <a:pt x="4795" y="3856"/>
                  </a:lnTo>
                  <a:lnTo>
                    <a:pt x="5481" y="3934"/>
                  </a:lnTo>
                  <a:lnTo>
                    <a:pt x="6146" y="3993"/>
                  </a:lnTo>
                  <a:lnTo>
                    <a:pt x="6792" y="4032"/>
                  </a:lnTo>
                  <a:lnTo>
                    <a:pt x="7986" y="4032"/>
                  </a:lnTo>
                  <a:lnTo>
                    <a:pt x="8534" y="3993"/>
                  </a:lnTo>
                  <a:lnTo>
                    <a:pt x="9062" y="3954"/>
                  </a:lnTo>
                  <a:lnTo>
                    <a:pt x="9552" y="3895"/>
                  </a:lnTo>
                  <a:lnTo>
                    <a:pt x="10021" y="3836"/>
                  </a:lnTo>
                  <a:lnTo>
                    <a:pt x="10452" y="3758"/>
                  </a:lnTo>
                  <a:lnTo>
                    <a:pt x="10863" y="3660"/>
                  </a:lnTo>
                  <a:lnTo>
                    <a:pt x="11255" y="3582"/>
                  </a:lnTo>
                  <a:lnTo>
                    <a:pt x="11940" y="3367"/>
                  </a:lnTo>
                  <a:lnTo>
                    <a:pt x="12507" y="3171"/>
                  </a:lnTo>
                  <a:lnTo>
                    <a:pt x="12977" y="2956"/>
                  </a:lnTo>
                  <a:lnTo>
                    <a:pt x="13349" y="2779"/>
                  </a:lnTo>
                  <a:lnTo>
                    <a:pt x="13603" y="2642"/>
                  </a:lnTo>
                  <a:lnTo>
                    <a:pt x="13799" y="2505"/>
                  </a:lnTo>
                  <a:lnTo>
                    <a:pt x="13819" y="2212"/>
                  </a:lnTo>
                  <a:lnTo>
                    <a:pt x="13819" y="1918"/>
                  </a:lnTo>
                  <a:lnTo>
                    <a:pt x="13799" y="1664"/>
                  </a:lnTo>
                  <a:lnTo>
                    <a:pt x="13760" y="1409"/>
                  </a:lnTo>
                  <a:lnTo>
                    <a:pt x="13701" y="1194"/>
                  </a:lnTo>
                  <a:lnTo>
                    <a:pt x="13642" y="998"/>
                  </a:lnTo>
                  <a:lnTo>
                    <a:pt x="13564" y="803"/>
                  </a:lnTo>
                  <a:lnTo>
                    <a:pt x="13486" y="626"/>
                  </a:lnTo>
                  <a:lnTo>
                    <a:pt x="13329" y="352"/>
                  </a:lnTo>
                  <a:lnTo>
                    <a:pt x="13173" y="157"/>
                  </a:lnTo>
                  <a:lnTo>
                    <a:pt x="13036" y="0"/>
                  </a:lnTo>
                  <a:close/>
                </a:path>
              </a:pathLst>
            </a:custGeom>
            <a:gradFill>
              <a:gsLst>
                <a:gs pos="0">
                  <a:srgbClr val="A2D5FF"/>
                </a:gs>
                <a:gs pos="100000">
                  <a:srgbClr val="269AF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4039;p54"/>
            <p:cNvSpPr/>
            <p:nvPr/>
          </p:nvSpPr>
          <p:spPr>
            <a:xfrm>
              <a:off x="718361" y="1654645"/>
              <a:ext cx="337962" cy="712099"/>
            </a:xfrm>
            <a:custGeom>
              <a:avLst/>
              <a:gdLst/>
              <a:ahLst/>
              <a:cxnLst/>
              <a:rect l="l" t="t" r="r" b="b"/>
              <a:pathLst>
                <a:path w="11510" h="24252" extrusionOk="0">
                  <a:moveTo>
                    <a:pt x="6968" y="1"/>
                  </a:moveTo>
                  <a:lnTo>
                    <a:pt x="6714" y="40"/>
                  </a:lnTo>
                  <a:lnTo>
                    <a:pt x="6479" y="98"/>
                  </a:lnTo>
                  <a:lnTo>
                    <a:pt x="6244" y="177"/>
                  </a:lnTo>
                  <a:lnTo>
                    <a:pt x="6009" y="275"/>
                  </a:lnTo>
                  <a:lnTo>
                    <a:pt x="5794" y="392"/>
                  </a:lnTo>
                  <a:lnTo>
                    <a:pt x="5579" y="529"/>
                  </a:lnTo>
                  <a:lnTo>
                    <a:pt x="5403" y="705"/>
                  </a:lnTo>
                  <a:lnTo>
                    <a:pt x="5226" y="881"/>
                  </a:lnTo>
                  <a:lnTo>
                    <a:pt x="5050" y="1077"/>
                  </a:lnTo>
                  <a:lnTo>
                    <a:pt x="4913" y="1292"/>
                  </a:lnTo>
                  <a:lnTo>
                    <a:pt x="4796" y="1527"/>
                  </a:lnTo>
                  <a:lnTo>
                    <a:pt x="4600" y="1997"/>
                  </a:lnTo>
                  <a:lnTo>
                    <a:pt x="4404" y="2428"/>
                  </a:lnTo>
                  <a:lnTo>
                    <a:pt x="4032" y="3328"/>
                  </a:lnTo>
                  <a:lnTo>
                    <a:pt x="3289" y="5109"/>
                  </a:lnTo>
                  <a:lnTo>
                    <a:pt x="2564" y="6910"/>
                  </a:lnTo>
                  <a:lnTo>
                    <a:pt x="1899" y="8730"/>
                  </a:lnTo>
                  <a:lnTo>
                    <a:pt x="1566" y="9670"/>
                  </a:lnTo>
                  <a:lnTo>
                    <a:pt x="1253" y="10609"/>
                  </a:lnTo>
                  <a:lnTo>
                    <a:pt x="959" y="11549"/>
                  </a:lnTo>
                  <a:lnTo>
                    <a:pt x="685" y="12527"/>
                  </a:lnTo>
                  <a:lnTo>
                    <a:pt x="411" y="13526"/>
                  </a:lnTo>
                  <a:lnTo>
                    <a:pt x="294" y="14054"/>
                  </a:lnTo>
                  <a:lnTo>
                    <a:pt x="196" y="14583"/>
                  </a:lnTo>
                  <a:lnTo>
                    <a:pt x="98" y="15150"/>
                  </a:lnTo>
                  <a:lnTo>
                    <a:pt x="39" y="15737"/>
                  </a:lnTo>
                  <a:lnTo>
                    <a:pt x="0" y="16050"/>
                  </a:lnTo>
                  <a:lnTo>
                    <a:pt x="0" y="16403"/>
                  </a:lnTo>
                  <a:lnTo>
                    <a:pt x="0" y="16755"/>
                  </a:lnTo>
                  <a:lnTo>
                    <a:pt x="20" y="17166"/>
                  </a:lnTo>
                  <a:lnTo>
                    <a:pt x="39" y="17401"/>
                  </a:lnTo>
                  <a:lnTo>
                    <a:pt x="98" y="17616"/>
                  </a:lnTo>
                  <a:lnTo>
                    <a:pt x="157" y="17851"/>
                  </a:lnTo>
                  <a:lnTo>
                    <a:pt x="255" y="18067"/>
                  </a:lnTo>
                  <a:lnTo>
                    <a:pt x="372" y="18262"/>
                  </a:lnTo>
                  <a:lnTo>
                    <a:pt x="490" y="18438"/>
                  </a:lnTo>
                  <a:lnTo>
                    <a:pt x="627" y="18615"/>
                  </a:lnTo>
                  <a:lnTo>
                    <a:pt x="783" y="18791"/>
                  </a:lnTo>
                  <a:lnTo>
                    <a:pt x="803" y="18810"/>
                  </a:lnTo>
                  <a:lnTo>
                    <a:pt x="862" y="18849"/>
                  </a:lnTo>
                  <a:lnTo>
                    <a:pt x="901" y="18889"/>
                  </a:lnTo>
                  <a:lnTo>
                    <a:pt x="999" y="18967"/>
                  </a:lnTo>
                  <a:lnTo>
                    <a:pt x="1175" y="19104"/>
                  </a:lnTo>
                  <a:lnTo>
                    <a:pt x="1507" y="19339"/>
                  </a:lnTo>
                  <a:lnTo>
                    <a:pt x="2153" y="19828"/>
                  </a:lnTo>
                  <a:lnTo>
                    <a:pt x="2819" y="20278"/>
                  </a:lnTo>
                  <a:lnTo>
                    <a:pt x="3504" y="20709"/>
                  </a:lnTo>
                  <a:lnTo>
                    <a:pt x="4169" y="21140"/>
                  </a:lnTo>
                  <a:lnTo>
                    <a:pt x="4854" y="21551"/>
                  </a:lnTo>
                  <a:lnTo>
                    <a:pt x="5540" y="21942"/>
                  </a:lnTo>
                  <a:lnTo>
                    <a:pt x="6225" y="22314"/>
                  </a:lnTo>
                  <a:lnTo>
                    <a:pt x="6910" y="22686"/>
                  </a:lnTo>
                  <a:lnTo>
                    <a:pt x="7614" y="23038"/>
                  </a:lnTo>
                  <a:lnTo>
                    <a:pt x="8319" y="23390"/>
                  </a:lnTo>
                  <a:lnTo>
                    <a:pt x="9024" y="23723"/>
                  </a:lnTo>
                  <a:lnTo>
                    <a:pt x="10218" y="24252"/>
                  </a:lnTo>
                  <a:lnTo>
                    <a:pt x="10296" y="24056"/>
                  </a:lnTo>
                  <a:lnTo>
                    <a:pt x="10413" y="23841"/>
                  </a:lnTo>
                  <a:lnTo>
                    <a:pt x="10668" y="23371"/>
                  </a:lnTo>
                  <a:lnTo>
                    <a:pt x="10942" y="22901"/>
                  </a:lnTo>
                  <a:lnTo>
                    <a:pt x="11059" y="22686"/>
                  </a:lnTo>
                  <a:lnTo>
                    <a:pt x="11157" y="22490"/>
                  </a:lnTo>
                  <a:lnTo>
                    <a:pt x="11216" y="22236"/>
                  </a:lnTo>
                  <a:lnTo>
                    <a:pt x="11294" y="21844"/>
                  </a:lnTo>
                  <a:lnTo>
                    <a:pt x="11392" y="21374"/>
                  </a:lnTo>
                  <a:lnTo>
                    <a:pt x="11509" y="20905"/>
                  </a:lnTo>
                  <a:lnTo>
                    <a:pt x="10844" y="20454"/>
                  </a:lnTo>
                  <a:lnTo>
                    <a:pt x="10257" y="20063"/>
                  </a:lnTo>
                  <a:lnTo>
                    <a:pt x="9669" y="19632"/>
                  </a:lnTo>
                  <a:lnTo>
                    <a:pt x="8515" y="18771"/>
                  </a:lnTo>
                  <a:lnTo>
                    <a:pt x="7947" y="18341"/>
                  </a:lnTo>
                  <a:lnTo>
                    <a:pt x="7399" y="17890"/>
                  </a:lnTo>
                  <a:lnTo>
                    <a:pt x="6851" y="17421"/>
                  </a:lnTo>
                  <a:lnTo>
                    <a:pt x="6322" y="16951"/>
                  </a:lnTo>
                  <a:lnTo>
                    <a:pt x="5794" y="16481"/>
                  </a:lnTo>
                  <a:lnTo>
                    <a:pt x="5285" y="15992"/>
                  </a:lnTo>
                  <a:lnTo>
                    <a:pt x="5226" y="15933"/>
                  </a:lnTo>
                  <a:lnTo>
                    <a:pt x="5305" y="15522"/>
                  </a:lnTo>
                  <a:lnTo>
                    <a:pt x="5461" y="14720"/>
                  </a:lnTo>
                  <a:lnTo>
                    <a:pt x="5677" y="13897"/>
                  </a:lnTo>
                  <a:lnTo>
                    <a:pt x="5931" y="13056"/>
                  </a:lnTo>
                  <a:lnTo>
                    <a:pt x="6185" y="12195"/>
                  </a:lnTo>
                  <a:lnTo>
                    <a:pt x="6479" y="11353"/>
                  </a:lnTo>
                  <a:lnTo>
                    <a:pt x="6773" y="10492"/>
                  </a:lnTo>
                  <a:lnTo>
                    <a:pt x="7419" y="8769"/>
                  </a:lnTo>
                  <a:lnTo>
                    <a:pt x="8084" y="7047"/>
                  </a:lnTo>
                  <a:lnTo>
                    <a:pt x="8789" y="5344"/>
                  </a:lnTo>
                  <a:lnTo>
                    <a:pt x="9161" y="4502"/>
                  </a:lnTo>
                  <a:lnTo>
                    <a:pt x="9337" y="4072"/>
                  </a:lnTo>
                  <a:lnTo>
                    <a:pt x="9532" y="3661"/>
                  </a:lnTo>
                  <a:lnTo>
                    <a:pt x="9532" y="3641"/>
                  </a:lnTo>
                  <a:lnTo>
                    <a:pt x="9630" y="3387"/>
                  </a:lnTo>
                  <a:lnTo>
                    <a:pt x="9709" y="3132"/>
                  </a:lnTo>
                  <a:lnTo>
                    <a:pt x="9748" y="2878"/>
                  </a:lnTo>
                  <a:lnTo>
                    <a:pt x="9767" y="2623"/>
                  </a:lnTo>
                  <a:lnTo>
                    <a:pt x="9748" y="2388"/>
                  </a:lnTo>
                  <a:lnTo>
                    <a:pt x="9728" y="2134"/>
                  </a:lnTo>
                  <a:lnTo>
                    <a:pt x="9669" y="1899"/>
                  </a:lnTo>
                  <a:lnTo>
                    <a:pt x="9591" y="1664"/>
                  </a:lnTo>
                  <a:lnTo>
                    <a:pt x="9493" y="1429"/>
                  </a:lnTo>
                  <a:lnTo>
                    <a:pt x="9356" y="1214"/>
                  </a:lnTo>
                  <a:lnTo>
                    <a:pt x="9219" y="999"/>
                  </a:lnTo>
                  <a:lnTo>
                    <a:pt x="9063" y="803"/>
                  </a:lnTo>
                  <a:lnTo>
                    <a:pt x="8887" y="627"/>
                  </a:lnTo>
                  <a:lnTo>
                    <a:pt x="8671" y="470"/>
                  </a:lnTo>
                  <a:lnTo>
                    <a:pt x="8456" y="333"/>
                  </a:lnTo>
                  <a:lnTo>
                    <a:pt x="8221" y="216"/>
                  </a:lnTo>
                  <a:lnTo>
                    <a:pt x="7967" y="118"/>
                  </a:lnTo>
                  <a:lnTo>
                    <a:pt x="7712" y="59"/>
                  </a:lnTo>
                  <a:lnTo>
                    <a:pt x="7477" y="20"/>
                  </a:lnTo>
                  <a:lnTo>
                    <a:pt x="7223" y="1"/>
                  </a:lnTo>
                  <a:close/>
                </a:path>
              </a:pathLst>
            </a:custGeom>
            <a:solidFill>
              <a:srgbClr val="F29B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4040;p54"/>
            <p:cNvSpPr/>
            <p:nvPr/>
          </p:nvSpPr>
          <p:spPr>
            <a:xfrm>
              <a:off x="805715" y="2109236"/>
              <a:ext cx="67269" cy="14975"/>
            </a:xfrm>
            <a:custGeom>
              <a:avLst/>
              <a:gdLst/>
              <a:ahLst/>
              <a:cxnLst/>
              <a:rect l="l" t="t" r="r" b="b"/>
              <a:pathLst>
                <a:path w="2291" h="510" extrusionOk="0">
                  <a:moveTo>
                    <a:pt x="627" y="1"/>
                  </a:moveTo>
                  <a:lnTo>
                    <a:pt x="353" y="20"/>
                  </a:lnTo>
                  <a:lnTo>
                    <a:pt x="79" y="79"/>
                  </a:lnTo>
                  <a:lnTo>
                    <a:pt x="40" y="99"/>
                  </a:lnTo>
                  <a:lnTo>
                    <a:pt x="20" y="118"/>
                  </a:lnTo>
                  <a:lnTo>
                    <a:pt x="0" y="157"/>
                  </a:lnTo>
                  <a:lnTo>
                    <a:pt x="20" y="197"/>
                  </a:lnTo>
                  <a:lnTo>
                    <a:pt x="20" y="236"/>
                  </a:lnTo>
                  <a:lnTo>
                    <a:pt x="59" y="255"/>
                  </a:lnTo>
                  <a:lnTo>
                    <a:pt x="98" y="275"/>
                  </a:lnTo>
                  <a:lnTo>
                    <a:pt x="137" y="275"/>
                  </a:lnTo>
                  <a:lnTo>
                    <a:pt x="392" y="216"/>
                  </a:lnTo>
                  <a:lnTo>
                    <a:pt x="646" y="197"/>
                  </a:lnTo>
                  <a:lnTo>
                    <a:pt x="901" y="197"/>
                  </a:lnTo>
                  <a:lnTo>
                    <a:pt x="1155" y="216"/>
                  </a:lnTo>
                  <a:lnTo>
                    <a:pt x="1410" y="255"/>
                  </a:lnTo>
                  <a:lnTo>
                    <a:pt x="1664" y="314"/>
                  </a:lnTo>
                  <a:lnTo>
                    <a:pt x="1899" y="392"/>
                  </a:lnTo>
                  <a:lnTo>
                    <a:pt x="2153" y="490"/>
                  </a:lnTo>
                  <a:lnTo>
                    <a:pt x="2193" y="510"/>
                  </a:lnTo>
                  <a:lnTo>
                    <a:pt x="2232" y="510"/>
                  </a:lnTo>
                  <a:lnTo>
                    <a:pt x="2251" y="490"/>
                  </a:lnTo>
                  <a:lnTo>
                    <a:pt x="2271" y="451"/>
                  </a:lnTo>
                  <a:lnTo>
                    <a:pt x="2291" y="412"/>
                  </a:lnTo>
                  <a:lnTo>
                    <a:pt x="2291" y="392"/>
                  </a:lnTo>
                  <a:lnTo>
                    <a:pt x="2271" y="353"/>
                  </a:lnTo>
                  <a:lnTo>
                    <a:pt x="2232" y="334"/>
                  </a:lnTo>
                  <a:lnTo>
                    <a:pt x="1977" y="216"/>
                  </a:lnTo>
                  <a:lnTo>
                    <a:pt x="1723" y="118"/>
                  </a:lnTo>
                  <a:lnTo>
                    <a:pt x="1449" y="60"/>
                  </a:lnTo>
                  <a:lnTo>
                    <a:pt x="1175" y="20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4041;p54"/>
            <p:cNvSpPr/>
            <p:nvPr/>
          </p:nvSpPr>
          <p:spPr>
            <a:xfrm>
              <a:off x="821805" y="2087977"/>
              <a:ext cx="34501" cy="28775"/>
            </a:xfrm>
            <a:custGeom>
              <a:avLst/>
              <a:gdLst/>
              <a:ahLst/>
              <a:cxnLst/>
              <a:rect l="l" t="t" r="r" b="b"/>
              <a:pathLst>
                <a:path w="1175" h="980" extrusionOk="0">
                  <a:moveTo>
                    <a:pt x="79" y="1"/>
                  </a:moveTo>
                  <a:lnTo>
                    <a:pt x="40" y="20"/>
                  </a:lnTo>
                  <a:lnTo>
                    <a:pt x="20" y="40"/>
                  </a:lnTo>
                  <a:lnTo>
                    <a:pt x="1" y="79"/>
                  </a:lnTo>
                  <a:lnTo>
                    <a:pt x="1" y="118"/>
                  </a:lnTo>
                  <a:lnTo>
                    <a:pt x="1" y="138"/>
                  </a:lnTo>
                  <a:lnTo>
                    <a:pt x="20" y="177"/>
                  </a:lnTo>
                  <a:lnTo>
                    <a:pt x="999" y="960"/>
                  </a:lnTo>
                  <a:lnTo>
                    <a:pt x="1038" y="979"/>
                  </a:lnTo>
                  <a:lnTo>
                    <a:pt x="1116" y="979"/>
                  </a:lnTo>
                  <a:lnTo>
                    <a:pt x="1136" y="960"/>
                  </a:lnTo>
                  <a:lnTo>
                    <a:pt x="1155" y="921"/>
                  </a:lnTo>
                  <a:lnTo>
                    <a:pt x="1175" y="881"/>
                  </a:lnTo>
                  <a:lnTo>
                    <a:pt x="1155" y="862"/>
                  </a:lnTo>
                  <a:lnTo>
                    <a:pt x="1136" y="823"/>
                  </a:lnTo>
                  <a:lnTo>
                    <a:pt x="157" y="40"/>
                  </a:lnTo>
                  <a:lnTo>
                    <a:pt x="118" y="20"/>
                  </a:lnTo>
                  <a:lnTo>
                    <a:pt x="79" y="1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54"/>
            <p:cNvSpPr/>
            <p:nvPr/>
          </p:nvSpPr>
          <p:spPr>
            <a:xfrm>
              <a:off x="1016626" y="2262126"/>
              <a:ext cx="53498" cy="109786"/>
            </a:xfrm>
            <a:custGeom>
              <a:avLst/>
              <a:gdLst/>
              <a:ahLst/>
              <a:cxnLst/>
              <a:rect l="l" t="t" r="r" b="b"/>
              <a:pathLst>
                <a:path w="1822" h="3739" extrusionOk="0">
                  <a:moveTo>
                    <a:pt x="1214" y="0"/>
                  </a:moveTo>
                  <a:lnTo>
                    <a:pt x="1019" y="20"/>
                  </a:lnTo>
                  <a:lnTo>
                    <a:pt x="803" y="39"/>
                  </a:lnTo>
                  <a:lnTo>
                    <a:pt x="568" y="118"/>
                  </a:lnTo>
                  <a:lnTo>
                    <a:pt x="451" y="176"/>
                  </a:lnTo>
                  <a:lnTo>
                    <a:pt x="334" y="255"/>
                  </a:lnTo>
                  <a:lnTo>
                    <a:pt x="236" y="333"/>
                  </a:lnTo>
                  <a:lnTo>
                    <a:pt x="157" y="431"/>
                  </a:lnTo>
                  <a:lnTo>
                    <a:pt x="79" y="548"/>
                  </a:lnTo>
                  <a:lnTo>
                    <a:pt x="20" y="705"/>
                  </a:lnTo>
                  <a:lnTo>
                    <a:pt x="1" y="862"/>
                  </a:lnTo>
                  <a:lnTo>
                    <a:pt x="1" y="1038"/>
                  </a:lnTo>
                  <a:lnTo>
                    <a:pt x="40" y="1233"/>
                  </a:lnTo>
                  <a:lnTo>
                    <a:pt x="99" y="1429"/>
                  </a:lnTo>
                  <a:lnTo>
                    <a:pt x="177" y="1625"/>
                  </a:lnTo>
                  <a:lnTo>
                    <a:pt x="255" y="1840"/>
                  </a:lnTo>
                  <a:lnTo>
                    <a:pt x="490" y="2271"/>
                  </a:lnTo>
                  <a:lnTo>
                    <a:pt x="764" y="2682"/>
                  </a:lnTo>
                  <a:lnTo>
                    <a:pt x="1019" y="3073"/>
                  </a:lnTo>
                  <a:lnTo>
                    <a:pt x="1273" y="3386"/>
                  </a:lnTo>
                  <a:lnTo>
                    <a:pt x="1469" y="3641"/>
                  </a:lnTo>
                  <a:lnTo>
                    <a:pt x="1547" y="3700"/>
                  </a:lnTo>
                  <a:lnTo>
                    <a:pt x="1625" y="3739"/>
                  </a:lnTo>
                  <a:lnTo>
                    <a:pt x="1684" y="3719"/>
                  </a:lnTo>
                  <a:lnTo>
                    <a:pt x="1723" y="3680"/>
                  </a:lnTo>
                  <a:lnTo>
                    <a:pt x="1762" y="3582"/>
                  </a:lnTo>
                  <a:lnTo>
                    <a:pt x="1802" y="3484"/>
                  </a:lnTo>
                  <a:lnTo>
                    <a:pt x="1821" y="3191"/>
                  </a:lnTo>
                  <a:lnTo>
                    <a:pt x="1802" y="2858"/>
                  </a:lnTo>
                  <a:lnTo>
                    <a:pt x="1743" y="2486"/>
                  </a:lnTo>
                  <a:lnTo>
                    <a:pt x="1645" y="2153"/>
                  </a:lnTo>
                  <a:lnTo>
                    <a:pt x="1586" y="1997"/>
                  </a:lnTo>
                  <a:lnTo>
                    <a:pt x="1527" y="1879"/>
                  </a:lnTo>
                  <a:lnTo>
                    <a:pt x="1410" y="1644"/>
                  </a:lnTo>
                  <a:lnTo>
                    <a:pt x="1332" y="1449"/>
                  </a:lnTo>
                  <a:lnTo>
                    <a:pt x="1273" y="1253"/>
                  </a:lnTo>
                  <a:lnTo>
                    <a:pt x="1253" y="1096"/>
                  </a:lnTo>
                  <a:lnTo>
                    <a:pt x="1234" y="979"/>
                  </a:lnTo>
                  <a:lnTo>
                    <a:pt x="1253" y="881"/>
                  </a:lnTo>
                  <a:lnTo>
                    <a:pt x="1253" y="803"/>
                  </a:lnTo>
                  <a:lnTo>
                    <a:pt x="1410" y="20"/>
                  </a:lnTo>
                  <a:lnTo>
                    <a:pt x="1214" y="0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54"/>
            <p:cNvSpPr/>
            <p:nvPr/>
          </p:nvSpPr>
          <p:spPr>
            <a:xfrm>
              <a:off x="988467" y="2340289"/>
              <a:ext cx="53469" cy="108641"/>
            </a:xfrm>
            <a:custGeom>
              <a:avLst/>
              <a:gdLst/>
              <a:ahLst/>
              <a:cxnLst/>
              <a:rect l="l" t="t" r="r" b="b"/>
              <a:pathLst>
                <a:path w="1821" h="3700" extrusionOk="0">
                  <a:moveTo>
                    <a:pt x="1097" y="0"/>
                  </a:moveTo>
                  <a:lnTo>
                    <a:pt x="842" y="20"/>
                  </a:lnTo>
                  <a:lnTo>
                    <a:pt x="725" y="59"/>
                  </a:lnTo>
                  <a:lnTo>
                    <a:pt x="588" y="98"/>
                  </a:lnTo>
                  <a:lnTo>
                    <a:pt x="470" y="137"/>
                  </a:lnTo>
                  <a:lnTo>
                    <a:pt x="353" y="216"/>
                  </a:lnTo>
                  <a:lnTo>
                    <a:pt x="255" y="294"/>
                  </a:lnTo>
                  <a:lnTo>
                    <a:pt x="157" y="392"/>
                  </a:lnTo>
                  <a:lnTo>
                    <a:pt x="79" y="509"/>
                  </a:lnTo>
                  <a:lnTo>
                    <a:pt x="40" y="666"/>
                  </a:lnTo>
                  <a:lnTo>
                    <a:pt x="1" y="822"/>
                  </a:lnTo>
                  <a:lnTo>
                    <a:pt x="20" y="999"/>
                  </a:lnTo>
                  <a:lnTo>
                    <a:pt x="40" y="1194"/>
                  </a:lnTo>
                  <a:lnTo>
                    <a:pt x="99" y="1390"/>
                  </a:lnTo>
                  <a:lnTo>
                    <a:pt x="177" y="1586"/>
                  </a:lnTo>
                  <a:lnTo>
                    <a:pt x="275" y="1801"/>
                  </a:lnTo>
                  <a:lnTo>
                    <a:pt x="490" y="2232"/>
                  </a:lnTo>
                  <a:lnTo>
                    <a:pt x="764" y="2643"/>
                  </a:lnTo>
                  <a:lnTo>
                    <a:pt x="1019" y="3034"/>
                  </a:lnTo>
                  <a:lnTo>
                    <a:pt x="1273" y="3347"/>
                  </a:lnTo>
                  <a:lnTo>
                    <a:pt x="1488" y="3602"/>
                  </a:lnTo>
                  <a:lnTo>
                    <a:pt x="1567" y="3660"/>
                  </a:lnTo>
                  <a:lnTo>
                    <a:pt x="1625" y="3700"/>
                  </a:lnTo>
                  <a:lnTo>
                    <a:pt x="1684" y="3680"/>
                  </a:lnTo>
                  <a:lnTo>
                    <a:pt x="1743" y="3641"/>
                  </a:lnTo>
                  <a:lnTo>
                    <a:pt x="1782" y="3543"/>
                  </a:lnTo>
                  <a:lnTo>
                    <a:pt x="1801" y="3445"/>
                  </a:lnTo>
                  <a:lnTo>
                    <a:pt x="1821" y="3152"/>
                  </a:lnTo>
                  <a:lnTo>
                    <a:pt x="1801" y="2819"/>
                  </a:lnTo>
                  <a:lnTo>
                    <a:pt x="1743" y="2447"/>
                  </a:lnTo>
                  <a:lnTo>
                    <a:pt x="1664" y="2114"/>
                  </a:lnTo>
                  <a:lnTo>
                    <a:pt x="1606" y="1958"/>
                  </a:lnTo>
                  <a:lnTo>
                    <a:pt x="1527" y="1840"/>
                  </a:lnTo>
                  <a:lnTo>
                    <a:pt x="1410" y="1605"/>
                  </a:lnTo>
                  <a:lnTo>
                    <a:pt x="1332" y="1410"/>
                  </a:lnTo>
                  <a:lnTo>
                    <a:pt x="1293" y="1253"/>
                  </a:lnTo>
                  <a:lnTo>
                    <a:pt x="1273" y="1096"/>
                  </a:lnTo>
                  <a:lnTo>
                    <a:pt x="1273" y="979"/>
                  </a:lnTo>
                  <a:lnTo>
                    <a:pt x="1293" y="901"/>
                  </a:lnTo>
                  <a:lnTo>
                    <a:pt x="1312" y="842"/>
                  </a:lnTo>
                  <a:lnTo>
                    <a:pt x="1488" y="20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54"/>
            <p:cNvSpPr/>
            <p:nvPr/>
          </p:nvSpPr>
          <p:spPr>
            <a:xfrm>
              <a:off x="974109" y="2375348"/>
              <a:ext cx="47156" cy="95986"/>
            </a:xfrm>
            <a:custGeom>
              <a:avLst/>
              <a:gdLst/>
              <a:ahLst/>
              <a:cxnLst/>
              <a:rect l="l" t="t" r="r" b="b"/>
              <a:pathLst>
                <a:path w="1606" h="3269" extrusionOk="0">
                  <a:moveTo>
                    <a:pt x="959" y="0"/>
                  </a:moveTo>
                  <a:lnTo>
                    <a:pt x="744" y="39"/>
                  </a:lnTo>
                  <a:lnTo>
                    <a:pt x="529" y="98"/>
                  </a:lnTo>
                  <a:lnTo>
                    <a:pt x="411" y="137"/>
                  </a:lnTo>
                  <a:lnTo>
                    <a:pt x="314" y="196"/>
                  </a:lnTo>
                  <a:lnTo>
                    <a:pt x="216" y="274"/>
                  </a:lnTo>
                  <a:lnTo>
                    <a:pt x="137" y="353"/>
                  </a:lnTo>
                  <a:lnTo>
                    <a:pt x="79" y="470"/>
                  </a:lnTo>
                  <a:lnTo>
                    <a:pt x="20" y="587"/>
                  </a:lnTo>
                  <a:lnTo>
                    <a:pt x="0" y="724"/>
                  </a:lnTo>
                  <a:lnTo>
                    <a:pt x="0" y="881"/>
                  </a:lnTo>
                  <a:lnTo>
                    <a:pt x="40" y="1057"/>
                  </a:lnTo>
                  <a:lnTo>
                    <a:pt x="79" y="1233"/>
                  </a:lnTo>
                  <a:lnTo>
                    <a:pt x="157" y="1409"/>
                  </a:lnTo>
                  <a:lnTo>
                    <a:pt x="235" y="1605"/>
                  </a:lnTo>
                  <a:lnTo>
                    <a:pt x="431" y="1977"/>
                  </a:lnTo>
                  <a:lnTo>
                    <a:pt x="666" y="2349"/>
                  </a:lnTo>
                  <a:lnTo>
                    <a:pt x="901" y="2682"/>
                  </a:lnTo>
                  <a:lnTo>
                    <a:pt x="1136" y="2975"/>
                  </a:lnTo>
                  <a:lnTo>
                    <a:pt x="1312" y="3191"/>
                  </a:lnTo>
                  <a:lnTo>
                    <a:pt x="1371" y="3249"/>
                  </a:lnTo>
                  <a:lnTo>
                    <a:pt x="1449" y="3269"/>
                  </a:lnTo>
                  <a:lnTo>
                    <a:pt x="1488" y="3269"/>
                  </a:lnTo>
                  <a:lnTo>
                    <a:pt x="1527" y="3210"/>
                  </a:lnTo>
                  <a:lnTo>
                    <a:pt x="1566" y="3152"/>
                  </a:lnTo>
                  <a:lnTo>
                    <a:pt x="1586" y="3054"/>
                  </a:lnTo>
                  <a:lnTo>
                    <a:pt x="1605" y="2799"/>
                  </a:lnTo>
                  <a:lnTo>
                    <a:pt x="1586" y="2486"/>
                  </a:lnTo>
                  <a:lnTo>
                    <a:pt x="1547" y="2173"/>
                  </a:lnTo>
                  <a:lnTo>
                    <a:pt x="1468" y="1879"/>
                  </a:lnTo>
                  <a:lnTo>
                    <a:pt x="1410" y="1742"/>
                  </a:lnTo>
                  <a:lnTo>
                    <a:pt x="1351" y="1625"/>
                  </a:lnTo>
                  <a:lnTo>
                    <a:pt x="1253" y="1429"/>
                  </a:lnTo>
                  <a:lnTo>
                    <a:pt x="1175" y="1253"/>
                  </a:lnTo>
                  <a:lnTo>
                    <a:pt x="1136" y="1116"/>
                  </a:lnTo>
                  <a:lnTo>
                    <a:pt x="1136" y="979"/>
                  </a:lnTo>
                  <a:lnTo>
                    <a:pt x="1136" y="881"/>
                  </a:lnTo>
                  <a:lnTo>
                    <a:pt x="1136" y="803"/>
                  </a:lnTo>
                  <a:lnTo>
                    <a:pt x="1155" y="744"/>
                  </a:lnTo>
                  <a:lnTo>
                    <a:pt x="1312" y="20"/>
                  </a:lnTo>
                  <a:lnTo>
                    <a:pt x="1136" y="0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4045;p54"/>
            <p:cNvSpPr/>
            <p:nvPr/>
          </p:nvSpPr>
          <p:spPr>
            <a:xfrm>
              <a:off x="1005703" y="2302353"/>
              <a:ext cx="53498" cy="108641"/>
            </a:xfrm>
            <a:custGeom>
              <a:avLst/>
              <a:gdLst/>
              <a:ahLst/>
              <a:cxnLst/>
              <a:rect l="l" t="t" r="r" b="b"/>
              <a:pathLst>
                <a:path w="1822" h="3700" extrusionOk="0">
                  <a:moveTo>
                    <a:pt x="1077" y="0"/>
                  </a:moveTo>
                  <a:lnTo>
                    <a:pt x="843" y="40"/>
                  </a:lnTo>
                  <a:lnTo>
                    <a:pt x="706" y="59"/>
                  </a:lnTo>
                  <a:lnTo>
                    <a:pt x="588" y="98"/>
                  </a:lnTo>
                  <a:lnTo>
                    <a:pt x="471" y="157"/>
                  </a:lnTo>
                  <a:lnTo>
                    <a:pt x="353" y="216"/>
                  </a:lnTo>
                  <a:lnTo>
                    <a:pt x="236" y="294"/>
                  </a:lnTo>
                  <a:lnTo>
                    <a:pt x="157" y="392"/>
                  </a:lnTo>
                  <a:lnTo>
                    <a:pt x="79" y="509"/>
                  </a:lnTo>
                  <a:lnTo>
                    <a:pt x="20" y="666"/>
                  </a:lnTo>
                  <a:lnTo>
                    <a:pt x="1" y="823"/>
                  </a:lnTo>
                  <a:lnTo>
                    <a:pt x="1" y="999"/>
                  </a:lnTo>
                  <a:lnTo>
                    <a:pt x="40" y="1194"/>
                  </a:lnTo>
                  <a:lnTo>
                    <a:pt x="99" y="1390"/>
                  </a:lnTo>
                  <a:lnTo>
                    <a:pt x="177" y="1605"/>
                  </a:lnTo>
                  <a:lnTo>
                    <a:pt x="255" y="1801"/>
                  </a:lnTo>
                  <a:lnTo>
                    <a:pt x="490" y="2232"/>
                  </a:lnTo>
                  <a:lnTo>
                    <a:pt x="745" y="2643"/>
                  </a:lnTo>
                  <a:lnTo>
                    <a:pt x="1019" y="3034"/>
                  </a:lnTo>
                  <a:lnTo>
                    <a:pt x="1273" y="3347"/>
                  </a:lnTo>
                  <a:lnTo>
                    <a:pt x="1469" y="3602"/>
                  </a:lnTo>
                  <a:lnTo>
                    <a:pt x="1547" y="3680"/>
                  </a:lnTo>
                  <a:lnTo>
                    <a:pt x="1625" y="3700"/>
                  </a:lnTo>
                  <a:lnTo>
                    <a:pt x="1684" y="3680"/>
                  </a:lnTo>
                  <a:lnTo>
                    <a:pt x="1723" y="3641"/>
                  </a:lnTo>
                  <a:lnTo>
                    <a:pt x="1762" y="3543"/>
                  </a:lnTo>
                  <a:lnTo>
                    <a:pt x="1782" y="3445"/>
                  </a:lnTo>
                  <a:lnTo>
                    <a:pt x="1821" y="3152"/>
                  </a:lnTo>
                  <a:lnTo>
                    <a:pt x="1802" y="2819"/>
                  </a:lnTo>
                  <a:lnTo>
                    <a:pt x="1743" y="2447"/>
                  </a:lnTo>
                  <a:lnTo>
                    <a:pt x="1645" y="2114"/>
                  </a:lnTo>
                  <a:lnTo>
                    <a:pt x="1586" y="1977"/>
                  </a:lnTo>
                  <a:lnTo>
                    <a:pt x="1528" y="1840"/>
                  </a:lnTo>
                  <a:lnTo>
                    <a:pt x="1410" y="1625"/>
                  </a:lnTo>
                  <a:lnTo>
                    <a:pt x="1332" y="1410"/>
                  </a:lnTo>
                  <a:lnTo>
                    <a:pt x="1293" y="1253"/>
                  </a:lnTo>
                  <a:lnTo>
                    <a:pt x="1273" y="1097"/>
                  </a:lnTo>
                  <a:lnTo>
                    <a:pt x="1273" y="999"/>
                  </a:lnTo>
                  <a:lnTo>
                    <a:pt x="1293" y="901"/>
                  </a:lnTo>
                  <a:lnTo>
                    <a:pt x="1293" y="842"/>
                  </a:lnTo>
                  <a:lnTo>
                    <a:pt x="1488" y="20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rgbClr val="FDA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54"/>
            <p:cNvSpPr/>
            <p:nvPr/>
          </p:nvSpPr>
          <p:spPr>
            <a:xfrm>
              <a:off x="1018945" y="2259836"/>
              <a:ext cx="28746" cy="52324"/>
            </a:xfrm>
            <a:custGeom>
              <a:avLst/>
              <a:gdLst/>
              <a:ahLst/>
              <a:cxnLst/>
              <a:rect l="l" t="t" r="r" b="b"/>
              <a:pathLst>
                <a:path w="979" h="1782" extrusionOk="0">
                  <a:moveTo>
                    <a:pt x="881" y="0"/>
                  </a:moveTo>
                  <a:lnTo>
                    <a:pt x="842" y="20"/>
                  </a:lnTo>
                  <a:lnTo>
                    <a:pt x="724" y="78"/>
                  </a:lnTo>
                  <a:lnTo>
                    <a:pt x="607" y="157"/>
                  </a:lnTo>
                  <a:lnTo>
                    <a:pt x="509" y="215"/>
                  </a:lnTo>
                  <a:lnTo>
                    <a:pt x="411" y="313"/>
                  </a:lnTo>
                  <a:lnTo>
                    <a:pt x="255" y="509"/>
                  </a:lnTo>
                  <a:lnTo>
                    <a:pt x="118" y="724"/>
                  </a:lnTo>
                  <a:lnTo>
                    <a:pt x="39" y="959"/>
                  </a:lnTo>
                  <a:lnTo>
                    <a:pt x="0" y="1214"/>
                  </a:lnTo>
                  <a:lnTo>
                    <a:pt x="0" y="1468"/>
                  </a:lnTo>
                  <a:lnTo>
                    <a:pt x="39" y="1722"/>
                  </a:lnTo>
                  <a:lnTo>
                    <a:pt x="59" y="1762"/>
                  </a:lnTo>
                  <a:lnTo>
                    <a:pt x="78" y="1781"/>
                  </a:lnTo>
                  <a:lnTo>
                    <a:pt x="137" y="1781"/>
                  </a:lnTo>
                  <a:lnTo>
                    <a:pt x="196" y="1762"/>
                  </a:lnTo>
                  <a:lnTo>
                    <a:pt x="215" y="1722"/>
                  </a:lnTo>
                  <a:lnTo>
                    <a:pt x="196" y="1683"/>
                  </a:lnTo>
                  <a:lnTo>
                    <a:pt x="157" y="1448"/>
                  </a:lnTo>
                  <a:lnTo>
                    <a:pt x="157" y="1214"/>
                  </a:lnTo>
                  <a:lnTo>
                    <a:pt x="196" y="998"/>
                  </a:lnTo>
                  <a:lnTo>
                    <a:pt x="274" y="783"/>
                  </a:lnTo>
                  <a:lnTo>
                    <a:pt x="392" y="587"/>
                  </a:lnTo>
                  <a:lnTo>
                    <a:pt x="529" y="431"/>
                  </a:lnTo>
                  <a:lnTo>
                    <a:pt x="724" y="274"/>
                  </a:lnTo>
                  <a:lnTo>
                    <a:pt x="940" y="157"/>
                  </a:lnTo>
                  <a:lnTo>
                    <a:pt x="959" y="137"/>
                  </a:lnTo>
                  <a:lnTo>
                    <a:pt x="979" y="117"/>
                  </a:lnTo>
                  <a:lnTo>
                    <a:pt x="959" y="59"/>
                  </a:lnTo>
                  <a:lnTo>
                    <a:pt x="920" y="20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4047;p54"/>
            <p:cNvSpPr/>
            <p:nvPr/>
          </p:nvSpPr>
          <p:spPr>
            <a:xfrm>
              <a:off x="998245" y="2303498"/>
              <a:ext cx="23020" cy="43134"/>
            </a:xfrm>
            <a:custGeom>
              <a:avLst/>
              <a:gdLst/>
              <a:ahLst/>
              <a:cxnLst/>
              <a:rect l="l" t="t" r="r" b="b"/>
              <a:pathLst>
                <a:path w="784" h="1469" extrusionOk="0">
                  <a:moveTo>
                    <a:pt x="646" y="1"/>
                  </a:moveTo>
                  <a:lnTo>
                    <a:pt x="490" y="118"/>
                  </a:lnTo>
                  <a:lnTo>
                    <a:pt x="333" y="275"/>
                  </a:lnTo>
                  <a:lnTo>
                    <a:pt x="216" y="431"/>
                  </a:lnTo>
                  <a:lnTo>
                    <a:pt x="118" y="607"/>
                  </a:lnTo>
                  <a:lnTo>
                    <a:pt x="40" y="803"/>
                  </a:lnTo>
                  <a:lnTo>
                    <a:pt x="0" y="999"/>
                  </a:lnTo>
                  <a:lnTo>
                    <a:pt x="0" y="1214"/>
                  </a:lnTo>
                  <a:lnTo>
                    <a:pt x="20" y="1429"/>
                  </a:lnTo>
                  <a:lnTo>
                    <a:pt x="40" y="1449"/>
                  </a:lnTo>
                  <a:lnTo>
                    <a:pt x="59" y="1469"/>
                  </a:lnTo>
                  <a:lnTo>
                    <a:pt x="118" y="1469"/>
                  </a:lnTo>
                  <a:lnTo>
                    <a:pt x="157" y="1449"/>
                  </a:lnTo>
                  <a:lnTo>
                    <a:pt x="177" y="1410"/>
                  </a:lnTo>
                  <a:lnTo>
                    <a:pt x="177" y="1371"/>
                  </a:lnTo>
                  <a:lnTo>
                    <a:pt x="157" y="1195"/>
                  </a:lnTo>
                  <a:lnTo>
                    <a:pt x="157" y="1018"/>
                  </a:lnTo>
                  <a:lnTo>
                    <a:pt x="196" y="842"/>
                  </a:lnTo>
                  <a:lnTo>
                    <a:pt x="255" y="666"/>
                  </a:lnTo>
                  <a:lnTo>
                    <a:pt x="353" y="509"/>
                  </a:lnTo>
                  <a:lnTo>
                    <a:pt x="451" y="372"/>
                  </a:lnTo>
                  <a:lnTo>
                    <a:pt x="588" y="255"/>
                  </a:lnTo>
                  <a:lnTo>
                    <a:pt x="744" y="138"/>
                  </a:lnTo>
                  <a:lnTo>
                    <a:pt x="764" y="118"/>
                  </a:lnTo>
                  <a:lnTo>
                    <a:pt x="783" y="98"/>
                  </a:lnTo>
                  <a:lnTo>
                    <a:pt x="764" y="40"/>
                  </a:lnTo>
                  <a:lnTo>
                    <a:pt x="725" y="1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4048;p54"/>
            <p:cNvSpPr/>
            <p:nvPr/>
          </p:nvSpPr>
          <p:spPr>
            <a:xfrm>
              <a:off x="987322" y="2337412"/>
              <a:ext cx="13830" cy="18410"/>
            </a:xfrm>
            <a:custGeom>
              <a:avLst/>
              <a:gdLst/>
              <a:ahLst/>
              <a:cxnLst/>
              <a:rect l="l" t="t" r="r" b="b"/>
              <a:pathLst>
                <a:path w="471" h="627" extrusionOk="0">
                  <a:moveTo>
                    <a:pt x="353" y="0"/>
                  </a:moveTo>
                  <a:lnTo>
                    <a:pt x="333" y="20"/>
                  </a:lnTo>
                  <a:lnTo>
                    <a:pt x="216" y="118"/>
                  </a:lnTo>
                  <a:lnTo>
                    <a:pt x="138" y="255"/>
                  </a:lnTo>
                  <a:lnTo>
                    <a:pt x="59" y="372"/>
                  </a:lnTo>
                  <a:lnTo>
                    <a:pt x="1" y="509"/>
                  </a:lnTo>
                  <a:lnTo>
                    <a:pt x="1" y="548"/>
                  </a:lnTo>
                  <a:lnTo>
                    <a:pt x="20" y="588"/>
                  </a:lnTo>
                  <a:lnTo>
                    <a:pt x="59" y="627"/>
                  </a:lnTo>
                  <a:lnTo>
                    <a:pt x="118" y="607"/>
                  </a:lnTo>
                  <a:lnTo>
                    <a:pt x="157" y="588"/>
                  </a:lnTo>
                  <a:lnTo>
                    <a:pt x="177" y="568"/>
                  </a:lnTo>
                  <a:lnTo>
                    <a:pt x="216" y="451"/>
                  </a:lnTo>
                  <a:lnTo>
                    <a:pt x="275" y="333"/>
                  </a:lnTo>
                  <a:lnTo>
                    <a:pt x="353" y="235"/>
                  </a:lnTo>
                  <a:lnTo>
                    <a:pt x="451" y="137"/>
                  </a:lnTo>
                  <a:lnTo>
                    <a:pt x="470" y="98"/>
                  </a:lnTo>
                  <a:lnTo>
                    <a:pt x="470" y="79"/>
                  </a:lnTo>
                  <a:lnTo>
                    <a:pt x="451" y="20"/>
                  </a:lnTo>
                  <a:lnTo>
                    <a:pt x="392" y="0"/>
                  </a:lnTo>
                  <a:close/>
                </a:path>
              </a:pathLst>
            </a:custGeom>
            <a:solidFill>
              <a:srgbClr val="DF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49" name="Google Shape;4049;p54"/>
          <p:cNvGrpSpPr/>
          <p:nvPr/>
        </p:nvGrpSpPr>
        <p:grpSpPr>
          <a:xfrm>
            <a:off x="6387480" y="1437815"/>
            <a:ext cx="611648" cy="365223"/>
            <a:chOff x="4504125" y="1762525"/>
            <a:chExt cx="985575" cy="588500"/>
          </a:xfrm>
        </p:grpSpPr>
        <p:sp>
          <p:nvSpPr>
            <p:cNvPr id="4050" name="Google Shape;4050;p54"/>
            <p:cNvSpPr/>
            <p:nvPr/>
          </p:nvSpPr>
          <p:spPr>
            <a:xfrm>
              <a:off x="4691775" y="2150600"/>
              <a:ext cx="87950" cy="105425"/>
            </a:xfrm>
            <a:custGeom>
              <a:avLst/>
              <a:gdLst/>
              <a:ahLst/>
              <a:cxnLst/>
              <a:rect l="l" t="t" r="r" b="b"/>
              <a:pathLst>
                <a:path w="3518" h="4217" extrusionOk="0">
                  <a:moveTo>
                    <a:pt x="1910" y="0"/>
                  </a:moveTo>
                  <a:lnTo>
                    <a:pt x="1" y="4216"/>
                  </a:lnTo>
                  <a:lnTo>
                    <a:pt x="3517" y="1607"/>
                  </a:lnTo>
                  <a:lnTo>
                    <a:pt x="3498" y="1569"/>
                  </a:lnTo>
                  <a:lnTo>
                    <a:pt x="191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54"/>
            <p:cNvSpPr/>
            <p:nvPr/>
          </p:nvSpPr>
          <p:spPr>
            <a:xfrm>
              <a:off x="4504125" y="1762525"/>
              <a:ext cx="985575" cy="310100"/>
            </a:xfrm>
            <a:custGeom>
              <a:avLst/>
              <a:gdLst/>
              <a:ahLst/>
              <a:cxnLst/>
              <a:rect l="l" t="t" r="r" b="b"/>
              <a:pathLst>
                <a:path w="39423" h="12404" extrusionOk="0">
                  <a:moveTo>
                    <a:pt x="39422" y="0"/>
                  </a:moveTo>
                  <a:lnTo>
                    <a:pt x="0" y="4859"/>
                  </a:lnTo>
                  <a:lnTo>
                    <a:pt x="6372" y="12403"/>
                  </a:lnTo>
                  <a:lnTo>
                    <a:pt x="39422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EFEFE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54"/>
            <p:cNvSpPr/>
            <p:nvPr/>
          </p:nvSpPr>
          <p:spPr>
            <a:xfrm>
              <a:off x="4663425" y="1762525"/>
              <a:ext cx="826275" cy="588500"/>
            </a:xfrm>
            <a:custGeom>
              <a:avLst/>
              <a:gdLst/>
              <a:ahLst/>
              <a:cxnLst/>
              <a:rect l="l" t="t" r="r" b="b"/>
              <a:pathLst>
                <a:path w="33051" h="235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4632" y="17092"/>
                  </a:lnTo>
                  <a:lnTo>
                    <a:pt x="10513" y="23540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54"/>
            <p:cNvSpPr/>
            <p:nvPr/>
          </p:nvSpPr>
          <p:spPr>
            <a:xfrm>
              <a:off x="4663425" y="1762525"/>
              <a:ext cx="826275" cy="493500"/>
            </a:xfrm>
            <a:custGeom>
              <a:avLst/>
              <a:gdLst/>
              <a:ahLst/>
              <a:cxnLst/>
              <a:rect l="l" t="t" r="r" b="b"/>
              <a:pathLst>
                <a:path w="33051" h="197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54" name="Google Shape;4054;p54"/>
          <p:cNvGrpSpPr/>
          <p:nvPr/>
        </p:nvGrpSpPr>
        <p:grpSpPr>
          <a:xfrm flipH="1">
            <a:off x="6707692" y="3584494"/>
            <a:ext cx="611638" cy="609195"/>
            <a:chOff x="778525" y="3588975"/>
            <a:chExt cx="1073425" cy="1068950"/>
          </a:xfrm>
        </p:grpSpPr>
        <p:sp>
          <p:nvSpPr>
            <p:cNvPr id="4055" name="Google Shape;4055;p54"/>
            <p:cNvSpPr/>
            <p:nvPr/>
          </p:nvSpPr>
          <p:spPr>
            <a:xfrm>
              <a:off x="802800" y="4540925"/>
              <a:ext cx="665100" cy="1170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56" name="Google Shape;4056;p54"/>
            <p:cNvGrpSpPr/>
            <p:nvPr/>
          </p:nvGrpSpPr>
          <p:grpSpPr>
            <a:xfrm>
              <a:off x="778525" y="3588975"/>
              <a:ext cx="1073425" cy="1010450"/>
              <a:chOff x="5329875" y="761550"/>
              <a:chExt cx="1073425" cy="1010450"/>
            </a:xfrm>
          </p:grpSpPr>
          <p:sp>
            <p:nvSpPr>
              <p:cNvPr id="4057" name="Google Shape;4057;p54"/>
              <p:cNvSpPr/>
              <p:nvPr/>
            </p:nvSpPr>
            <p:spPr>
              <a:xfrm>
                <a:off x="5674725" y="1263225"/>
                <a:ext cx="728575" cy="490300"/>
              </a:xfrm>
              <a:custGeom>
                <a:avLst/>
                <a:gdLst/>
                <a:ahLst/>
                <a:cxnLst/>
                <a:rect l="l" t="t" r="r" b="b"/>
                <a:pathLst>
                  <a:path w="29143" h="19612" extrusionOk="0">
                    <a:moveTo>
                      <a:pt x="24482" y="0"/>
                    </a:moveTo>
                    <a:lnTo>
                      <a:pt x="23951" y="19"/>
                    </a:lnTo>
                    <a:lnTo>
                      <a:pt x="23440" y="76"/>
                    </a:lnTo>
                    <a:lnTo>
                      <a:pt x="22909" y="152"/>
                    </a:lnTo>
                    <a:lnTo>
                      <a:pt x="22378" y="247"/>
                    </a:lnTo>
                    <a:lnTo>
                      <a:pt x="21867" y="379"/>
                    </a:lnTo>
                    <a:lnTo>
                      <a:pt x="21355" y="512"/>
                    </a:lnTo>
                    <a:lnTo>
                      <a:pt x="20844" y="663"/>
                    </a:lnTo>
                    <a:lnTo>
                      <a:pt x="20010" y="948"/>
                    </a:lnTo>
                    <a:lnTo>
                      <a:pt x="19176" y="1251"/>
                    </a:lnTo>
                    <a:lnTo>
                      <a:pt x="18342" y="1554"/>
                    </a:lnTo>
                    <a:lnTo>
                      <a:pt x="17528" y="1895"/>
                    </a:lnTo>
                    <a:lnTo>
                      <a:pt x="16713" y="2274"/>
                    </a:lnTo>
                    <a:lnTo>
                      <a:pt x="15917" y="2653"/>
                    </a:lnTo>
                    <a:lnTo>
                      <a:pt x="15140" y="3051"/>
                    </a:lnTo>
                    <a:lnTo>
                      <a:pt x="14363" y="3487"/>
                    </a:lnTo>
                    <a:lnTo>
                      <a:pt x="13586" y="3923"/>
                    </a:lnTo>
                    <a:lnTo>
                      <a:pt x="12847" y="4396"/>
                    </a:lnTo>
                    <a:lnTo>
                      <a:pt x="12090" y="4870"/>
                    </a:lnTo>
                    <a:lnTo>
                      <a:pt x="11369" y="5382"/>
                    </a:lnTo>
                    <a:lnTo>
                      <a:pt x="10649" y="5893"/>
                    </a:lnTo>
                    <a:lnTo>
                      <a:pt x="9948" y="6443"/>
                    </a:lnTo>
                    <a:lnTo>
                      <a:pt x="9266" y="6992"/>
                    </a:lnTo>
                    <a:lnTo>
                      <a:pt x="8584" y="7561"/>
                    </a:lnTo>
                    <a:lnTo>
                      <a:pt x="7921" y="8167"/>
                    </a:lnTo>
                    <a:lnTo>
                      <a:pt x="7277" y="8773"/>
                    </a:lnTo>
                    <a:lnTo>
                      <a:pt x="6651" y="9399"/>
                    </a:lnTo>
                    <a:lnTo>
                      <a:pt x="6026" y="10024"/>
                    </a:lnTo>
                    <a:lnTo>
                      <a:pt x="5439" y="10687"/>
                    </a:lnTo>
                    <a:lnTo>
                      <a:pt x="4851" y="11350"/>
                    </a:lnTo>
                    <a:lnTo>
                      <a:pt x="4302" y="12032"/>
                    </a:lnTo>
                    <a:lnTo>
                      <a:pt x="3752" y="12734"/>
                    </a:lnTo>
                    <a:lnTo>
                      <a:pt x="3222" y="13454"/>
                    </a:lnTo>
                    <a:lnTo>
                      <a:pt x="2710" y="14174"/>
                    </a:lnTo>
                    <a:lnTo>
                      <a:pt x="2217" y="14913"/>
                    </a:lnTo>
                    <a:lnTo>
                      <a:pt x="1763" y="15652"/>
                    </a:lnTo>
                    <a:lnTo>
                      <a:pt x="1308" y="16429"/>
                    </a:lnTo>
                    <a:lnTo>
                      <a:pt x="872" y="17186"/>
                    </a:lnTo>
                    <a:lnTo>
                      <a:pt x="474" y="17982"/>
                    </a:lnTo>
                    <a:lnTo>
                      <a:pt x="76" y="18778"/>
                    </a:lnTo>
                    <a:lnTo>
                      <a:pt x="1" y="18930"/>
                    </a:lnTo>
                    <a:lnTo>
                      <a:pt x="834" y="19612"/>
                    </a:lnTo>
                    <a:lnTo>
                      <a:pt x="1857" y="18816"/>
                    </a:lnTo>
                    <a:lnTo>
                      <a:pt x="2900" y="18039"/>
                    </a:lnTo>
                    <a:lnTo>
                      <a:pt x="3961" y="17300"/>
                    </a:lnTo>
                    <a:lnTo>
                      <a:pt x="5060" y="16580"/>
                    </a:lnTo>
                    <a:lnTo>
                      <a:pt x="6178" y="15898"/>
                    </a:lnTo>
                    <a:lnTo>
                      <a:pt x="7296" y="15254"/>
                    </a:lnTo>
                    <a:lnTo>
                      <a:pt x="8451" y="14647"/>
                    </a:lnTo>
                    <a:lnTo>
                      <a:pt x="9607" y="14079"/>
                    </a:lnTo>
                    <a:lnTo>
                      <a:pt x="10801" y="13529"/>
                    </a:lnTo>
                    <a:lnTo>
                      <a:pt x="11995" y="13037"/>
                    </a:lnTo>
                    <a:lnTo>
                      <a:pt x="13207" y="12563"/>
                    </a:lnTo>
                    <a:lnTo>
                      <a:pt x="14439" y="12127"/>
                    </a:lnTo>
                    <a:lnTo>
                      <a:pt x="15671" y="11729"/>
                    </a:lnTo>
                    <a:lnTo>
                      <a:pt x="16921" y="11369"/>
                    </a:lnTo>
                    <a:lnTo>
                      <a:pt x="18191" y="11047"/>
                    </a:lnTo>
                    <a:lnTo>
                      <a:pt x="19460" y="10763"/>
                    </a:lnTo>
                    <a:lnTo>
                      <a:pt x="21317" y="10403"/>
                    </a:lnTo>
                    <a:lnTo>
                      <a:pt x="22246" y="10194"/>
                    </a:lnTo>
                    <a:lnTo>
                      <a:pt x="23155" y="9967"/>
                    </a:lnTo>
                    <a:lnTo>
                      <a:pt x="23610" y="9853"/>
                    </a:lnTo>
                    <a:lnTo>
                      <a:pt x="24065" y="9702"/>
                    </a:lnTo>
                    <a:lnTo>
                      <a:pt x="24501" y="9550"/>
                    </a:lnTo>
                    <a:lnTo>
                      <a:pt x="24936" y="9380"/>
                    </a:lnTo>
                    <a:lnTo>
                      <a:pt x="25353" y="9190"/>
                    </a:lnTo>
                    <a:lnTo>
                      <a:pt x="25770" y="8982"/>
                    </a:lnTo>
                    <a:lnTo>
                      <a:pt x="26187" y="8754"/>
                    </a:lnTo>
                    <a:lnTo>
                      <a:pt x="26585" y="8508"/>
                    </a:lnTo>
                    <a:lnTo>
                      <a:pt x="26964" y="8224"/>
                    </a:lnTo>
                    <a:lnTo>
                      <a:pt x="27324" y="7902"/>
                    </a:lnTo>
                    <a:lnTo>
                      <a:pt x="27646" y="7561"/>
                    </a:lnTo>
                    <a:lnTo>
                      <a:pt x="27949" y="7182"/>
                    </a:lnTo>
                    <a:lnTo>
                      <a:pt x="28233" y="6803"/>
                    </a:lnTo>
                    <a:lnTo>
                      <a:pt x="28480" y="6386"/>
                    </a:lnTo>
                    <a:lnTo>
                      <a:pt x="28688" y="5950"/>
                    </a:lnTo>
                    <a:lnTo>
                      <a:pt x="28878" y="5514"/>
                    </a:lnTo>
                    <a:lnTo>
                      <a:pt x="29010" y="5078"/>
                    </a:lnTo>
                    <a:lnTo>
                      <a:pt x="29105" y="4624"/>
                    </a:lnTo>
                    <a:lnTo>
                      <a:pt x="29124" y="4396"/>
                    </a:lnTo>
                    <a:lnTo>
                      <a:pt x="29143" y="4169"/>
                    </a:lnTo>
                    <a:lnTo>
                      <a:pt x="29143" y="3942"/>
                    </a:lnTo>
                    <a:lnTo>
                      <a:pt x="29143" y="3714"/>
                    </a:lnTo>
                    <a:lnTo>
                      <a:pt x="29124" y="3487"/>
                    </a:lnTo>
                    <a:lnTo>
                      <a:pt x="29086" y="3278"/>
                    </a:lnTo>
                    <a:lnTo>
                      <a:pt x="29048" y="3051"/>
                    </a:lnTo>
                    <a:lnTo>
                      <a:pt x="28991" y="2843"/>
                    </a:lnTo>
                    <a:lnTo>
                      <a:pt x="28916" y="2615"/>
                    </a:lnTo>
                    <a:lnTo>
                      <a:pt x="28821" y="2407"/>
                    </a:lnTo>
                    <a:lnTo>
                      <a:pt x="28726" y="2198"/>
                    </a:lnTo>
                    <a:lnTo>
                      <a:pt x="28612" y="2009"/>
                    </a:lnTo>
                    <a:lnTo>
                      <a:pt x="28461" y="1781"/>
                    </a:lnTo>
                    <a:lnTo>
                      <a:pt x="28290" y="1573"/>
                    </a:lnTo>
                    <a:lnTo>
                      <a:pt x="28120" y="1384"/>
                    </a:lnTo>
                    <a:lnTo>
                      <a:pt x="27930" y="1213"/>
                    </a:lnTo>
                    <a:lnTo>
                      <a:pt x="27722" y="1042"/>
                    </a:lnTo>
                    <a:lnTo>
                      <a:pt x="27513" y="891"/>
                    </a:lnTo>
                    <a:lnTo>
                      <a:pt x="27286" y="739"/>
                    </a:lnTo>
                    <a:lnTo>
                      <a:pt x="27059" y="607"/>
                    </a:lnTo>
                    <a:lnTo>
                      <a:pt x="26812" y="493"/>
                    </a:lnTo>
                    <a:lnTo>
                      <a:pt x="26566" y="398"/>
                    </a:lnTo>
                    <a:lnTo>
                      <a:pt x="26320" y="303"/>
                    </a:lnTo>
                    <a:lnTo>
                      <a:pt x="26054" y="228"/>
                    </a:lnTo>
                    <a:lnTo>
                      <a:pt x="25808" y="152"/>
                    </a:lnTo>
                    <a:lnTo>
                      <a:pt x="25543" y="95"/>
                    </a:lnTo>
                    <a:lnTo>
                      <a:pt x="25278" y="57"/>
                    </a:lnTo>
                    <a:lnTo>
                      <a:pt x="25012" y="38"/>
                    </a:lnTo>
                    <a:lnTo>
                      <a:pt x="244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8" name="Google Shape;4058;p54"/>
              <p:cNvSpPr/>
              <p:nvPr/>
            </p:nvSpPr>
            <p:spPr>
              <a:xfrm>
                <a:off x="5679450" y="1337125"/>
                <a:ext cx="65090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26036" h="16183" extrusionOk="0">
                    <a:moveTo>
                      <a:pt x="25903" y="0"/>
                    </a:moveTo>
                    <a:lnTo>
                      <a:pt x="25164" y="171"/>
                    </a:lnTo>
                    <a:lnTo>
                      <a:pt x="24425" y="341"/>
                    </a:lnTo>
                    <a:lnTo>
                      <a:pt x="23705" y="531"/>
                    </a:lnTo>
                    <a:lnTo>
                      <a:pt x="22985" y="739"/>
                    </a:lnTo>
                    <a:lnTo>
                      <a:pt x="22246" y="948"/>
                    </a:lnTo>
                    <a:lnTo>
                      <a:pt x="21526" y="1175"/>
                    </a:lnTo>
                    <a:lnTo>
                      <a:pt x="20825" y="1421"/>
                    </a:lnTo>
                    <a:lnTo>
                      <a:pt x="20105" y="1668"/>
                    </a:lnTo>
                    <a:lnTo>
                      <a:pt x="19404" y="1933"/>
                    </a:lnTo>
                    <a:lnTo>
                      <a:pt x="18684" y="2198"/>
                    </a:lnTo>
                    <a:lnTo>
                      <a:pt x="17983" y="2482"/>
                    </a:lnTo>
                    <a:lnTo>
                      <a:pt x="17301" y="2786"/>
                    </a:lnTo>
                    <a:lnTo>
                      <a:pt x="16600" y="3108"/>
                    </a:lnTo>
                    <a:lnTo>
                      <a:pt x="15918" y="3430"/>
                    </a:lnTo>
                    <a:lnTo>
                      <a:pt x="15235" y="3752"/>
                    </a:lnTo>
                    <a:lnTo>
                      <a:pt x="14553" y="4093"/>
                    </a:lnTo>
                    <a:lnTo>
                      <a:pt x="13890" y="4453"/>
                    </a:lnTo>
                    <a:lnTo>
                      <a:pt x="13227" y="4813"/>
                    </a:lnTo>
                    <a:lnTo>
                      <a:pt x="12583" y="5192"/>
                    </a:lnTo>
                    <a:lnTo>
                      <a:pt x="11919" y="5571"/>
                    </a:lnTo>
                    <a:lnTo>
                      <a:pt x="11294" y="5969"/>
                    </a:lnTo>
                    <a:lnTo>
                      <a:pt x="10650" y="6386"/>
                    </a:lnTo>
                    <a:lnTo>
                      <a:pt x="10025" y="6803"/>
                    </a:lnTo>
                    <a:lnTo>
                      <a:pt x="9399" y="7220"/>
                    </a:lnTo>
                    <a:lnTo>
                      <a:pt x="8774" y="7674"/>
                    </a:lnTo>
                    <a:lnTo>
                      <a:pt x="8168" y="8110"/>
                    </a:lnTo>
                    <a:lnTo>
                      <a:pt x="7561" y="8584"/>
                    </a:lnTo>
                    <a:lnTo>
                      <a:pt x="6974" y="9039"/>
                    </a:lnTo>
                    <a:lnTo>
                      <a:pt x="6387" y="9531"/>
                    </a:lnTo>
                    <a:lnTo>
                      <a:pt x="5818" y="10005"/>
                    </a:lnTo>
                    <a:lnTo>
                      <a:pt x="5231" y="10517"/>
                    </a:lnTo>
                    <a:lnTo>
                      <a:pt x="4681" y="11009"/>
                    </a:lnTo>
                    <a:lnTo>
                      <a:pt x="4132" y="11540"/>
                    </a:lnTo>
                    <a:lnTo>
                      <a:pt x="3582" y="12070"/>
                    </a:lnTo>
                    <a:lnTo>
                      <a:pt x="3033" y="12601"/>
                    </a:lnTo>
                    <a:lnTo>
                      <a:pt x="2521" y="13150"/>
                    </a:lnTo>
                    <a:lnTo>
                      <a:pt x="1991" y="13700"/>
                    </a:lnTo>
                    <a:lnTo>
                      <a:pt x="1479" y="14249"/>
                    </a:lnTo>
                    <a:lnTo>
                      <a:pt x="986" y="14837"/>
                    </a:lnTo>
                    <a:lnTo>
                      <a:pt x="494" y="15405"/>
                    </a:lnTo>
                    <a:lnTo>
                      <a:pt x="39" y="15974"/>
                    </a:lnTo>
                    <a:lnTo>
                      <a:pt x="1" y="16031"/>
                    </a:lnTo>
                    <a:lnTo>
                      <a:pt x="1" y="16068"/>
                    </a:lnTo>
                    <a:lnTo>
                      <a:pt x="20" y="16125"/>
                    </a:lnTo>
                    <a:lnTo>
                      <a:pt x="58" y="16163"/>
                    </a:lnTo>
                    <a:lnTo>
                      <a:pt x="96" y="16182"/>
                    </a:lnTo>
                    <a:lnTo>
                      <a:pt x="190" y="16182"/>
                    </a:lnTo>
                    <a:lnTo>
                      <a:pt x="228" y="16144"/>
                    </a:lnTo>
                    <a:lnTo>
                      <a:pt x="702" y="15557"/>
                    </a:lnTo>
                    <a:lnTo>
                      <a:pt x="1176" y="14988"/>
                    </a:lnTo>
                    <a:lnTo>
                      <a:pt x="1668" y="14420"/>
                    </a:lnTo>
                    <a:lnTo>
                      <a:pt x="2180" y="13870"/>
                    </a:lnTo>
                    <a:lnTo>
                      <a:pt x="2692" y="13321"/>
                    </a:lnTo>
                    <a:lnTo>
                      <a:pt x="3222" y="12771"/>
                    </a:lnTo>
                    <a:lnTo>
                      <a:pt x="3753" y="12241"/>
                    </a:lnTo>
                    <a:lnTo>
                      <a:pt x="4283" y="11729"/>
                    </a:lnTo>
                    <a:lnTo>
                      <a:pt x="4833" y="11199"/>
                    </a:lnTo>
                    <a:lnTo>
                      <a:pt x="5401" y="10706"/>
                    </a:lnTo>
                    <a:lnTo>
                      <a:pt x="5970" y="10213"/>
                    </a:lnTo>
                    <a:lnTo>
                      <a:pt x="6538" y="9721"/>
                    </a:lnTo>
                    <a:lnTo>
                      <a:pt x="7126" y="9247"/>
                    </a:lnTo>
                    <a:lnTo>
                      <a:pt x="7713" y="8773"/>
                    </a:lnTo>
                    <a:lnTo>
                      <a:pt x="8319" y="8319"/>
                    </a:lnTo>
                    <a:lnTo>
                      <a:pt x="8926" y="7883"/>
                    </a:lnTo>
                    <a:lnTo>
                      <a:pt x="9532" y="7447"/>
                    </a:lnTo>
                    <a:lnTo>
                      <a:pt x="10138" y="7011"/>
                    </a:lnTo>
                    <a:lnTo>
                      <a:pt x="10764" y="6613"/>
                    </a:lnTo>
                    <a:lnTo>
                      <a:pt x="11389" y="6196"/>
                    </a:lnTo>
                    <a:lnTo>
                      <a:pt x="12033" y="5798"/>
                    </a:lnTo>
                    <a:lnTo>
                      <a:pt x="12677" y="5419"/>
                    </a:lnTo>
                    <a:lnTo>
                      <a:pt x="13322" y="5059"/>
                    </a:lnTo>
                    <a:lnTo>
                      <a:pt x="13985" y="4699"/>
                    </a:lnTo>
                    <a:lnTo>
                      <a:pt x="14648" y="4339"/>
                    </a:lnTo>
                    <a:lnTo>
                      <a:pt x="15311" y="3998"/>
                    </a:lnTo>
                    <a:lnTo>
                      <a:pt x="15993" y="3657"/>
                    </a:lnTo>
                    <a:lnTo>
                      <a:pt x="16676" y="3335"/>
                    </a:lnTo>
                    <a:lnTo>
                      <a:pt x="17358" y="3032"/>
                    </a:lnTo>
                    <a:lnTo>
                      <a:pt x="18059" y="2729"/>
                    </a:lnTo>
                    <a:lnTo>
                      <a:pt x="18741" y="2445"/>
                    </a:lnTo>
                    <a:lnTo>
                      <a:pt x="19442" y="2179"/>
                    </a:lnTo>
                    <a:lnTo>
                      <a:pt x="20143" y="1914"/>
                    </a:lnTo>
                    <a:lnTo>
                      <a:pt x="20863" y="1668"/>
                    </a:lnTo>
                    <a:lnTo>
                      <a:pt x="21564" y="1421"/>
                    </a:lnTo>
                    <a:lnTo>
                      <a:pt x="22284" y="1194"/>
                    </a:lnTo>
                    <a:lnTo>
                      <a:pt x="23004" y="986"/>
                    </a:lnTo>
                    <a:lnTo>
                      <a:pt x="23724" y="777"/>
                    </a:lnTo>
                    <a:lnTo>
                      <a:pt x="24463" y="588"/>
                    </a:lnTo>
                    <a:lnTo>
                      <a:pt x="25183" y="417"/>
                    </a:lnTo>
                    <a:lnTo>
                      <a:pt x="25922" y="247"/>
                    </a:lnTo>
                    <a:lnTo>
                      <a:pt x="25979" y="228"/>
                    </a:lnTo>
                    <a:lnTo>
                      <a:pt x="26017" y="190"/>
                    </a:lnTo>
                    <a:lnTo>
                      <a:pt x="26036" y="152"/>
                    </a:lnTo>
                    <a:lnTo>
                      <a:pt x="26036" y="95"/>
                    </a:lnTo>
                    <a:lnTo>
                      <a:pt x="26017" y="57"/>
                    </a:lnTo>
                    <a:lnTo>
                      <a:pt x="25998" y="19"/>
                    </a:lnTo>
                    <a:lnTo>
                      <a:pt x="2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9" name="Google Shape;4059;p54"/>
              <p:cNvSpPr/>
              <p:nvPr/>
            </p:nvSpPr>
            <p:spPr>
              <a:xfrm>
                <a:off x="5988325" y="1317225"/>
                <a:ext cx="251550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6292" extrusionOk="0">
                    <a:moveTo>
                      <a:pt x="7352" y="0"/>
                    </a:moveTo>
                    <a:lnTo>
                      <a:pt x="7295" y="19"/>
                    </a:lnTo>
                    <a:lnTo>
                      <a:pt x="6537" y="531"/>
                    </a:lnTo>
                    <a:lnTo>
                      <a:pt x="5780" y="1061"/>
                    </a:lnTo>
                    <a:lnTo>
                      <a:pt x="5022" y="1611"/>
                    </a:lnTo>
                    <a:lnTo>
                      <a:pt x="4302" y="2179"/>
                    </a:lnTo>
                    <a:lnTo>
                      <a:pt x="3582" y="2767"/>
                    </a:lnTo>
                    <a:lnTo>
                      <a:pt x="2880" y="3373"/>
                    </a:lnTo>
                    <a:lnTo>
                      <a:pt x="2179" y="3980"/>
                    </a:lnTo>
                    <a:lnTo>
                      <a:pt x="1516" y="4605"/>
                    </a:lnTo>
                    <a:lnTo>
                      <a:pt x="758" y="5344"/>
                    </a:lnTo>
                    <a:lnTo>
                      <a:pt x="38" y="6102"/>
                    </a:lnTo>
                    <a:lnTo>
                      <a:pt x="0" y="6140"/>
                    </a:lnTo>
                    <a:lnTo>
                      <a:pt x="0" y="6178"/>
                    </a:lnTo>
                    <a:lnTo>
                      <a:pt x="19" y="6215"/>
                    </a:lnTo>
                    <a:lnTo>
                      <a:pt x="38" y="6253"/>
                    </a:lnTo>
                    <a:lnTo>
                      <a:pt x="57" y="6272"/>
                    </a:lnTo>
                    <a:lnTo>
                      <a:pt x="95" y="6291"/>
                    </a:lnTo>
                    <a:lnTo>
                      <a:pt x="171" y="6291"/>
                    </a:lnTo>
                    <a:lnTo>
                      <a:pt x="626" y="6121"/>
                    </a:lnTo>
                    <a:lnTo>
                      <a:pt x="1080" y="5950"/>
                    </a:lnTo>
                    <a:lnTo>
                      <a:pt x="1554" y="5818"/>
                    </a:lnTo>
                    <a:lnTo>
                      <a:pt x="2009" y="5666"/>
                    </a:lnTo>
                    <a:lnTo>
                      <a:pt x="2483" y="5552"/>
                    </a:lnTo>
                    <a:lnTo>
                      <a:pt x="2956" y="5439"/>
                    </a:lnTo>
                    <a:lnTo>
                      <a:pt x="3430" y="5344"/>
                    </a:lnTo>
                    <a:lnTo>
                      <a:pt x="3904" y="5249"/>
                    </a:lnTo>
                    <a:lnTo>
                      <a:pt x="4377" y="5173"/>
                    </a:lnTo>
                    <a:lnTo>
                      <a:pt x="4870" y="5116"/>
                    </a:lnTo>
                    <a:lnTo>
                      <a:pt x="5344" y="5079"/>
                    </a:lnTo>
                    <a:lnTo>
                      <a:pt x="5836" y="5041"/>
                    </a:lnTo>
                    <a:lnTo>
                      <a:pt x="6310" y="5022"/>
                    </a:lnTo>
                    <a:lnTo>
                      <a:pt x="7295" y="5022"/>
                    </a:lnTo>
                    <a:lnTo>
                      <a:pt x="7769" y="5041"/>
                    </a:lnTo>
                    <a:lnTo>
                      <a:pt x="8319" y="5079"/>
                    </a:lnTo>
                    <a:lnTo>
                      <a:pt x="8849" y="5135"/>
                    </a:lnTo>
                    <a:lnTo>
                      <a:pt x="9399" y="5211"/>
                    </a:lnTo>
                    <a:lnTo>
                      <a:pt x="9929" y="5287"/>
                    </a:lnTo>
                    <a:lnTo>
                      <a:pt x="9986" y="5287"/>
                    </a:lnTo>
                    <a:lnTo>
                      <a:pt x="10024" y="5268"/>
                    </a:lnTo>
                    <a:lnTo>
                      <a:pt x="10043" y="5230"/>
                    </a:lnTo>
                    <a:lnTo>
                      <a:pt x="10062" y="5192"/>
                    </a:lnTo>
                    <a:lnTo>
                      <a:pt x="10062" y="5135"/>
                    </a:lnTo>
                    <a:lnTo>
                      <a:pt x="10043" y="5097"/>
                    </a:lnTo>
                    <a:lnTo>
                      <a:pt x="10024" y="5060"/>
                    </a:lnTo>
                    <a:lnTo>
                      <a:pt x="9967" y="5041"/>
                    </a:lnTo>
                    <a:lnTo>
                      <a:pt x="9474" y="4965"/>
                    </a:lnTo>
                    <a:lnTo>
                      <a:pt x="9001" y="4908"/>
                    </a:lnTo>
                    <a:lnTo>
                      <a:pt x="8508" y="4851"/>
                    </a:lnTo>
                    <a:lnTo>
                      <a:pt x="8015" y="4813"/>
                    </a:lnTo>
                    <a:lnTo>
                      <a:pt x="7523" y="4775"/>
                    </a:lnTo>
                    <a:lnTo>
                      <a:pt x="6064" y="4775"/>
                    </a:lnTo>
                    <a:lnTo>
                      <a:pt x="5571" y="4813"/>
                    </a:lnTo>
                    <a:lnTo>
                      <a:pt x="5078" y="4851"/>
                    </a:lnTo>
                    <a:lnTo>
                      <a:pt x="4605" y="4908"/>
                    </a:lnTo>
                    <a:lnTo>
                      <a:pt x="4112" y="4965"/>
                    </a:lnTo>
                    <a:lnTo>
                      <a:pt x="3638" y="5041"/>
                    </a:lnTo>
                    <a:lnTo>
                      <a:pt x="3146" y="5135"/>
                    </a:lnTo>
                    <a:lnTo>
                      <a:pt x="2672" y="5249"/>
                    </a:lnTo>
                    <a:lnTo>
                      <a:pt x="2198" y="5363"/>
                    </a:lnTo>
                    <a:lnTo>
                      <a:pt x="1402" y="5590"/>
                    </a:lnTo>
                    <a:lnTo>
                      <a:pt x="607" y="5855"/>
                    </a:lnTo>
                    <a:lnTo>
                      <a:pt x="1213" y="5249"/>
                    </a:lnTo>
                    <a:lnTo>
                      <a:pt x="1819" y="4662"/>
                    </a:lnTo>
                    <a:lnTo>
                      <a:pt x="2445" y="4093"/>
                    </a:lnTo>
                    <a:lnTo>
                      <a:pt x="3070" y="3525"/>
                    </a:lnTo>
                    <a:lnTo>
                      <a:pt x="3714" y="2975"/>
                    </a:lnTo>
                    <a:lnTo>
                      <a:pt x="4377" y="2445"/>
                    </a:lnTo>
                    <a:lnTo>
                      <a:pt x="5041" y="1933"/>
                    </a:lnTo>
                    <a:lnTo>
                      <a:pt x="5723" y="1422"/>
                    </a:lnTo>
                    <a:lnTo>
                      <a:pt x="6575" y="815"/>
                    </a:lnTo>
                    <a:lnTo>
                      <a:pt x="7447" y="228"/>
                    </a:lnTo>
                    <a:lnTo>
                      <a:pt x="7485" y="190"/>
                    </a:lnTo>
                    <a:lnTo>
                      <a:pt x="7504" y="152"/>
                    </a:lnTo>
                    <a:lnTo>
                      <a:pt x="7485" y="95"/>
                    </a:lnTo>
                    <a:lnTo>
                      <a:pt x="7466" y="57"/>
                    </a:lnTo>
                    <a:lnTo>
                      <a:pt x="7428" y="19"/>
                    </a:lnTo>
                    <a:lnTo>
                      <a:pt x="7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0" name="Google Shape;4060;p54"/>
              <p:cNvSpPr/>
              <p:nvPr/>
            </p:nvSpPr>
            <p:spPr>
              <a:xfrm>
                <a:off x="5788425" y="1465975"/>
                <a:ext cx="169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6273" extrusionOk="0">
                    <a:moveTo>
                      <a:pt x="5021" y="0"/>
                    </a:moveTo>
                    <a:lnTo>
                      <a:pt x="4984" y="19"/>
                    </a:lnTo>
                    <a:lnTo>
                      <a:pt x="4396" y="531"/>
                    </a:lnTo>
                    <a:lnTo>
                      <a:pt x="3828" y="1042"/>
                    </a:lnTo>
                    <a:lnTo>
                      <a:pt x="3297" y="1592"/>
                    </a:lnTo>
                    <a:lnTo>
                      <a:pt x="2767" y="2160"/>
                    </a:lnTo>
                    <a:lnTo>
                      <a:pt x="2274" y="2729"/>
                    </a:lnTo>
                    <a:lnTo>
                      <a:pt x="1800" y="3335"/>
                    </a:lnTo>
                    <a:lnTo>
                      <a:pt x="1345" y="3960"/>
                    </a:lnTo>
                    <a:lnTo>
                      <a:pt x="910" y="4586"/>
                    </a:lnTo>
                    <a:lnTo>
                      <a:pt x="455" y="5325"/>
                    </a:lnTo>
                    <a:lnTo>
                      <a:pt x="19" y="6102"/>
                    </a:lnTo>
                    <a:lnTo>
                      <a:pt x="0" y="6139"/>
                    </a:lnTo>
                    <a:lnTo>
                      <a:pt x="19" y="6177"/>
                    </a:lnTo>
                    <a:lnTo>
                      <a:pt x="38" y="6215"/>
                    </a:lnTo>
                    <a:lnTo>
                      <a:pt x="57" y="6234"/>
                    </a:lnTo>
                    <a:lnTo>
                      <a:pt x="95" y="6253"/>
                    </a:lnTo>
                    <a:lnTo>
                      <a:pt x="133" y="6272"/>
                    </a:lnTo>
                    <a:lnTo>
                      <a:pt x="171" y="6272"/>
                    </a:lnTo>
                    <a:lnTo>
                      <a:pt x="209" y="6253"/>
                    </a:lnTo>
                    <a:lnTo>
                      <a:pt x="758" y="5836"/>
                    </a:lnTo>
                    <a:lnTo>
                      <a:pt x="1345" y="5476"/>
                    </a:lnTo>
                    <a:lnTo>
                      <a:pt x="1933" y="5135"/>
                    </a:lnTo>
                    <a:lnTo>
                      <a:pt x="2558" y="4813"/>
                    </a:lnTo>
                    <a:lnTo>
                      <a:pt x="3183" y="4529"/>
                    </a:lnTo>
                    <a:lnTo>
                      <a:pt x="3809" y="4283"/>
                    </a:lnTo>
                    <a:lnTo>
                      <a:pt x="4472" y="4055"/>
                    </a:lnTo>
                    <a:lnTo>
                      <a:pt x="5135" y="3866"/>
                    </a:lnTo>
                    <a:lnTo>
                      <a:pt x="5514" y="3771"/>
                    </a:lnTo>
                    <a:lnTo>
                      <a:pt x="5912" y="3695"/>
                    </a:lnTo>
                    <a:lnTo>
                      <a:pt x="6689" y="3581"/>
                    </a:lnTo>
                    <a:lnTo>
                      <a:pt x="6746" y="3562"/>
                    </a:lnTo>
                    <a:lnTo>
                      <a:pt x="6765" y="3525"/>
                    </a:lnTo>
                    <a:lnTo>
                      <a:pt x="6784" y="3487"/>
                    </a:lnTo>
                    <a:lnTo>
                      <a:pt x="6784" y="3430"/>
                    </a:lnTo>
                    <a:lnTo>
                      <a:pt x="6784" y="3392"/>
                    </a:lnTo>
                    <a:lnTo>
                      <a:pt x="6746" y="3354"/>
                    </a:lnTo>
                    <a:lnTo>
                      <a:pt x="6708" y="3335"/>
                    </a:lnTo>
                    <a:lnTo>
                      <a:pt x="6670" y="3316"/>
                    </a:lnTo>
                    <a:lnTo>
                      <a:pt x="5969" y="3430"/>
                    </a:lnTo>
                    <a:lnTo>
                      <a:pt x="5287" y="3581"/>
                    </a:lnTo>
                    <a:lnTo>
                      <a:pt x="4605" y="3752"/>
                    </a:lnTo>
                    <a:lnTo>
                      <a:pt x="3941" y="3979"/>
                    </a:lnTo>
                    <a:lnTo>
                      <a:pt x="3297" y="4207"/>
                    </a:lnTo>
                    <a:lnTo>
                      <a:pt x="2653" y="4491"/>
                    </a:lnTo>
                    <a:lnTo>
                      <a:pt x="2028" y="4794"/>
                    </a:lnTo>
                    <a:lnTo>
                      <a:pt x="1402" y="5135"/>
                    </a:lnTo>
                    <a:lnTo>
                      <a:pt x="966" y="5419"/>
                    </a:lnTo>
                    <a:lnTo>
                      <a:pt x="531" y="5704"/>
                    </a:lnTo>
                    <a:lnTo>
                      <a:pt x="985" y="4946"/>
                    </a:lnTo>
                    <a:lnTo>
                      <a:pt x="1478" y="4188"/>
                    </a:lnTo>
                    <a:lnTo>
                      <a:pt x="2009" y="3468"/>
                    </a:lnTo>
                    <a:lnTo>
                      <a:pt x="2577" y="2767"/>
                    </a:lnTo>
                    <a:lnTo>
                      <a:pt x="3164" y="2084"/>
                    </a:lnTo>
                    <a:lnTo>
                      <a:pt x="3790" y="1440"/>
                    </a:lnTo>
                    <a:lnTo>
                      <a:pt x="4434" y="815"/>
                    </a:lnTo>
                    <a:lnTo>
                      <a:pt x="5116" y="228"/>
                    </a:lnTo>
                    <a:lnTo>
                      <a:pt x="5154" y="190"/>
                    </a:lnTo>
                    <a:lnTo>
                      <a:pt x="5173" y="133"/>
                    </a:lnTo>
                    <a:lnTo>
                      <a:pt x="5154" y="95"/>
                    </a:lnTo>
                    <a:lnTo>
                      <a:pt x="5135" y="57"/>
                    </a:lnTo>
                    <a:lnTo>
                      <a:pt x="5116" y="19"/>
                    </a:lnTo>
                    <a:lnTo>
                      <a:pt x="5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1" name="Google Shape;4061;p54"/>
              <p:cNvSpPr/>
              <p:nvPr/>
            </p:nvSpPr>
            <p:spPr>
              <a:xfrm>
                <a:off x="5329875" y="943950"/>
                <a:ext cx="249175" cy="82805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33122" extrusionOk="0">
                    <a:moveTo>
                      <a:pt x="5097" y="0"/>
                    </a:moveTo>
                    <a:lnTo>
                      <a:pt x="4851" y="19"/>
                    </a:lnTo>
                    <a:lnTo>
                      <a:pt x="4605" y="76"/>
                    </a:lnTo>
                    <a:lnTo>
                      <a:pt x="4339" y="133"/>
                    </a:lnTo>
                    <a:lnTo>
                      <a:pt x="4093" y="209"/>
                    </a:lnTo>
                    <a:lnTo>
                      <a:pt x="3847" y="303"/>
                    </a:lnTo>
                    <a:lnTo>
                      <a:pt x="3619" y="417"/>
                    </a:lnTo>
                    <a:lnTo>
                      <a:pt x="3373" y="531"/>
                    </a:lnTo>
                    <a:lnTo>
                      <a:pt x="3165" y="682"/>
                    </a:lnTo>
                    <a:lnTo>
                      <a:pt x="2937" y="834"/>
                    </a:lnTo>
                    <a:lnTo>
                      <a:pt x="2729" y="1004"/>
                    </a:lnTo>
                    <a:lnTo>
                      <a:pt x="2539" y="1175"/>
                    </a:lnTo>
                    <a:lnTo>
                      <a:pt x="2350" y="1364"/>
                    </a:lnTo>
                    <a:lnTo>
                      <a:pt x="2160" y="1554"/>
                    </a:lnTo>
                    <a:lnTo>
                      <a:pt x="1990" y="1762"/>
                    </a:lnTo>
                    <a:lnTo>
                      <a:pt x="1838" y="1971"/>
                    </a:lnTo>
                    <a:lnTo>
                      <a:pt x="1687" y="2198"/>
                    </a:lnTo>
                    <a:lnTo>
                      <a:pt x="1535" y="2425"/>
                    </a:lnTo>
                    <a:lnTo>
                      <a:pt x="1289" y="2899"/>
                    </a:lnTo>
                    <a:lnTo>
                      <a:pt x="1080" y="3373"/>
                    </a:lnTo>
                    <a:lnTo>
                      <a:pt x="891" y="3866"/>
                    </a:lnTo>
                    <a:lnTo>
                      <a:pt x="739" y="4377"/>
                    </a:lnTo>
                    <a:lnTo>
                      <a:pt x="606" y="4889"/>
                    </a:lnTo>
                    <a:lnTo>
                      <a:pt x="512" y="5419"/>
                    </a:lnTo>
                    <a:lnTo>
                      <a:pt x="417" y="5931"/>
                    </a:lnTo>
                    <a:lnTo>
                      <a:pt x="322" y="6461"/>
                    </a:lnTo>
                    <a:lnTo>
                      <a:pt x="228" y="7352"/>
                    </a:lnTo>
                    <a:lnTo>
                      <a:pt x="133" y="8224"/>
                    </a:lnTo>
                    <a:lnTo>
                      <a:pt x="57" y="9114"/>
                    </a:lnTo>
                    <a:lnTo>
                      <a:pt x="19" y="9986"/>
                    </a:lnTo>
                    <a:lnTo>
                      <a:pt x="0" y="10876"/>
                    </a:lnTo>
                    <a:lnTo>
                      <a:pt x="19" y="11767"/>
                    </a:lnTo>
                    <a:lnTo>
                      <a:pt x="38" y="12658"/>
                    </a:lnTo>
                    <a:lnTo>
                      <a:pt x="95" y="13529"/>
                    </a:lnTo>
                    <a:lnTo>
                      <a:pt x="171" y="14420"/>
                    </a:lnTo>
                    <a:lnTo>
                      <a:pt x="265" y="15291"/>
                    </a:lnTo>
                    <a:lnTo>
                      <a:pt x="379" y="16182"/>
                    </a:lnTo>
                    <a:lnTo>
                      <a:pt x="531" y="17054"/>
                    </a:lnTo>
                    <a:lnTo>
                      <a:pt x="701" y="17925"/>
                    </a:lnTo>
                    <a:lnTo>
                      <a:pt x="872" y="18778"/>
                    </a:lnTo>
                    <a:lnTo>
                      <a:pt x="1080" y="19650"/>
                    </a:lnTo>
                    <a:lnTo>
                      <a:pt x="1308" y="20502"/>
                    </a:lnTo>
                    <a:lnTo>
                      <a:pt x="1573" y="21355"/>
                    </a:lnTo>
                    <a:lnTo>
                      <a:pt x="1838" y="22189"/>
                    </a:lnTo>
                    <a:lnTo>
                      <a:pt x="2141" y="23022"/>
                    </a:lnTo>
                    <a:lnTo>
                      <a:pt x="2444" y="23856"/>
                    </a:lnTo>
                    <a:lnTo>
                      <a:pt x="2786" y="24671"/>
                    </a:lnTo>
                    <a:lnTo>
                      <a:pt x="3146" y="25486"/>
                    </a:lnTo>
                    <a:lnTo>
                      <a:pt x="3506" y="26300"/>
                    </a:lnTo>
                    <a:lnTo>
                      <a:pt x="3903" y="27077"/>
                    </a:lnTo>
                    <a:lnTo>
                      <a:pt x="4320" y="27873"/>
                    </a:lnTo>
                    <a:lnTo>
                      <a:pt x="4775" y="28631"/>
                    </a:lnTo>
                    <a:lnTo>
                      <a:pt x="5230" y="29389"/>
                    </a:lnTo>
                    <a:lnTo>
                      <a:pt x="5704" y="30147"/>
                    </a:lnTo>
                    <a:lnTo>
                      <a:pt x="6196" y="30867"/>
                    </a:lnTo>
                    <a:lnTo>
                      <a:pt x="6708" y="31587"/>
                    </a:lnTo>
                    <a:lnTo>
                      <a:pt x="7257" y="32288"/>
                    </a:lnTo>
                    <a:lnTo>
                      <a:pt x="7807" y="32989"/>
                    </a:lnTo>
                    <a:lnTo>
                      <a:pt x="7921" y="33122"/>
                    </a:lnTo>
                    <a:lnTo>
                      <a:pt x="8868" y="32667"/>
                    </a:lnTo>
                    <a:lnTo>
                      <a:pt x="8584" y="31398"/>
                    </a:lnTo>
                    <a:lnTo>
                      <a:pt x="8337" y="30128"/>
                    </a:lnTo>
                    <a:lnTo>
                      <a:pt x="8129" y="28839"/>
                    </a:lnTo>
                    <a:lnTo>
                      <a:pt x="7958" y="27551"/>
                    </a:lnTo>
                    <a:lnTo>
                      <a:pt x="7807" y="26263"/>
                    </a:lnTo>
                    <a:lnTo>
                      <a:pt x="7712" y="24955"/>
                    </a:lnTo>
                    <a:lnTo>
                      <a:pt x="7655" y="23648"/>
                    </a:lnTo>
                    <a:lnTo>
                      <a:pt x="7636" y="22359"/>
                    </a:lnTo>
                    <a:lnTo>
                      <a:pt x="7655" y="21052"/>
                    </a:lnTo>
                    <a:lnTo>
                      <a:pt x="7712" y="19763"/>
                    </a:lnTo>
                    <a:lnTo>
                      <a:pt x="7807" y="18456"/>
                    </a:lnTo>
                    <a:lnTo>
                      <a:pt x="7939" y="17167"/>
                    </a:lnTo>
                    <a:lnTo>
                      <a:pt x="8110" y="15879"/>
                    </a:lnTo>
                    <a:lnTo>
                      <a:pt x="8318" y="14590"/>
                    </a:lnTo>
                    <a:lnTo>
                      <a:pt x="8565" y="13321"/>
                    </a:lnTo>
                    <a:lnTo>
                      <a:pt x="8849" y="12051"/>
                    </a:lnTo>
                    <a:lnTo>
                      <a:pt x="9323" y="10213"/>
                    </a:lnTo>
                    <a:lnTo>
                      <a:pt x="9531" y="9285"/>
                    </a:lnTo>
                    <a:lnTo>
                      <a:pt x="9721" y="8356"/>
                    </a:lnTo>
                    <a:lnTo>
                      <a:pt x="9815" y="7902"/>
                    </a:lnTo>
                    <a:lnTo>
                      <a:pt x="9872" y="7428"/>
                    </a:lnTo>
                    <a:lnTo>
                      <a:pt x="9929" y="6973"/>
                    </a:lnTo>
                    <a:lnTo>
                      <a:pt x="9948" y="6499"/>
                    </a:lnTo>
                    <a:lnTo>
                      <a:pt x="9967" y="6026"/>
                    </a:lnTo>
                    <a:lnTo>
                      <a:pt x="9967" y="5571"/>
                    </a:lnTo>
                    <a:lnTo>
                      <a:pt x="9929" y="5097"/>
                    </a:lnTo>
                    <a:lnTo>
                      <a:pt x="9872" y="4642"/>
                    </a:lnTo>
                    <a:lnTo>
                      <a:pt x="9777" y="4169"/>
                    </a:lnTo>
                    <a:lnTo>
                      <a:pt x="9645" y="3714"/>
                    </a:lnTo>
                    <a:lnTo>
                      <a:pt x="9474" y="3259"/>
                    </a:lnTo>
                    <a:lnTo>
                      <a:pt x="9266" y="2823"/>
                    </a:lnTo>
                    <a:lnTo>
                      <a:pt x="9038" y="2407"/>
                    </a:lnTo>
                    <a:lnTo>
                      <a:pt x="8754" y="2009"/>
                    </a:lnTo>
                    <a:lnTo>
                      <a:pt x="8470" y="1630"/>
                    </a:lnTo>
                    <a:lnTo>
                      <a:pt x="8148" y="1289"/>
                    </a:lnTo>
                    <a:lnTo>
                      <a:pt x="7807" y="985"/>
                    </a:lnTo>
                    <a:lnTo>
                      <a:pt x="7428" y="701"/>
                    </a:lnTo>
                    <a:lnTo>
                      <a:pt x="7238" y="569"/>
                    </a:lnTo>
                    <a:lnTo>
                      <a:pt x="7049" y="455"/>
                    </a:lnTo>
                    <a:lnTo>
                      <a:pt x="6840" y="360"/>
                    </a:lnTo>
                    <a:lnTo>
                      <a:pt x="6632" y="265"/>
                    </a:lnTo>
                    <a:lnTo>
                      <a:pt x="6424" y="190"/>
                    </a:lnTo>
                    <a:lnTo>
                      <a:pt x="6215" y="133"/>
                    </a:lnTo>
                    <a:lnTo>
                      <a:pt x="5988" y="76"/>
                    </a:lnTo>
                    <a:lnTo>
                      <a:pt x="5779" y="38"/>
                    </a:lnTo>
                    <a:lnTo>
                      <a:pt x="5552" y="19"/>
                    </a:lnTo>
                    <a:lnTo>
                      <a:pt x="5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2" name="Google Shape;4062;p54"/>
              <p:cNvSpPr/>
              <p:nvPr/>
            </p:nvSpPr>
            <p:spPr>
              <a:xfrm>
                <a:off x="5416550" y="1009300"/>
                <a:ext cx="119400" cy="759400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0376" extrusionOk="0">
                    <a:moveTo>
                      <a:pt x="1270" y="1"/>
                    </a:moveTo>
                    <a:lnTo>
                      <a:pt x="1232" y="20"/>
                    </a:lnTo>
                    <a:lnTo>
                      <a:pt x="1194" y="39"/>
                    </a:lnTo>
                    <a:lnTo>
                      <a:pt x="1175" y="96"/>
                    </a:lnTo>
                    <a:lnTo>
                      <a:pt x="1005" y="835"/>
                    </a:lnTo>
                    <a:lnTo>
                      <a:pt x="853" y="1574"/>
                    </a:lnTo>
                    <a:lnTo>
                      <a:pt x="721" y="2313"/>
                    </a:lnTo>
                    <a:lnTo>
                      <a:pt x="588" y="3052"/>
                    </a:lnTo>
                    <a:lnTo>
                      <a:pt x="474" y="3791"/>
                    </a:lnTo>
                    <a:lnTo>
                      <a:pt x="361" y="4549"/>
                    </a:lnTo>
                    <a:lnTo>
                      <a:pt x="285" y="5288"/>
                    </a:lnTo>
                    <a:lnTo>
                      <a:pt x="190" y="6045"/>
                    </a:lnTo>
                    <a:lnTo>
                      <a:pt x="133" y="6803"/>
                    </a:lnTo>
                    <a:lnTo>
                      <a:pt x="76" y="7561"/>
                    </a:lnTo>
                    <a:lnTo>
                      <a:pt x="39" y="8319"/>
                    </a:lnTo>
                    <a:lnTo>
                      <a:pt x="20" y="9058"/>
                    </a:lnTo>
                    <a:lnTo>
                      <a:pt x="1" y="9816"/>
                    </a:lnTo>
                    <a:lnTo>
                      <a:pt x="1" y="10574"/>
                    </a:lnTo>
                    <a:lnTo>
                      <a:pt x="1" y="11332"/>
                    </a:lnTo>
                    <a:lnTo>
                      <a:pt x="20" y="12090"/>
                    </a:lnTo>
                    <a:lnTo>
                      <a:pt x="58" y="12848"/>
                    </a:lnTo>
                    <a:lnTo>
                      <a:pt x="95" y="13606"/>
                    </a:lnTo>
                    <a:lnTo>
                      <a:pt x="171" y="14364"/>
                    </a:lnTo>
                    <a:lnTo>
                      <a:pt x="228" y="15103"/>
                    </a:lnTo>
                    <a:lnTo>
                      <a:pt x="323" y="15861"/>
                    </a:lnTo>
                    <a:lnTo>
                      <a:pt x="418" y="16600"/>
                    </a:lnTo>
                    <a:lnTo>
                      <a:pt x="512" y="17358"/>
                    </a:lnTo>
                    <a:lnTo>
                      <a:pt x="645" y="18097"/>
                    </a:lnTo>
                    <a:lnTo>
                      <a:pt x="778" y="18855"/>
                    </a:lnTo>
                    <a:lnTo>
                      <a:pt x="910" y="19594"/>
                    </a:lnTo>
                    <a:lnTo>
                      <a:pt x="1081" y="20333"/>
                    </a:lnTo>
                    <a:lnTo>
                      <a:pt x="1251" y="21072"/>
                    </a:lnTo>
                    <a:lnTo>
                      <a:pt x="1422" y="21811"/>
                    </a:lnTo>
                    <a:lnTo>
                      <a:pt x="1611" y="22531"/>
                    </a:lnTo>
                    <a:lnTo>
                      <a:pt x="1820" y="23270"/>
                    </a:lnTo>
                    <a:lnTo>
                      <a:pt x="2047" y="23990"/>
                    </a:lnTo>
                    <a:lnTo>
                      <a:pt x="2274" y="24710"/>
                    </a:lnTo>
                    <a:lnTo>
                      <a:pt x="2521" y="25430"/>
                    </a:lnTo>
                    <a:lnTo>
                      <a:pt x="2767" y="26150"/>
                    </a:lnTo>
                    <a:lnTo>
                      <a:pt x="3032" y="26851"/>
                    </a:lnTo>
                    <a:lnTo>
                      <a:pt x="3317" y="27552"/>
                    </a:lnTo>
                    <a:lnTo>
                      <a:pt x="3601" y="28253"/>
                    </a:lnTo>
                    <a:lnTo>
                      <a:pt x="3904" y="28954"/>
                    </a:lnTo>
                    <a:lnTo>
                      <a:pt x="4226" y="29636"/>
                    </a:lnTo>
                    <a:lnTo>
                      <a:pt x="4548" y="30318"/>
                    </a:lnTo>
                    <a:lnTo>
                      <a:pt x="4567" y="30356"/>
                    </a:lnTo>
                    <a:lnTo>
                      <a:pt x="4624" y="30375"/>
                    </a:lnTo>
                    <a:lnTo>
                      <a:pt x="4700" y="30375"/>
                    </a:lnTo>
                    <a:lnTo>
                      <a:pt x="4738" y="30337"/>
                    </a:lnTo>
                    <a:lnTo>
                      <a:pt x="4776" y="30299"/>
                    </a:lnTo>
                    <a:lnTo>
                      <a:pt x="4776" y="30261"/>
                    </a:lnTo>
                    <a:lnTo>
                      <a:pt x="4757" y="30205"/>
                    </a:lnTo>
                    <a:lnTo>
                      <a:pt x="4435" y="29523"/>
                    </a:lnTo>
                    <a:lnTo>
                      <a:pt x="4131" y="28840"/>
                    </a:lnTo>
                    <a:lnTo>
                      <a:pt x="3828" y="28158"/>
                    </a:lnTo>
                    <a:lnTo>
                      <a:pt x="3544" y="27457"/>
                    </a:lnTo>
                    <a:lnTo>
                      <a:pt x="3279" y="26775"/>
                    </a:lnTo>
                    <a:lnTo>
                      <a:pt x="3013" y="26055"/>
                    </a:lnTo>
                    <a:lnTo>
                      <a:pt x="2748" y="25354"/>
                    </a:lnTo>
                    <a:lnTo>
                      <a:pt x="2521" y="24653"/>
                    </a:lnTo>
                    <a:lnTo>
                      <a:pt x="2274" y="23933"/>
                    </a:lnTo>
                    <a:lnTo>
                      <a:pt x="2066" y="23213"/>
                    </a:lnTo>
                    <a:lnTo>
                      <a:pt x="1858" y="22474"/>
                    </a:lnTo>
                    <a:lnTo>
                      <a:pt x="1668" y="21754"/>
                    </a:lnTo>
                    <a:lnTo>
                      <a:pt x="1498" y="21015"/>
                    </a:lnTo>
                    <a:lnTo>
                      <a:pt x="1327" y="20295"/>
                    </a:lnTo>
                    <a:lnTo>
                      <a:pt x="1157" y="19556"/>
                    </a:lnTo>
                    <a:lnTo>
                      <a:pt x="1024" y="18817"/>
                    </a:lnTo>
                    <a:lnTo>
                      <a:pt x="891" y="18078"/>
                    </a:lnTo>
                    <a:lnTo>
                      <a:pt x="778" y="17339"/>
                    </a:lnTo>
                    <a:lnTo>
                      <a:pt x="664" y="16600"/>
                    </a:lnTo>
                    <a:lnTo>
                      <a:pt x="569" y="15861"/>
                    </a:lnTo>
                    <a:lnTo>
                      <a:pt x="493" y="15122"/>
                    </a:lnTo>
                    <a:lnTo>
                      <a:pt x="418" y="14364"/>
                    </a:lnTo>
                    <a:lnTo>
                      <a:pt x="361" y="13625"/>
                    </a:lnTo>
                    <a:lnTo>
                      <a:pt x="304" y="12886"/>
                    </a:lnTo>
                    <a:lnTo>
                      <a:pt x="266" y="12128"/>
                    </a:lnTo>
                    <a:lnTo>
                      <a:pt x="247" y="11370"/>
                    </a:lnTo>
                    <a:lnTo>
                      <a:pt x="247" y="10612"/>
                    </a:lnTo>
                    <a:lnTo>
                      <a:pt x="247" y="9873"/>
                    </a:lnTo>
                    <a:lnTo>
                      <a:pt x="266" y="9115"/>
                    </a:lnTo>
                    <a:lnTo>
                      <a:pt x="285" y="8357"/>
                    </a:lnTo>
                    <a:lnTo>
                      <a:pt x="323" y="7599"/>
                    </a:lnTo>
                    <a:lnTo>
                      <a:pt x="380" y="6860"/>
                    </a:lnTo>
                    <a:lnTo>
                      <a:pt x="436" y="6102"/>
                    </a:lnTo>
                    <a:lnTo>
                      <a:pt x="512" y="5363"/>
                    </a:lnTo>
                    <a:lnTo>
                      <a:pt x="607" y="4624"/>
                    </a:lnTo>
                    <a:lnTo>
                      <a:pt x="721" y="3866"/>
                    </a:lnTo>
                    <a:lnTo>
                      <a:pt x="834" y="3127"/>
                    </a:lnTo>
                    <a:lnTo>
                      <a:pt x="948" y="2388"/>
                    </a:lnTo>
                    <a:lnTo>
                      <a:pt x="1100" y="1649"/>
                    </a:lnTo>
                    <a:lnTo>
                      <a:pt x="1251" y="910"/>
                    </a:lnTo>
                    <a:lnTo>
                      <a:pt x="1422" y="171"/>
                    </a:lnTo>
                    <a:lnTo>
                      <a:pt x="1422" y="115"/>
                    </a:lnTo>
                    <a:lnTo>
                      <a:pt x="1403" y="77"/>
                    </a:lnTo>
                    <a:lnTo>
                      <a:pt x="1365" y="39"/>
                    </a:lnTo>
                    <a:lnTo>
                      <a:pt x="1327" y="20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3" name="Google Shape;4063;p54"/>
              <p:cNvSpPr/>
              <p:nvPr/>
            </p:nvSpPr>
            <p:spPr>
              <a:xfrm>
                <a:off x="5361600" y="1136750"/>
                <a:ext cx="147825" cy="238775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9551" extrusionOk="0">
                    <a:moveTo>
                      <a:pt x="5761" y="0"/>
                    </a:moveTo>
                    <a:lnTo>
                      <a:pt x="5723" y="19"/>
                    </a:lnTo>
                    <a:lnTo>
                      <a:pt x="5685" y="57"/>
                    </a:lnTo>
                    <a:lnTo>
                      <a:pt x="5401" y="455"/>
                    </a:lnTo>
                    <a:lnTo>
                      <a:pt x="5136" y="872"/>
                    </a:lnTo>
                    <a:lnTo>
                      <a:pt x="4870" y="1289"/>
                    </a:lnTo>
                    <a:lnTo>
                      <a:pt x="4643" y="1705"/>
                    </a:lnTo>
                    <a:lnTo>
                      <a:pt x="4397" y="2141"/>
                    </a:lnTo>
                    <a:lnTo>
                      <a:pt x="4188" y="2577"/>
                    </a:lnTo>
                    <a:lnTo>
                      <a:pt x="3980" y="3013"/>
                    </a:lnTo>
                    <a:lnTo>
                      <a:pt x="3771" y="3468"/>
                    </a:lnTo>
                    <a:lnTo>
                      <a:pt x="3582" y="3922"/>
                    </a:lnTo>
                    <a:lnTo>
                      <a:pt x="3411" y="4377"/>
                    </a:lnTo>
                    <a:lnTo>
                      <a:pt x="3260" y="4832"/>
                    </a:lnTo>
                    <a:lnTo>
                      <a:pt x="3108" y="5306"/>
                    </a:lnTo>
                    <a:lnTo>
                      <a:pt x="2976" y="5779"/>
                    </a:lnTo>
                    <a:lnTo>
                      <a:pt x="2843" y="6253"/>
                    </a:lnTo>
                    <a:lnTo>
                      <a:pt x="2729" y="6727"/>
                    </a:lnTo>
                    <a:lnTo>
                      <a:pt x="2634" y="7200"/>
                    </a:lnTo>
                    <a:lnTo>
                      <a:pt x="2502" y="8034"/>
                    </a:lnTo>
                    <a:lnTo>
                      <a:pt x="2407" y="8849"/>
                    </a:lnTo>
                    <a:lnTo>
                      <a:pt x="2123" y="8053"/>
                    </a:lnTo>
                    <a:lnTo>
                      <a:pt x="1858" y="7257"/>
                    </a:lnTo>
                    <a:lnTo>
                      <a:pt x="1592" y="6443"/>
                    </a:lnTo>
                    <a:lnTo>
                      <a:pt x="1365" y="5628"/>
                    </a:lnTo>
                    <a:lnTo>
                      <a:pt x="1138" y="4813"/>
                    </a:lnTo>
                    <a:lnTo>
                      <a:pt x="929" y="3998"/>
                    </a:lnTo>
                    <a:lnTo>
                      <a:pt x="759" y="3164"/>
                    </a:lnTo>
                    <a:lnTo>
                      <a:pt x="588" y="2331"/>
                    </a:lnTo>
                    <a:lnTo>
                      <a:pt x="399" y="1307"/>
                    </a:lnTo>
                    <a:lnTo>
                      <a:pt x="247" y="265"/>
                    </a:lnTo>
                    <a:lnTo>
                      <a:pt x="228" y="227"/>
                    </a:lnTo>
                    <a:lnTo>
                      <a:pt x="190" y="190"/>
                    </a:lnTo>
                    <a:lnTo>
                      <a:pt x="152" y="171"/>
                    </a:lnTo>
                    <a:lnTo>
                      <a:pt x="114" y="171"/>
                    </a:lnTo>
                    <a:lnTo>
                      <a:pt x="58" y="190"/>
                    </a:lnTo>
                    <a:lnTo>
                      <a:pt x="20" y="208"/>
                    </a:lnTo>
                    <a:lnTo>
                      <a:pt x="1" y="265"/>
                    </a:lnTo>
                    <a:lnTo>
                      <a:pt x="1" y="303"/>
                    </a:lnTo>
                    <a:lnTo>
                      <a:pt x="133" y="1232"/>
                    </a:lnTo>
                    <a:lnTo>
                      <a:pt x="285" y="2141"/>
                    </a:lnTo>
                    <a:lnTo>
                      <a:pt x="474" y="3051"/>
                    </a:lnTo>
                    <a:lnTo>
                      <a:pt x="664" y="3941"/>
                    </a:lnTo>
                    <a:lnTo>
                      <a:pt x="891" y="4851"/>
                    </a:lnTo>
                    <a:lnTo>
                      <a:pt x="1119" y="5741"/>
                    </a:lnTo>
                    <a:lnTo>
                      <a:pt x="1384" y="6632"/>
                    </a:lnTo>
                    <a:lnTo>
                      <a:pt x="1668" y="7504"/>
                    </a:lnTo>
                    <a:lnTo>
                      <a:pt x="2009" y="8489"/>
                    </a:lnTo>
                    <a:lnTo>
                      <a:pt x="2369" y="9474"/>
                    </a:lnTo>
                    <a:lnTo>
                      <a:pt x="2407" y="9512"/>
                    </a:lnTo>
                    <a:lnTo>
                      <a:pt x="2426" y="9531"/>
                    </a:lnTo>
                    <a:lnTo>
                      <a:pt x="2464" y="9550"/>
                    </a:lnTo>
                    <a:lnTo>
                      <a:pt x="2502" y="9550"/>
                    </a:lnTo>
                    <a:lnTo>
                      <a:pt x="2540" y="9531"/>
                    </a:lnTo>
                    <a:lnTo>
                      <a:pt x="2578" y="9512"/>
                    </a:lnTo>
                    <a:lnTo>
                      <a:pt x="2597" y="9474"/>
                    </a:lnTo>
                    <a:lnTo>
                      <a:pt x="2616" y="9436"/>
                    </a:lnTo>
                    <a:lnTo>
                      <a:pt x="2653" y="8944"/>
                    </a:lnTo>
                    <a:lnTo>
                      <a:pt x="2710" y="8470"/>
                    </a:lnTo>
                    <a:lnTo>
                      <a:pt x="2767" y="7977"/>
                    </a:lnTo>
                    <a:lnTo>
                      <a:pt x="2843" y="7504"/>
                    </a:lnTo>
                    <a:lnTo>
                      <a:pt x="2938" y="7030"/>
                    </a:lnTo>
                    <a:lnTo>
                      <a:pt x="3032" y="6556"/>
                    </a:lnTo>
                    <a:lnTo>
                      <a:pt x="3146" y="6082"/>
                    </a:lnTo>
                    <a:lnTo>
                      <a:pt x="3279" y="5609"/>
                    </a:lnTo>
                    <a:lnTo>
                      <a:pt x="3411" y="5154"/>
                    </a:lnTo>
                    <a:lnTo>
                      <a:pt x="3563" y="4699"/>
                    </a:lnTo>
                    <a:lnTo>
                      <a:pt x="3733" y="4244"/>
                    </a:lnTo>
                    <a:lnTo>
                      <a:pt x="3904" y="3790"/>
                    </a:lnTo>
                    <a:lnTo>
                      <a:pt x="4094" y="3335"/>
                    </a:lnTo>
                    <a:lnTo>
                      <a:pt x="4302" y="2899"/>
                    </a:lnTo>
                    <a:lnTo>
                      <a:pt x="4510" y="2463"/>
                    </a:lnTo>
                    <a:lnTo>
                      <a:pt x="4738" y="2028"/>
                    </a:lnTo>
                    <a:lnTo>
                      <a:pt x="5003" y="1554"/>
                    </a:lnTo>
                    <a:lnTo>
                      <a:pt x="5287" y="1099"/>
                    </a:lnTo>
                    <a:lnTo>
                      <a:pt x="5571" y="644"/>
                    </a:lnTo>
                    <a:lnTo>
                      <a:pt x="5894" y="190"/>
                    </a:lnTo>
                    <a:lnTo>
                      <a:pt x="5913" y="133"/>
                    </a:lnTo>
                    <a:lnTo>
                      <a:pt x="5913" y="95"/>
                    </a:lnTo>
                    <a:lnTo>
                      <a:pt x="5894" y="57"/>
                    </a:lnTo>
                    <a:lnTo>
                      <a:pt x="5856" y="19"/>
                    </a:lnTo>
                    <a:lnTo>
                      <a:pt x="5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4" name="Google Shape;4064;p54"/>
              <p:cNvSpPr/>
              <p:nvPr/>
            </p:nvSpPr>
            <p:spPr>
              <a:xfrm>
                <a:off x="5385300" y="1436600"/>
                <a:ext cx="99025" cy="182875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7315" extrusionOk="0">
                    <a:moveTo>
                      <a:pt x="3771" y="0"/>
                    </a:moveTo>
                    <a:lnTo>
                      <a:pt x="3733" y="38"/>
                    </a:lnTo>
                    <a:lnTo>
                      <a:pt x="3714" y="76"/>
                    </a:lnTo>
                    <a:lnTo>
                      <a:pt x="3524" y="758"/>
                    </a:lnTo>
                    <a:lnTo>
                      <a:pt x="3354" y="1440"/>
                    </a:lnTo>
                    <a:lnTo>
                      <a:pt x="3221" y="2123"/>
                    </a:lnTo>
                    <a:lnTo>
                      <a:pt x="3127" y="2805"/>
                    </a:lnTo>
                    <a:lnTo>
                      <a:pt x="3070" y="3506"/>
                    </a:lnTo>
                    <a:lnTo>
                      <a:pt x="3051" y="4207"/>
                    </a:lnTo>
                    <a:lnTo>
                      <a:pt x="3070" y="4908"/>
                    </a:lnTo>
                    <a:lnTo>
                      <a:pt x="3108" y="5609"/>
                    </a:lnTo>
                    <a:lnTo>
                      <a:pt x="3164" y="6121"/>
                    </a:lnTo>
                    <a:lnTo>
                      <a:pt x="3240" y="6651"/>
                    </a:lnTo>
                    <a:lnTo>
                      <a:pt x="2748" y="5893"/>
                    </a:lnTo>
                    <a:lnTo>
                      <a:pt x="2293" y="5135"/>
                    </a:lnTo>
                    <a:lnTo>
                      <a:pt x="1857" y="4340"/>
                    </a:lnTo>
                    <a:lnTo>
                      <a:pt x="1459" y="3525"/>
                    </a:lnTo>
                    <a:lnTo>
                      <a:pt x="1099" y="2710"/>
                    </a:lnTo>
                    <a:lnTo>
                      <a:pt x="777" y="1857"/>
                    </a:lnTo>
                    <a:lnTo>
                      <a:pt x="493" y="1005"/>
                    </a:lnTo>
                    <a:lnTo>
                      <a:pt x="265" y="152"/>
                    </a:lnTo>
                    <a:lnTo>
                      <a:pt x="227" y="95"/>
                    </a:lnTo>
                    <a:lnTo>
                      <a:pt x="190" y="57"/>
                    </a:lnTo>
                    <a:lnTo>
                      <a:pt x="57" y="57"/>
                    </a:lnTo>
                    <a:lnTo>
                      <a:pt x="19" y="95"/>
                    </a:lnTo>
                    <a:lnTo>
                      <a:pt x="0" y="133"/>
                    </a:lnTo>
                    <a:lnTo>
                      <a:pt x="19" y="190"/>
                    </a:lnTo>
                    <a:lnTo>
                      <a:pt x="209" y="929"/>
                    </a:lnTo>
                    <a:lnTo>
                      <a:pt x="455" y="1668"/>
                    </a:lnTo>
                    <a:lnTo>
                      <a:pt x="701" y="2388"/>
                    </a:lnTo>
                    <a:lnTo>
                      <a:pt x="985" y="3089"/>
                    </a:lnTo>
                    <a:lnTo>
                      <a:pt x="1308" y="3790"/>
                    </a:lnTo>
                    <a:lnTo>
                      <a:pt x="1649" y="4472"/>
                    </a:lnTo>
                    <a:lnTo>
                      <a:pt x="2009" y="5154"/>
                    </a:lnTo>
                    <a:lnTo>
                      <a:pt x="2388" y="5818"/>
                    </a:lnTo>
                    <a:lnTo>
                      <a:pt x="2861" y="6557"/>
                    </a:lnTo>
                    <a:lnTo>
                      <a:pt x="3373" y="7258"/>
                    </a:lnTo>
                    <a:lnTo>
                      <a:pt x="3411" y="7295"/>
                    </a:lnTo>
                    <a:lnTo>
                      <a:pt x="3449" y="7314"/>
                    </a:lnTo>
                    <a:lnTo>
                      <a:pt x="3487" y="7314"/>
                    </a:lnTo>
                    <a:lnTo>
                      <a:pt x="3524" y="7295"/>
                    </a:lnTo>
                    <a:lnTo>
                      <a:pt x="3543" y="7277"/>
                    </a:lnTo>
                    <a:lnTo>
                      <a:pt x="3581" y="7239"/>
                    </a:lnTo>
                    <a:lnTo>
                      <a:pt x="3600" y="7201"/>
                    </a:lnTo>
                    <a:lnTo>
                      <a:pt x="3600" y="7163"/>
                    </a:lnTo>
                    <a:lnTo>
                      <a:pt x="3468" y="6481"/>
                    </a:lnTo>
                    <a:lnTo>
                      <a:pt x="3373" y="5799"/>
                    </a:lnTo>
                    <a:lnTo>
                      <a:pt x="3316" y="5116"/>
                    </a:lnTo>
                    <a:lnTo>
                      <a:pt x="3297" y="4434"/>
                    </a:lnTo>
                    <a:lnTo>
                      <a:pt x="3316" y="3752"/>
                    </a:lnTo>
                    <a:lnTo>
                      <a:pt x="3354" y="3051"/>
                    </a:lnTo>
                    <a:lnTo>
                      <a:pt x="3449" y="2369"/>
                    </a:lnTo>
                    <a:lnTo>
                      <a:pt x="3562" y="1706"/>
                    </a:lnTo>
                    <a:lnTo>
                      <a:pt x="3638" y="1308"/>
                    </a:lnTo>
                    <a:lnTo>
                      <a:pt x="3733" y="929"/>
                    </a:lnTo>
                    <a:lnTo>
                      <a:pt x="3941" y="171"/>
                    </a:lnTo>
                    <a:lnTo>
                      <a:pt x="3960" y="114"/>
                    </a:lnTo>
                    <a:lnTo>
                      <a:pt x="3941" y="57"/>
                    </a:lnTo>
                    <a:lnTo>
                      <a:pt x="3903" y="19"/>
                    </a:lnTo>
                    <a:lnTo>
                      <a:pt x="3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5" name="Google Shape;4065;p54"/>
              <p:cNvSpPr/>
              <p:nvPr/>
            </p:nvSpPr>
            <p:spPr>
              <a:xfrm>
                <a:off x="5576675" y="761550"/>
                <a:ext cx="630525" cy="975875"/>
              </a:xfrm>
              <a:custGeom>
                <a:avLst/>
                <a:gdLst/>
                <a:ahLst/>
                <a:cxnLst/>
                <a:rect l="l" t="t" r="r" b="b"/>
                <a:pathLst>
                  <a:path w="25221" h="39035" extrusionOk="0">
                    <a:moveTo>
                      <a:pt x="19839" y="1"/>
                    </a:moveTo>
                    <a:lnTo>
                      <a:pt x="19498" y="20"/>
                    </a:lnTo>
                    <a:lnTo>
                      <a:pt x="19138" y="58"/>
                    </a:lnTo>
                    <a:lnTo>
                      <a:pt x="18797" y="96"/>
                    </a:lnTo>
                    <a:lnTo>
                      <a:pt x="18437" y="171"/>
                    </a:lnTo>
                    <a:lnTo>
                      <a:pt x="18096" y="266"/>
                    </a:lnTo>
                    <a:lnTo>
                      <a:pt x="17755" y="380"/>
                    </a:lnTo>
                    <a:lnTo>
                      <a:pt x="17414" y="494"/>
                    </a:lnTo>
                    <a:lnTo>
                      <a:pt x="17092" y="626"/>
                    </a:lnTo>
                    <a:lnTo>
                      <a:pt x="16769" y="778"/>
                    </a:lnTo>
                    <a:lnTo>
                      <a:pt x="16466" y="948"/>
                    </a:lnTo>
                    <a:lnTo>
                      <a:pt x="16144" y="1119"/>
                    </a:lnTo>
                    <a:lnTo>
                      <a:pt x="15860" y="1289"/>
                    </a:lnTo>
                    <a:lnTo>
                      <a:pt x="15273" y="1687"/>
                    </a:lnTo>
                    <a:lnTo>
                      <a:pt x="14704" y="2123"/>
                    </a:lnTo>
                    <a:lnTo>
                      <a:pt x="14174" y="2578"/>
                    </a:lnTo>
                    <a:lnTo>
                      <a:pt x="13643" y="3052"/>
                    </a:lnTo>
                    <a:lnTo>
                      <a:pt x="13131" y="3544"/>
                    </a:lnTo>
                    <a:lnTo>
                      <a:pt x="12639" y="4056"/>
                    </a:lnTo>
                    <a:lnTo>
                      <a:pt x="11843" y="4928"/>
                    </a:lnTo>
                    <a:lnTo>
                      <a:pt x="11047" y="5799"/>
                    </a:lnTo>
                    <a:lnTo>
                      <a:pt x="10308" y="6709"/>
                    </a:lnTo>
                    <a:lnTo>
                      <a:pt x="9569" y="7637"/>
                    </a:lnTo>
                    <a:lnTo>
                      <a:pt x="8868" y="8585"/>
                    </a:lnTo>
                    <a:lnTo>
                      <a:pt x="8186" y="9532"/>
                    </a:lnTo>
                    <a:lnTo>
                      <a:pt x="7523" y="10517"/>
                    </a:lnTo>
                    <a:lnTo>
                      <a:pt x="6878" y="11522"/>
                    </a:lnTo>
                    <a:lnTo>
                      <a:pt x="6291" y="12526"/>
                    </a:lnTo>
                    <a:lnTo>
                      <a:pt x="5704" y="13549"/>
                    </a:lnTo>
                    <a:lnTo>
                      <a:pt x="5154" y="14591"/>
                    </a:lnTo>
                    <a:lnTo>
                      <a:pt x="4624" y="15652"/>
                    </a:lnTo>
                    <a:lnTo>
                      <a:pt x="4131" y="16732"/>
                    </a:lnTo>
                    <a:lnTo>
                      <a:pt x="3657" y="17812"/>
                    </a:lnTo>
                    <a:lnTo>
                      <a:pt x="3202" y="18892"/>
                    </a:lnTo>
                    <a:lnTo>
                      <a:pt x="2786" y="20010"/>
                    </a:lnTo>
                    <a:lnTo>
                      <a:pt x="2388" y="21109"/>
                    </a:lnTo>
                    <a:lnTo>
                      <a:pt x="2028" y="22246"/>
                    </a:lnTo>
                    <a:lnTo>
                      <a:pt x="1706" y="23364"/>
                    </a:lnTo>
                    <a:lnTo>
                      <a:pt x="1402" y="24520"/>
                    </a:lnTo>
                    <a:lnTo>
                      <a:pt x="1118" y="25657"/>
                    </a:lnTo>
                    <a:lnTo>
                      <a:pt x="872" y="26813"/>
                    </a:lnTo>
                    <a:lnTo>
                      <a:pt x="663" y="27969"/>
                    </a:lnTo>
                    <a:lnTo>
                      <a:pt x="474" y="29144"/>
                    </a:lnTo>
                    <a:lnTo>
                      <a:pt x="322" y="30299"/>
                    </a:lnTo>
                    <a:lnTo>
                      <a:pt x="190" y="31474"/>
                    </a:lnTo>
                    <a:lnTo>
                      <a:pt x="95" y="32649"/>
                    </a:lnTo>
                    <a:lnTo>
                      <a:pt x="38" y="33843"/>
                    </a:lnTo>
                    <a:lnTo>
                      <a:pt x="0" y="35018"/>
                    </a:lnTo>
                    <a:lnTo>
                      <a:pt x="0" y="36192"/>
                    </a:lnTo>
                    <a:lnTo>
                      <a:pt x="19" y="37367"/>
                    </a:lnTo>
                    <a:lnTo>
                      <a:pt x="95" y="38561"/>
                    </a:lnTo>
                    <a:lnTo>
                      <a:pt x="114" y="38788"/>
                    </a:lnTo>
                    <a:lnTo>
                      <a:pt x="1497" y="39035"/>
                    </a:lnTo>
                    <a:lnTo>
                      <a:pt x="1838" y="38239"/>
                    </a:lnTo>
                    <a:lnTo>
                      <a:pt x="2179" y="37443"/>
                    </a:lnTo>
                    <a:lnTo>
                      <a:pt x="2520" y="36647"/>
                    </a:lnTo>
                    <a:lnTo>
                      <a:pt x="2899" y="35870"/>
                    </a:lnTo>
                    <a:lnTo>
                      <a:pt x="3278" y="35093"/>
                    </a:lnTo>
                    <a:lnTo>
                      <a:pt x="3657" y="34316"/>
                    </a:lnTo>
                    <a:lnTo>
                      <a:pt x="4074" y="33540"/>
                    </a:lnTo>
                    <a:lnTo>
                      <a:pt x="4472" y="32782"/>
                    </a:lnTo>
                    <a:lnTo>
                      <a:pt x="4908" y="32024"/>
                    </a:lnTo>
                    <a:lnTo>
                      <a:pt x="5344" y="31285"/>
                    </a:lnTo>
                    <a:lnTo>
                      <a:pt x="5779" y="30527"/>
                    </a:lnTo>
                    <a:lnTo>
                      <a:pt x="6253" y="29807"/>
                    </a:lnTo>
                    <a:lnTo>
                      <a:pt x="6708" y="29068"/>
                    </a:lnTo>
                    <a:lnTo>
                      <a:pt x="7201" y="28348"/>
                    </a:lnTo>
                    <a:lnTo>
                      <a:pt x="7674" y="27628"/>
                    </a:lnTo>
                    <a:lnTo>
                      <a:pt x="8186" y="26927"/>
                    </a:lnTo>
                    <a:lnTo>
                      <a:pt x="8697" y="26225"/>
                    </a:lnTo>
                    <a:lnTo>
                      <a:pt x="9209" y="25524"/>
                    </a:lnTo>
                    <a:lnTo>
                      <a:pt x="9740" y="24842"/>
                    </a:lnTo>
                    <a:lnTo>
                      <a:pt x="10289" y="24179"/>
                    </a:lnTo>
                    <a:lnTo>
                      <a:pt x="10839" y="23497"/>
                    </a:lnTo>
                    <a:lnTo>
                      <a:pt x="11388" y="22834"/>
                    </a:lnTo>
                    <a:lnTo>
                      <a:pt x="11957" y="22189"/>
                    </a:lnTo>
                    <a:lnTo>
                      <a:pt x="12544" y="21545"/>
                    </a:lnTo>
                    <a:lnTo>
                      <a:pt x="13131" y="20901"/>
                    </a:lnTo>
                    <a:lnTo>
                      <a:pt x="13738" y="20276"/>
                    </a:lnTo>
                    <a:lnTo>
                      <a:pt x="14344" y="19669"/>
                    </a:lnTo>
                    <a:lnTo>
                      <a:pt x="14950" y="19063"/>
                    </a:lnTo>
                    <a:lnTo>
                      <a:pt x="15595" y="18457"/>
                    </a:lnTo>
                    <a:lnTo>
                      <a:pt x="16220" y="17869"/>
                    </a:lnTo>
                    <a:lnTo>
                      <a:pt x="16864" y="17301"/>
                    </a:lnTo>
                    <a:lnTo>
                      <a:pt x="17527" y="16732"/>
                    </a:lnTo>
                    <a:lnTo>
                      <a:pt x="19441" y="15103"/>
                    </a:lnTo>
                    <a:lnTo>
                      <a:pt x="20408" y="14269"/>
                    </a:lnTo>
                    <a:lnTo>
                      <a:pt x="20881" y="13852"/>
                    </a:lnTo>
                    <a:lnTo>
                      <a:pt x="21336" y="13416"/>
                    </a:lnTo>
                    <a:lnTo>
                      <a:pt x="21772" y="12981"/>
                    </a:lnTo>
                    <a:lnTo>
                      <a:pt x="22208" y="12526"/>
                    </a:lnTo>
                    <a:lnTo>
                      <a:pt x="22624" y="12052"/>
                    </a:lnTo>
                    <a:lnTo>
                      <a:pt x="23022" y="11578"/>
                    </a:lnTo>
                    <a:lnTo>
                      <a:pt x="23401" y="11086"/>
                    </a:lnTo>
                    <a:lnTo>
                      <a:pt x="23742" y="10574"/>
                    </a:lnTo>
                    <a:lnTo>
                      <a:pt x="24084" y="10044"/>
                    </a:lnTo>
                    <a:lnTo>
                      <a:pt x="24368" y="9494"/>
                    </a:lnTo>
                    <a:lnTo>
                      <a:pt x="24500" y="9210"/>
                    </a:lnTo>
                    <a:lnTo>
                      <a:pt x="24633" y="8926"/>
                    </a:lnTo>
                    <a:lnTo>
                      <a:pt x="24747" y="8622"/>
                    </a:lnTo>
                    <a:lnTo>
                      <a:pt x="24841" y="8319"/>
                    </a:lnTo>
                    <a:lnTo>
                      <a:pt x="24936" y="8016"/>
                    </a:lnTo>
                    <a:lnTo>
                      <a:pt x="25012" y="7713"/>
                    </a:lnTo>
                    <a:lnTo>
                      <a:pt x="25069" y="7391"/>
                    </a:lnTo>
                    <a:lnTo>
                      <a:pt x="25126" y="7069"/>
                    </a:lnTo>
                    <a:lnTo>
                      <a:pt x="25183" y="6766"/>
                    </a:lnTo>
                    <a:lnTo>
                      <a:pt x="25201" y="6443"/>
                    </a:lnTo>
                    <a:lnTo>
                      <a:pt x="25220" y="6121"/>
                    </a:lnTo>
                    <a:lnTo>
                      <a:pt x="25220" y="5799"/>
                    </a:lnTo>
                    <a:lnTo>
                      <a:pt x="25220" y="5477"/>
                    </a:lnTo>
                    <a:lnTo>
                      <a:pt x="25201" y="5174"/>
                    </a:lnTo>
                    <a:lnTo>
                      <a:pt x="25164" y="4852"/>
                    </a:lnTo>
                    <a:lnTo>
                      <a:pt x="25126" y="4549"/>
                    </a:lnTo>
                    <a:lnTo>
                      <a:pt x="25069" y="4226"/>
                    </a:lnTo>
                    <a:lnTo>
                      <a:pt x="24993" y="3942"/>
                    </a:lnTo>
                    <a:lnTo>
                      <a:pt x="24898" y="3639"/>
                    </a:lnTo>
                    <a:lnTo>
                      <a:pt x="24804" y="3355"/>
                    </a:lnTo>
                    <a:lnTo>
                      <a:pt x="24690" y="3071"/>
                    </a:lnTo>
                    <a:lnTo>
                      <a:pt x="24576" y="2786"/>
                    </a:lnTo>
                    <a:lnTo>
                      <a:pt x="24425" y="2521"/>
                    </a:lnTo>
                    <a:lnTo>
                      <a:pt x="24273" y="2256"/>
                    </a:lnTo>
                    <a:lnTo>
                      <a:pt x="24121" y="2009"/>
                    </a:lnTo>
                    <a:lnTo>
                      <a:pt x="23932" y="1782"/>
                    </a:lnTo>
                    <a:lnTo>
                      <a:pt x="23742" y="1555"/>
                    </a:lnTo>
                    <a:lnTo>
                      <a:pt x="23534" y="1346"/>
                    </a:lnTo>
                    <a:lnTo>
                      <a:pt x="23307" y="1138"/>
                    </a:lnTo>
                    <a:lnTo>
                      <a:pt x="23060" y="948"/>
                    </a:lnTo>
                    <a:lnTo>
                      <a:pt x="22814" y="778"/>
                    </a:lnTo>
                    <a:lnTo>
                      <a:pt x="22549" y="626"/>
                    </a:lnTo>
                    <a:lnTo>
                      <a:pt x="22227" y="456"/>
                    </a:lnTo>
                    <a:lnTo>
                      <a:pt x="21904" y="323"/>
                    </a:lnTo>
                    <a:lnTo>
                      <a:pt x="21582" y="209"/>
                    </a:lnTo>
                    <a:lnTo>
                      <a:pt x="21241" y="134"/>
                    </a:lnTo>
                    <a:lnTo>
                      <a:pt x="20900" y="58"/>
                    </a:lnTo>
                    <a:lnTo>
                      <a:pt x="20559" y="20"/>
                    </a:lnTo>
                    <a:lnTo>
                      <a:pt x="201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8000">
                    <a:srgbClr val="72B576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6" name="Google Shape;4066;p54"/>
              <p:cNvSpPr/>
              <p:nvPr/>
            </p:nvSpPr>
            <p:spPr>
              <a:xfrm>
                <a:off x="5585675" y="844450"/>
                <a:ext cx="503100" cy="888250"/>
              </a:xfrm>
              <a:custGeom>
                <a:avLst/>
                <a:gdLst/>
                <a:ahLst/>
                <a:cxnLst/>
                <a:rect l="l" t="t" r="r" b="b"/>
                <a:pathLst>
                  <a:path w="20124" h="35530" extrusionOk="0">
                    <a:moveTo>
                      <a:pt x="19934" y="1"/>
                    </a:moveTo>
                    <a:lnTo>
                      <a:pt x="19877" y="39"/>
                    </a:lnTo>
                    <a:lnTo>
                      <a:pt x="19119" y="702"/>
                    </a:lnTo>
                    <a:lnTo>
                      <a:pt x="18380" y="1384"/>
                    </a:lnTo>
                    <a:lnTo>
                      <a:pt x="17660" y="2066"/>
                    </a:lnTo>
                    <a:lnTo>
                      <a:pt x="16940" y="2767"/>
                    </a:lnTo>
                    <a:lnTo>
                      <a:pt x="16220" y="3487"/>
                    </a:lnTo>
                    <a:lnTo>
                      <a:pt x="15538" y="4207"/>
                    </a:lnTo>
                    <a:lnTo>
                      <a:pt x="14856" y="4946"/>
                    </a:lnTo>
                    <a:lnTo>
                      <a:pt x="14174" y="5704"/>
                    </a:lnTo>
                    <a:lnTo>
                      <a:pt x="13529" y="6462"/>
                    </a:lnTo>
                    <a:lnTo>
                      <a:pt x="12885" y="7239"/>
                    </a:lnTo>
                    <a:lnTo>
                      <a:pt x="12241" y="8035"/>
                    </a:lnTo>
                    <a:lnTo>
                      <a:pt x="11634" y="8831"/>
                    </a:lnTo>
                    <a:lnTo>
                      <a:pt x="11028" y="9627"/>
                    </a:lnTo>
                    <a:lnTo>
                      <a:pt x="10422" y="10460"/>
                    </a:lnTo>
                    <a:lnTo>
                      <a:pt x="9853" y="11275"/>
                    </a:lnTo>
                    <a:lnTo>
                      <a:pt x="9285" y="12109"/>
                    </a:lnTo>
                    <a:lnTo>
                      <a:pt x="8735" y="12962"/>
                    </a:lnTo>
                    <a:lnTo>
                      <a:pt x="8205" y="13814"/>
                    </a:lnTo>
                    <a:lnTo>
                      <a:pt x="7674" y="14667"/>
                    </a:lnTo>
                    <a:lnTo>
                      <a:pt x="7163" y="15539"/>
                    </a:lnTo>
                    <a:lnTo>
                      <a:pt x="6670" y="16410"/>
                    </a:lnTo>
                    <a:lnTo>
                      <a:pt x="6196" y="17301"/>
                    </a:lnTo>
                    <a:lnTo>
                      <a:pt x="5723" y="18191"/>
                    </a:lnTo>
                    <a:lnTo>
                      <a:pt x="5287" y="19082"/>
                    </a:lnTo>
                    <a:lnTo>
                      <a:pt x="4851" y="19991"/>
                    </a:lnTo>
                    <a:lnTo>
                      <a:pt x="4415" y="20920"/>
                    </a:lnTo>
                    <a:lnTo>
                      <a:pt x="4017" y="21829"/>
                    </a:lnTo>
                    <a:lnTo>
                      <a:pt x="3619" y="22758"/>
                    </a:lnTo>
                    <a:lnTo>
                      <a:pt x="3240" y="23705"/>
                    </a:lnTo>
                    <a:lnTo>
                      <a:pt x="2880" y="24653"/>
                    </a:lnTo>
                    <a:lnTo>
                      <a:pt x="2539" y="25600"/>
                    </a:lnTo>
                    <a:lnTo>
                      <a:pt x="2217" y="26548"/>
                    </a:lnTo>
                    <a:lnTo>
                      <a:pt x="1895" y="27514"/>
                    </a:lnTo>
                    <a:lnTo>
                      <a:pt x="1611" y="28480"/>
                    </a:lnTo>
                    <a:lnTo>
                      <a:pt x="1327" y="29447"/>
                    </a:lnTo>
                    <a:lnTo>
                      <a:pt x="1061" y="30413"/>
                    </a:lnTo>
                    <a:lnTo>
                      <a:pt x="815" y="31398"/>
                    </a:lnTo>
                    <a:lnTo>
                      <a:pt x="588" y="32384"/>
                    </a:lnTo>
                    <a:lnTo>
                      <a:pt x="360" y="33369"/>
                    </a:lnTo>
                    <a:lnTo>
                      <a:pt x="171" y="34354"/>
                    </a:lnTo>
                    <a:lnTo>
                      <a:pt x="0" y="35340"/>
                    </a:lnTo>
                    <a:lnTo>
                      <a:pt x="0" y="35396"/>
                    </a:lnTo>
                    <a:lnTo>
                      <a:pt x="19" y="35453"/>
                    </a:lnTo>
                    <a:lnTo>
                      <a:pt x="76" y="35491"/>
                    </a:lnTo>
                    <a:lnTo>
                      <a:pt x="133" y="35510"/>
                    </a:lnTo>
                    <a:lnTo>
                      <a:pt x="190" y="35529"/>
                    </a:lnTo>
                    <a:lnTo>
                      <a:pt x="247" y="35491"/>
                    </a:lnTo>
                    <a:lnTo>
                      <a:pt x="303" y="35453"/>
                    </a:lnTo>
                    <a:lnTo>
                      <a:pt x="322" y="35396"/>
                    </a:lnTo>
                    <a:lnTo>
                      <a:pt x="493" y="34411"/>
                    </a:lnTo>
                    <a:lnTo>
                      <a:pt x="701" y="33426"/>
                    </a:lnTo>
                    <a:lnTo>
                      <a:pt x="910" y="32441"/>
                    </a:lnTo>
                    <a:lnTo>
                      <a:pt x="1137" y="31474"/>
                    </a:lnTo>
                    <a:lnTo>
                      <a:pt x="1383" y="30508"/>
                    </a:lnTo>
                    <a:lnTo>
                      <a:pt x="1649" y="29541"/>
                    </a:lnTo>
                    <a:lnTo>
                      <a:pt x="1914" y="28575"/>
                    </a:lnTo>
                    <a:lnTo>
                      <a:pt x="2217" y="27628"/>
                    </a:lnTo>
                    <a:lnTo>
                      <a:pt x="2520" y="26661"/>
                    </a:lnTo>
                    <a:lnTo>
                      <a:pt x="2842" y="25714"/>
                    </a:lnTo>
                    <a:lnTo>
                      <a:pt x="3184" y="24785"/>
                    </a:lnTo>
                    <a:lnTo>
                      <a:pt x="3544" y="23838"/>
                    </a:lnTo>
                    <a:lnTo>
                      <a:pt x="3923" y="22909"/>
                    </a:lnTo>
                    <a:lnTo>
                      <a:pt x="4320" y="21981"/>
                    </a:lnTo>
                    <a:lnTo>
                      <a:pt x="4718" y="21071"/>
                    </a:lnTo>
                    <a:lnTo>
                      <a:pt x="5135" y="20162"/>
                    </a:lnTo>
                    <a:lnTo>
                      <a:pt x="5571" y="19252"/>
                    </a:lnTo>
                    <a:lnTo>
                      <a:pt x="6007" y="18362"/>
                    </a:lnTo>
                    <a:lnTo>
                      <a:pt x="6481" y="17471"/>
                    </a:lnTo>
                    <a:lnTo>
                      <a:pt x="6954" y="16600"/>
                    </a:lnTo>
                    <a:lnTo>
                      <a:pt x="7428" y="15728"/>
                    </a:lnTo>
                    <a:lnTo>
                      <a:pt x="7940" y="14875"/>
                    </a:lnTo>
                    <a:lnTo>
                      <a:pt x="8451" y="14023"/>
                    </a:lnTo>
                    <a:lnTo>
                      <a:pt x="8982" y="13189"/>
                    </a:lnTo>
                    <a:lnTo>
                      <a:pt x="9531" y="12336"/>
                    </a:lnTo>
                    <a:lnTo>
                      <a:pt x="10100" y="11503"/>
                    </a:lnTo>
                    <a:lnTo>
                      <a:pt x="10668" y="10688"/>
                    </a:lnTo>
                    <a:lnTo>
                      <a:pt x="11256" y="9873"/>
                    </a:lnTo>
                    <a:lnTo>
                      <a:pt x="11862" y="9077"/>
                    </a:lnTo>
                    <a:lnTo>
                      <a:pt x="12468" y="8281"/>
                    </a:lnTo>
                    <a:lnTo>
                      <a:pt x="13112" y="7504"/>
                    </a:lnTo>
                    <a:lnTo>
                      <a:pt x="13738" y="6728"/>
                    </a:lnTo>
                    <a:lnTo>
                      <a:pt x="14401" y="5970"/>
                    </a:lnTo>
                    <a:lnTo>
                      <a:pt x="15064" y="5212"/>
                    </a:lnTo>
                    <a:lnTo>
                      <a:pt x="15746" y="4473"/>
                    </a:lnTo>
                    <a:lnTo>
                      <a:pt x="16428" y="3753"/>
                    </a:lnTo>
                    <a:lnTo>
                      <a:pt x="17130" y="3052"/>
                    </a:lnTo>
                    <a:lnTo>
                      <a:pt x="17850" y="2351"/>
                    </a:lnTo>
                    <a:lnTo>
                      <a:pt x="18570" y="1649"/>
                    </a:lnTo>
                    <a:lnTo>
                      <a:pt x="19309" y="986"/>
                    </a:lnTo>
                    <a:lnTo>
                      <a:pt x="20066" y="304"/>
                    </a:lnTo>
                    <a:lnTo>
                      <a:pt x="20104" y="247"/>
                    </a:lnTo>
                    <a:lnTo>
                      <a:pt x="20123" y="190"/>
                    </a:lnTo>
                    <a:lnTo>
                      <a:pt x="20123" y="115"/>
                    </a:lnTo>
                    <a:lnTo>
                      <a:pt x="20085" y="58"/>
                    </a:lnTo>
                    <a:lnTo>
                      <a:pt x="20048" y="20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7" name="Google Shape;4067;p54"/>
              <p:cNvSpPr/>
              <p:nvPr/>
            </p:nvSpPr>
            <p:spPr>
              <a:xfrm>
                <a:off x="5773725" y="921200"/>
                <a:ext cx="27810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1124" h="12033" extrusionOk="0">
                    <a:moveTo>
                      <a:pt x="4662" y="1"/>
                    </a:moveTo>
                    <a:lnTo>
                      <a:pt x="4605" y="38"/>
                    </a:lnTo>
                    <a:lnTo>
                      <a:pt x="4567" y="95"/>
                    </a:lnTo>
                    <a:lnTo>
                      <a:pt x="3999" y="1175"/>
                    </a:lnTo>
                    <a:lnTo>
                      <a:pt x="3468" y="2293"/>
                    </a:lnTo>
                    <a:lnTo>
                      <a:pt x="2938" y="3411"/>
                    </a:lnTo>
                    <a:lnTo>
                      <a:pt x="2464" y="4529"/>
                    </a:lnTo>
                    <a:lnTo>
                      <a:pt x="1990" y="5685"/>
                    </a:lnTo>
                    <a:lnTo>
                      <a:pt x="1554" y="6822"/>
                    </a:lnTo>
                    <a:lnTo>
                      <a:pt x="1157" y="7997"/>
                    </a:lnTo>
                    <a:lnTo>
                      <a:pt x="759" y="9153"/>
                    </a:lnTo>
                    <a:lnTo>
                      <a:pt x="361" y="10498"/>
                    </a:lnTo>
                    <a:lnTo>
                      <a:pt x="1" y="11843"/>
                    </a:lnTo>
                    <a:lnTo>
                      <a:pt x="1" y="11900"/>
                    </a:lnTo>
                    <a:lnTo>
                      <a:pt x="20" y="11957"/>
                    </a:lnTo>
                    <a:lnTo>
                      <a:pt x="58" y="11995"/>
                    </a:lnTo>
                    <a:lnTo>
                      <a:pt x="95" y="12014"/>
                    </a:lnTo>
                    <a:lnTo>
                      <a:pt x="152" y="12033"/>
                    </a:lnTo>
                    <a:lnTo>
                      <a:pt x="190" y="12033"/>
                    </a:lnTo>
                    <a:lnTo>
                      <a:pt x="247" y="12014"/>
                    </a:lnTo>
                    <a:lnTo>
                      <a:pt x="285" y="11976"/>
                    </a:lnTo>
                    <a:lnTo>
                      <a:pt x="702" y="11483"/>
                    </a:lnTo>
                    <a:lnTo>
                      <a:pt x="1138" y="11010"/>
                    </a:lnTo>
                    <a:lnTo>
                      <a:pt x="1573" y="10536"/>
                    </a:lnTo>
                    <a:lnTo>
                      <a:pt x="2028" y="10081"/>
                    </a:lnTo>
                    <a:lnTo>
                      <a:pt x="2502" y="9626"/>
                    </a:lnTo>
                    <a:lnTo>
                      <a:pt x="2976" y="9191"/>
                    </a:lnTo>
                    <a:lnTo>
                      <a:pt x="3468" y="8774"/>
                    </a:lnTo>
                    <a:lnTo>
                      <a:pt x="3980" y="8376"/>
                    </a:lnTo>
                    <a:lnTo>
                      <a:pt x="4491" y="7978"/>
                    </a:lnTo>
                    <a:lnTo>
                      <a:pt x="5003" y="7599"/>
                    </a:lnTo>
                    <a:lnTo>
                      <a:pt x="5553" y="7239"/>
                    </a:lnTo>
                    <a:lnTo>
                      <a:pt x="6083" y="6879"/>
                    </a:lnTo>
                    <a:lnTo>
                      <a:pt x="6633" y="6538"/>
                    </a:lnTo>
                    <a:lnTo>
                      <a:pt x="7201" y="6235"/>
                    </a:lnTo>
                    <a:lnTo>
                      <a:pt x="7770" y="5912"/>
                    </a:lnTo>
                    <a:lnTo>
                      <a:pt x="8357" y="5628"/>
                    </a:lnTo>
                    <a:lnTo>
                      <a:pt x="9001" y="5325"/>
                    </a:lnTo>
                    <a:lnTo>
                      <a:pt x="9664" y="5041"/>
                    </a:lnTo>
                    <a:lnTo>
                      <a:pt x="10346" y="4776"/>
                    </a:lnTo>
                    <a:lnTo>
                      <a:pt x="11029" y="4529"/>
                    </a:lnTo>
                    <a:lnTo>
                      <a:pt x="11085" y="4491"/>
                    </a:lnTo>
                    <a:lnTo>
                      <a:pt x="11123" y="4453"/>
                    </a:lnTo>
                    <a:lnTo>
                      <a:pt x="11123" y="4397"/>
                    </a:lnTo>
                    <a:lnTo>
                      <a:pt x="11123" y="4321"/>
                    </a:lnTo>
                    <a:lnTo>
                      <a:pt x="11085" y="4264"/>
                    </a:lnTo>
                    <a:lnTo>
                      <a:pt x="11048" y="4226"/>
                    </a:lnTo>
                    <a:lnTo>
                      <a:pt x="10972" y="4207"/>
                    </a:lnTo>
                    <a:lnTo>
                      <a:pt x="10915" y="4226"/>
                    </a:lnTo>
                    <a:lnTo>
                      <a:pt x="10290" y="4434"/>
                    </a:lnTo>
                    <a:lnTo>
                      <a:pt x="9683" y="4681"/>
                    </a:lnTo>
                    <a:lnTo>
                      <a:pt x="9077" y="4927"/>
                    </a:lnTo>
                    <a:lnTo>
                      <a:pt x="8490" y="5192"/>
                    </a:lnTo>
                    <a:lnTo>
                      <a:pt x="7902" y="5477"/>
                    </a:lnTo>
                    <a:lnTo>
                      <a:pt x="7315" y="5780"/>
                    </a:lnTo>
                    <a:lnTo>
                      <a:pt x="6746" y="6102"/>
                    </a:lnTo>
                    <a:lnTo>
                      <a:pt x="6197" y="6424"/>
                    </a:lnTo>
                    <a:lnTo>
                      <a:pt x="5628" y="6784"/>
                    </a:lnTo>
                    <a:lnTo>
                      <a:pt x="5098" y="7144"/>
                    </a:lnTo>
                    <a:lnTo>
                      <a:pt x="4567" y="7504"/>
                    </a:lnTo>
                    <a:lnTo>
                      <a:pt x="4037" y="7902"/>
                    </a:lnTo>
                    <a:lnTo>
                      <a:pt x="3525" y="8300"/>
                    </a:lnTo>
                    <a:lnTo>
                      <a:pt x="3013" y="8717"/>
                    </a:lnTo>
                    <a:lnTo>
                      <a:pt x="2521" y="9153"/>
                    </a:lnTo>
                    <a:lnTo>
                      <a:pt x="2047" y="9588"/>
                    </a:lnTo>
                    <a:lnTo>
                      <a:pt x="1649" y="9986"/>
                    </a:lnTo>
                    <a:lnTo>
                      <a:pt x="1270" y="10384"/>
                    </a:lnTo>
                    <a:lnTo>
                      <a:pt x="891" y="10782"/>
                    </a:lnTo>
                    <a:lnTo>
                      <a:pt x="512" y="11199"/>
                    </a:lnTo>
                    <a:lnTo>
                      <a:pt x="834" y="10119"/>
                    </a:lnTo>
                    <a:lnTo>
                      <a:pt x="1157" y="9039"/>
                    </a:lnTo>
                    <a:lnTo>
                      <a:pt x="1517" y="7959"/>
                    </a:lnTo>
                    <a:lnTo>
                      <a:pt x="1896" y="6898"/>
                    </a:lnTo>
                    <a:lnTo>
                      <a:pt x="2293" y="5837"/>
                    </a:lnTo>
                    <a:lnTo>
                      <a:pt x="2710" y="4794"/>
                    </a:lnTo>
                    <a:lnTo>
                      <a:pt x="3146" y="3752"/>
                    </a:lnTo>
                    <a:lnTo>
                      <a:pt x="3620" y="2729"/>
                    </a:lnTo>
                    <a:lnTo>
                      <a:pt x="4226" y="1479"/>
                    </a:lnTo>
                    <a:lnTo>
                      <a:pt x="4870" y="228"/>
                    </a:lnTo>
                    <a:lnTo>
                      <a:pt x="4889" y="171"/>
                    </a:lnTo>
                    <a:lnTo>
                      <a:pt x="4870" y="95"/>
                    </a:lnTo>
                    <a:lnTo>
                      <a:pt x="4833" y="57"/>
                    </a:lnTo>
                    <a:lnTo>
                      <a:pt x="4795" y="19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8" name="Google Shape;4068;p54"/>
              <p:cNvSpPr/>
              <p:nvPr/>
            </p:nvSpPr>
            <p:spPr>
              <a:xfrm>
                <a:off x="5635875" y="1260375"/>
                <a:ext cx="1554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10517" extrusionOk="0">
                    <a:moveTo>
                      <a:pt x="2028" y="1"/>
                    </a:moveTo>
                    <a:lnTo>
                      <a:pt x="1971" y="20"/>
                    </a:lnTo>
                    <a:lnTo>
                      <a:pt x="1915" y="38"/>
                    </a:lnTo>
                    <a:lnTo>
                      <a:pt x="1877" y="95"/>
                    </a:lnTo>
                    <a:lnTo>
                      <a:pt x="1517" y="1062"/>
                    </a:lnTo>
                    <a:lnTo>
                      <a:pt x="1213" y="2028"/>
                    </a:lnTo>
                    <a:lnTo>
                      <a:pt x="929" y="3013"/>
                    </a:lnTo>
                    <a:lnTo>
                      <a:pt x="683" y="3999"/>
                    </a:lnTo>
                    <a:lnTo>
                      <a:pt x="474" y="5003"/>
                    </a:lnTo>
                    <a:lnTo>
                      <a:pt x="304" y="6007"/>
                    </a:lnTo>
                    <a:lnTo>
                      <a:pt x="171" y="7030"/>
                    </a:lnTo>
                    <a:lnTo>
                      <a:pt x="77" y="8035"/>
                    </a:lnTo>
                    <a:lnTo>
                      <a:pt x="39" y="8622"/>
                    </a:lnTo>
                    <a:lnTo>
                      <a:pt x="20" y="9209"/>
                    </a:lnTo>
                    <a:lnTo>
                      <a:pt x="1" y="9778"/>
                    </a:lnTo>
                    <a:lnTo>
                      <a:pt x="1" y="10365"/>
                    </a:lnTo>
                    <a:lnTo>
                      <a:pt x="20" y="10422"/>
                    </a:lnTo>
                    <a:lnTo>
                      <a:pt x="58" y="10460"/>
                    </a:lnTo>
                    <a:lnTo>
                      <a:pt x="95" y="10498"/>
                    </a:lnTo>
                    <a:lnTo>
                      <a:pt x="133" y="10517"/>
                    </a:lnTo>
                    <a:lnTo>
                      <a:pt x="190" y="10517"/>
                    </a:lnTo>
                    <a:lnTo>
                      <a:pt x="247" y="10498"/>
                    </a:lnTo>
                    <a:lnTo>
                      <a:pt x="285" y="10479"/>
                    </a:lnTo>
                    <a:lnTo>
                      <a:pt x="323" y="10422"/>
                    </a:lnTo>
                    <a:lnTo>
                      <a:pt x="512" y="10005"/>
                    </a:lnTo>
                    <a:lnTo>
                      <a:pt x="721" y="9607"/>
                    </a:lnTo>
                    <a:lnTo>
                      <a:pt x="929" y="9191"/>
                    </a:lnTo>
                    <a:lnTo>
                      <a:pt x="1157" y="8793"/>
                    </a:lnTo>
                    <a:lnTo>
                      <a:pt x="1384" y="8395"/>
                    </a:lnTo>
                    <a:lnTo>
                      <a:pt x="1630" y="8016"/>
                    </a:lnTo>
                    <a:lnTo>
                      <a:pt x="2142" y="7258"/>
                    </a:lnTo>
                    <a:lnTo>
                      <a:pt x="2672" y="6519"/>
                    </a:lnTo>
                    <a:lnTo>
                      <a:pt x="3260" y="5818"/>
                    </a:lnTo>
                    <a:lnTo>
                      <a:pt x="3563" y="5477"/>
                    </a:lnTo>
                    <a:lnTo>
                      <a:pt x="3885" y="5136"/>
                    </a:lnTo>
                    <a:lnTo>
                      <a:pt x="4207" y="4813"/>
                    </a:lnTo>
                    <a:lnTo>
                      <a:pt x="4529" y="4491"/>
                    </a:lnTo>
                    <a:lnTo>
                      <a:pt x="4927" y="4131"/>
                    </a:lnTo>
                    <a:lnTo>
                      <a:pt x="5325" y="3790"/>
                    </a:lnTo>
                    <a:lnTo>
                      <a:pt x="5742" y="3468"/>
                    </a:lnTo>
                    <a:lnTo>
                      <a:pt x="6159" y="3146"/>
                    </a:lnTo>
                    <a:lnTo>
                      <a:pt x="6197" y="3089"/>
                    </a:lnTo>
                    <a:lnTo>
                      <a:pt x="6216" y="3032"/>
                    </a:lnTo>
                    <a:lnTo>
                      <a:pt x="6216" y="2957"/>
                    </a:lnTo>
                    <a:lnTo>
                      <a:pt x="6197" y="2900"/>
                    </a:lnTo>
                    <a:lnTo>
                      <a:pt x="6140" y="2862"/>
                    </a:lnTo>
                    <a:lnTo>
                      <a:pt x="6102" y="2843"/>
                    </a:lnTo>
                    <a:lnTo>
                      <a:pt x="6026" y="2843"/>
                    </a:lnTo>
                    <a:lnTo>
                      <a:pt x="5969" y="2862"/>
                    </a:lnTo>
                    <a:lnTo>
                      <a:pt x="5591" y="3146"/>
                    </a:lnTo>
                    <a:lnTo>
                      <a:pt x="5230" y="3430"/>
                    </a:lnTo>
                    <a:lnTo>
                      <a:pt x="4870" y="3733"/>
                    </a:lnTo>
                    <a:lnTo>
                      <a:pt x="4529" y="4056"/>
                    </a:lnTo>
                    <a:lnTo>
                      <a:pt x="4188" y="4359"/>
                    </a:lnTo>
                    <a:lnTo>
                      <a:pt x="3847" y="4700"/>
                    </a:lnTo>
                    <a:lnTo>
                      <a:pt x="3525" y="5022"/>
                    </a:lnTo>
                    <a:lnTo>
                      <a:pt x="3222" y="5363"/>
                    </a:lnTo>
                    <a:lnTo>
                      <a:pt x="2900" y="5723"/>
                    </a:lnTo>
                    <a:lnTo>
                      <a:pt x="2616" y="6083"/>
                    </a:lnTo>
                    <a:lnTo>
                      <a:pt x="2312" y="6443"/>
                    </a:lnTo>
                    <a:lnTo>
                      <a:pt x="2047" y="6803"/>
                    </a:lnTo>
                    <a:lnTo>
                      <a:pt x="1763" y="7182"/>
                    </a:lnTo>
                    <a:lnTo>
                      <a:pt x="1498" y="7580"/>
                    </a:lnTo>
                    <a:lnTo>
                      <a:pt x="1251" y="7978"/>
                    </a:lnTo>
                    <a:lnTo>
                      <a:pt x="1005" y="8376"/>
                    </a:lnTo>
                    <a:lnTo>
                      <a:pt x="664" y="8982"/>
                    </a:lnTo>
                    <a:lnTo>
                      <a:pt x="342" y="9607"/>
                    </a:lnTo>
                    <a:lnTo>
                      <a:pt x="361" y="9001"/>
                    </a:lnTo>
                    <a:lnTo>
                      <a:pt x="399" y="8414"/>
                    </a:lnTo>
                    <a:lnTo>
                      <a:pt x="437" y="7807"/>
                    </a:lnTo>
                    <a:lnTo>
                      <a:pt x="493" y="7220"/>
                    </a:lnTo>
                    <a:lnTo>
                      <a:pt x="569" y="6614"/>
                    </a:lnTo>
                    <a:lnTo>
                      <a:pt x="645" y="6026"/>
                    </a:lnTo>
                    <a:lnTo>
                      <a:pt x="740" y="5439"/>
                    </a:lnTo>
                    <a:lnTo>
                      <a:pt x="853" y="4851"/>
                    </a:lnTo>
                    <a:lnTo>
                      <a:pt x="967" y="4264"/>
                    </a:lnTo>
                    <a:lnTo>
                      <a:pt x="1100" y="3677"/>
                    </a:lnTo>
                    <a:lnTo>
                      <a:pt x="1251" y="3089"/>
                    </a:lnTo>
                    <a:lnTo>
                      <a:pt x="1403" y="2521"/>
                    </a:lnTo>
                    <a:lnTo>
                      <a:pt x="1573" y="1933"/>
                    </a:lnTo>
                    <a:lnTo>
                      <a:pt x="1763" y="1365"/>
                    </a:lnTo>
                    <a:lnTo>
                      <a:pt x="1971" y="815"/>
                    </a:lnTo>
                    <a:lnTo>
                      <a:pt x="2180" y="247"/>
                    </a:lnTo>
                    <a:lnTo>
                      <a:pt x="2180" y="171"/>
                    </a:lnTo>
                    <a:lnTo>
                      <a:pt x="2180" y="114"/>
                    </a:lnTo>
                    <a:lnTo>
                      <a:pt x="2142" y="57"/>
                    </a:lnTo>
                    <a:lnTo>
                      <a:pt x="2085" y="20"/>
                    </a:lnTo>
                    <a:lnTo>
                      <a:pt x="20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69" name="Google Shape;4069;p54"/>
          <p:cNvGrpSpPr/>
          <p:nvPr/>
        </p:nvGrpSpPr>
        <p:grpSpPr>
          <a:xfrm>
            <a:off x="5517660" y="3106536"/>
            <a:ext cx="930353" cy="829089"/>
            <a:chOff x="2236010" y="3967511"/>
            <a:chExt cx="930353" cy="829089"/>
          </a:xfrm>
        </p:grpSpPr>
        <p:sp>
          <p:nvSpPr>
            <p:cNvPr id="4070" name="Google Shape;4070;p54"/>
            <p:cNvSpPr/>
            <p:nvPr/>
          </p:nvSpPr>
          <p:spPr>
            <a:xfrm>
              <a:off x="2265825" y="4694000"/>
              <a:ext cx="767100" cy="102600"/>
            </a:xfrm>
            <a:prstGeom prst="ellipse">
              <a:avLst/>
            </a:prstGeom>
            <a:solidFill>
              <a:srgbClr val="363636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71" name="Google Shape;4071;p54"/>
            <p:cNvGrpSpPr/>
            <p:nvPr/>
          </p:nvGrpSpPr>
          <p:grpSpPr>
            <a:xfrm>
              <a:off x="2236010" y="3967511"/>
              <a:ext cx="930353" cy="794959"/>
              <a:chOff x="1627375" y="-1981850"/>
              <a:chExt cx="1305575" cy="1115575"/>
            </a:xfrm>
          </p:grpSpPr>
          <p:sp>
            <p:nvSpPr>
              <p:cNvPr id="4072" name="Google Shape;4072;p54"/>
              <p:cNvSpPr/>
              <p:nvPr/>
            </p:nvSpPr>
            <p:spPr>
              <a:xfrm>
                <a:off x="1627375" y="-1981850"/>
                <a:ext cx="1115075" cy="1115575"/>
              </a:xfrm>
              <a:custGeom>
                <a:avLst/>
                <a:gdLst/>
                <a:ahLst/>
                <a:cxnLst/>
                <a:rect l="l" t="t" r="r" b="b"/>
                <a:pathLst>
                  <a:path w="44603" h="44623" extrusionOk="0">
                    <a:moveTo>
                      <a:pt x="21725" y="1"/>
                    </a:moveTo>
                    <a:lnTo>
                      <a:pt x="21158" y="39"/>
                    </a:lnTo>
                    <a:lnTo>
                      <a:pt x="20590" y="57"/>
                    </a:lnTo>
                    <a:lnTo>
                      <a:pt x="20023" y="114"/>
                    </a:lnTo>
                    <a:lnTo>
                      <a:pt x="19456" y="190"/>
                    </a:lnTo>
                    <a:lnTo>
                      <a:pt x="18908" y="265"/>
                    </a:lnTo>
                    <a:lnTo>
                      <a:pt x="18359" y="341"/>
                    </a:lnTo>
                    <a:lnTo>
                      <a:pt x="17811" y="455"/>
                    </a:lnTo>
                    <a:lnTo>
                      <a:pt x="17263" y="568"/>
                    </a:lnTo>
                    <a:lnTo>
                      <a:pt x="16733" y="700"/>
                    </a:lnTo>
                    <a:lnTo>
                      <a:pt x="16204" y="852"/>
                    </a:lnTo>
                    <a:lnTo>
                      <a:pt x="15674" y="1003"/>
                    </a:lnTo>
                    <a:lnTo>
                      <a:pt x="15145" y="1173"/>
                    </a:lnTo>
                    <a:lnTo>
                      <a:pt x="14634" y="1362"/>
                    </a:lnTo>
                    <a:lnTo>
                      <a:pt x="14124" y="1551"/>
                    </a:lnTo>
                    <a:lnTo>
                      <a:pt x="13613" y="1759"/>
                    </a:lnTo>
                    <a:lnTo>
                      <a:pt x="13122" y="1967"/>
                    </a:lnTo>
                    <a:lnTo>
                      <a:pt x="12630" y="2194"/>
                    </a:lnTo>
                    <a:lnTo>
                      <a:pt x="12139" y="2440"/>
                    </a:lnTo>
                    <a:lnTo>
                      <a:pt x="11666" y="2686"/>
                    </a:lnTo>
                    <a:lnTo>
                      <a:pt x="11193" y="2950"/>
                    </a:lnTo>
                    <a:lnTo>
                      <a:pt x="10740" y="3234"/>
                    </a:lnTo>
                    <a:lnTo>
                      <a:pt x="10286" y="3517"/>
                    </a:lnTo>
                    <a:lnTo>
                      <a:pt x="9832" y="3820"/>
                    </a:lnTo>
                    <a:lnTo>
                      <a:pt x="9397" y="4123"/>
                    </a:lnTo>
                    <a:lnTo>
                      <a:pt x="8962" y="4425"/>
                    </a:lnTo>
                    <a:lnTo>
                      <a:pt x="8527" y="4765"/>
                    </a:lnTo>
                    <a:lnTo>
                      <a:pt x="8111" y="5087"/>
                    </a:lnTo>
                    <a:lnTo>
                      <a:pt x="7696" y="5446"/>
                    </a:lnTo>
                    <a:lnTo>
                      <a:pt x="7298" y="5805"/>
                    </a:lnTo>
                    <a:lnTo>
                      <a:pt x="6920" y="6165"/>
                    </a:lnTo>
                    <a:lnTo>
                      <a:pt x="6523" y="6543"/>
                    </a:lnTo>
                    <a:lnTo>
                      <a:pt x="6164" y="6921"/>
                    </a:lnTo>
                    <a:lnTo>
                      <a:pt x="5786" y="7318"/>
                    </a:lnTo>
                    <a:lnTo>
                      <a:pt x="5427" y="7715"/>
                    </a:lnTo>
                    <a:lnTo>
                      <a:pt x="5086" y="8112"/>
                    </a:lnTo>
                    <a:lnTo>
                      <a:pt x="4746" y="8528"/>
                    </a:lnTo>
                    <a:lnTo>
                      <a:pt x="4425" y="8963"/>
                    </a:lnTo>
                    <a:lnTo>
                      <a:pt x="4103" y="9398"/>
                    </a:lnTo>
                    <a:lnTo>
                      <a:pt x="3801" y="9833"/>
                    </a:lnTo>
                    <a:lnTo>
                      <a:pt x="3517" y="10286"/>
                    </a:lnTo>
                    <a:lnTo>
                      <a:pt x="3233" y="10740"/>
                    </a:lnTo>
                    <a:lnTo>
                      <a:pt x="2950" y="11213"/>
                    </a:lnTo>
                    <a:lnTo>
                      <a:pt x="2685" y="11685"/>
                    </a:lnTo>
                    <a:lnTo>
                      <a:pt x="2439" y="12158"/>
                    </a:lnTo>
                    <a:lnTo>
                      <a:pt x="2193" y="12631"/>
                    </a:lnTo>
                    <a:lnTo>
                      <a:pt x="1967" y="13122"/>
                    </a:lnTo>
                    <a:lnTo>
                      <a:pt x="1740" y="13633"/>
                    </a:lnTo>
                    <a:lnTo>
                      <a:pt x="1551" y="14125"/>
                    </a:lnTo>
                    <a:lnTo>
                      <a:pt x="1343" y="14635"/>
                    </a:lnTo>
                    <a:lnTo>
                      <a:pt x="1172" y="15164"/>
                    </a:lnTo>
                    <a:lnTo>
                      <a:pt x="1002" y="15675"/>
                    </a:lnTo>
                    <a:lnTo>
                      <a:pt x="832" y="16204"/>
                    </a:lnTo>
                    <a:lnTo>
                      <a:pt x="700" y="16734"/>
                    </a:lnTo>
                    <a:lnTo>
                      <a:pt x="567" y="17263"/>
                    </a:lnTo>
                    <a:lnTo>
                      <a:pt x="454" y="17811"/>
                    </a:lnTo>
                    <a:lnTo>
                      <a:pt x="341" y="18360"/>
                    </a:lnTo>
                    <a:lnTo>
                      <a:pt x="246" y="18908"/>
                    </a:lnTo>
                    <a:lnTo>
                      <a:pt x="170" y="19475"/>
                    </a:lnTo>
                    <a:lnTo>
                      <a:pt x="114" y="20024"/>
                    </a:lnTo>
                    <a:lnTo>
                      <a:pt x="57" y="20591"/>
                    </a:lnTo>
                    <a:lnTo>
                      <a:pt x="19" y="21158"/>
                    </a:lnTo>
                    <a:lnTo>
                      <a:pt x="0" y="21725"/>
                    </a:lnTo>
                    <a:lnTo>
                      <a:pt x="0" y="22311"/>
                    </a:lnTo>
                    <a:lnTo>
                      <a:pt x="0" y="22879"/>
                    </a:lnTo>
                    <a:lnTo>
                      <a:pt x="19" y="23465"/>
                    </a:lnTo>
                    <a:lnTo>
                      <a:pt x="57" y="24032"/>
                    </a:lnTo>
                    <a:lnTo>
                      <a:pt x="114" y="24599"/>
                    </a:lnTo>
                    <a:lnTo>
                      <a:pt x="170" y="25147"/>
                    </a:lnTo>
                    <a:lnTo>
                      <a:pt x="246" y="25715"/>
                    </a:lnTo>
                    <a:lnTo>
                      <a:pt x="341" y="26263"/>
                    </a:lnTo>
                    <a:lnTo>
                      <a:pt x="454" y="26811"/>
                    </a:lnTo>
                    <a:lnTo>
                      <a:pt x="567" y="27341"/>
                    </a:lnTo>
                    <a:lnTo>
                      <a:pt x="700" y="27889"/>
                    </a:lnTo>
                    <a:lnTo>
                      <a:pt x="832" y="28418"/>
                    </a:lnTo>
                    <a:lnTo>
                      <a:pt x="1002" y="28948"/>
                    </a:lnTo>
                    <a:lnTo>
                      <a:pt x="1172" y="29458"/>
                    </a:lnTo>
                    <a:lnTo>
                      <a:pt x="1343" y="29988"/>
                    </a:lnTo>
                    <a:lnTo>
                      <a:pt x="1551" y="30498"/>
                    </a:lnTo>
                    <a:lnTo>
                      <a:pt x="1740" y="30990"/>
                    </a:lnTo>
                    <a:lnTo>
                      <a:pt x="1967" y="31481"/>
                    </a:lnTo>
                    <a:lnTo>
                      <a:pt x="2193" y="31973"/>
                    </a:lnTo>
                    <a:lnTo>
                      <a:pt x="2439" y="32465"/>
                    </a:lnTo>
                    <a:lnTo>
                      <a:pt x="2685" y="32937"/>
                    </a:lnTo>
                    <a:lnTo>
                      <a:pt x="2950" y="33410"/>
                    </a:lnTo>
                    <a:lnTo>
                      <a:pt x="3233" y="33883"/>
                    </a:lnTo>
                    <a:lnTo>
                      <a:pt x="3517" y="34336"/>
                    </a:lnTo>
                    <a:lnTo>
                      <a:pt x="3801" y="34790"/>
                    </a:lnTo>
                    <a:lnTo>
                      <a:pt x="4103" y="35225"/>
                    </a:lnTo>
                    <a:lnTo>
                      <a:pt x="4425" y="35660"/>
                    </a:lnTo>
                    <a:lnTo>
                      <a:pt x="4746" y="36076"/>
                    </a:lnTo>
                    <a:lnTo>
                      <a:pt x="5086" y="36492"/>
                    </a:lnTo>
                    <a:lnTo>
                      <a:pt x="5427" y="36908"/>
                    </a:lnTo>
                    <a:lnTo>
                      <a:pt x="5786" y="37305"/>
                    </a:lnTo>
                    <a:lnTo>
                      <a:pt x="6164" y="37702"/>
                    </a:lnTo>
                    <a:lnTo>
                      <a:pt x="6523" y="38080"/>
                    </a:lnTo>
                    <a:lnTo>
                      <a:pt x="6920" y="38458"/>
                    </a:lnTo>
                    <a:lnTo>
                      <a:pt x="7298" y="38817"/>
                    </a:lnTo>
                    <a:lnTo>
                      <a:pt x="7696" y="39177"/>
                    </a:lnTo>
                    <a:lnTo>
                      <a:pt x="8111" y="39517"/>
                    </a:lnTo>
                    <a:lnTo>
                      <a:pt x="8527" y="39857"/>
                    </a:lnTo>
                    <a:lnTo>
                      <a:pt x="8962" y="40179"/>
                    </a:lnTo>
                    <a:lnTo>
                      <a:pt x="9397" y="40500"/>
                    </a:lnTo>
                    <a:lnTo>
                      <a:pt x="9832" y="40803"/>
                    </a:lnTo>
                    <a:lnTo>
                      <a:pt x="10286" y="41105"/>
                    </a:lnTo>
                    <a:lnTo>
                      <a:pt x="10740" y="41389"/>
                    </a:lnTo>
                    <a:lnTo>
                      <a:pt x="11193" y="41654"/>
                    </a:lnTo>
                    <a:lnTo>
                      <a:pt x="11666" y="41918"/>
                    </a:lnTo>
                    <a:lnTo>
                      <a:pt x="12139" y="42183"/>
                    </a:lnTo>
                    <a:lnTo>
                      <a:pt x="12630" y="42410"/>
                    </a:lnTo>
                    <a:lnTo>
                      <a:pt x="13122" y="42656"/>
                    </a:lnTo>
                    <a:lnTo>
                      <a:pt x="13613" y="42864"/>
                    </a:lnTo>
                    <a:lnTo>
                      <a:pt x="14124" y="43072"/>
                    </a:lnTo>
                    <a:lnTo>
                      <a:pt x="14634" y="43261"/>
                    </a:lnTo>
                    <a:lnTo>
                      <a:pt x="15145" y="43450"/>
                    </a:lnTo>
                    <a:lnTo>
                      <a:pt x="15674" y="43620"/>
                    </a:lnTo>
                    <a:lnTo>
                      <a:pt x="16204" y="43771"/>
                    </a:lnTo>
                    <a:lnTo>
                      <a:pt x="16733" y="43922"/>
                    </a:lnTo>
                    <a:lnTo>
                      <a:pt x="17263" y="44055"/>
                    </a:lnTo>
                    <a:lnTo>
                      <a:pt x="17811" y="44168"/>
                    </a:lnTo>
                    <a:lnTo>
                      <a:pt x="18359" y="44263"/>
                    </a:lnTo>
                    <a:lnTo>
                      <a:pt x="18908" y="44357"/>
                    </a:lnTo>
                    <a:lnTo>
                      <a:pt x="19456" y="44433"/>
                    </a:lnTo>
                    <a:lnTo>
                      <a:pt x="20023" y="44509"/>
                    </a:lnTo>
                    <a:lnTo>
                      <a:pt x="20590" y="44546"/>
                    </a:lnTo>
                    <a:lnTo>
                      <a:pt x="21158" y="44584"/>
                    </a:lnTo>
                    <a:lnTo>
                      <a:pt x="21725" y="44603"/>
                    </a:lnTo>
                    <a:lnTo>
                      <a:pt x="22311" y="44622"/>
                    </a:lnTo>
                    <a:lnTo>
                      <a:pt x="22878" y="44603"/>
                    </a:lnTo>
                    <a:lnTo>
                      <a:pt x="23445" y="44584"/>
                    </a:lnTo>
                    <a:lnTo>
                      <a:pt x="24013" y="44546"/>
                    </a:lnTo>
                    <a:lnTo>
                      <a:pt x="24580" y="44509"/>
                    </a:lnTo>
                    <a:lnTo>
                      <a:pt x="25147" y="44433"/>
                    </a:lnTo>
                    <a:lnTo>
                      <a:pt x="25695" y="44357"/>
                    </a:lnTo>
                    <a:lnTo>
                      <a:pt x="26244" y="44263"/>
                    </a:lnTo>
                    <a:lnTo>
                      <a:pt x="26792" y="44168"/>
                    </a:lnTo>
                    <a:lnTo>
                      <a:pt x="27340" y="44055"/>
                    </a:lnTo>
                    <a:lnTo>
                      <a:pt x="27870" y="43922"/>
                    </a:lnTo>
                    <a:lnTo>
                      <a:pt x="28418" y="43771"/>
                    </a:lnTo>
                    <a:lnTo>
                      <a:pt x="28928" y="43620"/>
                    </a:lnTo>
                    <a:lnTo>
                      <a:pt x="29458" y="43450"/>
                    </a:lnTo>
                    <a:lnTo>
                      <a:pt x="29968" y="43261"/>
                    </a:lnTo>
                    <a:lnTo>
                      <a:pt x="30479" y="43072"/>
                    </a:lnTo>
                    <a:lnTo>
                      <a:pt x="30989" y="42864"/>
                    </a:lnTo>
                    <a:lnTo>
                      <a:pt x="31481" y="42656"/>
                    </a:lnTo>
                    <a:lnTo>
                      <a:pt x="31972" y="42410"/>
                    </a:lnTo>
                    <a:lnTo>
                      <a:pt x="32464" y="42183"/>
                    </a:lnTo>
                    <a:lnTo>
                      <a:pt x="32937" y="41918"/>
                    </a:lnTo>
                    <a:lnTo>
                      <a:pt x="33409" y="41654"/>
                    </a:lnTo>
                    <a:lnTo>
                      <a:pt x="33863" y="41389"/>
                    </a:lnTo>
                    <a:lnTo>
                      <a:pt x="34336" y="41105"/>
                    </a:lnTo>
                    <a:lnTo>
                      <a:pt x="34771" y="40803"/>
                    </a:lnTo>
                    <a:lnTo>
                      <a:pt x="35225" y="40500"/>
                    </a:lnTo>
                    <a:lnTo>
                      <a:pt x="35659" y="40179"/>
                    </a:lnTo>
                    <a:lnTo>
                      <a:pt x="36075" y="39857"/>
                    </a:lnTo>
                    <a:lnTo>
                      <a:pt x="36491" y="39517"/>
                    </a:lnTo>
                    <a:lnTo>
                      <a:pt x="36907" y="39177"/>
                    </a:lnTo>
                    <a:lnTo>
                      <a:pt x="37304" y="38817"/>
                    </a:lnTo>
                    <a:lnTo>
                      <a:pt x="37701" y="38458"/>
                    </a:lnTo>
                    <a:lnTo>
                      <a:pt x="38080" y="38080"/>
                    </a:lnTo>
                    <a:lnTo>
                      <a:pt x="38458" y="37702"/>
                    </a:lnTo>
                    <a:lnTo>
                      <a:pt x="38817" y="37305"/>
                    </a:lnTo>
                    <a:lnTo>
                      <a:pt x="39176" y="36908"/>
                    </a:lnTo>
                    <a:lnTo>
                      <a:pt x="39517" y="36492"/>
                    </a:lnTo>
                    <a:lnTo>
                      <a:pt x="39857" y="36076"/>
                    </a:lnTo>
                    <a:lnTo>
                      <a:pt x="40178" y="35660"/>
                    </a:lnTo>
                    <a:lnTo>
                      <a:pt x="40500" y="35225"/>
                    </a:lnTo>
                    <a:lnTo>
                      <a:pt x="40802" y="34790"/>
                    </a:lnTo>
                    <a:lnTo>
                      <a:pt x="41105" y="34336"/>
                    </a:lnTo>
                    <a:lnTo>
                      <a:pt x="41388" y="33883"/>
                    </a:lnTo>
                    <a:lnTo>
                      <a:pt x="41653" y="33410"/>
                    </a:lnTo>
                    <a:lnTo>
                      <a:pt x="41918" y="32937"/>
                    </a:lnTo>
                    <a:lnTo>
                      <a:pt x="42164" y="32465"/>
                    </a:lnTo>
                    <a:lnTo>
                      <a:pt x="42409" y="31973"/>
                    </a:lnTo>
                    <a:lnTo>
                      <a:pt x="42636" y="31481"/>
                    </a:lnTo>
                    <a:lnTo>
                      <a:pt x="42863" y="30990"/>
                    </a:lnTo>
                    <a:lnTo>
                      <a:pt x="43071" y="30498"/>
                    </a:lnTo>
                    <a:lnTo>
                      <a:pt x="43260" y="29988"/>
                    </a:lnTo>
                    <a:lnTo>
                      <a:pt x="43430" y="29458"/>
                    </a:lnTo>
                    <a:lnTo>
                      <a:pt x="43600" y="28948"/>
                    </a:lnTo>
                    <a:lnTo>
                      <a:pt x="43771" y="28418"/>
                    </a:lnTo>
                    <a:lnTo>
                      <a:pt x="43903" y="27889"/>
                    </a:lnTo>
                    <a:lnTo>
                      <a:pt x="44035" y="27341"/>
                    </a:lnTo>
                    <a:lnTo>
                      <a:pt x="44149" y="26811"/>
                    </a:lnTo>
                    <a:lnTo>
                      <a:pt x="44262" y="26263"/>
                    </a:lnTo>
                    <a:lnTo>
                      <a:pt x="44357" y="25715"/>
                    </a:lnTo>
                    <a:lnTo>
                      <a:pt x="44432" y="25147"/>
                    </a:lnTo>
                    <a:lnTo>
                      <a:pt x="44489" y="24599"/>
                    </a:lnTo>
                    <a:lnTo>
                      <a:pt x="44546" y="24032"/>
                    </a:lnTo>
                    <a:lnTo>
                      <a:pt x="44584" y="23465"/>
                    </a:lnTo>
                    <a:lnTo>
                      <a:pt x="44603" y="22879"/>
                    </a:lnTo>
                    <a:lnTo>
                      <a:pt x="44603" y="22311"/>
                    </a:lnTo>
                    <a:lnTo>
                      <a:pt x="44603" y="21725"/>
                    </a:lnTo>
                    <a:lnTo>
                      <a:pt x="44584" y="21158"/>
                    </a:lnTo>
                    <a:lnTo>
                      <a:pt x="44546" y="20591"/>
                    </a:lnTo>
                    <a:lnTo>
                      <a:pt x="44489" y="20024"/>
                    </a:lnTo>
                    <a:lnTo>
                      <a:pt x="44432" y="19475"/>
                    </a:lnTo>
                    <a:lnTo>
                      <a:pt x="44357" y="18908"/>
                    </a:lnTo>
                    <a:lnTo>
                      <a:pt x="44262" y="18360"/>
                    </a:lnTo>
                    <a:lnTo>
                      <a:pt x="44149" y="17811"/>
                    </a:lnTo>
                    <a:lnTo>
                      <a:pt x="44035" y="17263"/>
                    </a:lnTo>
                    <a:lnTo>
                      <a:pt x="43903" y="16734"/>
                    </a:lnTo>
                    <a:lnTo>
                      <a:pt x="43771" y="16204"/>
                    </a:lnTo>
                    <a:lnTo>
                      <a:pt x="43600" y="15675"/>
                    </a:lnTo>
                    <a:lnTo>
                      <a:pt x="43430" y="15164"/>
                    </a:lnTo>
                    <a:lnTo>
                      <a:pt x="43260" y="14635"/>
                    </a:lnTo>
                    <a:lnTo>
                      <a:pt x="43071" y="14125"/>
                    </a:lnTo>
                    <a:lnTo>
                      <a:pt x="42863" y="13633"/>
                    </a:lnTo>
                    <a:lnTo>
                      <a:pt x="42636" y="13122"/>
                    </a:lnTo>
                    <a:lnTo>
                      <a:pt x="42409" y="12631"/>
                    </a:lnTo>
                    <a:lnTo>
                      <a:pt x="42164" y="12158"/>
                    </a:lnTo>
                    <a:lnTo>
                      <a:pt x="41918" y="11685"/>
                    </a:lnTo>
                    <a:lnTo>
                      <a:pt x="41653" y="11213"/>
                    </a:lnTo>
                    <a:lnTo>
                      <a:pt x="41388" y="10740"/>
                    </a:lnTo>
                    <a:lnTo>
                      <a:pt x="41105" y="10286"/>
                    </a:lnTo>
                    <a:lnTo>
                      <a:pt x="40802" y="9833"/>
                    </a:lnTo>
                    <a:lnTo>
                      <a:pt x="40500" y="9398"/>
                    </a:lnTo>
                    <a:lnTo>
                      <a:pt x="40178" y="8963"/>
                    </a:lnTo>
                    <a:lnTo>
                      <a:pt x="39857" y="8528"/>
                    </a:lnTo>
                    <a:lnTo>
                      <a:pt x="39517" y="8112"/>
                    </a:lnTo>
                    <a:lnTo>
                      <a:pt x="39176" y="7715"/>
                    </a:lnTo>
                    <a:lnTo>
                      <a:pt x="38817" y="7318"/>
                    </a:lnTo>
                    <a:lnTo>
                      <a:pt x="38458" y="6921"/>
                    </a:lnTo>
                    <a:lnTo>
                      <a:pt x="38080" y="6543"/>
                    </a:lnTo>
                    <a:lnTo>
                      <a:pt x="37701" y="6165"/>
                    </a:lnTo>
                    <a:lnTo>
                      <a:pt x="37304" y="5805"/>
                    </a:lnTo>
                    <a:lnTo>
                      <a:pt x="36907" y="5446"/>
                    </a:lnTo>
                    <a:lnTo>
                      <a:pt x="36491" y="5087"/>
                    </a:lnTo>
                    <a:lnTo>
                      <a:pt x="36075" y="4765"/>
                    </a:lnTo>
                    <a:lnTo>
                      <a:pt x="35659" y="4425"/>
                    </a:lnTo>
                    <a:lnTo>
                      <a:pt x="35225" y="4123"/>
                    </a:lnTo>
                    <a:lnTo>
                      <a:pt x="34771" y="3820"/>
                    </a:lnTo>
                    <a:lnTo>
                      <a:pt x="34336" y="3517"/>
                    </a:lnTo>
                    <a:lnTo>
                      <a:pt x="33863" y="3234"/>
                    </a:lnTo>
                    <a:lnTo>
                      <a:pt x="33409" y="2950"/>
                    </a:lnTo>
                    <a:lnTo>
                      <a:pt x="32937" y="2686"/>
                    </a:lnTo>
                    <a:lnTo>
                      <a:pt x="32464" y="2440"/>
                    </a:lnTo>
                    <a:lnTo>
                      <a:pt x="31972" y="2194"/>
                    </a:lnTo>
                    <a:lnTo>
                      <a:pt x="31481" y="1967"/>
                    </a:lnTo>
                    <a:lnTo>
                      <a:pt x="30989" y="1759"/>
                    </a:lnTo>
                    <a:lnTo>
                      <a:pt x="30479" y="1551"/>
                    </a:lnTo>
                    <a:lnTo>
                      <a:pt x="29968" y="1362"/>
                    </a:lnTo>
                    <a:lnTo>
                      <a:pt x="29458" y="1173"/>
                    </a:lnTo>
                    <a:lnTo>
                      <a:pt x="28928" y="1003"/>
                    </a:lnTo>
                    <a:lnTo>
                      <a:pt x="28418" y="852"/>
                    </a:lnTo>
                    <a:lnTo>
                      <a:pt x="27870" y="700"/>
                    </a:lnTo>
                    <a:lnTo>
                      <a:pt x="27340" y="568"/>
                    </a:lnTo>
                    <a:lnTo>
                      <a:pt x="26792" y="455"/>
                    </a:lnTo>
                    <a:lnTo>
                      <a:pt x="26244" y="341"/>
                    </a:lnTo>
                    <a:lnTo>
                      <a:pt x="25695" y="265"/>
                    </a:lnTo>
                    <a:lnTo>
                      <a:pt x="25147" y="190"/>
                    </a:lnTo>
                    <a:lnTo>
                      <a:pt x="24580" y="114"/>
                    </a:lnTo>
                    <a:lnTo>
                      <a:pt x="24013" y="57"/>
                    </a:lnTo>
                    <a:lnTo>
                      <a:pt x="23445" y="39"/>
                    </a:lnTo>
                    <a:lnTo>
                      <a:pt x="22878" y="1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3" name="Google Shape;4073;p54"/>
              <p:cNvSpPr/>
              <p:nvPr/>
            </p:nvSpPr>
            <p:spPr>
              <a:xfrm>
                <a:off x="1764450" y="-1858000"/>
                <a:ext cx="854150" cy="854625"/>
              </a:xfrm>
              <a:custGeom>
                <a:avLst/>
                <a:gdLst/>
                <a:ahLst/>
                <a:cxnLst/>
                <a:rect l="l" t="t" r="r" b="b"/>
                <a:pathLst>
                  <a:path w="34166" h="34185" extrusionOk="0">
                    <a:moveTo>
                      <a:pt x="17093" y="0"/>
                    </a:moveTo>
                    <a:lnTo>
                      <a:pt x="16204" y="19"/>
                    </a:lnTo>
                    <a:lnTo>
                      <a:pt x="15334" y="95"/>
                    </a:lnTo>
                    <a:lnTo>
                      <a:pt x="14483" y="208"/>
                    </a:lnTo>
                    <a:lnTo>
                      <a:pt x="13651" y="360"/>
                    </a:lnTo>
                    <a:lnTo>
                      <a:pt x="12820" y="549"/>
                    </a:lnTo>
                    <a:lnTo>
                      <a:pt x="12006" y="776"/>
                    </a:lnTo>
                    <a:lnTo>
                      <a:pt x="11212" y="1040"/>
                    </a:lnTo>
                    <a:lnTo>
                      <a:pt x="10437" y="1343"/>
                    </a:lnTo>
                    <a:lnTo>
                      <a:pt x="9681" y="1683"/>
                    </a:lnTo>
                    <a:lnTo>
                      <a:pt x="8944" y="2061"/>
                    </a:lnTo>
                    <a:lnTo>
                      <a:pt x="8225" y="2477"/>
                    </a:lnTo>
                    <a:lnTo>
                      <a:pt x="7525" y="2931"/>
                    </a:lnTo>
                    <a:lnTo>
                      <a:pt x="6864" y="3404"/>
                    </a:lnTo>
                    <a:lnTo>
                      <a:pt x="6221" y="3914"/>
                    </a:lnTo>
                    <a:lnTo>
                      <a:pt x="5597" y="4444"/>
                    </a:lnTo>
                    <a:lnTo>
                      <a:pt x="5011" y="5011"/>
                    </a:lnTo>
                    <a:lnTo>
                      <a:pt x="4444" y="5597"/>
                    </a:lnTo>
                    <a:lnTo>
                      <a:pt x="3895" y="6221"/>
                    </a:lnTo>
                    <a:lnTo>
                      <a:pt x="3404" y="6864"/>
                    </a:lnTo>
                    <a:lnTo>
                      <a:pt x="2912" y="7544"/>
                    </a:lnTo>
                    <a:lnTo>
                      <a:pt x="2477" y="8225"/>
                    </a:lnTo>
                    <a:lnTo>
                      <a:pt x="2061" y="8944"/>
                    </a:lnTo>
                    <a:lnTo>
                      <a:pt x="1683" y="9681"/>
                    </a:lnTo>
                    <a:lnTo>
                      <a:pt x="1343" y="10437"/>
                    </a:lnTo>
                    <a:lnTo>
                      <a:pt x="1040" y="11213"/>
                    </a:lnTo>
                    <a:lnTo>
                      <a:pt x="776" y="12007"/>
                    </a:lnTo>
                    <a:lnTo>
                      <a:pt x="530" y="12820"/>
                    </a:lnTo>
                    <a:lnTo>
                      <a:pt x="341" y="13652"/>
                    </a:lnTo>
                    <a:lnTo>
                      <a:pt x="189" y="14483"/>
                    </a:lnTo>
                    <a:lnTo>
                      <a:pt x="95" y="15334"/>
                    </a:lnTo>
                    <a:lnTo>
                      <a:pt x="19" y="16204"/>
                    </a:lnTo>
                    <a:lnTo>
                      <a:pt x="0" y="17093"/>
                    </a:lnTo>
                    <a:lnTo>
                      <a:pt x="19" y="17962"/>
                    </a:lnTo>
                    <a:lnTo>
                      <a:pt x="95" y="18832"/>
                    </a:lnTo>
                    <a:lnTo>
                      <a:pt x="189" y="19683"/>
                    </a:lnTo>
                    <a:lnTo>
                      <a:pt x="341" y="20534"/>
                    </a:lnTo>
                    <a:lnTo>
                      <a:pt x="530" y="21366"/>
                    </a:lnTo>
                    <a:lnTo>
                      <a:pt x="776" y="22179"/>
                    </a:lnTo>
                    <a:lnTo>
                      <a:pt x="1040" y="22973"/>
                    </a:lnTo>
                    <a:lnTo>
                      <a:pt x="1343" y="23748"/>
                    </a:lnTo>
                    <a:lnTo>
                      <a:pt x="1683" y="24504"/>
                    </a:lnTo>
                    <a:lnTo>
                      <a:pt x="2061" y="25242"/>
                    </a:lnTo>
                    <a:lnTo>
                      <a:pt x="2477" y="25941"/>
                    </a:lnTo>
                    <a:lnTo>
                      <a:pt x="2912" y="26641"/>
                    </a:lnTo>
                    <a:lnTo>
                      <a:pt x="3404" y="27322"/>
                    </a:lnTo>
                    <a:lnTo>
                      <a:pt x="3895" y="27964"/>
                    </a:lnTo>
                    <a:lnTo>
                      <a:pt x="4444" y="28569"/>
                    </a:lnTo>
                    <a:lnTo>
                      <a:pt x="5011" y="29174"/>
                    </a:lnTo>
                    <a:lnTo>
                      <a:pt x="5597" y="29742"/>
                    </a:lnTo>
                    <a:lnTo>
                      <a:pt x="6221" y="30271"/>
                    </a:lnTo>
                    <a:lnTo>
                      <a:pt x="6864" y="30782"/>
                    </a:lnTo>
                    <a:lnTo>
                      <a:pt x="7525" y="31254"/>
                    </a:lnTo>
                    <a:lnTo>
                      <a:pt x="8225" y="31708"/>
                    </a:lnTo>
                    <a:lnTo>
                      <a:pt x="8944" y="32105"/>
                    </a:lnTo>
                    <a:lnTo>
                      <a:pt x="9681" y="32483"/>
                    </a:lnTo>
                    <a:lnTo>
                      <a:pt x="10437" y="32824"/>
                    </a:lnTo>
                    <a:lnTo>
                      <a:pt x="11212" y="33145"/>
                    </a:lnTo>
                    <a:lnTo>
                      <a:pt x="12006" y="33410"/>
                    </a:lnTo>
                    <a:lnTo>
                      <a:pt x="12820" y="33637"/>
                    </a:lnTo>
                    <a:lnTo>
                      <a:pt x="13651" y="33826"/>
                    </a:lnTo>
                    <a:lnTo>
                      <a:pt x="14483" y="33977"/>
                    </a:lnTo>
                    <a:lnTo>
                      <a:pt x="15334" y="34090"/>
                    </a:lnTo>
                    <a:lnTo>
                      <a:pt x="16204" y="34147"/>
                    </a:lnTo>
                    <a:lnTo>
                      <a:pt x="17093" y="34185"/>
                    </a:lnTo>
                    <a:lnTo>
                      <a:pt x="17962" y="34147"/>
                    </a:lnTo>
                    <a:lnTo>
                      <a:pt x="18832" y="34090"/>
                    </a:lnTo>
                    <a:lnTo>
                      <a:pt x="19683" y="33977"/>
                    </a:lnTo>
                    <a:lnTo>
                      <a:pt x="20534" y="33826"/>
                    </a:lnTo>
                    <a:lnTo>
                      <a:pt x="21347" y="33637"/>
                    </a:lnTo>
                    <a:lnTo>
                      <a:pt x="22160" y="33410"/>
                    </a:lnTo>
                    <a:lnTo>
                      <a:pt x="22954" y="33145"/>
                    </a:lnTo>
                    <a:lnTo>
                      <a:pt x="23729" y="32824"/>
                    </a:lnTo>
                    <a:lnTo>
                      <a:pt x="24485" y="32483"/>
                    </a:lnTo>
                    <a:lnTo>
                      <a:pt x="25223" y="32105"/>
                    </a:lnTo>
                    <a:lnTo>
                      <a:pt x="25941" y="31708"/>
                    </a:lnTo>
                    <a:lnTo>
                      <a:pt x="26641" y="31254"/>
                    </a:lnTo>
                    <a:lnTo>
                      <a:pt x="27303" y="30782"/>
                    </a:lnTo>
                    <a:lnTo>
                      <a:pt x="27945" y="30271"/>
                    </a:lnTo>
                    <a:lnTo>
                      <a:pt x="28569" y="29742"/>
                    </a:lnTo>
                    <a:lnTo>
                      <a:pt x="29174" y="29174"/>
                    </a:lnTo>
                    <a:lnTo>
                      <a:pt x="29723" y="28569"/>
                    </a:lnTo>
                    <a:lnTo>
                      <a:pt x="30271" y="27964"/>
                    </a:lnTo>
                    <a:lnTo>
                      <a:pt x="30781" y="27322"/>
                    </a:lnTo>
                    <a:lnTo>
                      <a:pt x="31254" y="26641"/>
                    </a:lnTo>
                    <a:lnTo>
                      <a:pt x="31689" y="25941"/>
                    </a:lnTo>
                    <a:lnTo>
                      <a:pt x="32105" y="25242"/>
                    </a:lnTo>
                    <a:lnTo>
                      <a:pt x="32483" y="24504"/>
                    </a:lnTo>
                    <a:lnTo>
                      <a:pt x="32823" y="23748"/>
                    </a:lnTo>
                    <a:lnTo>
                      <a:pt x="33126" y="22973"/>
                    </a:lnTo>
                    <a:lnTo>
                      <a:pt x="33410" y="22179"/>
                    </a:lnTo>
                    <a:lnTo>
                      <a:pt x="33636" y="21366"/>
                    </a:lnTo>
                    <a:lnTo>
                      <a:pt x="33826" y="20534"/>
                    </a:lnTo>
                    <a:lnTo>
                      <a:pt x="33977" y="19683"/>
                    </a:lnTo>
                    <a:lnTo>
                      <a:pt x="34090" y="18832"/>
                    </a:lnTo>
                    <a:lnTo>
                      <a:pt x="34147" y="17962"/>
                    </a:lnTo>
                    <a:lnTo>
                      <a:pt x="34166" y="17093"/>
                    </a:lnTo>
                    <a:lnTo>
                      <a:pt x="34147" y="16204"/>
                    </a:lnTo>
                    <a:lnTo>
                      <a:pt x="34090" y="15334"/>
                    </a:lnTo>
                    <a:lnTo>
                      <a:pt x="33977" y="14483"/>
                    </a:lnTo>
                    <a:lnTo>
                      <a:pt x="33826" y="13652"/>
                    </a:lnTo>
                    <a:lnTo>
                      <a:pt x="33636" y="12820"/>
                    </a:lnTo>
                    <a:lnTo>
                      <a:pt x="33410" y="12007"/>
                    </a:lnTo>
                    <a:lnTo>
                      <a:pt x="33126" y="11213"/>
                    </a:lnTo>
                    <a:lnTo>
                      <a:pt x="32823" y="10437"/>
                    </a:lnTo>
                    <a:lnTo>
                      <a:pt x="32483" y="9681"/>
                    </a:lnTo>
                    <a:lnTo>
                      <a:pt x="32105" y="8944"/>
                    </a:lnTo>
                    <a:lnTo>
                      <a:pt x="31689" y="8225"/>
                    </a:lnTo>
                    <a:lnTo>
                      <a:pt x="31254" y="7544"/>
                    </a:lnTo>
                    <a:lnTo>
                      <a:pt x="30781" y="6864"/>
                    </a:lnTo>
                    <a:lnTo>
                      <a:pt x="30271" y="6221"/>
                    </a:lnTo>
                    <a:lnTo>
                      <a:pt x="29723" y="5597"/>
                    </a:lnTo>
                    <a:lnTo>
                      <a:pt x="29174" y="5011"/>
                    </a:lnTo>
                    <a:lnTo>
                      <a:pt x="28569" y="4444"/>
                    </a:lnTo>
                    <a:lnTo>
                      <a:pt x="27945" y="3914"/>
                    </a:lnTo>
                    <a:lnTo>
                      <a:pt x="27303" y="3404"/>
                    </a:lnTo>
                    <a:lnTo>
                      <a:pt x="26641" y="2931"/>
                    </a:lnTo>
                    <a:lnTo>
                      <a:pt x="25941" y="2477"/>
                    </a:lnTo>
                    <a:lnTo>
                      <a:pt x="25223" y="2061"/>
                    </a:lnTo>
                    <a:lnTo>
                      <a:pt x="24485" y="1683"/>
                    </a:lnTo>
                    <a:lnTo>
                      <a:pt x="23729" y="1343"/>
                    </a:lnTo>
                    <a:lnTo>
                      <a:pt x="22954" y="1040"/>
                    </a:lnTo>
                    <a:lnTo>
                      <a:pt x="22160" y="776"/>
                    </a:lnTo>
                    <a:lnTo>
                      <a:pt x="21347" y="549"/>
                    </a:lnTo>
                    <a:lnTo>
                      <a:pt x="20534" y="360"/>
                    </a:lnTo>
                    <a:lnTo>
                      <a:pt x="19683" y="208"/>
                    </a:lnTo>
                    <a:lnTo>
                      <a:pt x="18832" y="95"/>
                    </a:lnTo>
                    <a:lnTo>
                      <a:pt x="17962" y="19"/>
                    </a:lnTo>
                    <a:lnTo>
                      <a:pt x="170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4" name="Google Shape;4074;p54"/>
              <p:cNvSpPr/>
              <p:nvPr/>
            </p:nvSpPr>
            <p:spPr>
              <a:xfrm>
                <a:off x="1875050" y="-1734150"/>
                <a:ext cx="619725" cy="619700"/>
              </a:xfrm>
              <a:custGeom>
                <a:avLst/>
                <a:gdLst/>
                <a:ahLst/>
                <a:cxnLst/>
                <a:rect l="l" t="t" r="r" b="b"/>
                <a:pathLst>
                  <a:path w="24789" h="24788" extrusionOk="0">
                    <a:moveTo>
                      <a:pt x="12404" y="0"/>
                    </a:moveTo>
                    <a:lnTo>
                      <a:pt x="11761" y="19"/>
                    </a:lnTo>
                    <a:lnTo>
                      <a:pt x="11137" y="76"/>
                    </a:lnTo>
                    <a:lnTo>
                      <a:pt x="10513" y="151"/>
                    </a:lnTo>
                    <a:lnTo>
                      <a:pt x="9889" y="265"/>
                    </a:lnTo>
                    <a:lnTo>
                      <a:pt x="9303" y="397"/>
                    </a:lnTo>
                    <a:lnTo>
                      <a:pt x="8717" y="567"/>
                    </a:lnTo>
                    <a:lnTo>
                      <a:pt x="8131" y="756"/>
                    </a:lnTo>
                    <a:lnTo>
                      <a:pt x="7564" y="983"/>
                    </a:lnTo>
                    <a:lnTo>
                      <a:pt x="7015" y="1229"/>
                    </a:lnTo>
                    <a:lnTo>
                      <a:pt x="6486" y="1513"/>
                    </a:lnTo>
                    <a:lnTo>
                      <a:pt x="5975" y="1796"/>
                    </a:lnTo>
                    <a:lnTo>
                      <a:pt x="5465" y="2118"/>
                    </a:lnTo>
                    <a:lnTo>
                      <a:pt x="4973" y="2477"/>
                    </a:lnTo>
                    <a:lnTo>
                      <a:pt x="4520" y="2836"/>
                    </a:lnTo>
                    <a:lnTo>
                      <a:pt x="4066" y="3233"/>
                    </a:lnTo>
                    <a:lnTo>
                      <a:pt x="3631" y="3630"/>
                    </a:lnTo>
                    <a:lnTo>
                      <a:pt x="3215" y="4065"/>
                    </a:lnTo>
                    <a:lnTo>
                      <a:pt x="2837" y="4519"/>
                    </a:lnTo>
                    <a:lnTo>
                      <a:pt x="2459" y="4992"/>
                    </a:lnTo>
                    <a:lnTo>
                      <a:pt x="2118" y="5464"/>
                    </a:lnTo>
                    <a:lnTo>
                      <a:pt x="1797" y="5975"/>
                    </a:lnTo>
                    <a:lnTo>
                      <a:pt x="1494" y="6485"/>
                    </a:lnTo>
                    <a:lnTo>
                      <a:pt x="1230" y="7034"/>
                    </a:lnTo>
                    <a:lnTo>
                      <a:pt x="984" y="7582"/>
                    </a:lnTo>
                    <a:lnTo>
                      <a:pt x="757" y="8149"/>
                    </a:lnTo>
                    <a:lnTo>
                      <a:pt x="568" y="8716"/>
                    </a:lnTo>
                    <a:lnTo>
                      <a:pt x="398" y="9303"/>
                    </a:lnTo>
                    <a:lnTo>
                      <a:pt x="246" y="9908"/>
                    </a:lnTo>
                    <a:lnTo>
                      <a:pt x="152" y="10513"/>
                    </a:lnTo>
                    <a:lnTo>
                      <a:pt x="57" y="11137"/>
                    </a:lnTo>
                    <a:lnTo>
                      <a:pt x="20" y="11761"/>
                    </a:lnTo>
                    <a:lnTo>
                      <a:pt x="1" y="12403"/>
                    </a:lnTo>
                    <a:lnTo>
                      <a:pt x="20" y="13046"/>
                    </a:lnTo>
                    <a:lnTo>
                      <a:pt x="57" y="13670"/>
                    </a:lnTo>
                    <a:lnTo>
                      <a:pt x="152" y="14294"/>
                    </a:lnTo>
                    <a:lnTo>
                      <a:pt x="246" y="14899"/>
                    </a:lnTo>
                    <a:lnTo>
                      <a:pt x="398" y="15504"/>
                    </a:lnTo>
                    <a:lnTo>
                      <a:pt x="568" y="16090"/>
                    </a:lnTo>
                    <a:lnTo>
                      <a:pt x="757" y="16658"/>
                    </a:lnTo>
                    <a:lnTo>
                      <a:pt x="984" y="17225"/>
                    </a:lnTo>
                    <a:lnTo>
                      <a:pt x="1230" y="17773"/>
                    </a:lnTo>
                    <a:lnTo>
                      <a:pt x="1494" y="18302"/>
                    </a:lnTo>
                    <a:lnTo>
                      <a:pt x="1797" y="18832"/>
                    </a:lnTo>
                    <a:lnTo>
                      <a:pt x="2118" y="19323"/>
                    </a:lnTo>
                    <a:lnTo>
                      <a:pt x="2459" y="19815"/>
                    </a:lnTo>
                    <a:lnTo>
                      <a:pt x="2837" y="20288"/>
                    </a:lnTo>
                    <a:lnTo>
                      <a:pt x="3215" y="20742"/>
                    </a:lnTo>
                    <a:lnTo>
                      <a:pt x="3631" y="21157"/>
                    </a:lnTo>
                    <a:lnTo>
                      <a:pt x="4066" y="21573"/>
                    </a:lnTo>
                    <a:lnTo>
                      <a:pt x="4520" y="21971"/>
                    </a:lnTo>
                    <a:lnTo>
                      <a:pt x="4973" y="22330"/>
                    </a:lnTo>
                    <a:lnTo>
                      <a:pt x="5465" y="22670"/>
                    </a:lnTo>
                    <a:lnTo>
                      <a:pt x="5975" y="22991"/>
                    </a:lnTo>
                    <a:lnTo>
                      <a:pt x="6486" y="23294"/>
                    </a:lnTo>
                    <a:lnTo>
                      <a:pt x="7015" y="23578"/>
                    </a:lnTo>
                    <a:lnTo>
                      <a:pt x="7564" y="23823"/>
                    </a:lnTo>
                    <a:lnTo>
                      <a:pt x="8131" y="24050"/>
                    </a:lnTo>
                    <a:lnTo>
                      <a:pt x="8717" y="24239"/>
                    </a:lnTo>
                    <a:lnTo>
                      <a:pt x="9303" y="24410"/>
                    </a:lnTo>
                    <a:lnTo>
                      <a:pt x="9889" y="24542"/>
                    </a:lnTo>
                    <a:lnTo>
                      <a:pt x="10513" y="24655"/>
                    </a:lnTo>
                    <a:lnTo>
                      <a:pt x="11137" y="24731"/>
                    </a:lnTo>
                    <a:lnTo>
                      <a:pt x="11761" y="24788"/>
                    </a:lnTo>
                    <a:lnTo>
                      <a:pt x="13028" y="24788"/>
                    </a:lnTo>
                    <a:lnTo>
                      <a:pt x="13671" y="24731"/>
                    </a:lnTo>
                    <a:lnTo>
                      <a:pt x="14276" y="24655"/>
                    </a:lnTo>
                    <a:lnTo>
                      <a:pt x="14900" y="24542"/>
                    </a:lnTo>
                    <a:lnTo>
                      <a:pt x="15486" y="24410"/>
                    </a:lnTo>
                    <a:lnTo>
                      <a:pt x="16072" y="24239"/>
                    </a:lnTo>
                    <a:lnTo>
                      <a:pt x="16658" y="24050"/>
                    </a:lnTo>
                    <a:lnTo>
                      <a:pt x="17225" y="23823"/>
                    </a:lnTo>
                    <a:lnTo>
                      <a:pt x="17774" y="23578"/>
                    </a:lnTo>
                    <a:lnTo>
                      <a:pt x="18303" y="23294"/>
                    </a:lnTo>
                    <a:lnTo>
                      <a:pt x="18813" y="22991"/>
                    </a:lnTo>
                    <a:lnTo>
                      <a:pt x="19324" y="22670"/>
                    </a:lnTo>
                    <a:lnTo>
                      <a:pt x="19816" y="22330"/>
                    </a:lnTo>
                    <a:lnTo>
                      <a:pt x="20288" y="21971"/>
                    </a:lnTo>
                    <a:lnTo>
                      <a:pt x="20723" y="21573"/>
                    </a:lnTo>
                    <a:lnTo>
                      <a:pt x="21158" y="21157"/>
                    </a:lnTo>
                    <a:lnTo>
                      <a:pt x="21574" y="20742"/>
                    </a:lnTo>
                    <a:lnTo>
                      <a:pt x="21952" y="20288"/>
                    </a:lnTo>
                    <a:lnTo>
                      <a:pt x="22330" y="19815"/>
                    </a:lnTo>
                    <a:lnTo>
                      <a:pt x="22671" y="19323"/>
                    </a:lnTo>
                    <a:lnTo>
                      <a:pt x="22992" y="18832"/>
                    </a:lnTo>
                    <a:lnTo>
                      <a:pt x="23294" y="18302"/>
                    </a:lnTo>
                    <a:lnTo>
                      <a:pt x="23559" y="17773"/>
                    </a:lnTo>
                    <a:lnTo>
                      <a:pt x="23824" y="17225"/>
                    </a:lnTo>
                    <a:lnTo>
                      <a:pt x="24032" y="16658"/>
                    </a:lnTo>
                    <a:lnTo>
                      <a:pt x="24240" y="16090"/>
                    </a:lnTo>
                    <a:lnTo>
                      <a:pt x="24391" y="15504"/>
                    </a:lnTo>
                    <a:lnTo>
                      <a:pt x="24542" y="14899"/>
                    </a:lnTo>
                    <a:lnTo>
                      <a:pt x="24656" y="14294"/>
                    </a:lnTo>
                    <a:lnTo>
                      <a:pt x="24731" y="13670"/>
                    </a:lnTo>
                    <a:lnTo>
                      <a:pt x="24769" y="13046"/>
                    </a:lnTo>
                    <a:lnTo>
                      <a:pt x="24788" y="12403"/>
                    </a:lnTo>
                    <a:lnTo>
                      <a:pt x="24769" y="11761"/>
                    </a:lnTo>
                    <a:lnTo>
                      <a:pt x="24731" y="11137"/>
                    </a:lnTo>
                    <a:lnTo>
                      <a:pt x="24656" y="10513"/>
                    </a:lnTo>
                    <a:lnTo>
                      <a:pt x="24542" y="9908"/>
                    </a:lnTo>
                    <a:lnTo>
                      <a:pt x="24391" y="9303"/>
                    </a:lnTo>
                    <a:lnTo>
                      <a:pt x="24240" y="8716"/>
                    </a:lnTo>
                    <a:lnTo>
                      <a:pt x="24032" y="8149"/>
                    </a:lnTo>
                    <a:lnTo>
                      <a:pt x="23824" y="7582"/>
                    </a:lnTo>
                    <a:lnTo>
                      <a:pt x="23559" y="7034"/>
                    </a:lnTo>
                    <a:lnTo>
                      <a:pt x="23294" y="6485"/>
                    </a:lnTo>
                    <a:lnTo>
                      <a:pt x="22992" y="5975"/>
                    </a:lnTo>
                    <a:lnTo>
                      <a:pt x="22671" y="5464"/>
                    </a:lnTo>
                    <a:lnTo>
                      <a:pt x="22330" y="4992"/>
                    </a:lnTo>
                    <a:lnTo>
                      <a:pt x="21952" y="4519"/>
                    </a:lnTo>
                    <a:lnTo>
                      <a:pt x="21574" y="4065"/>
                    </a:lnTo>
                    <a:lnTo>
                      <a:pt x="21158" y="3630"/>
                    </a:lnTo>
                    <a:lnTo>
                      <a:pt x="20723" y="3233"/>
                    </a:lnTo>
                    <a:lnTo>
                      <a:pt x="20288" y="2836"/>
                    </a:lnTo>
                    <a:lnTo>
                      <a:pt x="19816" y="2477"/>
                    </a:lnTo>
                    <a:lnTo>
                      <a:pt x="19324" y="2118"/>
                    </a:lnTo>
                    <a:lnTo>
                      <a:pt x="18813" y="1796"/>
                    </a:lnTo>
                    <a:lnTo>
                      <a:pt x="18303" y="1513"/>
                    </a:lnTo>
                    <a:lnTo>
                      <a:pt x="17774" y="1229"/>
                    </a:lnTo>
                    <a:lnTo>
                      <a:pt x="17225" y="983"/>
                    </a:lnTo>
                    <a:lnTo>
                      <a:pt x="16658" y="756"/>
                    </a:lnTo>
                    <a:lnTo>
                      <a:pt x="16072" y="567"/>
                    </a:lnTo>
                    <a:lnTo>
                      <a:pt x="15486" y="397"/>
                    </a:lnTo>
                    <a:lnTo>
                      <a:pt x="14900" y="265"/>
                    </a:lnTo>
                    <a:lnTo>
                      <a:pt x="14276" y="151"/>
                    </a:lnTo>
                    <a:lnTo>
                      <a:pt x="13671" y="76"/>
                    </a:lnTo>
                    <a:lnTo>
                      <a:pt x="13028" y="19"/>
                    </a:lnTo>
                    <a:lnTo>
                      <a:pt x="1240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5" name="Google Shape;4075;p54"/>
              <p:cNvSpPr/>
              <p:nvPr/>
            </p:nvSpPr>
            <p:spPr>
              <a:xfrm>
                <a:off x="1974325" y="-1634425"/>
                <a:ext cx="421175" cy="420725"/>
              </a:xfrm>
              <a:custGeom>
                <a:avLst/>
                <a:gdLst/>
                <a:ahLst/>
                <a:cxnLst/>
                <a:rect l="l" t="t" r="r" b="b"/>
                <a:pathLst>
                  <a:path w="16847" h="16829" extrusionOk="0">
                    <a:moveTo>
                      <a:pt x="7998" y="1"/>
                    </a:moveTo>
                    <a:lnTo>
                      <a:pt x="7563" y="38"/>
                    </a:lnTo>
                    <a:lnTo>
                      <a:pt x="7147" y="95"/>
                    </a:lnTo>
                    <a:lnTo>
                      <a:pt x="6731" y="171"/>
                    </a:lnTo>
                    <a:lnTo>
                      <a:pt x="6315" y="265"/>
                    </a:lnTo>
                    <a:lnTo>
                      <a:pt x="5918" y="379"/>
                    </a:lnTo>
                    <a:lnTo>
                      <a:pt x="5521" y="511"/>
                    </a:lnTo>
                    <a:lnTo>
                      <a:pt x="5143" y="662"/>
                    </a:lnTo>
                    <a:lnTo>
                      <a:pt x="4765" y="814"/>
                    </a:lnTo>
                    <a:lnTo>
                      <a:pt x="4406" y="1003"/>
                    </a:lnTo>
                    <a:lnTo>
                      <a:pt x="4065" y="1211"/>
                    </a:lnTo>
                    <a:lnTo>
                      <a:pt x="3725" y="1438"/>
                    </a:lnTo>
                    <a:lnTo>
                      <a:pt x="3385" y="1664"/>
                    </a:lnTo>
                    <a:lnTo>
                      <a:pt x="3063" y="1910"/>
                    </a:lnTo>
                    <a:lnTo>
                      <a:pt x="2761" y="2175"/>
                    </a:lnTo>
                    <a:lnTo>
                      <a:pt x="2477" y="2459"/>
                    </a:lnTo>
                    <a:lnTo>
                      <a:pt x="2193" y="2742"/>
                    </a:lnTo>
                    <a:lnTo>
                      <a:pt x="1929" y="3064"/>
                    </a:lnTo>
                    <a:lnTo>
                      <a:pt x="1683" y="3366"/>
                    </a:lnTo>
                    <a:lnTo>
                      <a:pt x="1437" y="3706"/>
                    </a:lnTo>
                    <a:lnTo>
                      <a:pt x="1229" y="4047"/>
                    </a:lnTo>
                    <a:lnTo>
                      <a:pt x="1021" y="4406"/>
                    </a:lnTo>
                    <a:lnTo>
                      <a:pt x="832" y="4765"/>
                    </a:lnTo>
                    <a:lnTo>
                      <a:pt x="662" y="5143"/>
                    </a:lnTo>
                    <a:lnTo>
                      <a:pt x="511" y="5522"/>
                    </a:lnTo>
                    <a:lnTo>
                      <a:pt x="378" y="5900"/>
                    </a:lnTo>
                    <a:lnTo>
                      <a:pt x="265" y="6316"/>
                    </a:lnTo>
                    <a:lnTo>
                      <a:pt x="170" y="6713"/>
                    </a:lnTo>
                    <a:lnTo>
                      <a:pt x="95" y="7129"/>
                    </a:lnTo>
                    <a:lnTo>
                      <a:pt x="38" y="7545"/>
                    </a:lnTo>
                    <a:lnTo>
                      <a:pt x="19" y="7980"/>
                    </a:lnTo>
                    <a:lnTo>
                      <a:pt x="0" y="8414"/>
                    </a:lnTo>
                    <a:lnTo>
                      <a:pt x="19" y="8849"/>
                    </a:lnTo>
                    <a:lnTo>
                      <a:pt x="38" y="9265"/>
                    </a:lnTo>
                    <a:lnTo>
                      <a:pt x="95" y="9700"/>
                    </a:lnTo>
                    <a:lnTo>
                      <a:pt x="170" y="10116"/>
                    </a:lnTo>
                    <a:lnTo>
                      <a:pt x="265" y="10513"/>
                    </a:lnTo>
                    <a:lnTo>
                      <a:pt x="378" y="10910"/>
                    </a:lnTo>
                    <a:lnTo>
                      <a:pt x="511" y="11307"/>
                    </a:lnTo>
                    <a:lnTo>
                      <a:pt x="662" y="11685"/>
                    </a:lnTo>
                    <a:lnTo>
                      <a:pt x="832" y="12064"/>
                    </a:lnTo>
                    <a:lnTo>
                      <a:pt x="1021" y="12423"/>
                    </a:lnTo>
                    <a:lnTo>
                      <a:pt x="1229" y="12782"/>
                    </a:lnTo>
                    <a:lnTo>
                      <a:pt x="1437" y="13122"/>
                    </a:lnTo>
                    <a:lnTo>
                      <a:pt x="1683" y="13444"/>
                    </a:lnTo>
                    <a:lnTo>
                      <a:pt x="1929" y="13765"/>
                    </a:lnTo>
                    <a:lnTo>
                      <a:pt x="2193" y="14068"/>
                    </a:lnTo>
                    <a:lnTo>
                      <a:pt x="2477" y="14370"/>
                    </a:lnTo>
                    <a:lnTo>
                      <a:pt x="2761" y="14654"/>
                    </a:lnTo>
                    <a:lnTo>
                      <a:pt x="3063" y="14919"/>
                    </a:lnTo>
                    <a:lnTo>
                      <a:pt x="3385" y="15164"/>
                    </a:lnTo>
                    <a:lnTo>
                      <a:pt x="3725" y="15391"/>
                    </a:lnTo>
                    <a:lnTo>
                      <a:pt x="4065" y="15618"/>
                    </a:lnTo>
                    <a:lnTo>
                      <a:pt x="4406" y="15826"/>
                    </a:lnTo>
                    <a:lnTo>
                      <a:pt x="4765" y="15996"/>
                    </a:lnTo>
                    <a:lnTo>
                      <a:pt x="5143" y="16166"/>
                    </a:lnTo>
                    <a:lnTo>
                      <a:pt x="5521" y="16318"/>
                    </a:lnTo>
                    <a:lnTo>
                      <a:pt x="5918" y="16450"/>
                    </a:lnTo>
                    <a:lnTo>
                      <a:pt x="6315" y="16563"/>
                    </a:lnTo>
                    <a:lnTo>
                      <a:pt x="6731" y="16658"/>
                    </a:lnTo>
                    <a:lnTo>
                      <a:pt x="7147" y="16734"/>
                    </a:lnTo>
                    <a:lnTo>
                      <a:pt x="7563" y="16790"/>
                    </a:lnTo>
                    <a:lnTo>
                      <a:pt x="7998" y="16828"/>
                    </a:lnTo>
                    <a:lnTo>
                      <a:pt x="8849" y="16828"/>
                    </a:lnTo>
                    <a:lnTo>
                      <a:pt x="9284" y="16790"/>
                    </a:lnTo>
                    <a:lnTo>
                      <a:pt x="9700" y="16734"/>
                    </a:lnTo>
                    <a:lnTo>
                      <a:pt x="10116" y="16658"/>
                    </a:lnTo>
                    <a:lnTo>
                      <a:pt x="10532" y="16563"/>
                    </a:lnTo>
                    <a:lnTo>
                      <a:pt x="10929" y="16450"/>
                    </a:lnTo>
                    <a:lnTo>
                      <a:pt x="11326" y="16318"/>
                    </a:lnTo>
                    <a:lnTo>
                      <a:pt x="11704" y="16166"/>
                    </a:lnTo>
                    <a:lnTo>
                      <a:pt x="12082" y="15996"/>
                    </a:lnTo>
                    <a:lnTo>
                      <a:pt x="12441" y="15826"/>
                    </a:lnTo>
                    <a:lnTo>
                      <a:pt x="12800" y="15618"/>
                    </a:lnTo>
                    <a:lnTo>
                      <a:pt x="13141" y="15391"/>
                    </a:lnTo>
                    <a:lnTo>
                      <a:pt x="13462" y="15164"/>
                    </a:lnTo>
                    <a:lnTo>
                      <a:pt x="13784" y="14919"/>
                    </a:lnTo>
                    <a:lnTo>
                      <a:pt x="14086" y="14654"/>
                    </a:lnTo>
                    <a:lnTo>
                      <a:pt x="14389" y="14370"/>
                    </a:lnTo>
                    <a:lnTo>
                      <a:pt x="14653" y="14068"/>
                    </a:lnTo>
                    <a:lnTo>
                      <a:pt x="14918" y="13765"/>
                    </a:lnTo>
                    <a:lnTo>
                      <a:pt x="15183" y="13444"/>
                    </a:lnTo>
                    <a:lnTo>
                      <a:pt x="15410" y="13122"/>
                    </a:lnTo>
                    <a:lnTo>
                      <a:pt x="15637" y="12782"/>
                    </a:lnTo>
                    <a:lnTo>
                      <a:pt x="15826" y="12423"/>
                    </a:lnTo>
                    <a:lnTo>
                      <a:pt x="16015" y="12064"/>
                    </a:lnTo>
                    <a:lnTo>
                      <a:pt x="16185" y="11685"/>
                    </a:lnTo>
                    <a:lnTo>
                      <a:pt x="16336" y="11307"/>
                    </a:lnTo>
                    <a:lnTo>
                      <a:pt x="16468" y="10910"/>
                    </a:lnTo>
                    <a:lnTo>
                      <a:pt x="16582" y="10513"/>
                    </a:lnTo>
                    <a:lnTo>
                      <a:pt x="16676" y="10116"/>
                    </a:lnTo>
                    <a:lnTo>
                      <a:pt x="16752" y="9700"/>
                    </a:lnTo>
                    <a:lnTo>
                      <a:pt x="16809" y="9265"/>
                    </a:lnTo>
                    <a:lnTo>
                      <a:pt x="16828" y="8849"/>
                    </a:lnTo>
                    <a:lnTo>
                      <a:pt x="16847" y="8414"/>
                    </a:lnTo>
                    <a:lnTo>
                      <a:pt x="16828" y="7980"/>
                    </a:lnTo>
                    <a:lnTo>
                      <a:pt x="16809" y="7545"/>
                    </a:lnTo>
                    <a:lnTo>
                      <a:pt x="16752" y="7129"/>
                    </a:lnTo>
                    <a:lnTo>
                      <a:pt x="16676" y="6713"/>
                    </a:lnTo>
                    <a:lnTo>
                      <a:pt x="16582" y="6316"/>
                    </a:lnTo>
                    <a:lnTo>
                      <a:pt x="16468" y="5900"/>
                    </a:lnTo>
                    <a:lnTo>
                      <a:pt x="16336" y="5522"/>
                    </a:lnTo>
                    <a:lnTo>
                      <a:pt x="16185" y="5143"/>
                    </a:lnTo>
                    <a:lnTo>
                      <a:pt x="16015" y="4765"/>
                    </a:lnTo>
                    <a:lnTo>
                      <a:pt x="15826" y="4406"/>
                    </a:lnTo>
                    <a:lnTo>
                      <a:pt x="15637" y="4047"/>
                    </a:lnTo>
                    <a:lnTo>
                      <a:pt x="15410" y="3706"/>
                    </a:lnTo>
                    <a:lnTo>
                      <a:pt x="15183" y="3366"/>
                    </a:lnTo>
                    <a:lnTo>
                      <a:pt x="14918" y="3064"/>
                    </a:lnTo>
                    <a:lnTo>
                      <a:pt x="14653" y="2742"/>
                    </a:lnTo>
                    <a:lnTo>
                      <a:pt x="14389" y="2459"/>
                    </a:lnTo>
                    <a:lnTo>
                      <a:pt x="14086" y="2175"/>
                    </a:lnTo>
                    <a:lnTo>
                      <a:pt x="13784" y="1910"/>
                    </a:lnTo>
                    <a:lnTo>
                      <a:pt x="13462" y="1664"/>
                    </a:lnTo>
                    <a:lnTo>
                      <a:pt x="13141" y="1438"/>
                    </a:lnTo>
                    <a:lnTo>
                      <a:pt x="12800" y="1211"/>
                    </a:lnTo>
                    <a:lnTo>
                      <a:pt x="12441" y="1003"/>
                    </a:lnTo>
                    <a:lnTo>
                      <a:pt x="12082" y="814"/>
                    </a:lnTo>
                    <a:lnTo>
                      <a:pt x="11704" y="662"/>
                    </a:lnTo>
                    <a:lnTo>
                      <a:pt x="11326" y="511"/>
                    </a:lnTo>
                    <a:lnTo>
                      <a:pt x="10929" y="379"/>
                    </a:lnTo>
                    <a:lnTo>
                      <a:pt x="10532" y="265"/>
                    </a:lnTo>
                    <a:lnTo>
                      <a:pt x="10116" y="171"/>
                    </a:lnTo>
                    <a:lnTo>
                      <a:pt x="9700" y="95"/>
                    </a:lnTo>
                    <a:lnTo>
                      <a:pt x="9284" y="38"/>
                    </a:lnTo>
                    <a:lnTo>
                      <a:pt x="88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ECECEC"/>
                  </a:gs>
                  <a:gs pos="100000">
                    <a:srgbClr val="D9D9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6" name="Google Shape;4076;p54"/>
              <p:cNvSpPr/>
              <p:nvPr/>
            </p:nvSpPr>
            <p:spPr>
              <a:xfrm>
                <a:off x="2074050" y="-1535150"/>
                <a:ext cx="221725" cy="222175"/>
              </a:xfrm>
              <a:custGeom>
                <a:avLst/>
                <a:gdLst/>
                <a:ahLst/>
                <a:cxnLst/>
                <a:rect l="l" t="t" r="r" b="b"/>
                <a:pathLst>
                  <a:path w="8869" h="8887" extrusionOk="0">
                    <a:moveTo>
                      <a:pt x="4444" y="0"/>
                    </a:moveTo>
                    <a:lnTo>
                      <a:pt x="4198" y="19"/>
                    </a:lnTo>
                    <a:lnTo>
                      <a:pt x="3990" y="19"/>
                    </a:lnTo>
                    <a:lnTo>
                      <a:pt x="3536" y="95"/>
                    </a:lnTo>
                    <a:lnTo>
                      <a:pt x="3120" y="208"/>
                    </a:lnTo>
                    <a:lnTo>
                      <a:pt x="2704" y="359"/>
                    </a:lnTo>
                    <a:lnTo>
                      <a:pt x="2326" y="548"/>
                    </a:lnTo>
                    <a:lnTo>
                      <a:pt x="1948" y="756"/>
                    </a:lnTo>
                    <a:lnTo>
                      <a:pt x="1608" y="1021"/>
                    </a:lnTo>
                    <a:lnTo>
                      <a:pt x="1305" y="1305"/>
                    </a:lnTo>
                    <a:lnTo>
                      <a:pt x="1003" y="1626"/>
                    </a:lnTo>
                    <a:lnTo>
                      <a:pt x="757" y="1967"/>
                    </a:lnTo>
                    <a:lnTo>
                      <a:pt x="530" y="2326"/>
                    </a:lnTo>
                    <a:lnTo>
                      <a:pt x="341" y="2723"/>
                    </a:lnTo>
                    <a:lnTo>
                      <a:pt x="190" y="3120"/>
                    </a:lnTo>
                    <a:lnTo>
                      <a:pt x="95" y="3555"/>
                    </a:lnTo>
                    <a:lnTo>
                      <a:pt x="20" y="3990"/>
                    </a:lnTo>
                    <a:lnTo>
                      <a:pt x="1" y="4217"/>
                    </a:lnTo>
                    <a:lnTo>
                      <a:pt x="1" y="4443"/>
                    </a:lnTo>
                    <a:lnTo>
                      <a:pt x="1" y="4670"/>
                    </a:lnTo>
                    <a:lnTo>
                      <a:pt x="20" y="4897"/>
                    </a:lnTo>
                    <a:lnTo>
                      <a:pt x="95" y="5332"/>
                    </a:lnTo>
                    <a:lnTo>
                      <a:pt x="190" y="5767"/>
                    </a:lnTo>
                    <a:lnTo>
                      <a:pt x="341" y="6164"/>
                    </a:lnTo>
                    <a:lnTo>
                      <a:pt x="530" y="6561"/>
                    </a:lnTo>
                    <a:lnTo>
                      <a:pt x="757" y="6920"/>
                    </a:lnTo>
                    <a:lnTo>
                      <a:pt x="1003" y="7261"/>
                    </a:lnTo>
                    <a:lnTo>
                      <a:pt x="1305" y="7582"/>
                    </a:lnTo>
                    <a:lnTo>
                      <a:pt x="1608" y="7866"/>
                    </a:lnTo>
                    <a:lnTo>
                      <a:pt x="1948" y="8130"/>
                    </a:lnTo>
                    <a:lnTo>
                      <a:pt x="2326" y="8338"/>
                    </a:lnTo>
                    <a:lnTo>
                      <a:pt x="2704" y="8527"/>
                    </a:lnTo>
                    <a:lnTo>
                      <a:pt x="3120" y="8679"/>
                    </a:lnTo>
                    <a:lnTo>
                      <a:pt x="3536" y="8792"/>
                    </a:lnTo>
                    <a:lnTo>
                      <a:pt x="3990" y="8849"/>
                    </a:lnTo>
                    <a:lnTo>
                      <a:pt x="4198" y="8868"/>
                    </a:lnTo>
                    <a:lnTo>
                      <a:pt x="4444" y="8887"/>
                    </a:lnTo>
                    <a:lnTo>
                      <a:pt x="4671" y="8868"/>
                    </a:lnTo>
                    <a:lnTo>
                      <a:pt x="4898" y="8849"/>
                    </a:lnTo>
                    <a:lnTo>
                      <a:pt x="5333" y="8792"/>
                    </a:lnTo>
                    <a:lnTo>
                      <a:pt x="5748" y="8679"/>
                    </a:lnTo>
                    <a:lnTo>
                      <a:pt x="6164" y="8527"/>
                    </a:lnTo>
                    <a:lnTo>
                      <a:pt x="6543" y="8338"/>
                    </a:lnTo>
                    <a:lnTo>
                      <a:pt x="6921" y="8130"/>
                    </a:lnTo>
                    <a:lnTo>
                      <a:pt x="7261" y="7866"/>
                    </a:lnTo>
                    <a:lnTo>
                      <a:pt x="7582" y="7582"/>
                    </a:lnTo>
                    <a:lnTo>
                      <a:pt x="7866" y="7261"/>
                    </a:lnTo>
                    <a:lnTo>
                      <a:pt x="8112" y="6920"/>
                    </a:lnTo>
                    <a:lnTo>
                      <a:pt x="8339" y="6561"/>
                    </a:lnTo>
                    <a:lnTo>
                      <a:pt x="8528" y="6164"/>
                    </a:lnTo>
                    <a:lnTo>
                      <a:pt x="8679" y="5767"/>
                    </a:lnTo>
                    <a:lnTo>
                      <a:pt x="8793" y="5332"/>
                    </a:lnTo>
                    <a:lnTo>
                      <a:pt x="8849" y="4897"/>
                    </a:lnTo>
                    <a:lnTo>
                      <a:pt x="8868" y="4670"/>
                    </a:lnTo>
                    <a:lnTo>
                      <a:pt x="8868" y="4443"/>
                    </a:lnTo>
                    <a:lnTo>
                      <a:pt x="8868" y="4217"/>
                    </a:lnTo>
                    <a:lnTo>
                      <a:pt x="8849" y="3990"/>
                    </a:lnTo>
                    <a:lnTo>
                      <a:pt x="8793" y="3555"/>
                    </a:lnTo>
                    <a:lnTo>
                      <a:pt x="8679" y="3120"/>
                    </a:lnTo>
                    <a:lnTo>
                      <a:pt x="8528" y="2723"/>
                    </a:lnTo>
                    <a:lnTo>
                      <a:pt x="8339" y="2326"/>
                    </a:lnTo>
                    <a:lnTo>
                      <a:pt x="8112" y="1967"/>
                    </a:lnTo>
                    <a:lnTo>
                      <a:pt x="7866" y="1626"/>
                    </a:lnTo>
                    <a:lnTo>
                      <a:pt x="7582" y="1305"/>
                    </a:lnTo>
                    <a:lnTo>
                      <a:pt x="7261" y="1021"/>
                    </a:lnTo>
                    <a:lnTo>
                      <a:pt x="6921" y="756"/>
                    </a:lnTo>
                    <a:lnTo>
                      <a:pt x="6543" y="548"/>
                    </a:lnTo>
                    <a:lnTo>
                      <a:pt x="6164" y="359"/>
                    </a:lnTo>
                    <a:lnTo>
                      <a:pt x="5748" y="208"/>
                    </a:lnTo>
                    <a:lnTo>
                      <a:pt x="5333" y="95"/>
                    </a:lnTo>
                    <a:lnTo>
                      <a:pt x="4898" y="19"/>
                    </a:lnTo>
                    <a:lnTo>
                      <a:pt x="4671" y="19"/>
                    </a:lnTo>
                    <a:lnTo>
                      <a:pt x="4444" y="0"/>
                    </a:lnTo>
                    <a:close/>
                  </a:path>
                </a:pathLst>
              </a:custGeom>
              <a:gradFill>
                <a:gsLst>
                  <a:gs pos="0">
                    <a:srgbClr val="71BFC3"/>
                  </a:gs>
                  <a:gs pos="100000">
                    <a:srgbClr val="3B7477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7" name="Google Shape;4077;p54"/>
              <p:cNvSpPr/>
              <p:nvPr/>
            </p:nvSpPr>
            <p:spPr>
              <a:xfrm>
                <a:off x="2192700" y="-1659475"/>
                <a:ext cx="515250" cy="237775"/>
              </a:xfrm>
              <a:custGeom>
                <a:avLst/>
                <a:gdLst/>
                <a:ahLst/>
                <a:cxnLst/>
                <a:rect l="l" t="t" r="r" b="b"/>
                <a:pathLst>
                  <a:path w="20610" h="9511" extrusionOk="0">
                    <a:moveTo>
                      <a:pt x="19815" y="1"/>
                    </a:moveTo>
                    <a:lnTo>
                      <a:pt x="0" y="9114"/>
                    </a:lnTo>
                    <a:lnTo>
                      <a:pt x="152" y="9511"/>
                    </a:lnTo>
                    <a:lnTo>
                      <a:pt x="20609" y="1040"/>
                    </a:lnTo>
                    <a:lnTo>
                      <a:pt x="19815" y="1"/>
                    </a:lnTo>
                    <a:close/>
                  </a:path>
                </a:pathLst>
              </a:custGeom>
              <a:gradFill>
                <a:gsLst>
                  <a:gs pos="0">
                    <a:srgbClr val="575757"/>
                  </a:gs>
                  <a:gs pos="100000">
                    <a:srgbClr val="16161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8" name="Google Shape;4078;p54"/>
              <p:cNvSpPr/>
              <p:nvPr/>
            </p:nvSpPr>
            <p:spPr>
              <a:xfrm>
                <a:off x="2620475" y="-1822550"/>
                <a:ext cx="312475" cy="245350"/>
              </a:xfrm>
              <a:custGeom>
                <a:avLst/>
                <a:gdLst/>
                <a:ahLst/>
                <a:cxnLst/>
                <a:rect l="l" t="t" r="r" b="b"/>
                <a:pathLst>
                  <a:path w="12499" h="9814" extrusionOk="0">
                    <a:moveTo>
                      <a:pt x="8509" y="1"/>
                    </a:moveTo>
                    <a:lnTo>
                      <a:pt x="1078" y="4803"/>
                    </a:lnTo>
                    <a:lnTo>
                      <a:pt x="0" y="8358"/>
                    </a:lnTo>
                    <a:lnTo>
                      <a:pt x="3820" y="9813"/>
                    </a:lnTo>
                    <a:lnTo>
                      <a:pt x="12498" y="5862"/>
                    </a:lnTo>
                    <a:lnTo>
                      <a:pt x="8376" y="4160"/>
                    </a:lnTo>
                    <a:lnTo>
                      <a:pt x="8509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0B9"/>
                  </a:gs>
                  <a:gs pos="100000">
                    <a:srgbClr val="F9D03C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79" name="Google Shape;4079;p54"/>
          <p:cNvGrpSpPr/>
          <p:nvPr/>
        </p:nvGrpSpPr>
        <p:grpSpPr>
          <a:xfrm>
            <a:off x="5560580" y="949865"/>
            <a:ext cx="611648" cy="365223"/>
            <a:chOff x="4504125" y="1762525"/>
            <a:chExt cx="985575" cy="588500"/>
          </a:xfrm>
        </p:grpSpPr>
        <p:sp>
          <p:nvSpPr>
            <p:cNvPr id="4080" name="Google Shape;4080;p54"/>
            <p:cNvSpPr/>
            <p:nvPr/>
          </p:nvSpPr>
          <p:spPr>
            <a:xfrm>
              <a:off x="4691775" y="2150600"/>
              <a:ext cx="87950" cy="105425"/>
            </a:xfrm>
            <a:custGeom>
              <a:avLst/>
              <a:gdLst/>
              <a:ahLst/>
              <a:cxnLst/>
              <a:rect l="l" t="t" r="r" b="b"/>
              <a:pathLst>
                <a:path w="3518" h="4217" extrusionOk="0">
                  <a:moveTo>
                    <a:pt x="1910" y="0"/>
                  </a:moveTo>
                  <a:lnTo>
                    <a:pt x="1" y="4216"/>
                  </a:lnTo>
                  <a:lnTo>
                    <a:pt x="3517" y="1607"/>
                  </a:lnTo>
                  <a:lnTo>
                    <a:pt x="3498" y="1569"/>
                  </a:lnTo>
                  <a:lnTo>
                    <a:pt x="191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54"/>
            <p:cNvSpPr/>
            <p:nvPr/>
          </p:nvSpPr>
          <p:spPr>
            <a:xfrm>
              <a:off x="4504125" y="1762525"/>
              <a:ext cx="985575" cy="310100"/>
            </a:xfrm>
            <a:custGeom>
              <a:avLst/>
              <a:gdLst/>
              <a:ahLst/>
              <a:cxnLst/>
              <a:rect l="l" t="t" r="r" b="b"/>
              <a:pathLst>
                <a:path w="39423" h="12404" extrusionOk="0">
                  <a:moveTo>
                    <a:pt x="39422" y="0"/>
                  </a:moveTo>
                  <a:lnTo>
                    <a:pt x="0" y="4859"/>
                  </a:lnTo>
                  <a:lnTo>
                    <a:pt x="6372" y="12403"/>
                  </a:lnTo>
                  <a:lnTo>
                    <a:pt x="39422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EFEFE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54"/>
            <p:cNvSpPr/>
            <p:nvPr/>
          </p:nvSpPr>
          <p:spPr>
            <a:xfrm>
              <a:off x="4663425" y="1762525"/>
              <a:ext cx="826275" cy="588500"/>
            </a:xfrm>
            <a:custGeom>
              <a:avLst/>
              <a:gdLst/>
              <a:ahLst/>
              <a:cxnLst/>
              <a:rect l="l" t="t" r="r" b="b"/>
              <a:pathLst>
                <a:path w="33051" h="235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4632" y="17092"/>
                  </a:lnTo>
                  <a:lnTo>
                    <a:pt x="10513" y="23540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ECECEC"/>
                </a:gs>
                <a:gs pos="100000">
                  <a:srgbClr val="D9D9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54"/>
            <p:cNvSpPr/>
            <p:nvPr/>
          </p:nvSpPr>
          <p:spPr>
            <a:xfrm>
              <a:off x="4663425" y="1762525"/>
              <a:ext cx="826275" cy="493500"/>
            </a:xfrm>
            <a:custGeom>
              <a:avLst/>
              <a:gdLst/>
              <a:ahLst/>
              <a:cxnLst/>
              <a:rect l="l" t="t" r="r" b="b"/>
              <a:pathLst>
                <a:path w="33051" h="19740" extrusionOk="0">
                  <a:moveTo>
                    <a:pt x="33050" y="0"/>
                  </a:moveTo>
                  <a:lnTo>
                    <a:pt x="0" y="12403"/>
                  </a:lnTo>
                  <a:lnTo>
                    <a:pt x="1135" y="19739"/>
                  </a:lnTo>
                  <a:lnTo>
                    <a:pt x="3044" y="15523"/>
                  </a:lnTo>
                  <a:lnTo>
                    <a:pt x="33050" y="0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100000">
                  <a:srgbClr val="16161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" name="Google Shape;3358;p51"/>
          <p:cNvSpPr txBox="1">
            <a:spLocks noGrp="1"/>
          </p:cNvSpPr>
          <p:nvPr>
            <p:ph type="subTitle" idx="1"/>
          </p:nvPr>
        </p:nvSpPr>
        <p:spPr>
          <a:xfrm>
            <a:off x="738201" y="1957031"/>
            <a:ext cx="4511302" cy="147748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/>
            <a:r>
              <a:rPr lang="ru-RU" b="1" dirty="0">
                <a:solidFill>
                  <a:srgbClr val="3672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Подход бизнес-активизации превращает разработку в двигатель бизнеса, связывая ежедневную работу команды с финансовым результатом через четкие роли, ориентацию на данные и скорость.</a:t>
            </a:r>
            <a:endParaRPr b="1" dirty="0">
              <a:solidFill>
                <a:srgbClr val="36728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498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eadership and Teamwork for Business by Slidesgo">
  <a:themeElements>
    <a:clrScheme name="Simple Light">
      <a:dk1>
        <a:srgbClr val="363636"/>
      </a:dk1>
      <a:lt1>
        <a:srgbClr val="FFFFFF"/>
      </a:lt1>
      <a:dk2>
        <a:srgbClr val="18B0C2"/>
      </a:dk2>
      <a:lt2>
        <a:srgbClr val="326F8B"/>
      </a:lt2>
      <a:accent1>
        <a:srgbClr val="9EE0A3"/>
      </a:accent1>
      <a:accent2>
        <a:srgbClr val="458A48"/>
      </a:accent2>
      <a:accent3>
        <a:srgbClr val="FFE177"/>
      </a:accent3>
      <a:accent4>
        <a:srgbClr val="234269"/>
      </a:accent4>
      <a:accent5>
        <a:srgbClr val="60B7FF"/>
      </a:accent5>
      <a:accent6>
        <a:srgbClr val="D1A08F"/>
      </a:accent6>
      <a:hlink>
        <a:srgbClr val="326F8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276</Words>
  <Application>Microsoft Office PowerPoint</Application>
  <PresentationFormat>Экран (16:9)</PresentationFormat>
  <Paragraphs>44</Paragraphs>
  <Slides>16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Days One</vt:lpstr>
      <vt:lpstr>PT Sans</vt:lpstr>
      <vt:lpstr>Arial</vt:lpstr>
      <vt:lpstr>Jost</vt:lpstr>
      <vt:lpstr>Times New Roman</vt:lpstr>
      <vt:lpstr>Bebas Neue</vt:lpstr>
      <vt:lpstr>Leadership and Teamwork for Business by Slidesgo</vt:lpstr>
      <vt:lpstr>Организация эффективной Scrum-команды через призму бизнес-активизации</vt:lpstr>
      <vt:lpstr>Результат есть, ценности нет</vt:lpstr>
      <vt:lpstr>Презентация PowerPoint</vt:lpstr>
      <vt:lpstr>Разработка — это бизнес-инвестиция</vt:lpstr>
      <vt:lpstr>Три принципа бизнес-активизации</vt:lpstr>
      <vt:lpstr>Эволюция подхода: от процесса к результату</vt:lpstr>
      <vt:lpstr>Презентация PowerPoint</vt:lpstr>
      <vt:lpstr>Презентация PowerPoint</vt:lpstr>
      <vt:lpstr>Команда — фабрика ценности</vt:lpstr>
      <vt:lpstr>Кейс: ПАО «ВымпелКом» (Билайн)</vt:lpstr>
      <vt:lpstr>Презентация PowerPoint</vt:lpstr>
      <vt:lpstr>Презентация PowerPoint</vt:lpstr>
      <vt:lpstr>Результаты за первый месяц:</vt:lpstr>
      <vt:lpstr>Финансовые результаты:</vt:lpstr>
      <vt:lpstr>Трансформация ролей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Организация эффективной Scrum-команды через призму бизнес-активизации</dc:title>
  <cp:lastModifiedBy>user</cp:lastModifiedBy>
  <cp:revision>10</cp:revision>
  <dcterms:modified xsi:type="dcterms:W3CDTF">2025-10-08T05:33:16Z</dcterms:modified>
</cp:coreProperties>
</file>